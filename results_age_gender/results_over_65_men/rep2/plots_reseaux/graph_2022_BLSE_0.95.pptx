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368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3081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3080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368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2533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1697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695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697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368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3321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695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2879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449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368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3321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533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607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004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3665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68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081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080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459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629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744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68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081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080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2879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449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1830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368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3081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3080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3773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3686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368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3081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080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3776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368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3081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080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68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3081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211247" y="1959977"/>
              <a:ext cx="3087264" cy="2755165"/>
            </a:xfrm>
            <a:custGeom>
              <a:avLst/>
              <a:pathLst>
                <a:path w="3087264" h="2755165">
                  <a:moveTo>
                    <a:pt x="0" y="0"/>
                  </a:moveTo>
                  <a:lnTo>
                    <a:pt x="3087264" y="2755165"/>
                  </a:lnTo>
                </a:path>
              </a:pathLst>
            </a:custGeom>
            <a:ln w="3080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68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3081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08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68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3081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080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2879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248766" y="1278478"/>
              <a:ext cx="2134250" cy="529909"/>
            </a:xfrm>
            <a:custGeom>
              <a:avLst/>
              <a:pathLst>
                <a:path w="2134250" h="529909">
                  <a:moveTo>
                    <a:pt x="2134250" y="0"/>
                  </a:moveTo>
                  <a:lnTo>
                    <a:pt x="0" y="529909"/>
                  </a:lnTo>
                </a:path>
              </a:pathLst>
            </a:custGeom>
            <a:ln w="1830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776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081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459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629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923423" y="3170392"/>
              <a:ext cx="60355" cy="167167"/>
            </a:xfrm>
            <a:custGeom>
              <a:avLst/>
              <a:pathLst>
                <a:path w="60355" h="167167">
                  <a:moveTo>
                    <a:pt x="60355" y="0"/>
                  </a:moveTo>
                  <a:lnTo>
                    <a:pt x="54181" y="114"/>
                  </a:lnTo>
                  <a:lnTo>
                    <a:pt x="48016" y="455"/>
                  </a:lnTo>
                  <a:lnTo>
                    <a:pt x="41868" y="1025"/>
                  </a:lnTo>
                  <a:lnTo>
                    <a:pt x="35745" y="1821"/>
                  </a:lnTo>
                  <a:lnTo>
                    <a:pt x="29655" y="2843"/>
                  </a:lnTo>
                  <a:lnTo>
                    <a:pt x="23607" y="4089"/>
                  </a:lnTo>
                  <a:lnTo>
                    <a:pt x="17610" y="5557"/>
                  </a:lnTo>
                  <a:lnTo>
                    <a:pt x="11671" y="7246"/>
                  </a:lnTo>
                  <a:lnTo>
                    <a:pt x="5798" y="9153"/>
                  </a:lnTo>
                  <a:lnTo>
                    <a:pt x="0" y="11275"/>
                  </a:lnTo>
                  <a:lnTo>
                    <a:pt x="6035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923423" y="3181668"/>
              <a:ext cx="60355" cy="155891"/>
            </a:xfrm>
            <a:custGeom>
              <a:avLst/>
              <a:pathLst>
                <a:path w="60355" h="155891">
                  <a:moveTo>
                    <a:pt x="0" y="0"/>
                  </a:moveTo>
                  <a:lnTo>
                    <a:pt x="60355" y="15589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923423" y="3181668"/>
              <a:ext cx="60355" cy="155891"/>
            </a:xfrm>
            <a:custGeom>
              <a:avLst/>
              <a:pathLst>
                <a:path w="60355" h="155891">
                  <a:moveTo>
                    <a:pt x="0" y="0"/>
                  </a:moveTo>
                  <a:lnTo>
                    <a:pt x="60355" y="155891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923423" y="3181668"/>
              <a:ext cx="60355" cy="155891"/>
            </a:xfrm>
            <a:custGeom>
              <a:avLst/>
              <a:pathLst>
                <a:path w="60355" h="155891">
                  <a:moveTo>
                    <a:pt x="0" y="0"/>
                  </a:moveTo>
                  <a:lnTo>
                    <a:pt x="60355" y="15589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923423" y="3181668"/>
              <a:ext cx="60355" cy="155891"/>
            </a:xfrm>
            <a:custGeom>
              <a:avLst/>
              <a:pathLst>
                <a:path w="60355" h="155891">
                  <a:moveTo>
                    <a:pt x="0" y="0"/>
                  </a:moveTo>
                  <a:lnTo>
                    <a:pt x="60355" y="15589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23423" y="3181668"/>
              <a:ext cx="60355" cy="155891"/>
            </a:xfrm>
            <a:custGeom>
              <a:avLst/>
              <a:pathLst>
                <a:path w="60355" h="155891">
                  <a:moveTo>
                    <a:pt x="0" y="0"/>
                  </a:moveTo>
                  <a:lnTo>
                    <a:pt x="60355" y="15589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23423" y="3181668"/>
              <a:ext cx="60355" cy="155891"/>
            </a:xfrm>
            <a:custGeom>
              <a:avLst/>
              <a:pathLst>
                <a:path w="60355" h="155891">
                  <a:moveTo>
                    <a:pt x="0" y="0"/>
                  </a:moveTo>
                  <a:lnTo>
                    <a:pt x="60355" y="15589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23423" y="3181668"/>
              <a:ext cx="60355" cy="155891"/>
            </a:xfrm>
            <a:custGeom>
              <a:avLst/>
              <a:pathLst>
                <a:path w="60355" h="155891">
                  <a:moveTo>
                    <a:pt x="0" y="0"/>
                  </a:moveTo>
                  <a:lnTo>
                    <a:pt x="60355" y="15589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23423" y="3181668"/>
              <a:ext cx="60355" cy="155891"/>
            </a:xfrm>
            <a:custGeom>
              <a:avLst/>
              <a:pathLst>
                <a:path w="60355" h="155891">
                  <a:moveTo>
                    <a:pt x="0" y="0"/>
                  </a:moveTo>
                  <a:lnTo>
                    <a:pt x="60355" y="15589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23423" y="3181668"/>
              <a:ext cx="60355" cy="155891"/>
            </a:xfrm>
            <a:custGeom>
              <a:avLst/>
              <a:pathLst>
                <a:path w="60355" h="155891">
                  <a:moveTo>
                    <a:pt x="0" y="0"/>
                  </a:moveTo>
                  <a:lnTo>
                    <a:pt x="60355" y="15589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23423" y="3181668"/>
              <a:ext cx="60355" cy="155891"/>
            </a:xfrm>
            <a:custGeom>
              <a:avLst/>
              <a:pathLst>
                <a:path w="60355" h="155891">
                  <a:moveTo>
                    <a:pt x="0" y="0"/>
                  </a:moveTo>
                  <a:lnTo>
                    <a:pt x="60355" y="15589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23423" y="3181668"/>
              <a:ext cx="60355" cy="155891"/>
            </a:xfrm>
            <a:custGeom>
              <a:avLst/>
              <a:pathLst>
                <a:path w="60355" h="155891">
                  <a:moveTo>
                    <a:pt x="0" y="0"/>
                  </a:moveTo>
                  <a:lnTo>
                    <a:pt x="60355" y="15589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23423" y="3181668"/>
              <a:ext cx="60355" cy="155891"/>
            </a:xfrm>
            <a:custGeom>
              <a:avLst/>
              <a:pathLst>
                <a:path w="60355" h="155891">
                  <a:moveTo>
                    <a:pt x="0" y="0"/>
                  </a:moveTo>
                  <a:lnTo>
                    <a:pt x="60355" y="1558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23423" y="3181668"/>
              <a:ext cx="60355" cy="155891"/>
            </a:xfrm>
            <a:custGeom>
              <a:avLst/>
              <a:pathLst>
                <a:path w="60355" h="155891">
                  <a:moveTo>
                    <a:pt x="0" y="0"/>
                  </a:moveTo>
                  <a:lnTo>
                    <a:pt x="60355" y="1558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23423" y="3181668"/>
              <a:ext cx="60355" cy="155891"/>
            </a:xfrm>
            <a:custGeom>
              <a:avLst/>
              <a:pathLst>
                <a:path w="60355" h="155891">
                  <a:moveTo>
                    <a:pt x="0" y="0"/>
                  </a:moveTo>
                  <a:lnTo>
                    <a:pt x="60355" y="1558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23423" y="3181668"/>
              <a:ext cx="60355" cy="155891"/>
            </a:xfrm>
            <a:custGeom>
              <a:avLst/>
              <a:pathLst>
                <a:path w="60355" h="155891">
                  <a:moveTo>
                    <a:pt x="0" y="0"/>
                  </a:moveTo>
                  <a:lnTo>
                    <a:pt x="60355" y="1558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23423" y="3181668"/>
              <a:ext cx="60355" cy="155891"/>
            </a:xfrm>
            <a:custGeom>
              <a:avLst/>
              <a:pathLst>
                <a:path w="60355" h="155891">
                  <a:moveTo>
                    <a:pt x="0" y="0"/>
                  </a:moveTo>
                  <a:lnTo>
                    <a:pt x="60355" y="15589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23423" y="3181668"/>
              <a:ext cx="60355" cy="155891"/>
            </a:xfrm>
            <a:custGeom>
              <a:avLst/>
              <a:pathLst>
                <a:path w="60355" h="155891">
                  <a:moveTo>
                    <a:pt x="0" y="0"/>
                  </a:moveTo>
                  <a:lnTo>
                    <a:pt x="60355" y="1558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23423" y="3181668"/>
              <a:ext cx="60355" cy="155891"/>
            </a:xfrm>
            <a:custGeom>
              <a:avLst/>
              <a:pathLst>
                <a:path w="60355" h="155891">
                  <a:moveTo>
                    <a:pt x="0" y="0"/>
                  </a:moveTo>
                  <a:lnTo>
                    <a:pt x="60355" y="1558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23423" y="3181668"/>
              <a:ext cx="60355" cy="155891"/>
            </a:xfrm>
            <a:custGeom>
              <a:avLst/>
              <a:pathLst>
                <a:path w="60355" h="155891">
                  <a:moveTo>
                    <a:pt x="0" y="0"/>
                  </a:moveTo>
                  <a:lnTo>
                    <a:pt x="60355" y="15589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23423" y="3181668"/>
              <a:ext cx="60355" cy="155891"/>
            </a:xfrm>
            <a:custGeom>
              <a:avLst/>
              <a:pathLst>
                <a:path w="60355" h="155891">
                  <a:moveTo>
                    <a:pt x="0" y="0"/>
                  </a:moveTo>
                  <a:lnTo>
                    <a:pt x="60355" y="1558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23423" y="3181668"/>
              <a:ext cx="60355" cy="155891"/>
            </a:xfrm>
            <a:custGeom>
              <a:avLst/>
              <a:pathLst>
                <a:path w="60355" h="155891">
                  <a:moveTo>
                    <a:pt x="0" y="0"/>
                  </a:moveTo>
                  <a:lnTo>
                    <a:pt x="60355" y="1558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23423" y="3181668"/>
              <a:ext cx="60355" cy="155891"/>
            </a:xfrm>
            <a:custGeom>
              <a:avLst/>
              <a:pathLst>
                <a:path w="60355" h="155891">
                  <a:moveTo>
                    <a:pt x="0" y="0"/>
                  </a:moveTo>
                  <a:lnTo>
                    <a:pt x="60355" y="1558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23423" y="3181668"/>
              <a:ext cx="60355" cy="155891"/>
            </a:xfrm>
            <a:custGeom>
              <a:avLst/>
              <a:pathLst>
                <a:path w="60355" h="155891">
                  <a:moveTo>
                    <a:pt x="0" y="0"/>
                  </a:moveTo>
                  <a:lnTo>
                    <a:pt x="60355" y="1558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23423" y="3181668"/>
              <a:ext cx="60355" cy="155891"/>
            </a:xfrm>
            <a:custGeom>
              <a:avLst/>
              <a:pathLst>
                <a:path w="60355" h="155891">
                  <a:moveTo>
                    <a:pt x="0" y="0"/>
                  </a:moveTo>
                  <a:lnTo>
                    <a:pt x="60355" y="15589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23423" y="3181668"/>
              <a:ext cx="60355" cy="155891"/>
            </a:xfrm>
            <a:custGeom>
              <a:avLst/>
              <a:pathLst>
                <a:path w="60355" h="155891">
                  <a:moveTo>
                    <a:pt x="0" y="0"/>
                  </a:moveTo>
                  <a:lnTo>
                    <a:pt x="60355" y="15589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816612" y="3170443"/>
              <a:ext cx="334332" cy="334267"/>
            </a:xfrm>
            <a:custGeom>
              <a:avLst/>
              <a:pathLst>
                <a:path w="334332" h="334267">
                  <a:moveTo>
                    <a:pt x="106811" y="11225"/>
                  </a:moveTo>
                  <a:lnTo>
                    <a:pt x="101906" y="13214"/>
                  </a:lnTo>
                  <a:lnTo>
                    <a:pt x="97067" y="15357"/>
                  </a:lnTo>
                  <a:lnTo>
                    <a:pt x="92298" y="17652"/>
                  </a:lnTo>
                  <a:lnTo>
                    <a:pt x="87604" y="20097"/>
                  </a:lnTo>
                  <a:lnTo>
                    <a:pt x="82989" y="22689"/>
                  </a:lnTo>
                  <a:lnTo>
                    <a:pt x="78460" y="25426"/>
                  </a:lnTo>
                  <a:lnTo>
                    <a:pt x="74019" y="28306"/>
                  </a:lnTo>
                  <a:lnTo>
                    <a:pt x="69671" y="31324"/>
                  </a:lnTo>
                  <a:lnTo>
                    <a:pt x="65421" y="34478"/>
                  </a:lnTo>
                  <a:lnTo>
                    <a:pt x="61273" y="37766"/>
                  </a:lnTo>
                  <a:lnTo>
                    <a:pt x="57231" y="41183"/>
                  </a:lnTo>
                  <a:lnTo>
                    <a:pt x="53300" y="44726"/>
                  </a:lnTo>
                  <a:lnTo>
                    <a:pt x="49482" y="48392"/>
                  </a:lnTo>
                  <a:lnTo>
                    <a:pt x="45783" y="52177"/>
                  </a:lnTo>
                  <a:lnTo>
                    <a:pt x="42205" y="56078"/>
                  </a:lnTo>
                  <a:lnTo>
                    <a:pt x="38753" y="60089"/>
                  </a:lnTo>
                  <a:lnTo>
                    <a:pt x="35429" y="64208"/>
                  </a:lnTo>
                  <a:lnTo>
                    <a:pt x="32237" y="68430"/>
                  </a:lnTo>
                  <a:lnTo>
                    <a:pt x="29181" y="72751"/>
                  </a:lnTo>
                  <a:lnTo>
                    <a:pt x="26263" y="77166"/>
                  </a:lnTo>
                  <a:lnTo>
                    <a:pt x="23486" y="81672"/>
                  </a:lnTo>
                  <a:lnTo>
                    <a:pt x="20853" y="86263"/>
                  </a:lnTo>
                  <a:lnTo>
                    <a:pt x="18367" y="90936"/>
                  </a:lnTo>
                  <a:lnTo>
                    <a:pt x="16029" y="95685"/>
                  </a:lnTo>
                  <a:lnTo>
                    <a:pt x="13844" y="100505"/>
                  </a:lnTo>
                  <a:lnTo>
                    <a:pt x="11812" y="105392"/>
                  </a:lnTo>
                  <a:lnTo>
                    <a:pt x="9936" y="110341"/>
                  </a:lnTo>
                  <a:lnTo>
                    <a:pt x="8217" y="115347"/>
                  </a:lnTo>
                  <a:lnTo>
                    <a:pt x="6658" y="120405"/>
                  </a:lnTo>
                  <a:lnTo>
                    <a:pt x="5260" y="125509"/>
                  </a:lnTo>
                  <a:lnTo>
                    <a:pt x="4024" y="130656"/>
                  </a:lnTo>
                  <a:lnTo>
                    <a:pt x="2951" y="135838"/>
                  </a:lnTo>
                  <a:lnTo>
                    <a:pt x="2044" y="141053"/>
                  </a:lnTo>
                  <a:lnTo>
                    <a:pt x="1301" y="146293"/>
                  </a:lnTo>
                  <a:lnTo>
                    <a:pt x="725" y="151554"/>
                  </a:lnTo>
                  <a:lnTo>
                    <a:pt x="316" y="156831"/>
                  </a:lnTo>
                  <a:lnTo>
                    <a:pt x="74" y="162118"/>
                  </a:lnTo>
                  <a:lnTo>
                    <a:pt x="0" y="167410"/>
                  </a:lnTo>
                  <a:lnTo>
                    <a:pt x="93" y="172702"/>
                  </a:lnTo>
                  <a:lnTo>
                    <a:pt x="353" y="177988"/>
                  </a:lnTo>
                  <a:lnTo>
                    <a:pt x="781" y="183264"/>
                  </a:lnTo>
                  <a:lnTo>
                    <a:pt x="1376" y="188523"/>
                  </a:lnTo>
                  <a:lnTo>
                    <a:pt x="2136" y="193761"/>
                  </a:lnTo>
                  <a:lnTo>
                    <a:pt x="3062" y="198972"/>
                  </a:lnTo>
                  <a:lnTo>
                    <a:pt x="4153" y="204151"/>
                  </a:lnTo>
                  <a:lnTo>
                    <a:pt x="5407" y="209293"/>
                  </a:lnTo>
                  <a:lnTo>
                    <a:pt x="6824" y="214392"/>
                  </a:lnTo>
                  <a:lnTo>
                    <a:pt x="8400" y="219445"/>
                  </a:lnTo>
                  <a:lnTo>
                    <a:pt x="10137" y="224444"/>
                  </a:lnTo>
                  <a:lnTo>
                    <a:pt x="12030" y="229387"/>
                  </a:lnTo>
                  <a:lnTo>
                    <a:pt x="14079" y="234267"/>
                  </a:lnTo>
                  <a:lnTo>
                    <a:pt x="16282" y="239079"/>
                  </a:lnTo>
                  <a:lnTo>
                    <a:pt x="18635" y="243820"/>
                  </a:lnTo>
                  <a:lnTo>
                    <a:pt x="21138" y="248483"/>
                  </a:lnTo>
                  <a:lnTo>
                    <a:pt x="23787" y="253065"/>
                  </a:lnTo>
                  <a:lnTo>
                    <a:pt x="26580" y="257561"/>
                  </a:lnTo>
                  <a:lnTo>
                    <a:pt x="29514" y="261966"/>
                  </a:lnTo>
                  <a:lnTo>
                    <a:pt x="32585" y="266277"/>
                  </a:lnTo>
                  <a:lnTo>
                    <a:pt x="35792" y="270487"/>
                  </a:lnTo>
                  <a:lnTo>
                    <a:pt x="39130" y="274594"/>
                  </a:lnTo>
                  <a:lnTo>
                    <a:pt x="42597" y="278594"/>
                  </a:lnTo>
                  <a:lnTo>
                    <a:pt x="46188" y="282481"/>
                  </a:lnTo>
                  <a:lnTo>
                    <a:pt x="49901" y="286253"/>
                  </a:lnTo>
                  <a:lnTo>
                    <a:pt x="53731" y="289906"/>
                  </a:lnTo>
                  <a:lnTo>
                    <a:pt x="57675" y="293435"/>
                  </a:lnTo>
                  <a:lnTo>
                    <a:pt x="61729" y="296838"/>
                  </a:lnTo>
                  <a:lnTo>
                    <a:pt x="65888" y="300111"/>
                  </a:lnTo>
                  <a:lnTo>
                    <a:pt x="70149" y="303251"/>
                  </a:lnTo>
                  <a:lnTo>
                    <a:pt x="74507" y="306254"/>
                  </a:lnTo>
                  <a:lnTo>
                    <a:pt x="78959" y="309117"/>
                  </a:lnTo>
                  <a:lnTo>
                    <a:pt x="83498" y="311838"/>
                  </a:lnTo>
                  <a:lnTo>
                    <a:pt x="88121" y="314415"/>
                  </a:lnTo>
                  <a:lnTo>
                    <a:pt x="92824" y="316843"/>
                  </a:lnTo>
                  <a:lnTo>
                    <a:pt x="97601" y="319122"/>
                  </a:lnTo>
                  <a:lnTo>
                    <a:pt x="102448" y="321248"/>
                  </a:lnTo>
                  <a:lnTo>
                    <a:pt x="107360" y="323219"/>
                  </a:lnTo>
                  <a:lnTo>
                    <a:pt x="112332" y="325034"/>
                  </a:lnTo>
                  <a:lnTo>
                    <a:pt x="117358" y="326691"/>
                  </a:lnTo>
                  <a:lnTo>
                    <a:pt x="122435" y="328188"/>
                  </a:lnTo>
                  <a:lnTo>
                    <a:pt x="127556" y="329523"/>
                  </a:lnTo>
                  <a:lnTo>
                    <a:pt x="132717" y="330696"/>
                  </a:lnTo>
                  <a:lnTo>
                    <a:pt x="137913" y="331704"/>
                  </a:lnTo>
                  <a:lnTo>
                    <a:pt x="143138" y="332548"/>
                  </a:lnTo>
                  <a:lnTo>
                    <a:pt x="148387" y="333226"/>
                  </a:lnTo>
                  <a:lnTo>
                    <a:pt x="153655" y="333737"/>
                  </a:lnTo>
                  <a:lnTo>
                    <a:pt x="158937" y="334081"/>
                  </a:lnTo>
                  <a:lnTo>
                    <a:pt x="164226" y="334258"/>
                  </a:lnTo>
                  <a:lnTo>
                    <a:pt x="169519" y="334267"/>
                  </a:lnTo>
                  <a:lnTo>
                    <a:pt x="174809" y="334109"/>
                  </a:lnTo>
                  <a:lnTo>
                    <a:pt x="180092" y="333783"/>
                  </a:lnTo>
                  <a:lnTo>
                    <a:pt x="185362" y="333291"/>
                  </a:lnTo>
                  <a:lnTo>
                    <a:pt x="190613" y="332631"/>
                  </a:lnTo>
                  <a:lnTo>
                    <a:pt x="195841" y="331806"/>
                  </a:lnTo>
                  <a:lnTo>
                    <a:pt x="201040" y="330816"/>
                  </a:lnTo>
                  <a:lnTo>
                    <a:pt x="206205" y="329661"/>
                  </a:lnTo>
                  <a:lnTo>
                    <a:pt x="211332" y="328344"/>
                  </a:lnTo>
                  <a:lnTo>
                    <a:pt x="216413" y="326865"/>
                  </a:lnTo>
                  <a:lnTo>
                    <a:pt x="221446" y="325226"/>
                  </a:lnTo>
                  <a:lnTo>
                    <a:pt x="226424" y="323429"/>
                  </a:lnTo>
                  <a:lnTo>
                    <a:pt x="231343" y="321474"/>
                  </a:lnTo>
                  <a:lnTo>
                    <a:pt x="236197" y="319365"/>
                  </a:lnTo>
                  <a:lnTo>
                    <a:pt x="240982" y="317104"/>
                  </a:lnTo>
                  <a:lnTo>
                    <a:pt x="245693" y="314692"/>
                  </a:lnTo>
                  <a:lnTo>
                    <a:pt x="250326" y="312132"/>
                  </a:lnTo>
                  <a:lnTo>
                    <a:pt x="254875" y="309427"/>
                  </a:lnTo>
                  <a:lnTo>
                    <a:pt x="259336" y="306579"/>
                  </a:lnTo>
                  <a:lnTo>
                    <a:pt x="263705" y="303591"/>
                  </a:lnTo>
                  <a:lnTo>
                    <a:pt x="267977" y="300467"/>
                  </a:lnTo>
                  <a:lnTo>
                    <a:pt x="272148" y="297208"/>
                  </a:lnTo>
                  <a:lnTo>
                    <a:pt x="276213" y="293820"/>
                  </a:lnTo>
                  <a:lnTo>
                    <a:pt x="280170" y="290304"/>
                  </a:lnTo>
                  <a:lnTo>
                    <a:pt x="284013" y="286665"/>
                  </a:lnTo>
                  <a:lnTo>
                    <a:pt x="287739" y="282906"/>
                  </a:lnTo>
                  <a:lnTo>
                    <a:pt x="291344" y="279031"/>
                  </a:lnTo>
                  <a:lnTo>
                    <a:pt x="294824" y="275044"/>
                  </a:lnTo>
                  <a:lnTo>
                    <a:pt x="298177" y="270949"/>
                  </a:lnTo>
                  <a:lnTo>
                    <a:pt x="301399" y="266749"/>
                  </a:lnTo>
                  <a:lnTo>
                    <a:pt x="304485" y="262450"/>
                  </a:lnTo>
                  <a:lnTo>
                    <a:pt x="307434" y="258055"/>
                  </a:lnTo>
                  <a:lnTo>
                    <a:pt x="310243" y="253569"/>
                  </a:lnTo>
                  <a:lnTo>
                    <a:pt x="312908" y="248997"/>
                  </a:lnTo>
                  <a:lnTo>
                    <a:pt x="315427" y="244342"/>
                  </a:lnTo>
                  <a:lnTo>
                    <a:pt x="317798" y="239610"/>
                  </a:lnTo>
                  <a:lnTo>
                    <a:pt x="320017" y="234805"/>
                  </a:lnTo>
                  <a:lnTo>
                    <a:pt x="322083" y="229932"/>
                  </a:lnTo>
                  <a:lnTo>
                    <a:pt x="323994" y="224996"/>
                  </a:lnTo>
                  <a:lnTo>
                    <a:pt x="325748" y="220003"/>
                  </a:lnTo>
                  <a:lnTo>
                    <a:pt x="327343" y="214956"/>
                  </a:lnTo>
                  <a:lnTo>
                    <a:pt x="328777" y="209861"/>
                  </a:lnTo>
                  <a:lnTo>
                    <a:pt x="330049" y="204724"/>
                  </a:lnTo>
                  <a:lnTo>
                    <a:pt x="331158" y="199549"/>
                  </a:lnTo>
                  <a:lnTo>
                    <a:pt x="332102" y="194341"/>
                  </a:lnTo>
                  <a:lnTo>
                    <a:pt x="332882" y="189106"/>
                  </a:lnTo>
                  <a:lnTo>
                    <a:pt x="333495" y="183849"/>
                  </a:lnTo>
                  <a:lnTo>
                    <a:pt x="333941" y="178575"/>
                  </a:lnTo>
                  <a:lnTo>
                    <a:pt x="334220" y="173290"/>
                  </a:lnTo>
                  <a:lnTo>
                    <a:pt x="334332" y="167998"/>
                  </a:lnTo>
                  <a:lnTo>
                    <a:pt x="334276" y="162706"/>
                  </a:lnTo>
                  <a:lnTo>
                    <a:pt x="334053" y="157418"/>
                  </a:lnTo>
                  <a:lnTo>
                    <a:pt x="333662" y="152140"/>
                  </a:lnTo>
                  <a:lnTo>
                    <a:pt x="333104" y="146877"/>
                  </a:lnTo>
                  <a:lnTo>
                    <a:pt x="332380" y="141634"/>
                  </a:lnTo>
                  <a:lnTo>
                    <a:pt x="331491" y="136416"/>
                  </a:lnTo>
                  <a:lnTo>
                    <a:pt x="330437" y="131230"/>
                  </a:lnTo>
                  <a:lnTo>
                    <a:pt x="329219" y="126079"/>
                  </a:lnTo>
                  <a:lnTo>
                    <a:pt x="327839" y="120970"/>
                  </a:lnTo>
                  <a:lnTo>
                    <a:pt x="326297" y="115906"/>
                  </a:lnTo>
                  <a:lnTo>
                    <a:pt x="324596" y="110894"/>
                  </a:lnTo>
                  <a:lnTo>
                    <a:pt x="322738" y="105939"/>
                  </a:lnTo>
                  <a:lnTo>
                    <a:pt x="320723" y="101045"/>
                  </a:lnTo>
                  <a:lnTo>
                    <a:pt x="318554" y="96217"/>
                  </a:lnTo>
                  <a:lnTo>
                    <a:pt x="316234" y="91460"/>
                  </a:lnTo>
                  <a:lnTo>
                    <a:pt x="313764" y="86779"/>
                  </a:lnTo>
                  <a:lnTo>
                    <a:pt x="311147" y="82178"/>
                  </a:lnTo>
                  <a:lnTo>
                    <a:pt x="308386" y="77663"/>
                  </a:lnTo>
                  <a:lnTo>
                    <a:pt x="305484" y="73237"/>
                  </a:lnTo>
                  <a:lnTo>
                    <a:pt x="302443" y="68905"/>
                  </a:lnTo>
                  <a:lnTo>
                    <a:pt x="299266" y="64672"/>
                  </a:lnTo>
                  <a:lnTo>
                    <a:pt x="295956" y="60542"/>
                  </a:lnTo>
                  <a:lnTo>
                    <a:pt x="292518" y="56518"/>
                  </a:lnTo>
                  <a:lnTo>
                    <a:pt x="288954" y="52605"/>
                  </a:lnTo>
                  <a:lnTo>
                    <a:pt x="285268" y="48807"/>
                  </a:lnTo>
                  <a:lnTo>
                    <a:pt x="281463" y="45128"/>
                  </a:lnTo>
                  <a:lnTo>
                    <a:pt x="277544" y="41571"/>
                  </a:lnTo>
                  <a:lnTo>
                    <a:pt x="273515" y="38139"/>
                  </a:lnTo>
                  <a:lnTo>
                    <a:pt x="269378" y="34837"/>
                  </a:lnTo>
                  <a:lnTo>
                    <a:pt x="265140" y="31668"/>
                  </a:lnTo>
                  <a:lnTo>
                    <a:pt x="260803" y="28634"/>
                  </a:lnTo>
                  <a:lnTo>
                    <a:pt x="256372" y="25739"/>
                  </a:lnTo>
                  <a:lnTo>
                    <a:pt x="251851" y="22986"/>
                  </a:lnTo>
                  <a:lnTo>
                    <a:pt x="247246" y="20378"/>
                  </a:lnTo>
                  <a:lnTo>
                    <a:pt x="242561" y="17916"/>
                  </a:lnTo>
                  <a:lnTo>
                    <a:pt x="237800" y="15604"/>
                  </a:lnTo>
                  <a:lnTo>
                    <a:pt x="232968" y="13444"/>
                  </a:lnTo>
                  <a:lnTo>
                    <a:pt x="228070" y="11438"/>
                  </a:lnTo>
                  <a:lnTo>
                    <a:pt x="223112" y="9588"/>
                  </a:lnTo>
                  <a:lnTo>
                    <a:pt x="218097" y="7896"/>
                  </a:lnTo>
                  <a:lnTo>
                    <a:pt x="213031" y="6364"/>
                  </a:lnTo>
                  <a:lnTo>
                    <a:pt x="207919" y="4992"/>
                  </a:lnTo>
                  <a:lnTo>
                    <a:pt x="202766" y="3783"/>
                  </a:lnTo>
                  <a:lnTo>
                    <a:pt x="197578" y="2738"/>
                  </a:lnTo>
                  <a:lnTo>
                    <a:pt x="192359" y="1858"/>
                  </a:lnTo>
                  <a:lnTo>
                    <a:pt x="187114" y="1143"/>
                  </a:lnTo>
                  <a:lnTo>
                    <a:pt x="181850" y="595"/>
                  </a:lnTo>
                  <a:lnTo>
                    <a:pt x="176571" y="214"/>
                  </a:lnTo>
                  <a:lnTo>
                    <a:pt x="171283" y="0"/>
                  </a:lnTo>
                  <a:lnTo>
                    <a:pt x="167167" y="1671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83779" y="3170392"/>
              <a:ext cx="4116" cy="167167"/>
            </a:xfrm>
            <a:custGeom>
              <a:avLst/>
              <a:pathLst>
                <a:path w="4116" h="167167">
                  <a:moveTo>
                    <a:pt x="4116" y="5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51849" y="2633064"/>
              <a:ext cx="167162" cy="203628"/>
            </a:xfrm>
            <a:custGeom>
              <a:avLst/>
              <a:pathLst>
                <a:path w="167162" h="203628">
                  <a:moveTo>
                    <a:pt x="167162" y="0"/>
                  </a:moveTo>
                  <a:lnTo>
                    <a:pt x="161720" y="88"/>
                  </a:lnTo>
                  <a:lnTo>
                    <a:pt x="156284" y="354"/>
                  </a:lnTo>
                  <a:lnTo>
                    <a:pt x="150860" y="796"/>
                  </a:lnTo>
                  <a:lnTo>
                    <a:pt x="145453" y="1415"/>
                  </a:lnTo>
                  <a:lnTo>
                    <a:pt x="140069" y="2210"/>
                  </a:lnTo>
                  <a:lnTo>
                    <a:pt x="134713" y="3179"/>
                  </a:lnTo>
                  <a:lnTo>
                    <a:pt x="129392" y="4322"/>
                  </a:lnTo>
                  <a:lnTo>
                    <a:pt x="124112" y="5638"/>
                  </a:lnTo>
                  <a:lnTo>
                    <a:pt x="118876" y="7125"/>
                  </a:lnTo>
                  <a:lnTo>
                    <a:pt x="113692" y="8781"/>
                  </a:lnTo>
                  <a:lnTo>
                    <a:pt x="108565" y="10606"/>
                  </a:lnTo>
                  <a:lnTo>
                    <a:pt x="103499" y="12596"/>
                  </a:lnTo>
                  <a:lnTo>
                    <a:pt x="98502" y="14751"/>
                  </a:lnTo>
                  <a:lnTo>
                    <a:pt x="93577" y="17066"/>
                  </a:lnTo>
                  <a:lnTo>
                    <a:pt x="88729" y="19541"/>
                  </a:lnTo>
                  <a:lnTo>
                    <a:pt x="83966" y="22173"/>
                  </a:lnTo>
                  <a:lnTo>
                    <a:pt x="79290" y="24958"/>
                  </a:lnTo>
                  <a:lnTo>
                    <a:pt x="74707" y="27893"/>
                  </a:lnTo>
                  <a:lnTo>
                    <a:pt x="70223" y="30977"/>
                  </a:lnTo>
                  <a:lnTo>
                    <a:pt x="65841" y="34204"/>
                  </a:lnTo>
                  <a:lnTo>
                    <a:pt x="61566" y="37573"/>
                  </a:lnTo>
                  <a:lnTo>
                    <a:pt x="57404" y="41079"/>
                  </a:lnTo>
                  <a:lnTo>
                    <a:pt x="53357" y="44719"/>
                  </a:lnTo>
                  <a:lnTo>
                    <a:pt x="49432" y="48488"/>
                  </a:lnTo>
                  <a:lnTo>
                    <a:pt x="45631" y="52383"/>
                  </a:lnTo>
                  <a:lnTo>
                    <a:pt x="41959" y="56400"/>
                  </a:lnTo>
                  <a:lnTo>
                    <a:pt x="38420" y="60535"/>
                  </a:lnTo>
                  <a:lnTo>
                    <a:pt x="35017" y="64782"/>
                  </a:lnTo>
                  <a:lnTo>
                    <a:pt x="31754" y="69138"/>
                  </a:lnTo>
                  <a:lnTo>
                    <a:pt x="28635" y="73597"/>
                  </a:lnTo>
                  <a:lnTo>
                    <a:pt x="25662" y="78156"/>
                  </a:lnTo>
                  <a:lnTo>
                    <a:pt x="22840" y="82810"/>
                  </a:lnTo>
                  <a:lnTo>
                    <a:pt x="20170" y="87552"/>
                  </a:lnTo>
                  <a:lnTo>
                    <a:pt x="17656" y="92379"/>
                  </a:lnTo>
                  <a:lnTo>
                    <a:pt x="15301" y="97286"/>
                  </a:lnTo>
                  <a:lnTo>
                    <a:pt x="13107" y="102266"/>
                  </a:lnTo>
                  <a:lnTo>
                    <a:pt x="11076" y="107315"/>
                  </a:lnTo>
                  <a:lnTo>
                    <a:pt x="9210" y="112428"/>
                  </a:lnTo>
                  <a:lnTo>
                    <a:pt x="7512" y="117598"/>
                  </a:lnTo>
                  <a:lnTo>
                    <a:pt x="5983" y="122822"/>
                  </a:lnTo>
                  <a:lnTo>
                    <a:pt x="4625" y="128092"/>
                  </a:lnTo>
                  <a:lnTo>
                    <a:pt x="3439" y="133403"/>
                  </a:lnTo>
                  <a:lnTo>
                    <a:pt x="2427" y="138751"/>
                  </a:lnTo>
                  <a:lnTo>
                    <a:pt x="1589" y="144128"/>
                  </a:lnTo>
                  <a:lnTo>
                    <a:pt x="927" y="149530"/>
                  </a:lnTo>
                  <a:lnTo>
                    <a:pt x="441" y="154951"/>
                  </a:lnTo>
                  <a:lnTo>
                    <a:pt x="132" y="160384"/>
                  </a:lnTo>
                  <a:lnTo>
                    <a:pt x="0" y="165825"/>
                  </a:lnTo>
                  <a:lnTo>
                    <a:pt x="44" y="171267"/>
                  </a:lnTo>
                  <a:lnTo>
                    <a:pt x="266" y="176705"/>
                  </a:lnTo>
                  <a:lnTo>
                    <a:pt x="665" y="182133"/>
                  </a:lnTo>
                  <a:lnTo>
                    <a:pt x="1241" y="187545"/>
                  </a:lnTo>
                  <a:lnTo>
                    <a:pt x="1992" y="192935"/>
                  </a:lnTo>
                  <a:lnTo>
                    <a:pt x="2918" y="198298"/>
                  </a:lnTo>
                  <a:lnTo>
                    <a:pt x="4019" y="203628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55868" y="2800231"/>
              <a:ext cx="163142" cy="36460"/>
            </a:xfrm>
            <a:custGeom>
              <a:avLst/>
              <a:pathLst>
                <a:path w="163142" h="36460">
                  <a:moveTo>
                    <a:pt x="0" y="36460"/>
                  </a:moveTo>
                  <a:lnTo>
                    <a:pt x="163142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55868" y="2800231"/>
              <a:ext cx="163142" cy="36460"/>
            </a:xfrm>
            <a:custGeom>
              <a:avLst/>
              <a:pathLst>
                <a:path w="163142" h="36460">
                  <a:moveTo>
                    <a:pt x="0" y="36460"/>
                  </a:moveTo>
                  <a:lnTo>
                    <a:pt x="163142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55868" y="2800231"/>
              <a:ext cx="163142" cy="36460"/>
            </a:xfrm>
            <a:custGeom>
              <a:avLst/>
              <a:pathLst>
                <a:path w="163142" h="36460">
                  <a:moveTo>
                    <a:pt x="0" y="36460"/>
                  </a:moveTo>
                  <a:lnTo>
                    <a:pt x="16314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55868" y="2800231"/>
              <a:ext cx="163142" cy="36460"/>
            </a:xfrm>
            <a:custGeom>
              <a:avLst/>
              <a:pathLst>
                <a:path w="163142" h="36460">
                  <a:moveTo>
                    <a:pt x="0" y="36460"/>
                  </a:moveTo>
                  <a:lnTo>
                    <a:pt x="16314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55868" y="2800231"/>
              <a:ext cx="163142" cy="36460"/>
            </a:xfrm>
            <a:custGeom>
              <a:avLst/>
              <a:pathLst>
                <a:path w="163142" h="36460">
                  <a:moveTo>
                    <a:pt x="0" y="36460"/>
                  </a:moveTo>
                  <a:lnTo>
                    <a:pt x="16314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55868" y="2800231"/>
              <a:ext cx="163142" cy="36460"/>
            </a:xfrm>
            <a:custGeom>
              <a:avLst/>
              <a:pathLst>
                <a:path w="163142" h="36460">
                  <a:moveTo>
                    <a:pt x="0" y="36460"/>
                  </a:moveTo>
                  <a:lnTo>
                    <a:pt x="16314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55868" y="2800231"/>
              <a:ext cx="163142" cy="36460"/>
            </a:xfrm>
            <a:custGeom>
              <a:avLst/>
              <a:pathLst>
                <a:path w="163142" h="36460">
                  <a:moveTo>
                    <a:pt x="0" y="36460"/>
                  </a:moveTo>
                  <a:lnTo>
                    <a:pt x="16314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5868" y="2800231"/>
              <a:ext cx="163142" cy="36460"/>
            </a:xfrm>
            <a:custGeom>
              <a:avLst/>
              <a:pathLst>
                <a:path w="163142" h="36460">
                  <a:moveTo>
                    <a:pt x="0" y="36460"/>
                  </a:moveTo>
                  <a:lnTo>
                    <a:pt x="16314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5868" y="2800231"/>
              <a:ext cx="163142" cy="36460"/>
            </a:xfrm>
            <a:custGeom>
              <a:avLst/>
              <a:pathLst>
                <a:path w="163142" h="36460">
                  <a:moveTo>
                    <a:pt x="0" y="36460"/>
                  </a:moveTo>
                  <a:lnTo>
                    <a:pt x="16314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5868" y="2800231"/>
              <a:ext cx="163142" cy="36460"/>
            </a:xfrm>
            <a:custGeom>
              <a:avLst/>
              <a:pathLst>
                <a:path w="163142" h="36460">
                  <a:moveTo>
                    <a:pt x="0" y="36460"/>
                  </a:moveTo>
                  <a:lnTo>
                    <a:pt x="16314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5868" y="2800231"/>
              <a:ext cx="163142" cy="36460"/>
            </a:xfrm>
            <a:custGeom>
              <a:avLst/>
              <a:pathLst>
                <a:path w="163142" h="36460">
                  <a:moveTo>
                    <a:pt x="0" y="36460"/>
                  </a:moveTo>
                  <a:lnTo>
                    <a:pt x="16314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5868" y="2800231"/>
              <a:ext cx="163142" cy="36460"/>
            </a:xfrm>
            <a:custGeom>
              <a:avLst/>
              <a:pathLst>
                <a:path w="163142" h="36460">
                  <a:moveTo>
                    <a:pt x="0" y="36460"/>
                  </a:moveTo>
                  <a:lnTo>
                    <a:pt x="16314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5868" y="2800231"/>
              <a:ext cx="163142" cy="36460"/>
            </a:xfrm>
            <a:custGeom>
              <a:avLst/>
              <a:pathLst>
                <a:path w="163142" h="36460">
                  <a:moveTo>
                    <a:pt x="0" y="36460"/>
                  </a:moveTo>
                  <a:lnTo>
                    <a:pt x="16314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5868" y="2800231"/>
              <a:ext cx="163142" cy="36460"/>
            </a:xfrm>
            <a:custGeom>
              <a:avLst/>
              <a:pathLst>
                <a:path w="163142" h="36460">
                  <a:moveTo>
                    <a:pt x="0" y="36460"/>
                  </a:moveTo>
                  <a:lnTo>
                    <a:pt x="16314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5868" y="2800231"/>
              <a:ext cx="163142" cy="36460"/>
            </a:xfrm>
            <a:custGeom>
              <a:avLst/>
              <a:pathLst>
                <a:path w="163142" h="36460">
                  <a:moveTo>
                    <a:pt x="0" y="36460"/>
                  </a:moveTo>
                  <a:lnTo>
                    <a:pt x="163142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5868" y="2800231"/>
              <a:ext cx="163142" cy="36460"/>
            </a:xfrm>
            <a:custGeom>
              <a:avLst/>
              <a:pathLst>
                <a:path w="163142" h="36460">
                  <a:moveTo>
                    <a:pt x="0" y="36460"/>
                  </a:moveTo>
                  <a:lnTo>
                    <a:pt x="16314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5868" y="2800231"/>
              <a:ext cx="163142" cy="36460"/>
            </a:xfrm>
            <a:custGeom>
              <a:avLst/>
              <a:pathLst>
                <a:path w="163142" h="36460">
                  <a:moveTo>
                    <a:pt x="0" y="36460"/>
                  </a:moveTo>
                  <a:lnTo>
                    <a:pt x="16314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5868" y="2800231"/>
              <a:ext cx="163142" cy="36460"/>
            </a:xfrm>
            <a:custGeom>
              <a:avLst/>
              <a:pathLst>
                <a:path w="163142" h="36460">
                  <a:moveTo>
                    <a:pt x="0" y="36460"/>
                  </a:moveTo>
                  <a:lnTo>
                    <a:pt x="16314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5868" y="2800231"/>
              <a:ext cx="163142" cy="36460"/>
            </a:xfrm>
            <a:custGeom>
              <a:avLst/>
              <a:pathLst>
                <a:path w="163142" h="36460">
                  <a:moveTo>
                    <a:pt x="0" y="36460"/>
                  </a:moveTo>
                  <a:lnTo>
                    <a:pt x="1631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5868" y="2800231"/>
              <a:ext cx="163142" cy="36460"/>
            </a:xfrm>
            <a:custGeom>
              <a:avLst/>
              <a:pathLst>
                <a:path w="163142" h="36460">
                  <a:moveTo>
                    <a:pt x="0" y="36460"/>
                  </a:moveTo>
                  <a:lnTo>
                    <a:pt x="1631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5868" y="2800231"/>
              <a:ext cx="163142" cy="36460"/>
            </a:xfrm>
            <a:custGeom>
              <a:avLst/>
              <a:pathLst>
                <a:path w="163142" h="36460">
                  <a:moveTo>
                    <a:pt x="0" y="36460"/>
                  </a:moveTo>
                  <a:lnTo>
                    <a:pt x="1631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5868" y="2800231"/>
              <a:ext cx="163142" cy="36460"/>
            </a:xfrm>
            <a:custGeom>
              <a:avLst/>
              <a:pathLst>
                <a:path w="163142" h="36460">
                  <a:moveTo>
                    <a:pt x="0" y="36460"/>
                  </a:moveTo>
                  <a:lnTo>
                    <a:pt x="16314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5868" y="2800231"/>
              <a:ext cx="163142" cy="36460"/>
            </a:xfrm>
            <a:custGeom>
              <a:avLst/>
              <a:pathLst>
                <a:path w="163142" h="36460">
                  <a:moveTo>
                    <a:pt x="0" y="36460"/>
                  </a:moveTo>
                  <a:lnTo>
                    <a:pt x="16314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5868" y="2800231"/>
              <a:ext cx="163142" cy="36460"/>
            </a:xfrm>
            <a:custGeom>
              <a:avLst/>
              <a:pathLst>
                <a:path w="163142" h="36460">
                  <a:moveTo>
                    <a:pt x="0" y="36460"/>
                  </a:moveTo>
                  <a:lnTo>
                    <a:pt x="16314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5868" y="2649985"/>
              <a:ext cx="330308" cy="317394"/>
            </a:xfrm>
            <a:custGeom>
              <a:avLst/>
              <a:pathLst>
                <a:path w="330308" h="317394">
                  <a:moveTo>
                    <a:pt x="0" y="186706"/>
                  </a:moveTo>
                  <a:lnTo>
                    <a:pt x="1241" y="191875"/>
                  </a:lnTo>
                  <a:lnTo>
                    <a:pt x="2647" y="197002"/>
                  </a:lnTo>
                  <a:lnTo>
                    <a:pt x="4215" y="202081"/>
                  </a:lnTo>
                  <a:lnTo>
                    <a:pt x="5943" y="207108"/>
                  </a:lnTo>
                  <a:lnTo>
                    <a:pt x="7830" y="212078"/>
                  </a:lnTo>
                  <a:lnTo>
                    <a:pt x="9875" y="216985"/>
                  </a:lnTo>
                  <a:lnTo>
                    <a:pt x="12074" y="221824"/>
                  </a:lnTo>
                  <a:lnTo>
                    <a:pt x="14427" y="226591"/>
                  </a:lnTo>
                  <a:lnTo>
                    <a:pt x="16929" y="231281"/>
                  </a:lnTo>
                  <a:lnTo>
                    <a:pt x="19580" y="235889"/>
                  </a:lnTo>
                  <a:lnTo>
                    <a:pt x="22375" y="240410"/>
                  </a:lnTo>
                  <a:lnTo>
                    <a:pt x="25313" y="244840"/>
                  </a:lnTo>
                  <a:lnTo>
                    <a:pt x="28391" y="249175"/>
                  </a:lnTo>
                  <a:lnTo>
                    <a:pt x="31604" y="253409"/>
                  </a:lnTo>
                  <a:lnTo>
                    <a:pt x="34951" y="257539"/>
                  </a:lnTo>
                  <a:lnTo>
                    <a:pt x="38427" y="261561"/>
                  </a:lnTo>
                  <a:lnTo>
                    <a:pt x="42030" y="265470"/>
                  </a:lnTo>
                  <a:lnTo>
                    <a:pt x="45754" y="269263"/>
                  </a:lnTo>
                  <a:lnTo>
                    <a:pt x="49598" y="272935"/>
                  </a:lnTo>
                  <a:lnTo>
                    <a:pt x="53556" y="276483"/>
                  </a:lnTo>
                  <a:lnTo>
                    <a:pt x="57625" y="279904"/>
                  </a:lnTo>
                  <a:lnTo>
                    <a:pt x="61801" y="283193"/>
                  </a:lnTo>
                  <a:lnTo>
                    <a:pt x="66080" y="286348"/>
                  </a:lnTo>
                  <a:lnTo>
                    <a:pt x="70456" y="289365"/>
                  </a:lnTo>
                  <a:lnTo>
                    <a:pt x="74926" y="292242"/>
                  </a:lnTo>
                  <a:lnTo>
                    <a:pt x="79486" y="294975"/>
                  </a:lnTo>
                  <a:lnTo>
                    <a:pt x="84130" y="297562"/>
                  </a:lnTo>
                  <a:lnTo>
                    <a:pt x="88854" y="299999"/>
                  </a:lnTo>
                  <a:lnTo>
                    <a:pt x="93653" y="302286"/>
                  </a:lnTo>
                  <a:lnTo>
                    <a:pt x="98522" y="304418"/>
                  </a:lnTo>
                  <a:lnTo>
                    <a:pt x="103457" y="306395"/>
                  </a:lnTo>
                  <a:lnTo>
                    <a:pt x="108452" y="308214"/>
                  </a:lnTo>
                  <a:lnTo>
                    <a:pt x="113502" y="309873"/>
                  </a:lnTo>
                  <a:lnTo>
                    <a:pt x="118602" y="311370"/>
                  </a:lnTo>
                  <a:lnTo>
                    <a:pt x="123748" y="312705"/>
                  </a:lnTo>
                  <a:lnTo>
                    <a:pt x="128933" y="313875"/>
                  </a:lnTo>
                  <a:lnTo>
                    <a:pt x="134153" y="314880"/>
                  </a:lnTo>
                  <a:lnTo>
                    <a:pt x="139403" y="315719"/>
                  </a:lnTo>
                  <a:lnTo>
                    <a:pt x="144676" y="316390"/>
                  </a:lnTo>
                  <a:lnTo>
                    <a:pt x="149968" y="316893"/>
                  </a:lnTo>
                  <a:lnTo>
                    <a:pt x="155273" y="317228"/>
                  </a:lnTo>
                  <a:lnTo>
                    <a:pt x="160586" y="317394"/>
                  </a:lnTo>
                  <a:lnTo>
                    <a:pt x="165902" y="317390"/>
                  </a:lnTo>
                  <a:lnTo>
                    <a:pt x="171215" y="317218"/>
                  </a:lnTo>
                  <a:lnTo>
                    <a:pt x="176520" y="316877"/>
                  </a:lnTo>
                  <a:lnTo>
                    <a:pt x="181811" y="316367"/>
                  </a:lnTo>
                  <a:lnTo>
                    <a:pt x="187084" y="315690"/>
                  </a:lnTo>
                  <a:lnTo>
                    <a:pt x="192332" y="314845"/>
                  </a:lnTo>
                  <a:lnTo>
                    <a:pt x="197551" y="313834"/>
                  </a:lnTo>
                  <a:lnTo>
                    <a:pt x="202735" y="312657"/>
                  </a:lnTo>
                  <a:lnTo>
                    <a:pt x="207879" y="311316"/>
                  </a:lnTo>
                  <a:lnTo>
                    <a:pt x="212977" y="309812"/>
                  </a:lnTo>
                  <a:lnTo>
                    <a:pt x="218025" y="308147"/>
                  </a:lnTo>
                  <a:lnTo>
                    <a:pt x="223018" y="306322"/>
                  </a:lnTo>
                  <a:lnTo>
                    <a:pt x="227950" y="304339"/>
                  </a:lnTo>
                  <a:lnTo>
                    <a:pt x="232817" y="302201"/>
                  </a:lnTo>
                  <a:lnTo>
                    <a:pt x="237613" y="299909"/>
                  </a:lnTo>
                  <a:lnTo>
                    <a:pt x="242334" y="297465"/>
                  </a:lnTo>
                  <a:lnTo>
                    <a:pt x="246975" y="294873"/>
                  </a:lnTo>
                  <a:lnTo>
                    <a:pt x="251531" y="292134"/>
                  </a:lnTo>
                  <a:lnTo>
                    <a:pt x="255998" y="289252"/>
                  </a:lnTo>
                  <a:lnTo>
                    <a:pt x="260371" y="286229"/>
                  </a:lnTo>
                  <a:lnTo>
                    <a:pt x="264645" y="283069"/>
                  </a:lnTo>
                  <a:lnTo>
                    <a:pt x="268817" y="279775"/>
                  </a:lnTo>
                  <a:lnTo>
                    <a:pt x="272882" y="276349"/>
                  </a:lnTo>
                  <a:lnTo>
                    <a:pt x="276836" y="272796"/>
                  </a:lnTo>
                  <a:lnTo>
                    <a:pt x="280675" y="269119"/>
                  </a:lnTo>
                  <a:lnTo>
                    <a:pt x="284395" y="265322"/>
                  </a:lnTo>
                  <a:lnTo>
                    <a:pt x="287993" y="261409"/>
                  </a:lnTo>
                  <a:lnTo>
                    <a:pt x="291464" y="257383"/>
                  </a:lnTo>
                  <a:lnTo>
                    <a:pt x="294806" y="253249"/>
                  </a:lnTo>
                  <a:lnTo>
                    <a:pt x="298014" y="249010"/>
                  </a:lnTo>
                  <a:lnTo>
                    <a:pt x="301086" y="244672"/>
                  </a:lnTo>
                  <a:lnTo>
                    <a:pt x="304019" y="240239"/>
                  </a:lnTo>
                  <a:lnTo>
                    <a:pt x="306809" y="235714"/>
                  </a:lnTo>
                  <a:lnTo>
                    <a:pt x="309454" y="231103"/>
                  </a:lnTo>
                  <a:lnTo>
                    <a:pt x="311951" y="226410"/>
                  </a:lnTo>
                  <a:lnTo>
                    <a:pt x="314297" y="221640"/>
                  </a:lnTo>
                  <a:lnTo>
                    <a:pt x="316491" y="216798"/>
                  </a:lnTo>
                  <a:lnTo>
                    <a:pt x="318529" y="211888"/>
                  </a:lnTo>
                  <a:lnTo>
                    <a:pt x="320411" y="206917"/>
                  </a:lnTo>
                  <a:lnTo>
                    <a:pt x="322133" y="201887"/>
                  </a:lnTo>
                  <a:lnTo>
                    <a:pt x="323695" y="196806"/>
                  </a:lnTo>
                  <a:lnTo>
                    <a:pt x="325094" y="191678"/>
                  </a:lnTo>
                  <a:lnTo>
                    <a:pt x="326329" y="186508"/>
                  </a:lnTo>
                  <a:lnTo>
                    <a:pt x="327400" y="181301"/>
                  </a:lnTo>
                  <a:lnTo>
                    <a:pt x="328304" y="176062"/>
                  </a:lnTo>
                  <a:lnTo>
                    <a:pt x="329042" y="170798"/>
                  </a:lnTo>
                  <a:lnTo>
                    <a:pt x="329611" y="165513"/>
                  </a:lnTo>
                  <a:lnTo>
                    <a:pt x="330012" y="160212"/>
                  </a:lnTo>
                  <a:lnTo>
                    <a:pt x="330245" y="154901"/>
                  </a:lnTo>
                  <a:lnTo>
                    <a:pt x="330308" y="149586"/>
                  </a:lnTo>
                  <a:lnTo>
                    <a:pt x="330203" y="144271"/>
                  </a:lnTo>
                  <a:lnTo>
                    <a:pt x="329928" y="138962"/>
                  </a:lnTo>
                  <a:lnTo>
                    <a:pt x="329485" y="133665"/>
                  </a:lnTo>
                  <a:lnTo>
                    <a:pt x="328874" y="128384"/>
                  </a:lnTo>
                  <a:lnTo>
                    <a:pt x="328095" y="123126"/>
                  </a:lnTo>
                  <a:lnTo>
                    <a:pt x="327150" y="117895"/>
                  </a:lnTo>
                  <a:lnTo>
                    <a:pt x="326038" y="112697"/>
                  </a:lnTo>
                  <a:lnTo>
                    <a:pt x="324762" y="107536"/>
                  </a:lnTo>
                  <a:lnTo>
                    <a:pt x="323322" y="102419"/>
                  </a:lnTo>
                  <a:lnTo>
                    <a:pt x="321720" y="97350"/>
                  </a:lnTo>
                  <a:lnTo>
                    <a:pt x="319958" y="92335"/>
                  </a:lnTo>
                  <a:lnTo>
                    <a:pt x="318038" y="87378"/>
                  </a:lnTo>
                  <a:lnTo>
                    <a:pt x="315961" y="82485"/>
                  </a:lnTo>
                  <a:lnTo>
                    <a:pt x="313729" y="77661"/>
                  </a:lnTo>
                  <a:lnTo>
                    <a:pt x="311345" y="72909"/>
                  </a:lnTo>
                  <a:lnTo>
                    <a:pt x="308811" y="68236"/>
                  </a:lnTo>
                  <a:lnTo>
                    <a:pt x="306130" y="63646"/>
                  </a:lnTo>
                  <a:lnTo>
                    <a:pt x="303304" y="59144"/>
                  </a:lnTo>
                  <a:lnTo>
                    <a:pt x="300337" y="54733"/>
                  </a:lnTo>
                  <a:lnTo>
                    <a:pt x="297230" y="50419"/>
                  </a:lnTo>
                  <a:lnTo>
                    <a:pt x="293989" y="46206"/>
                  </a:lnTo>
                  <a:lnTo>
                    <a:pt x="290615" y="42099"/>
                  </a:lnTo>
                  <a:lnTo>
                    <a:pt x="287112" y="38100"/>
                  </a:lnTo>
                  <a:lnTo>
                    <a:pt x="283483" y="34215"/>
                  </a:lnTo>
                  <a:lnTo>
                    <a:pt x="279733" y="30448"/>
                  </a:lnTo>
                  <a:lnTo>
                    <a:pt x="275865" y="26801"/>
                  </a:lnTo>
                  <a:lnTo>
                    <a:pt x="271883" y="23280"/>
                  </a:lnTo>
                  <a:lnTo>
                    <a:pt x="267791" y="19886"/>
                  </a:lnTo>
                  <a:lnTo>
                    <a:pt x="263594" y="16625"/>
                  </a:lnTo>
                  <a:lnTo>
                    <a:pt x="259294" y="13499"/>
                  </a:lnTo>
                  <a:lnTo>
                    <a:pt x="254898" y="10511"/>
                  </a:lnTo>
                  <a:lnTo>
                    <a:pt x="250408" y="7664"/>
                  </a:lnTo>
                  <a:lnTo>
                    <a:pt x="245831" y="4961"/>
                  </a:lnTo>
                  <a:lnTo>
                    <a:pt x="241170" y="2406"/>
                  </a:lnTo>
                  <a:lnTo>
                    <a:pt x="236430" y="0"/>
                  </a:lnTo>
                  <a:lnTo>
                    <a:pt x="163142" y="1502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919011" y="2633064"/>
              <a:ext cx="73287" cy="167167"/>
            </a:xfrm>
            <a:custGeom>
              <a:avLst/>
              <a:pathLst>
                <a:path w="73287" h="167167">
                  <a:moveTo>
                    <a:pt x="73287" y="16921"/>
                  </a:moveTo>
                  <a:lnTo>
                    <a:pt x="67998" y="14454"/>
                  </a:lnTo>
                  <a:lnTo>
                    <a:pt x="62627" y="12174"/>
                  </a:lnTo>
                  <a:lnTo>
                    <a:pt x="57179" y="10083"/>
                  </a:lnTo>
                  <a:lnTo>
                    <a:pt x="51661" y="8183"/>
                  </a:lnTo>
                  <a:lnTo>
                    <a:pt x="46081" y="6476"/>
                  </a:lnTo>
                  <a:lnTo>
                    <a:pt x="40444" y="4966"/>
                  </a:lnTo>
                  <a:lnTo>
                    <a:pt x="34759" y="3653"/>
                  </a:lnTo>
                  <a:lnTo>
                    <a:pt x="29030" y="2540"/>
                  </a:lnTo>
                  <a:lnTo>
                    <a:pt x="23267" y="1627"/>
                  </a:lnTo>
                  <a:lnTo>
                    <a:pt x="17475" y="915"/>
                  </a:lnTo>
                  <a:lnTo>
                    <a:pt x="11662" y="407"/>
                  </a:lnTo>
                  <a:lnTo>
                    <a:pt x="5834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658906" y="2126963"/>
              <a:ext cx="69565" cy="167167"/>
            </a:xfrm>
            <a:custGeom>
              <a:avLst/>
              <a:pathLst>
                <a:path w="69565" h="167167">
                  <a:moveTo>
                    <a:pt x="69565" y="0"/>
                  </a:moveTo>
                  <a:lnTo>
                    <a:pt x="63587" y="106"/>
                  </a:lnTo>
                  <a:lnTo>
                    <a:pt x="57617" y="427"/>
                  </a:lnTo>
                  <a:lnTo>
                    <a:pt x="51662" y="961"/>
                  </a:lnTo>
                  <a:lnTo>
                    <a:pt x="45730" y="1707"/>
                  </a:lnTo>
                  <a:lnTo>
                    <a:pt x="39829" y="2665"/>
                  </a:lnTo>
                  <a:lnTo>
                    <a:pt x="33966" y="3834"/>
                  </a:lnTo>
                  <a:lnTo>
                    <a:pt x="28148" y="5211"/>
                  </a:lnTo>
                  <a:lnTo>
                    <a:pt x="22383" y="6796"/>
                  </a:lnTo>
                  <a:lnTo>
                    <a:pt x="16678" y="8586"/>
                  </a:lnTo>
                  <a:lnTo>
                    <a:pt x="11042" y="10578"/>
                  </a:lnTo>
                  <a:lnTo>
                    <a:pt x="5480" y="12771"/>
                  </a:lnTo>
                  <a:lnTo>
                    <a:pt x="0" y="15162"/>
                  </a:lnTo>
                  <a:lnTo>
                    <a:pt x="6956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658906" y="2142125"/>
              <a:ext cx="69565" cy="152005"/>
            </a:xfrm>
            <a:custGeom>
              <a:avLst/>
              <a:pathLst>
                <a:path w="69565" h="152005">
                  <a:moveTo>
                    <a:pt x="0" y="0"/>
                  </a:moveTo>
                  <a:lnTo>
                    <a:pt x="69565" y="15200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658906" y="2142125"/>
              <a:ext cx="69565" cy="152005"/>
            </a:xfrm>
            <a:custGeom>
              <a:avLst/>
              <a:pathLst>
                <a:path w="69565" h="152005">
                  <a:moveTo>
                    <a:pt x="0" y="0"/>
                  </a:moveTo>
                  <a:lnTo>
                    <a:pt x="69565" y="1520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658906" y="2142125"/>
              <a:ext cx="69565" cy="152005"/>
            </a:xfrm>
            <a:custGeom>
              <a:avLst/>
              <a:pathLst>
                <a:path w="69565" h="152005">
                  <a:moveTo>
                    <a:pt x="0" y="0"/>
                  </a:moveTo>
                  <a:lnTo>
                    <a:pt x="69565" y="1520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658906" y="2142125"/>
              <a:ext cx="69565" cy="152005"/>
            </a:xfrm>
            <a:custGeom>
              <a:avLst/>
              <a:pathLst>
                <a:path w="69565" h="152005">
                  <a:moveTo>
                    <a:pt x="0" y="0"/>
                  </a:moveTo>
                  <a:lnTo>
                    <a:pt x="69565" y="1520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58906" y="2142125"/>
              <a:ext cx="69565" cy="152005"/>
            </a:xfrm>
            <a:custGeom>
              <a:avLst/>
              <a:pathLst>
                <a:path w="69565" h="152005">
                  <a:moveTo>
                    <a:pt x="0" y="0"/>
                  </a:moveTo>
                  <a:lnTo>
                    <a:pt x="69565" y="1520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58906" y="2142125"/>
              <a:ext cx="69565" cy="152005"/>
            </a:xfrm>
            <a:custGeom>
              <a:avLst/>
              <a:pathLst>
                <a:path w="69565" h="152005">
                  <a:moveTo>
                    <a:pt x="0" y="0"/>
                  </a:moveTo>
                  <a:lnTo>
                    <a:pt x="69565" y="15200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58906" y="2142125"/>
              <a:ext cx="69565" cy="152005"/>
            </a:xfrm>
            <a:custGeom>
              <a:avLst/>
              <a:pathLst>
                <a:path w="69565" h="152005">
                  <a:moveTo>
                    <a:pt x="0" y="0"/>
                  </a:moveTo>
                  <a:lnTo>
                    <a:pt x="69565" y="15200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58906" y="2142125"/>
              <a:ext cx="69565" cy="152005"/>
            </a:xfrm>
            <a:custGeom>
              <a:avLst/>
              <a:pathLst>
                <a:path w="69565" h="152005">
                  <a:moveTo>
                    <a:pt x="0" y="0"/>
                  </a:moveTo>
                  <a:lnTo>
                    <a:pt x="69565" y="1520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58906" y="2142125"/>
              <a:ext cx="69565" cy="152005"/>
            </a:xfrm>
            <a:custGeom>
              <a:avLst/>
              <a:pathLst>
                <a:path w="69565" h="152005">
                  <a:moveTo>
                    <a:pt x="0" y="0"/>
                  </a:moveTo>
                  <a:lnTo>
                    <a:pt x="69565" y="1520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58906" y="2142125"/>
              <a:ext cx="69565" cy="152005"/>
            </a:xfrm>
            <a:custGeom>
              <a:avLst/>
              <a:pathLst>
                <a:path w="69565" h="152005">
                  <a:moveTo>
                    <a:pt x="0" y="0"/>
                  </a:moveTo>
                  <a:lnTo>
                    <a:pt x="69565" y="1520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58906" y="2142125"/>
              <a:ext cx="69565" cy="152005"/>
            </a:xfrm>
            <a:custGeom>
              <a:avLst/>
              <a:pathLst>
                <a:path w="69565" h="152005">
                  <a:moveTo>
                    <a:pt x="0" y="0"/>
                  </a:moveTo>
                  <a:lnTo>
                    <a:pt x="69565" y="1520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58906" y="2142125"/>
              <a:ext cx="69565" cy="152005"/>
            </a:xfrm>
            <a:custGeom>
              <a:avLst/>
              <a:pathLst>
                <a:path w="69565" h="152005">
                  <a:moveTo>
                    <a:pt x="0" y="0"/>
                  </a:moveTo>
                  <a:lnTo>
                    <a:pt x="69565" y="1520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58906" y="2142125"/>
              <a:ext cx="69565" cy="152005"/>
            </a:xfrm>
            <a:custGeom>
              <a:avLst/>
              <a:pathLst>
                <a:path w="69565" h="152005">
                  <a:moveTo>
                    <a:pt x="0" y="0"/>
                  </a:moveTo>
                  <a:lnTo>
                    <a:pt x="69565" y="1520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58906" y="2142125"/>
              <a:ext cx="69565" cy="152005"/>
            </a:xfrm>
            <a:custGeom>
              <a:avLst/>
              <a:pathLst>
                <a:path w="69565" h="152005">
                  <a:moveTo>
                    <a:pt x="0" y="0"/>
                  </a:moveTo>
                  <a:lnTo>
                    <a:pt x="69565" y="1520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58906" y="2142125"/>
              <a:ext cx="69565" cy="152005"/>
            </a:xfrm>
            <a:custGeom>
              <a:avLst/>
              <a:pathLst>
                <a:path w="69565" h="152005">
                  <a:moveTo>
                    <a:pt x="0" y="0"/>
                  </a:moveTo>
                  <a:lnTo>
                    <a:pt x="69565" y="1520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58906" y="2142125"/>
              <a:ext cx="69565" cy="152005"/>
            </a:xfrm>
            <a:custGeom>
              <a:avLst/>
              <a:pathLst>
                <a:path w="69565" h="152005">
                  <a:moveTo>
                    <a:pt x="0" y="0"/>
                  </a:moveTo>
                  <a:lnTo>
                    <a:pt x="69565" y="1520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58906" y="2142125"/>
              <a:ext cx="69565" cy="152005"/>
            </a:xfrm>
            <a:custGeom>
              <a:avLst/>
              <a:pathLst>
                <a:path w="69565" h="152005">
                  <a:moveTo>
                    <a:pt x="0" y="0"/>
                  </a:moveTo>
                  <a:lnTo>
                    <a:pt x="69565" y="1520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58906" y="2142125"/>
              <a:ext cx="69565" cy="152005"/>
            </a:xfrm>
            <a:custGeom>
              <a:avLst/>
              <a:pathLst>
                <a:path w="69565" h="152005">
                  <a:moveTo>
                    <a:pt x="0" y="0"/>
                  </a:moveTo>
                  <a:lnTo>
                    <a:pt x="69565" y="1520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58906" y="2142125"/>
              <a:ext cx="69565" cy="152005"/>
            </a:xfrm>
            <a:custGeom>
              <a:avLst/>
              <a:pathLst>
                <a:path w="69565" h="152005">
                  <a:moveTo>
                    <a:pt x="0" y="0"/>
                  </a:moveTo>
                  <a:lnTo>
                    <a:pt x="69565" y="1520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58906" y="2142125"/>
              <a:ext cx="69565" cy="152005"/>
            </a:xfrm>
            <a:custGeom>
              <a:avLst/>
              <a:pathLst>
                <a:path w="69565" h="152005">
                  <a:moveTo>
                    <a:pt x="0" y="0"/>
                  </a:moveTo>
                  <a:lnTo>
                    <a:pt x="69565" y="1520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58906" y="2142125"/>
              <a:ext cx="69565" cy="152005"/>
            </a:xfrm>
            <a:custGeom>
              <a:avLst/>
              <a:pathLst>
                <a:path w="69565" h="152005">
                  <a:moveTo>
                    <a:pt x="0" y="0"/>
                  </a:moveTo>
                  <a:lnTo>
                    <a:pt x="69565" y="1520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58906" y="2142125"/>
              <a:ext cx="69565" cy="152005"/>
            </a:xfrm>
            <a:custGeom>
              <a:avLst/>
              <a:pathLst>
                <a:path w="69565" h="152005">
                  <a:moveTo>
                    <a:pt x="0" y="0"/>
                  </a:moveTo>
                  <a:lnTo>
                    <a:pt x="69565" y="1520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58906" y="2142125"/>
              <a:ext cx="69565" cy="152005"/>
            </a:xfrm>
            <a:custGeom>
              <a:avLst/>
              <a:pathLst>
                <a:path w="69565" h="152005">
                  <a:moveTo>
                    <a:pt x="0" y="0"/>
                  </a:moveTo>
                  <a:lnTo>
                    <a:pt x="69565" y="1520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561326" y="2142125"/>
              <a:ext cx="167145" cy="284643"/>
            </a:xfrm>
            <a:custGeom>
              <a:avLst/>
              <a:pathLst>
                <a:path w="167145" h="284643">
                  <a:moveTo>
                    <a:pt x="97580" y="0"/>
                  </a:moveTo>
                  <a:lnTo>
                    <a:pt x="92729" y="2315"/>
                  </a:lnTo>
                  <a:lnTo>
                    <a:pt x="87955" y="4785"/>
                  </a:lnTo>
                  <a:lnTo>
                    <a:pt x="83262" y="7407"/>
                  </a:lnTo>
                  <a:lnTo>
                    <a:pt x="78656" y="10179"/>
                  </a:lnTo>
                  <a:lnTo>
                    <a:pt x="74142" y="13097"/>
                  </a:lnTo>
                  <a:lnTo>
                    <a:pt x="69724" y="16159"/>
                  </a:lnTo>
                  <a:lnTo>
                    <a:pt x="65407" y="19361"/>
                  </a:lnTo>
                  <a:lnTo>
                    <a:pt x="61195" y="22701"/>
                  </a:lnTo>
                  <a:lnTo>
                    <a:pt x="57092" y="26174"/>
                  </a:lnTo>
                  <a:lnTo>
                    <a:pt x="53104" y="29778"/>
                  </a:lnTo>
                  <a:lnTo>
                    <a:pt x="49233" y="33508"/>
                  </a:lnTo>
                  <a:lnTo>
                    <a:pt x="45484" y="37360"/>
                  </a:lnTo>
                  <a:lnTo>
                    <a:pt x="41861" y="41331"/>
                  </a:lnTo>
                  <a:lnTo>
                    <a:pt x="38367" y="45416"/>
                  </a:lnTo>
                  <a:lnTo>
                    <a:pt x="35007" y="49611"/>
                  </a:lnTo>
                  <a:lnTo>
                    <a:pt x="31783" y="53913"/>
                  </a:lnTo>
                  <a:lnTo>
                    <a:pt x="28699" y="58316"/>
                  </a:lnTo>
                  <a:lnTo>
                    <a:pt x="25759" y="62815"/>
                  </a:lnTo>
                  <a:lnTo>
                    <a:pt x="22964" y="67407"/>
                  </a:lnTo>
                  <a:lnTo>
                    <a:pt x="20319" y="72087"/>
                  </a:lnTo>
                  <a:lnTo>
                    <a:pt x="17825" y="76849"/>
                  </a:lnTo>
                  <a:lnTo>
                    <a:pt x="15486" y="81688"/>
                  </a:lnTo>
                  <a:lnTo>
                    <a:pt x="13304" y="86601"/>
                  </a:lnTo>
                  <a:lnTo>
                    <a:pt x="11280" y="91581"/>
                  </a:lnTo>
                  <a:lnTo>
                    <a:pt x="9418" y="96623"/>
                  </a:lnTo>
                  <a:lnTo>
                    <a:pt x="7719" y="101723"/>
                  </a:lnTo>
                  <a:lnTo>
                    <a:pt x="6185" y="106875"/>
                  </a:lnTo>
                  <a:lnTo>
                    <a:pt x="4817" y="112073"/>
                  </a:lnTo>
                  <a:lnTo>
                    <a:pt x="3617" y="117313"/>
                  </a:lnTo>
                  <a:lnTo>
                    <a:pt x="2587" y="122588"/>
                  </a:lnTo>
                  <a:lnTo>
                    <a:pt x="1726" y="127894"/>
                  </a:lnTo>
                  <a:lnTo>
                    <a:pt x="1036" y="133225"/>
                  </a:lnTo>
                  <a:lnTo>
                    <a:pt x="518" y="138576"/>
                  </a:lnTo>
                  <a:lnTo>
                    <a:pt x="173" y="143940"/>
                  </a:lnTo>
                  <a:lnTo>
                    <a:pt x="0" y="149313"/>
                  </a:lnTo>
                  <a:lnTo>
                    <a:pt x="0" y="154688"/>
                  </a:lnTo>
                  <a:lnTo>
                    <a:pt x="172" y="160060"/>
                  </a:lnTo>
                  <a:lnTo>
                    <a:pt x="518" y="165425"/>
                  </a:lnTo>
                  <a:lnTo>
                    <a:pt x="1035" y="170775"/>
                  </a:lnTo>
                  <a:lnTo>
                    <a:pt x="1724" y="176106"/>
                  </a:lnTo>
                  <a:lnTo>
                    <a:pt x="2585" y="181412"/>
                  </a:lnTo>
                  <a:lnTo>
                    <a:pt x="3615" y="186688"/>
                  </a:lnTo>
                  <a:lnTo>
                    <a:pt x="4815" y="191928"/>
                  </a:lnTo>
                  <a:lnTo>
                    <a:pt x="6183" y="197126"/>
                  </a:lnTo>
                  <a:lnTo>
                    <a:pt x="7717" y="202278"/>
                  </a:lnTo>
                  <a:lnTo>
                    <a:pt x="9415" y="207378"/>
                  </a:lnTo>
                  <a:lnTo>
                    <a:pt x="11277" y="212420"/>
                  </a:lnTo>
                  <a:lnTo>
                    <a:pt x="13300" y="217400"/>
                  </a:lnTo>
                  <a:lnTo>
                    <a:pt x="15482" y="222313"/>
                  </a:lnTo>
                  <a:lnTo>
                    <a:pt x="17821" y="227153"/>
                  </a:lnTo>
                  <a:lnTo>
                    <a:pt x="20315" y="231915"/>
                  </a:lnTo>
                  <a:lnTo>
                    <a:pt x="22960" y="236594"/>
                  </a:lnTo>
                  <a:lnTo>
                    <a:pt x="25754" y="241187"/>
                  </a:lnTo>
                  <a:lnTo>
                    <a:pt x="28694" y="245686"/>
                  </a:lnTo>
                  <a:lnTo>
                    <a:pt x="31778" y="250089"/>
                  </a:lnTo>
                  <a:lnTo>
                    <a:pt x="35001" y="254391"/>
                  </a:lnTo>
                  <a:lnTo>
                    <a:pt x="38362" y="258587"/>
                  </a:lnTo>
                  <a:lnTo>
                    <a:pt x="41855" y="262672"/>
                  </a:lnTo>
                  <a:lnTo>
                    <a:pt x="45478" y="266643"/>
                  </a:lnTo>
                  <a:lnTo>
                    <a:pt x="49226" y="270496"/>
                  </a:lnTo>
                  <a:lnTo>
                    <a:pt x="53097" y="274226"/>
                  </a:lnTo>
                  <a:lnTo>
                    <a:pt x="57086" y="277829"/>
                  </a:lnTo>
                  <a:lnTo>
                    <a:pt x="61188" y="281303"/>
                  </a:lnTo>
                  <a:lnTo>
                    <a:pt x="65400" y="284643"/>
                  </a:lnTo>
                  <a:lnTo>
                    <a:pt x="167145" y="1520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26726" y="2126963"/>
              <a:ext cx="268908" cy="334314"/>
            </a:xfrm>
            <a:custGeom>
              <a:avLst/>
              <a:pathLst>
                <a:path w="268908" h="334314">
                  <a:moveTo>
                    <a:pt x="0" y="299805"/>
                  </a:moveTo>
                  <a:lnTo>
                    <a:pt x="4282" y="302982"/>
                  </a:lnTo>
                  <a:lnTo>
                    <a:pt x="8663" y="306022"/>
                  </a:lnTo>
                  <a:lnTo>
                    <a:pt x="13139" y="308920"/>
                  </a:lnTo>
                  <a:lnTo>
                    <a:pt x="17705" y="311673"/>
                  </a:lnTo>
                  <a:lnTo>
                    <a:pt x="22356" y="314280"/>
                  </a:lnTo>
                  <a:lnTo>
                    <a:pt x="27088" y="316737"/>
                  </a:lnTo>
                  <a:lnTo>
                    <a:pt x="31897" y="319042"/>
                  </a:lnTo>
                  <a:lnTo>
                    <a:pt x="36776" y="321193"/>
                  </a:lnTo>
                  <a:lnTo>
                    <a:pt x="41722" y="323187"/>
                  </a:lnTo>
                  <a:lnTo>
                    <a:pt x="46728" y="325022"/>
                  </a:lnTo>
                  <a:lnTo>
                    <a:pt x="51791" y="326696"/>
                  </a:lnTo>
                  <a:lnTo>
                    <a:pt x="56904" y="328208"/>
                  </a:lnTo>
                  <a:lnTo>
                    <a:pt x="62063" y="329556"/>
                  </a:lnTo>
                  <a:lnTo>
                    <a:pt x="67262" y="330739"/>
                  </a:lnTo>
                  <a:lnTo>
                    <a:pt x="72496" y="331756"/>
                  </a:lnTo>
                  <a:lnTo>
                    <a:pt x="77761" y="332605"/>
                  </a:lnTo>
                  <a:lnTo>
                    <a:pt x="83049" y="333286"/>
                  </a:lnTo>
                  <a:lnTo>
                    <a:pt x="88357" y="333797"/>
                  </a:lnTo>
                  <a:lnTo>
                    <a:pt x="93678" y="334140"/>
                  </a:lnTo>
                  <a:lnTo>
                    <a:pt x="99007" y="334312"/>
                  </a:lnTo>
                  <a:lnTo>
                    <a:pt x="104340" y="334314"/>
                  </a:lnTo>
                  <a:lnTo>
                    <a:pt x="109669" y="334146"/>
                  </a:lnTo>
                  <a:lnTo>
                    <a:pt x="114991" y="333809"/>
                  </a:lnTo>
                  <a:lnTo>
                    <a:pt x="120299" y="333302"/>
                  </a:lnTo>
                  <a:lnTo>
                    <a:pt x="125588" y="332625"/>
                  </a:lnTo>
                  <a:lnTo>
                    <a:pt x="130853" y="331781"/>
                  </a:lnTo>
                  <a:lnTo>
                    <a:pt x="136088" y="330769"/>
                  </a:lnTo>
                  <a:lnTo>
                    <a:pt x="141288" y="329590"/>
                  </a:lnTo>
                  <a:lnTo>
                    <a:pt x="146448" y="328246"/>
                  </a:lnTo>
                  <a:lnTo>
                    <a:pt x="151563" y="326739"/>
                  </a:lnTo>
                  <a:lnTo>
                    <a:pt x="156627" y="325069"/>
                  </a:lnTo>
                  <a:lnTo>
                    <a:pt x="161635" y="323238"/>
                  </a:lnTo>
                  <a:lnTo>
                    <a:pt x="166582" y="321248"/>
                  </a:lnTo>
                  <a:lnTo>
                    <a:pt x="171463" y="319102"/>
                  </a:lnTo>
                  <a:lnTo>
                    <a:pt x="176274" y="316801"/>
                  </a:lnTo>
                  <a:lnTo>
                    <a:pt x="181008" y="314348"/>
                  </a:lnTo>
                  <a:lnTo>
                    <a:pt x="185662" y="311745"/>
                  </a:lnTo>
                  <a:lnTo>
                    <a:pt x="190230" y="308996"/>
                  </a:lnTo>
                  <a:lnTo>
                    <a:pt x="194709" y="306101"/>
                  </a:lnTo>
                  <a:lnTo>
                    <a:pt x="199092" y="303066"/>
                  </a:lnTo>
                  <a:lnTo>
                    <a:pt x="203377" y="299892"/>
                  </a:lnTo>
                  <a:lnTo>
                    <a:pt x="207558" y="296583"/>
                  </a:lnTo>
                  <a:lnTo>
                    <a:pt x="211632" y="293142"/>
                  </a:lnTo>
                  <a:lnTo>
                    <a:pt x="215594" y="289574"/>
                  </a:lnTo>
                  <a:lnTo>
                    <a:pt x="219440" y="285880"/>
                  </a:lnTo>
                  <a:lnTo>
                    <a:pt x="223166" y="282066"/>
                  </a:lnTo>
                  <a:lnTo>
                    <a:pt x="226769" y="278135"/>
                  </a:lnTo>
                  <a:lnTo>
                    <a:pt x="230245" y="274091"/>
                  </a:lnTo>
                  <a:lnTo>
                    <a:pt x="233589" y="269939"/>
                  </a:lnTo>
                  <a:lnTo>
                    <a:pt x="236800" y="265682"/>
                  </a:lnTo>
                  <a:lnTo>
                    <a:pt x="239873" y="261324"/>
                  </a:lnTo>
                  <a:lnTo>
                    <a:pt x="242806" y="256871"/>
                  </a:lnTo>
                  <a:lnTo>
                    <a:pt x="245595" y="252326"/>
                  </a:lnTo>
                  <a:lnTo>
                    <a:pt x="248238" y="247695"/>
                  </a:lnTo>
                  <a:lnTo>
                    <a:pt x="250732" y="242982"/>
                  </a:lnTo>
                  <a:lnTo>
                    <a:pt x="253074" y="238192"/>
                  </a:lnTo>
                  <a:lnTo>
                    <a:pt x="255262" y="233329"/>
                  </a:lnTo>
                  <a:lnTo>
                    <a:pt x="257294" y="228400"/>
                  </a:lnTo>
                  <a:lnTo>
                    <a:pt x="259168" y="223407"/>
                  </a:lnTo>
                  <a:lnTo>
                    <a:pt x="260882" y="218358"/>
                  </a:lnTo>
                  <a:lnTo>
                    <a:pt x="262433" y="213257"/>
                  </a:lnTo>
                  <a:lnTo>
                    <a:pt x="263822" y="208108"/>
                  </a:lnTo>
                  <a:lnTo>
                    <a:pt x="265045" y="202918"/>
                  </a:lnTo>
                  <a:lnTo>
                    <a:pt x="266102" y="197692"/>
                  </a:lnTo>
                  <a:lnTo>
                    <a:pt x="266992" y="192435"/>
                  </a:lnTo>
                  <a:lnTo>
                    <a:pt x="267714" y="187151"/>
                  </a:lnTo>
                  <a:lnTo>
                    <a:pt x="268267" y="181848"/>
                  </a:lnTo>
                  <a:lnTo>
                    <a:pt x="268650" y="176530"/>
                  </a:lnTo>
                  <a:lnTo>
                    <a:pt x="268864" y="171202"/>
                  </a:lnTo>
                  <a:lnTo>
                    <a:pt x="268908" y="165870"/>
                  </a:lnTo>
                  <a:lnTo>
                    <a:pt x="268781" y="160539"/>
                  </a:lnTo>
                  <a:lnTo>
                    <a:pt x="268485" y="155215"/>
                  </a:lnTo>
                  <a:lnTo>
                    <a:pt x="268019" y="149903"/>
                  </a:lnTo>
                  <a:lnTo>
                    <a:pt x="267384" y="144609"/>
                  </a:lnTo>
                  <a:lnTo>
                    <a:pt x="266580" y="139338"/>
                  </a:lnTo>
                  <a:lnTo>
                    <a:pt x="265608" y="134095"/>
                  </a:lnTo>
                  <a:lnTo>
                    <a:pt x="264470" y="128885"/>
                  </a:lnTo>
                  <a:lnTo>
                    <a:pt x="263167" y="123715"/>
                  </a:lnTo>
                  <a:lnTo>
                    <a:pt x="261699" y="118589"/>
                  </a:lnTo>
                  <a:lnTo>
                    <a:pt x="260068" y="113512"/>
                  </a:lnTo>
                  <a:lnTo>
                    <a:pt x="258276" y="108490"/>
                  </a:lnTo>
                  <a:lnTo>
                    <a:pt x="256325" y="103528"/>
                  </a:lnTo>
                  <a:lnTo>
                    <a:pt x="254217" y="98630"/>
                  </a:lnTo>
                  <a:lnTo>
                    <a:pt x="251953" y="93802"/>
                  </a:lnTo>
                  <a:lnTo>
                    <a:pt x="249537" y="89049"/>
                  </a:lnTo>
                  <a:lnTo>
                    <a:pt x="246971" y="84375"/>
                  </a:lnTo>
                  <a:lnTo>
                    <a:pt x="244256" y="79785"/>
                  </a:lnTo>
                  <a:lnTo>
                    <a:pt x="241397" y="75285"/>
                  </a:lnTo>
                  <a:lnTo>
                    <a:pt x="238395" y="70877"/>
                  </a:lnTo>
                  <a:lnTo>
                    <a:pt x="235255" y="66568"/>
                  </a:lnTo>
                  <a:lnTo>
                    <a:pt x="231978" y="62361"/>
                  </a:lnTo>
                  <a:lnTo>
                    <a:pt x="228570" y="58261"/>
                  </a:lnTo>
                  <a:lnTo>
                    <a:pt x="225032" y="54272"/>
                  </a:lnTo>
                  <a:lnTo>
                    <a:pt x="221368" y="50397"/>
                  </a:lnTo>
                  <a:lnTo>
                    <a:pt x="217583" y="46641"/>
                  </a:lnTo>
                  <a:lnTo>
                    <a:pt x="213680" y="43008"/>
                  </a:lnTo>
                  <a:lnTo>
                    <a:pt x="209664" y="39501"/>
                  </a:lnTo>
                  <a:lnTo>
                    <a:pt x="205537" y="36124"/>
                  </a:lnTo>
                  <a:lnTo>
                    <a:pt x="201305" y="32881"/>
                  </a:lnTo>
                  <a:lnTo>
                    <a:pt x="196971" y="29774"/>
                  </a:lnTo>
                  <a:lnTo>
                    <a:pt x="192541" y="26806"/>
                  </a:lnTo>
                  <a:lnTo>
                    <a:pt x="188018" y="23982"/>
                  </a:lnTo>
                  <a:lnTo>
                    <a:pt x="183408" y="21303"/>
                  </a:lnTo>
                  <a:lnTo>
                    <a:pt x="178714" y="18773"/>
                  </a:lnTo>
                  <a:lnTo>
                    <a:pt x="173942" y="16394"/>
                  </a:lnTo>
                  <a:lnTo>
                    <a:pt x="169097" y="14168"/>
                  </a:lnTo>
                  <a:lnTo>
                    <a:pt x="164183" y="12098"/>
                  </a:lnTo>
                  <a:lnTo>
                    <a:pt x="159206" y="10185"/>
                  </a:lnTo>
                  <a:lnTo>
                    <a:pt x="154170" y="8432"/>
                  </a:lnTo>
                  <a:lnTo>
                    <a:pt x="149080" y="6841"/>
                  </a:lnTo>
                  <a:lnTo>
                    <a:pt x="143943" y="5413"/>
                  </a:lnTo>
                  <a:lnTo>
                    <a:pt x="138763" y="4150"/>
                  </a:lnTo>
                  <a:lnTo>
                    <a:pt x="133545" y="3052"/>
                  </a:lnTo>
                  <a:lnTo>
                    <a:pt x="128294" y="2121"/>
                  </a:lnTo>
                  <a:lnTo>
                    <a:pt x="123017" y="1358"/>
                  </a:lnTo>
                  <a:lnTo>
                    <a:pt x="117718" y="764"/>
                  </a:lnTo>
                  <a:lnTo>
                    <a:pt x="112403" y="340"/>
                  </a:lnTo>
                  <a:lnTo>
                    <a:pt x="107077" y="85"/>
                  </a:lnTo>
                  <a:lnTo>
                    <a:pt x="101745" y="0"/>
                  </a:lnTo>
                  <a:lnTo>
                    <a:pt x="10174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371745" y="1681503"/>
              <a:ext cx="51489" cy="167167"/>
            </a:xfrm>
            <a:custGeom>
              <a:avLst/>
              <a:pathLst>
                <a:path w="51489" h="167167">
                  <a:moveTo>
                    <a:pt x="51489" y="0"/>
                  </a:moveTo>
                  <a:lnTo>
                    <a:pt x="44948" y="128"/>
                  </a:lnTo>
                  <a:lnTo>
                    <a:pt x="38417" y="511"/>
                  </a:lnTo>
                  <a:lnTo>
                    <a:pt x="31907" y="1150"/>
                  </a:lnTo>
                  <a:lnTo>
                    <a:pt x="25426" y="2044"/>
                  </a:lnTo>
                  <a:lnTo>
                    <a:pt x="18985" y="3190"/>
                  </a:lnTo>
                  <a:lnTo>
                    <a:pt x="12593" y="4588"/>
                  </a:lnTo>
                  <a:lnTo>
                    <a:pt x="6262" y="6234"/>
                  </a:lnTo>
                  <a:lnTo>
                    <a:pt x="0" y="8127"/>
                  </a:lnTo>
                  <a:lnTo>
                    <a:pt x="51489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371745" y="1689630"/>
              <a:ext cx="51489" cy="159040"/>
            </a:xfrm>
            <a:custGeom>
              <a:avLst/>
              <a:pathLst>
                <a:path w="51489" h="159040">
                  <a:moveTo>
                    <a:pt x="0" y="0"/>
                  </a:moveTo>
                  <a:lnTo>
                    <a:pt x="51489" y="1590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371745" y="1689630"/>
              <a:ext cx="51489" cy="159040"/>
            </a:xfrm>
            <a:custGeom>
              <a:avLst/>
              <a:pathLst>
                <a:path w="51489" h="159040">
                  <a:moveTo>
                    <a:pt x="0" y="0"/>
                  </a:moveTo>
                  <a:lnTo>
                    <a:pt x="51489" y="1590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371745" y="1689630"/>
              <a:ext cx="51489" cy="159040"/>
            </a:xfrm>
            <a:custGeom>
              <a:avLst/>
              <a:pathLst>
                <a:path w="51489" h="159040">
                  <a:moveTo>
                    <a:pt x="0" y="0"/>
                  </a:moveTo>
                  <a:lnTo>
                    <a:pt x="51489" y="1590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371745" y="1689630"/>
              <a:ext cx="51489" cy="159040"/>
            </a:xfrm>
            <a:custGeom>
              <a:avLst/>
              <a:pathLst>
                <a:path w="51489" h="159040">
                  <a:moveTo>
                    <a:pt x="0" y="0"/>
                  </a:moveTo>
                  <a:lnTo>
                    <a:pt x="51489" y="1590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71745" y="1689630"/>
              <a:ext cx="51489" cy="159040"/>
            </a:xfrm>
            <a:custGeom>
              <a:avLst/>
              <a:pathLst>
                <a:path w="51489" h="159040">
                  <a:moveTo>
                    <a:pt x="0" y="0"/>
                  </a:moveTo>
                  <a:lnTo>
                    <a:pt x="51489" y="15904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71745" y="1689630"/>
              <a:ext cx="51489" cy="159040"/>
            </a:xfrm>
            <a:custGeom>
              <a:avLst/>
              <a:pathLst>
                <a:path w="51489" h="159040">
                  <a:moveTo>
                    <a:pt x="0" y="0"/>
                  </a:moveTo>
                  <a:lnTo>
                    <a:pt x="51489" y="15904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71745" y="1689630"/>
              <a:ext cx="51489" cy="159040"/>
            </a:xfrm>
            <a:custGeom>
              <a:avLst/>
              <a:pathLst>
                <a:path w="51489" h="159040">
                  <a:moveTo>
                    <a:pt x="0" y="0"/>
                  </a:moveTo>
                  <a:lnTo>
                    <a:pt x="51489" y="15904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71745" y="1689630"/>
              <a:ext cx="51489" cy="159040"/>
            </a:xfrm>
            <a:custGeom>
              <a:avLst/>
              <a:pathLst>
                <a:path w="51489" h="159040">
                  <a:moveTo>
                    <a:pt x="0" y="0"/>
                  </a:moveTo>
                  <a:lnTo>
                    <a:pt x="51489" y="15904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71745" y="1689630"/>
              <a:ext cx="51489" cy="159040"/>
            </a:xfrm>
            <a:custGeom>
              <a:avLst/>
              <a:pathLst>
                <a:path w="51489" h="159040">
                  <a:moveTo>
                    <a:pt x="0" y="0"/>
                  </a:moveTo>
                  <a:lnTo>
                    <a:pt x="51489" y="1590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71745" y="1689630"/>
              <a:ext cx="51489" cy="159040"/>
            </a:xfrm>
            <a:custGeom>
              <a:avLst/>
              <a:pathLst>
                <a:path w="51489" h="159040">
                  <a:moveTo>
                    <a:pt x="0" y="0"/>
                  </a:moveTo>
                  <a:lnTo>
                    <a:pt x="51489" y="1590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71745" y="1689630"/>
              <a:ext cx="51489" cy="159040"/>
            </a:xfrm>
            <a:custGeom>
              <a:avLst/>
              <a:pathLst>
                <a:path w="51489" h="159040">
                  <a:moveTo>
                    <a:pt x="0" y="0"/>
                  </a:moveTo>
                  <a:lnTo>
                    <a:pt x="51489" y="1590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71745" y="1689630"/>
              <a:ext cx="51489" cy="159040"/>
            </a:xfrm>
            <a:custGeom>
              <a:avLst/>
              <a:pathLst>
                <a:path w="51489" h="159040">
                  <a:moveTo>
                    <a:pt x="0" y="0"/>
                  </a:moveTo>
                  <a:lnTo>
                    <a:pt x="51489" y="1590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71745" y="1689630"/>
              <a:ext cx="51489" cy="159040"/>
            </a:xfrm>
            <a:custGeom>
              <a:avLst/>
              <a:pathLst>
                <a:path w="51489" h="159040">
                  <a:moveTo>
                    <a:pt x="0" y="0"/>
                  </a:moveTo>
                  <a:lnTo>
                    <a:pt x="51489" y="15904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71745" y="1689630"/>
              <a:ext cx="51489" cy="159040"/>
            </a:xfrm>
            <a:custGeom>
              <a:avLst/>
              <a:pathLst>
                <a:path w="51489" h="159040">
                  <a:moveTo>
                    <a:pt x="0" y="0"/>
                  </a:moveTo>
                  <a:lnTo>
                    <a:pt x="51489" y="1590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71745" y="1689630"/>
              <a:ext cx="51489" cy="159040"/>
            </a:xfrm>
            <a:custGeom>
              <a:avLst/>
              <a:pathLst>
                <a:path w="51489" h="159040">
                  <a:moveTo>
                    <a:pt x="0" y="0"/>
                  </a:moveTo>
                  <a:lnTo>
                    <a:pt x="51489" y="1590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71745" y="1689630"/>
              <a:ext cx="51489" cy="159040"/>
            </a:xfrm>
            <a:custGeom>
              <a:avLst/>
              <a:pathLst>
                <a:path w="51489" h="159040">
                  <a:moveTo>
                    <a:pt x="0" y="0"/>
                  </a:moveTo>
                  <a:lnTo>
                    <a:pt x="51489" y="15904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71745" y="1689630"/>
              <a:ext cx="51489" cy="159040"/>
            </a:xfrm>
            <a:custGeom>
              <a:avLst/>
              <a:pathLst>
                <a:path w="51489" h="159040">
                  <a:moveTo>
                    <a:pt x="0" y="0"/>
                  </a:moveTo>
                  <a:lnTo>
                    <a:pt x="51489" y="159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71745" y="1689630"/>
              <a:ext cx="51489" cy="159040"/>
            </a:xfrm>
            <a:custGeom>
              <a:avLst/>
              <a:pathLst>
                <a:path w="51489" h="159040">
                  <a:moveTo>
                    <a:pt x="0" y="0"/>
                  </a:moveTo>
                  <a:lnTo>
                    <a:pt x="51489" y="159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71745" y="1689630"/>
              <a:ext cx="51489" cy="159040"/>
            </a:xfrm>
            <a:custGeom>
              <a:avLst/>
              <a:pathLst>
                <a:path w="51489" h="159040">
                  <a:moveTo>
                    <a:pt x="0" y="0"/>
                  </a:moveTo>
                  <a:lnTo>
                    <a:pt x="51489" y="159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71745" y="1689630"/>
              <a:ext cx="51489" cy="159040"/>
            </a:xfrm>
            <a:custGeom>
              <a:avLst/>
              <a:pathLst>
                <a:path w="51489" h="159040">
                  <a:moveTo>
                    <a:pt x="0" y="0"/>
                  </a:moveTo>
                  <a:lnTo>
                    <a:pt x="51489" y="159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71745" y="1689630"/>
              <a:ext cx="51489" cy="159040"/>
            </a:xfrm>
            <a:custGeom>
              <a:avLst/>
              <a:pathLst>
                <a:path w="51489" h="159040">
                  <a:moveTo>
                    <a:pt x="0" y="0"/>
                  </a:moveTo>
                  <a:lnTo>
                    <a:pt x="51489" y="1590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71745" y="1689630"/>
              <a:ext cx="51489" cy="159040"/>
            </a:xfrm>
            <a:custGeom>
              <a:avLst/>
              <a:pathLst>
                <a:path w="51489" h="159040">
                  <a:moveTo>
                    <a:pt x="0" y="0"/>
                  </a:moveTo>
                  <a:lnTo>
                    <a:pt x="51489" y="1590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256079" y="1689630"/>
              <a:ext cx="334307" cy="326206"/>
            </a:xfrm>
            <a:custGeom>
              <a:avLst/>
              <a:pathLst>
                <a:path w="334307" h="326206">
                  <a:moveTo>
                    <a:pt x="115665" y="0"/>
                  </a:moveTo>
                  <a:lnTo>
                    <a:pt x="110643" y="1714"/>
                  </a:lnTo>
                  <a:lnTo>
                    <a:pt x="105678" y="3587"/>
                  </a:lnTo>
                  <a:lnTo>
                    <a:pt x="100775" y="5616"/>
                  </a:lnTo>
                  <a:lnTo>
                    <a:pt x="95939" y="7801"/>
                  </a:lnTo>
                  <a:lnTo>
                    <a:pt x="91174" y="10137"/>
                  </a:lnTo>
                  <a:lnTo>
                    <a:pt x="86487" y="12624"/>
                  </a:lnTo>
                  <a:lnTo>
                    <a:pt x="81880" y="15258"/>
                  </a:lnTo>
                  <a:lnTo>
                    <a:pt x="77359" y="18037"/>
                  </a:lnTo>
                  <a:lnTo>
                    <a:pt x="72929" y="20958"/>
                  </a:lnTo>
                  <a:lnTo>
                    <a:pt x="68594" y="24018"/>
                  </a:lnTo>
                  <a:lnTo>
                    <a:pt x="64358" y="27215"/>
                  </a:lnTo>
                  <a:lnTo>
                    <a:pt x="60226" y="30544"/>
                  </a:lnTo>
                  <a:lnTo>
                    <a:pt x="56201" y="34002"/>
                  </a:lnTo>
                  <a:lnTo>
                    <a:pt x="52289" y="37587"/>
                  </a:lnTo>
                  <a:lnTo>
                    <a:pt x="48492" y="41294"/>
                  </a:lnTo>
                  <a:lnTo>
                    <a:pt x="44814" y="45120"/>
                  </a:lnTo>
                  <a:lnTo>
                    <a:pt x="41260" y="49060"/>
                  </a:lnTo>
                  <a:lnTo>
                    <a:pt x="37833" y="53111"/>
                  </a:lnTo>
                  <a:lnTo>
                    <a:pt x="34536" y="57269"/>
                  </a:lnTo>
                  <a:lnTo>
                    <a:pt x="31373" y="61530"/>
                  </a:lnTo>
                  <a:lnTo>
                    <a:pt x="28346" y="65889"/>
                  </a:lnTo>
                  <a:lnTo>
                    <a:pt x="25459" y="70341"/>
                  </a:lnTo>
                  <a:lnTo>
                    <a:pt x="22716" y="74883"/>
                  </a:lnTo>
                  <a:lnTo>
                    <a:pt x="20117" y="79510"/>
                  </a:lnTo>
                  <a:lnTo>
                    <a:pt x="17667" y="84217"/>
                  </a:lnTo>
                  <a:lnTo>
                    <a:pt x="15368" y="89000"/>
                  </a:lnTo>
                  <a:lnTo>
                    <a:pt x="13221" y="93852"/>
                  </a:lnTo>
                  <a:lnTo>
                    <a:pt x="11230" y="98771"/>
                  </a:lnTo>
                  <a:lnTo>
                    <a:pt x="9395" y="103751"/>
                  </a:lnTo>
                  <a:lnTo>
                    <a:pt x="7720" y="108786"/>
                  </a:lnTo>
                  <a:lnTo>
                    <a:pt x="6205" y="113871"/>
                  </a:lnTo>
                  <a:lnTo>
                    <a:pt x="4853" y="119003"/>
                  </a:lnTo>
                  <a:lnTo>
                    <a:pt x="3664" y="124174"/>
                  </a:lnTo>
                  <a:lnTo>
                    <a:pt x="2639" y="129381"/>
                  </a:lnTo>
                  <a:lnTo>
                    <a:pt x="1781" y="134617"/>
                  </a:lnTo>
                  <a:lnTo>
                    <a:pt x="1089" y="139879"/>
                  </a:lnTo>
                  <a:lnTo>
                    <a:pt x="565" y="145159"/>
                  </a:lnTo>
                  <a:lnTo>
                    <a:pt x="208" y="150454"/>
                  </a:lnTo>
                  <a:lnTo>
                    <a:pt x="19" y="155757"/>
                  </a:lnTo>
                  <a:lnTo>
                    <a:pt x="0" y="161063"/>
                  </a:lnTo>
                  <a:lnTo>
                    <a:pt x="148" y="166368"/>
                  </a:lnTo>
                  <a:lnTo>
                    <a:pt x="465" y="171665"/>
                  </a:lnTo>
                  <a:lnTo>
                    <a:pt x="949" y="176949"/>
                  </a:lnTo>
                  <a:lnTo>
                    <a:pt x="1602" y="182215"/>
                  </a:lnTo>
                  <a:lnTo>
                    <a:pt x="2421" y="187458"/>
                  </a:lnTo>
                  <a:lnTo>
                    <a:pt x="3406" y="192673"/>
                  </a:lnTo>
                  <a:lnTo>
                    <a:pt x="4556" y="197853"/>
                  </a:lnTo>
                  <a:lnTo>
                    <a:pt x="5869" y="202994"/>
                  </a:lnTo>
                  <a:lnTo>
                    <a:pt x="7346" y="208091"/>
                  </a:lnTo>
                  <a:lnTo>
                    <a:pt x="8983" y="213139"/>
                  </a:lnTo>
                  <a:lnTo>
                    <a:pt x="10780" y="218132"/>
                  </a:lnTo>
                  <a:lnTo>
                    <a:pt x="12734" y="223065"/>
                  </a:lnTo>
                  <a:lnTo>
                    <a:pt x="14844" y="227934"/>
                  </a:lnTo>
                  <a:lnTo>
                    <a:pt x="17108" y="232734"/>
                  </a:lnTo>
                  <a:lnTo>
                    <a:pt x="19522" y="237459"/>
                  </a:lnTo>
                  <a:lnTo>
                    <a:pt x="22086" y="242106"/>
                  </a:lnTo>
                  <a:lnTo>
                    <a:pt x="24795" y="246668"/>
                  </a:lnTo>
                  <a:lnTo>
                    <a:pt x="27648" y="251142"/>
                  </a:lnTo>
                  <a:lnTo>
                    <a:pt x="30642" y="255524"/>
                  </a:lnTo>
                  <a:lnTo>
                    <a:pt x="33773" y="259808"/>
                  </a:lnTo>
                  <a:lnTo>
                    <a:pt x="37039" y="263991"/>
                  </a:lnTo>
                  <a:lnTo>
                    <a:pt x="40435" y="268068"/>
                  </a:lnTo>
                  <a:lnTo>
                    <a:pt x="43960" y="272035"/>
                  </a:lnTo>
                  <a:lnTo>
                    <a:pt x="47608" y="275888"/>
                  </a:lnTo>
                  <a:lnTo>
                    <a:pt x="51377" y="279624"/>
                  </a:lnTo>
                  <a:lnTo>
                    <a:pt x="55263" y="283238"/>
                  </a:lnTo>
                  <a:lnTo>
                    <a:pt x="59261" y="286726"/>
                  </a:lnTo>
                  <a:lnTo>
                    <a:pt x="63368" y="290087"/>
                  </a:lnTo>
                  <a:lnTo>
                    <a:pt x="67580" y="293315"/>
                  </a:lnTo>
                  <a:lnTo>
                    <a:pt x="71892" y="296408"/>
                  </a:lnTo>
                  <a:lnTo>
                    <a:pt x="76300" y="299362"/>
                  </a:lnTo>
                  <a:lnTo>
                    <a:pt x="80799" y="302175"/>
                  </a:lnTo>
                  <a:lnTo>
                    <a:pt x="85386" y="304844"/>
                  </a:lnTo>
                  <a:lnTo>
                    <a:pt x="90055" y="307366"/>
                  </a:lnTo>
                  <a:lnTo>
                    <a:pt x="94802" y="309738"/>
                  </a:lnTo>
                  <a:lnTo>
                    <a:pt x="99621" y="311958"/>
                  </a:lnTo>
                  <a:lnTo>
                    <a:pt x="104509" y="314025"/>
                  </a:lnTo>
                  <a:lnTo>
                    <a:pt x="109460" y="315935"/>
                  </a:lnTo>
                  <a:lnTo>
                    <a:pt x="114468" y="317687"/>
                  </a:lnTo>
                  <a:lnTo>
                    <a:pt x="119530" y="319280"/>
                  </a:lnTo>
                  <a:lnTo>
                    <a:pt x="124640" y="320711"/>
                  </a:lnTo>
                  <a:lnTo>
                    <a:pt x="129793" y="321978"/>
                  </a:lnTo>
                  <a:lnTo>
                    <a:pt x="134984" y="323082"/>
                  </a:lnTo>
                  <a:lnTo>
                    <a:pt x="140206" y="324021"/>
                  </a:lnTo>
                  <a:lnTo>
                    <a:pt x="145456" y="324793"/>
                  </a:lnTo>
                  <a:lnTo>
                    <a:pt x="150728" y="325398"/>
                  </a:lnTo>
                  <a:lnTo>
                    <a:pt x="156017" y="325836"/>
                  </a:lnTo>
                  <a:lnTo>
                    <a:pt x="161316" y="326105"/>
                  </a:lnTo>
                  <a:lnTo>
                    <a:pt x="166622" y="326206"/>
                  </a:lnTo>
                  <a:lnTo>
                    <a:pt x="171928" y="326139"/>
                  </a:lnTo>
                  <a:lnTo>
                    <a:pt x="177229" y="325903"/>
                  </a:lnTo>
                  <a:lnTo>
                    <a:pt x="182520" y="325499"/>
                  </a:lnTo>
                  <a:lnTo>
                    <a:pt x="187796" y="324928"/>
                  </a:lnTo>
                  <a:lnTo>
                    <a:pt x="193051" y="324189"/>
                  </a:lnTo>
                  <a:lnTo>
                    <a:pt x="198280" y="323284"/>
                  </a:lnTo>
                  <a:lnTo>
                    <a:pt x="203477" y="322213"/>
                  </a:lnTo>
                  <a:lnTo>
                    <a:pt x="208638" y="320978"/>
                  </a:lnTo>
                  <a:lnTo>
                    <a:pt x="213757" y="319580"/>
                  </a:lnTo>
                  <a:lnTo>
                    <a:pt x="218829" y="318020"/>
                  </a:lnTo>
                  <a:lnTo>
                    <a:pt x="223849" y="316300"/>
                  </a:lnTo>
                  <a:lnTo>
                    <a:pt x="228811" y="314421"/>
                  </a:lnTo>
                  <a:lnTo>
                    <a:pt x="233712" y="312386"/>
                  </a:lnTo>
                  <a:lnTo>
                    <a:pt x="238546" y="310196"/>
                  </a:lnTo>
                  <a:lnTo>
                    <a:pt x="243307" y="307854"/>
                  </a:lnTo>
                  <a:lnTo>
                    <a:pt x="247992" y="305362"/>
                  </a:lnTo>
                  <a:lnTo>
                    <a:pt x="252596" y="302722"/>
                  </a:lnTo>
                  <a:lnTo>
                    <a:pt x="257113" y="299938"/>
                  </a:lnTo>
                  <a:lnTo>
                    <a:pt x="261540" y="297012"/>
                  </a:lnTo>
                  <a:lnTo>
                    <a:pt x="265872" y="293947"/>
                  </a:lnTo>
                  <a:lnTo>
                    <a:pt x="270104" y="290745"/>
                  </a:lnTo>
                  <a:lnTo>
                    <a:pt x="274232" y="287412"/>
                  </a:lnTo>
                  <a:lnTo>
                    <a:pt x="278253" y="283948"/>
                  </a:lnTo>
                  <a:lnTo>
                    <a:pt x="282161" y="280359"/>
                  </a:lnTo>
                  <a:lnTo>
                    <a:pt x="285954" y="276648"/>
                  </a:lnTo>
                  <a:lnTo>
                    <a:pt x="289627" y="272818"/>
                  </a:lnTo>
                  <a:lnTo>
                    <a:pt x="293177" y="268873"/>
                  </a:lnTo>
                  <a:lnTo>
                    <a:pt x="296599" y="264818"/>
                  </a:lnTo>
                  <a:lnTo>
                    <a:pt x="299891" y="260656"/>
                  </a:lnTo>
                  <a:lnTo>
                    <a:pt x="303050" y="256392"/>
                  </a:lnTo>
                  <a:lnTo>
                    <a:pt x="306071" y="252030"/>
                  </a:lnTo>
                  <a:lnTo>
                    <a:pt x="308953" y="247574"/>
                  </a:lnTo>
                  <a:lnTo>
                    <a:pt x="311691" y="243028"/>
                  </a:lnTo>
                  <a:lnTo>
                    <a:pt x="314284" y="238399"/>
                  </a:lnTo>
                  <a:lnTo>
                    <a:pt x="316729" y="233689"/>
                  </a:lnTo>
                  <a:lnTo>
                    <a:pt x="319023" y="228904"/>
                  </a:lnTo>
                  <a:lnTo>
                    <a:pt x="321164" y="224048"/>
                  </a:lnTo>
                  <a:lnTo>
                    <a:pt x="323150" y="219127"/>
                  </a:lnTo>
                  <a:lnTo>
                    <a:pt x="324978" y="214146"/>
                  </a:lnTo>
                  <a:lnTo>
                    <a:pt x="326648" y="209109"/>
                  </a:lnTo>
                  <a:lnTo>
                    <a:pt x="328157" y="204021"/>
                  </a:lnTo>
                  <a:lnTo>
                    <a:pt x="329503" y="198889"/>
                  </a:lnTo>
                  <a:lnTo>
                    <a:pt x="330686" y="193716"/>
                  </a:lnTo>
                  <a:lnTo>
                    <a:pt x="331704" y="188508"/>
                  </a:lnTo>
                  <a:lnTo>
                    <a:pt x="332557" y="183270"/>
                  </a:lnTo>
                  <a:lnTo>
                    <a:pt x="333242" y="178008"/>
                  </a:lnTo>
                  <a:lnTo>
                    <a:pt x="333761" y="172727"/>
                  </a:lnTo>
                  <a:lnTo>
                    <a:pt x="334111" y="167432"/>
                  </a:lnTo>
                  <a:lnTo>
                    <a:pt x="334294" y="162129"/>
                  </a:lnTo>
                  <a:lnTo>
                    <a:pt x="334307" y="156822"/>
                  </a:lnTo>
                  <a:lnTo>
                    <a:pt x="334153" y="151518"/>
                  </a:lnTo>
                  <a:lnTo>
                    <a:pt x="333830" y="146221"/>
                  </a:lnTo>
                  <a:lnTo>
                    <a:pt x="333339" y="140938"/>
                  </a:lnTo>
                  <a:lnTo>
                    <a:pt x="332681" y="135672"/>
                  </a:lnTo>
                  <a:lnTo>
                    <a:pt x="331856" y="130430"/>
                  </a:lnTo>
                  <a:lnTo>
                    <a:pt x="330865" y="125217"/>
                  </a:lnTo>
                  <a:lnTo>
                    <a:pt x="329709" y="120038"/>
                  </a:lnTo>
                  <a:lnTo>
                    <a:pt x="328389" y="114898"/>
                  </a:lnTo>
                  <a:lnTo>
                    <a:pt x="326907" y="109803"/>
                  </a:lnTo>
                  <a:lnTo>
                    <a:pt x="325263" y="104757"/>
                  </a:lnTo>
                  <a:lnTo>
                    <a:pt x="323461" y="99766"/>
                  </a:lnTo>
                  <a:lnTo>
                    <a:pt x="321501" y="94835"/>
                  </a:lnTo>
                  <a:lnTo>
                    <a:pt x="319385" y="89968"/>
                  </a:lnTo>
                  <a:lnTo>
                    <a:pt x="317116" y="85171"/>
                  </a:lnTo>
                  <a:lnTo>
                    <a:pt x="314696" y="80449"/>
                  </a:lnTo>
                  <a:lnTo>
                    <a:pt x="312127" y="75806"/>
                  </a:lnTo>
                  <a:lnTo>
                    <a:pt x="309412" y="71246"/>
                  </a:lnTo>
                  <a:lnTo>
                    <a:pt x="306554" y="66775"/>
                  </a:lnTo>
                  <a:lnTo>
                    <a:pt x="303556" y="62397"/>
                  </a:lnTo>
                  <a:lnTo>
                    <a:pt x="300419" y="58117"/>
                  </a:lnTo>
                  <a:lnTo>
                    <a:pt x="297149" y="53938"/>
                  </a:lnTo>
                  <a:lnTo>
                    <a:pt x="293748" y="49865"/>
                  </a:lnTo>
                  <a:lnTo>
                    <a:pt x="290219" y="45902"/>
                  </a:lnTo>
                  <a:lnTo>
                    <a:pt x="286566" y="42053"/>
                  </a:lnTo>
                  <a:lnTo>
                    <a:pt x="282792" y="38322"/>
                  </a:lnTo>
                  <a:lnTo>
                    <a:pt x="278903" y="34712"/>
                  </a:lnTo>
                  <a:lnTo>
                    <a:pt x="274900" y="31228"/>
                  </a:lnTo>
                  <a:lnTo>
                    <a:pt x="270789" y="27872"/>
                  </a:lnTo>
                  <a:lnTo>
                    <a:pt x="266574" y="24649"/>
                  </a:lnTo>
                  <a:lnTo>
                    <a:pt x="262258" y="21561"/>
                  </a:lnTo>
                  <a:lnTo>
                    <a:pt x="257847" y="18612"/>
                  </a:lnTo>
                  <a:lnTo>
                    <a:pt x="167155" y="1590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423235" y="1681503"/>
              <a:ext cx="90692" cy="167167"/>
            </a:xfrm>
            <a:custGeom>
              <a:avLst/>
              <a:pathLst>
                <a:path w="90692" h="167167">
                  <a:moveTo>
                    <a:pt x="90692" y="26739"/>
                  </a:moveTo>
                  <a:lnTo>
                    <a:pt x="85904" y="23761"/>
                  </a:lnTo>
                  <a:lnTo>
                    <a:pt x="81019" y="20945"/>
                  </a:lnTo>
                  <a:lnTo>
                    <a:pt x="76041" y="18296"/>
                  </a:lnTo>
                  <a:lnTo>
                    <a:pt x="70977" y="15816"/>
                  </a:lnTo>
                  <a:lnTo>
                    <a:pt x="65833" y="13508"/>
                  </a:lnTo>
                  <a:lnTo>
                    <a:pt x="60613" y="11376"/>
                  </a:lnTo>
                  <a:lnTo>
                    <a:pt x="55325" y="9420"/>
                  </a:lnTo>
                  <a:lnTo>
                    <a:pt x="49973" y="7644"/>
                  </a:lnTo>
                  <a:lnTo>
                    <a:pt x="44565" y="6049"/>
                  </a:lnTo>
                  <a:lnTo>
                    <a:pt x="39106" y="4638"/>
                  </a:lnTo>
                  <a:lnTo>
                    <a:pt x="33602" y="3412"/>
                  </a:lnTo>
                  <a:lnTo>
                    <a:pt x="28060" y="2371"/>
                  </a:lnTo>
                  <a:lnTo>
                    <a:pt x="22486" y="1519"/>
                  </a:lnTo>
                  <a:lnTo>
                    <a:pt x="16887" y="855"/>
                  </a:lnTo>
                  <a:lnTo>
                    <a:pt x="11269" y="380"/>
                  </a:lnTo>
                  <a:lnTo>
                    <a:pt x="5637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853882" y="1322571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7" y="83"/>
                  </a:lnTo>
                  <a:lnTo>
                    <a:pt x="156583" y="334"/>
                  </a:lnTo>
                  <a:lnTo>
                    <a:pt x="151310" y="752"/>
                  </a:lnTo>
                  <a:lnTo>
                    <a:pt x="146053" y="1337"/>
                  </a:lnTo>
                  <a:lnTo>
                    <a:pt x="140817" y="2088"/>
                  </a:lnTo>
                  <a:lnTo>
                    <a:pt x="135607" y="3004"/>
                  </a:lnTo>
                  <a:lnTo>
                    <a:pt x="130429" y="4084"/>
                  </a:lnTo>
                  <a:lnTo>
                    <a:pt x="125287" y="5328"/>
                  </a:lnTo>
                  <a:lnTo>
                    <a:pt x="120188" y="6733"/>
                  </a:lnTo>
                  <a:lnTo>
                    <a:pt x="115135" y="8300"/>
                  </a:lnTo>
                  <a:lnTo>
                    <a:pt x="110135" y="10025"/>
                  </a:lnTo>
                  <a:lnTo>
                    <a:pt x="105192" y="11908"/>
                  </a:lnTo>
                  <a:lnTo>
                    <a:pt x="100311" y="13946"/>
                  </a:lnTo>
                  <a:lnTo>
                    <a:pt x="95496" y="16138"/>
                  </a:lnTo>
                  <a:lnTo>
                    <a:pt x="90754" y="18481"/>
                  </a:lnTo>
                  <a:lnTo>
                    <a:pt x="86088" y="20972"/>
                  </a:lnTo>
                  <a:lnTo>
                    <a:pt x="81503" y="23610"/>
                  </a:lnTo>
                  <a:lnTo>
                    <a:pt x="77004" y="26392"/>
                  </a:lnTo>
                  <a:lnTo>
                    <a:pt x="72595" y="29315"/>
                  </a:lnTo>
                  <a:lnTo>
                    <a:pt x="68281" y="32376"/>
                  </a:lnTo>
                  <a:lnTo>
                    <a:pt x="64066" y="35572"/>
                  </a:lnTo>
                  <a:lnTo>
                    <a:pt x="59954" y="38899"/>
                  </a:lnTo>
                  <a:lnTo>
                    <a:pt x="55949" y="42355"/>
                  </a:lnTo>
                  <a:lnTo>
                    <a:pt x="52056" y="45936"/>
                  </a:lnTo>
                  <a:lnTo>
                    <a:pt x="48278" y="49639"/>
                  </a:lnTo>
                  <a:lnTo>
                    <a:pt x="44619" y="53459"/>
                  </a:lnTo>
                  <a:lnTo>
                    <a:pt x="41083" y="57393"/>
                  </a:lnTo>
                  <a:lnTo>
                    <a:pt x="37672" y="61436"/>
                  </a:lnTo>
                  <a:lnTo>
                    <a:pt x="34392" y="65586"/>
                  </a:lnTo>
                  <a:lnTo>
                    <a:pt x="31245" y="69837"/>
                  </a:lnTo>
                  <a:lnTo>
                    <a:pt x="28233" y="74186"/>
                  </a:lnTo>
                  <a:lnTo>
                    <a:pt x="25361" y="78628"/>
                  </a:lnTo>
                  <a:lnTo>
                    <a:pt x="22631" y="83159"/>
                  </a:lnTo>
                  <a:lnTo>
                    <a:pt x="20045" y="87773"/>
                  </a:lnTo>
                  <a:lnTo>
                    <a:pt x="17607" y="92468"/>
                  </a:lnTo>
                  <a:lnTo>
                    <a:pt x="15318" y="97237"/>
                  </a:lnTo>
                  <a:lnTo>
                    <a:pt x="13182" y="102076"/>
                  </a:lnTo>
                  <a:lnTo>
                    <a:pt x="11199" y="106980"/>
                  </a:lnTo>
                  <a:lnTo>
                    <a:pt x="9373" y="111944"/>
                  </a:lnTo>
                  <a:lnTo>
                    <a:pt x="7705" y="116964"/>
                  </a:lnTo>
                  <a:lnTo>
                    <a:pt x="6197" y="122034"/>
                  </a:lnTo>
                  <a:lnTo>
                    <a:pt x="4849" y="127149"/>
                  </a:lnTo>
                  <a:lnTo>
                    <a:pt x="3664" y="132304"/>
                  </a:lnTo>
                  <a:lnTo>
                    <a:pt x="2643" y="137495"/>
                  </a:lnTo>
                  <a:lnTo>
                    <a:pt x="1787" y="142715"/>
                  </a:lnTo>
                  <a:lnTo>
                    <a:pt x="1096" y="147959"/>
                  </a:lnTo>
                  <a:lnTo>
                    <a:pt x="571" y="153223"/>
                  </a:lnTo>
                  <a:lnTo>
                    <a:pt x="213" y="158500"/>
                  </a:lnTo>
                  <a:lnTo>
                    <a:pt x="23" y="163786"/>
                  </a:lnTo>
                  <a:lnTo>
                    <a:pt x="0" y="169076"/>
                  </a:lnTo>
                  <a:lnTo>
                    <a:pt x="144" y="174364"/>
                  </a:lnTo>
                  <a:lnTo>
                    <a:pt x="455" y="179644"/>
                  </a:lnTo>
                  <a:lnTo>
                    <a:pt x="933" y="184912"/>
                  </a:lnTo>
                  <a:lnTo>
                    <a:pt x="1578" y="190162"/>
                  </a:lnTo>
                  <a:lnTo>
                    <a:pt x="2388" y="195390"/>
                  </a:lnTo>
                  <a:lnTo>
                    <a:pt x="3364" y="200589"/>
                  </a:lnTo>
                  <a:lnTo>
                    <a:pt x="4503" y="205754"/>
                  </a:lnTo>
                  <a:lnTo>
                    <a:pt x="5805" y="210881"/>
                  </a:lnTo>
                  <a:lnTo>
                    <a:pt x="7269" y="215964"/>
                  </a:lnTo>
                  <a:lnTo>
                    <a:pt x="8893" y="220998"/>
                  </a:lnTo>
                  <a:lnTo>
                    <a:pt x="10676" y="225979"/>
                  </a:lnTo>
                  <a:lnTo>
                    <a:pt x="12615" y="230900"/>
                  </a:lnTo>
                  <a:lnTo>
                    <a:pt x="14709" y="235758"/>
                  </a:lnTo>
                  <a:lnTo>
                    <a:pt x="16955" y="240547"/>
                  </a:lnTo>
                  <a:lnTo>
                    <a:pt x="19352" y="245262"/>
                  </a:lnTo>
                  <a:lnTo>
                    <a:pt x="21897" y="249900"/>
                  </a:lnTo>
                  <a:lnTo>
                    <a:pt x="24587" y="254454"/>
                  </a:lnTo>
                  <a:lnTo>
                    <a:pt x="27420" y="258921"/>
                  </a:lnTo>
                  <a:lnTo>
                    <a:pt x="30393" y="263296"/>
                  </a:lnTo>
                  <a:lnTo>
                    <a:pt x="33503" y="267575"/>
                  </a:lnTo>
                  <a:lnTo>
                    <a:pt x="36747" y="271754"/>
                  </a:lnTo>
                  <a:lnTo>
                    <a:pt x="40121" y="275827"/>
                  </a:lnTo>
                  <a:lnTo>
                    <a:pt x="43622" y="279792"/>
                  </a:lnTo>
                  <a:lnTo>
                    <a:pt x="47248" y="283644"/>
                  </a:lnTo>
                  <a:lnTo>
                    <a:pt x="50993" y="287380"/>
                  </a:lnTo>
                  <a:lnTo>
                    <a:pt x="54855" y="290995"/>
                  </a:lnTo>
                  <a:lnTo>
                    <a:pt x="58829" y="294486"/>
                  </a:lnTo>
                  <a:lnTo>
                    <a:pt x="62911" y="297849"/>
                  </a:lnTo>
                  <a:lnTo>
                    <a:pt x="67098" y="301082"/>
                  </a:lnTo>
                  <a:lnTo>
                    <a:pt x="71385" y="304181"/>
                  </a:lnTo>
                  <a:lnTo>
                    <a:pt x="75768" y="307142"/>
                  </a:lnTo>
                  <a:lnTo>
                    <a:pt x="80242" y="309964"/>
                  </a:lnTo>
                  <a:lnTo>
                    <a:pt x="84804" y="312642"/>
                  </a:lnTo>
                  <a:lnTo>
                    <a:pt x="89448" y="315175"/>
                  </a:lnTo>
                  <a:lnTo>
                    <a:pt x="94169" y="317559"/>
                  </a:lnTo>
                  <a:lnTo>
                    <a:pt x="98964" y="319793"/>
                  </a:lnTo>
                  <a:lnTo>
                    <a:pt x="103827" y="321875"/>
                  </a:lnTo>
                  <a:lnTo>
                    <a:pt x="108754" y="323801"/>
                  </a:lnTo>
                  <a:lnTo>
                    <a:pt x="113739" y="325570"/>
                  </a:lnTo>
                  <a:lnTo>
                    <a:pt x="118777" y="327181"/>
                  </a:lnTo>
                  <a:lnTo>
                    <a:pt x="123864" y="328631"/>
                  </a:lnTo>
                  <a:lnTo>
                    <a:pt x="128994" y="329920"/>
                  </a:lnTo>
                  <a:lnTo>
                    <a:pt x="134163" y="331046"/>
                  </a:lnTo>
                  <a:lnTo>
                    <a:pt x="139364" y="332008"/>
                  </a:lnTo>
                  <a:lnTo>
                    <a:pt x="144594" y="332805"/>
                  </a:lnTo>
                  <a:lnTo>
                    <a:pt x="149846" y="333436"/>
                  </a:lnTo>
                  <a:lnTo>
                    <a:pt x="155115" y="333900"/>
                  </a:lnTo>
                  <a:lnTo>
                    <a:pt x="160396" y="334198"/>
                  </a:lnTo>
                  <a:lnTo>
                    <a:pt x="165684" y="334328"/>
                  </a:lnTo>
                  <a:lnTo>
                    <a:pt x="170974" y="334291"/>
                  </a:lnTo>
                  <a:lnTo>
                    <a:pt x="176260" y="334086"/>
                  </a:lnTo>
                  <a:lnTo>
                    <a:pt x="181536" y="333715"/>
                  </a:lnTo>
                  <a:lnTo>
                    <a:pt x="186798" y="333176"/>
                  </a:lnTo>
                  <a:lnTo>
                    <a:pt x="192041" y="332472"/>
                  </a:lnTo>
                  <a:lnTo>
                    <a:pt x="197259" y="331602"/>
                  </a:lnTo>
                  <a:lnTo>
                    <a:pt x="202446" y="330567"/>
                  </a:lnTo>
                  <a:lnTo>
                    <a:pt x="207598" y="329369"/>
                  </a:lnTo>
                  <a:lnTo>
                    <a:pt x="212710" y="328008"/>
                  </a:lnTo>
                  <a:lnTo>
                    <a:pt x="217776" y="326486"/>
                  </a:lnTo>
                  <a:lnTo>
                    <a:pt x="222791" y="324805"/>
                  </a:lnTo>
                  <a:lnTo>
                    <a:pt x="227751" y="322966"/>
                  </a:lnTo>
                  <a:lnTo>
                    <a:pt x="232650" y="320970"/>
                  </a:lnTo>
                  <a:lnTo>
                    <a:pt x="237483" y="318821"/>
                  </a:lnTo>
                  <a:lnTo>
                    <a:pt x="242246" y="316520"/>
                  </a:lnTo>
                  <a:lnTo>
                    <a:pt x="246934" y="314070"/>
                  </a:lnTo>
                  <a:lnTo>
                    <a:pt x="251542" y="311472"/>
                  </a:lnTo>
                  <a:lnTo>
                    <a:pt x="256066" y="308730"/>
                  </a:lnTo>
                  <a:lnTo>
                    <a:pt x="260500" y="305846"/>
                  </a:lnTo>
                  <a:lnTo>
                    <a:pt x="264841" y="302823"/>
                  </a:lnTo>
                  <a:lnTo>
                    <a:pt x="269084" y="299665"/>
                  </a:lnTo>
                  <a:lnTo>
                    <a:pt x="273225" y="296373"/>
                  </a:lnTo>
                  <a:lnTo>
                    <a:pt x="277260" y="292953"/>
                  </a:lnTo>
                  <a:lnTo>
                    <a:pt x="281185" y="289406"/>
                  </a:lnTo>
                  <a:lnTo>
                    <a:pt x="284995" y="285737"/>
                  </a:lnTo>
                  <a:lnTo>
                    <a:pt x="288687" y="281950"/>
                  </a:lnTo>
                  <a:lnTo>
                    <a:pt x="292258" y="278047"/>
                  </a:lnTo>
                  <a:lnTo>
                    <a:pt x="295704" y="274033"/>
                  </a:lnTo>
                  <a:lnTo>
                    <a:pt x="299021" y="269913"/>
                  </a:lnTo>
                  <a:lnTo>
                    <a:pt x="302205" y="265689"/>
                  </a:lnTo>
                  <a:lnTo>
                    <a:pt x="305255" y="261367"/>
                  </a:lnTo>
                  <a:lnTo>
                    <a:pt x="308166" y="256951"/>
                  </a:lnTo>
                  <a:lnTo>
                    <a:pt x="310936" y="252444"/>
                  </a:lnTo>
                  <a:lnTo>
                    <a:pt x="313562" y="247853"/>
                  </a:lnTo>
                  <a:lnTo>
                    <a:pt x="316042" y="243180"/>
                  </a:lnTo>
                  <a:lnTo>
                    <a:pt x="318372" y="238431"/>
                  </a:lnTo>
                  <a:lnTo>
                    <a:pt x="320551" y="233611"/>
                  </a:lnTo>
                  <a:lnTo>
                    <a:pt x="322577" y="228725"/>
                  </a:lnTo>
                  <a:lnTo>
                    <a:pt x="324447" y="223777"/>
                  </a:lnTo>
                  <a:lnTo>
                    <a:pt x="326159" y="218772"/>
                  </a:lnTo>
                  <a:lnTo>
                    <a:pt x="327712" y="213715"/>
                  </a:lnTo>
                  <a:lnTo>
                    <a:pt x="329104" y="208612"/>
                  </a:lnTo>
                  <a:lnTo>
                    <a:pt x="330335" y="203467"/>
                  </a:lnTo>
                  <a:lnTo>
                    <a:pt x="331401" y="198286"/>
                  </a:lnTo>
                  <a:lnTo>
                    <a:pt x="332304" y="193074"/>
                  </a:lnTo>
                  <a:lnTo>
                    <a:pt x="333041" y="187836"/>
                  </a:lnTo>
                  <a:lnTo>
                    <a:pt x="333612" y="182577"/>
                  </a:lnTo>
                  <a:lnTo>
                    <a:pt x="334016" y="177303"/>
                  </a:lnTo>
                  <a:lnTo>
                    <a:pt x="334253" y="172019"/>
                  </a:lnTo>
                  <a:lnTo>
                    <a:pt x="334323" y="166730"/>
                  </a:lnTo>
                  <a:lnTo>
                    <a:pt x="334225" y="161441"/>
                  </a:lnTo>
                  <a:lnTo>
                    <a:pt x="333961" y="156158"/>
                  </a:lnTo>
                  <a:lnTo>
                    <a:pt x="333529" y="150886"/>
                  </a:lnTo>
                  <a:lnTo>
                    <a:pt x="332930" y="145630"/>
                  </a:lnTo>
                  <a:lnTo>
                    <a:pt x="332166" y="140396"/>
                  </a:lnTo>
                  <a:lnTo>
                    <a:pt x="331236" y="135189"/>
                  </a:lnTo>
                  <a:lnTo>
                    <a:pt x="330142" y="130013"/>
                  </a:lnTo>
                  <a:lnTo>
                    <a:pt x="328885" y="124875"/>
                  </a:lnTo>
                  <a:lnTo>
                    <a:pt x="327466" y="119779"/>
                  </a:lnTo>
                  <a:lnTo>
                    <a:pt x="325887" y="114731"/>
                  </a:lnTo>
                  <a:lnTo>
                    <a:pt x="324148" y="109735"/>
                  </a:lnTo>
                  <a:lnTo>
                    <a:pt x="322253" y="104797"/>
                  </a:lnTo>
                  <a:lnTo>
                    <a:pt x="320202" y="99921"/>
                  </a:lnTo>
                  <a:lnTo>
                    <a:pt x="317997" y="95112"/>
                  </a:lnTo>
                  <a:lnTo>
                    <a:pt x="315642" y="90376"/>
                  </a:lnTo>
                  <a:lnTo>
                    <a:pt x="313138" y="85716"/>
                  </a:lnTo>
                  <a:lnTo>
                    <a:pt x="310488" y="81138"/>
                  </a:lnTo>
                  <a:lnTo>
                    <a:pt x="307694" y="76647"/>
                  </a:lnTo>
                  <a:lnTo>
                    <a:pt x="304760" y="72245"/>
                  </a:lnTo>
                  <a:lnTo>
                    <a:pt x="301688" y="67939"/>
                  </a:lnTo>
                  <a:lnTo>
                    <a:pt x="298481" y="63733"/>
                  </a:lnTo>
                  <a:lnTo>
                    <a:pt x="295143" y="59629"/>
                  </a:lnTo>
                  <a:lnTo>
                    <a:pt x="291676" y="55634"/>
                  </a:lnTo>
                  <a:lnTo>
                    <a:pt x="288085" y="51750"/>
                  </a:lnTo>
                  <a:lnTo>
                    <a:pt x="284373" y="47982"/>
                  </a:lnTo>
                  <a:lnTo>
                    <a:pt x="280543" y="44333"/>
                  </a:lnTo>
                  <a:lnTo>
                    <a:pt x="276600" y="40807"/>
                  </a:lnTo>
                  <a:lnTo>
                    <a:pt x="272548" y="37407"/>
                  </a:lnTo>
                  <a:lnTo>
                    <a:pt x="268389" y="34138"/>
                  </a:lnTo>
                  <a:lnTo>
                    <a:pt x="264130" y="31001"/>
                  </a:lnTo>
                  <a:lnTo>
                    <a:pt x="259773" y="28001"/>
                  </a:lnTo>
                  <a:lnTo>
                    <a:pt x="255324" y="25141"/>
                  </a:lnTo>
                  <a:lnTo>
                    <a:pt x="250786" y="22422"/>
                  </a:lnTo>
                  <a:lnTo>
                    <a:pt x="246164" y="19849"/>
                  </a:lnTo>
                  <a:lnTo>
                    <a:pt x="241464" y="17423"/>
                  </a:lnTo>
                  <a:lnTo>
                    <a:pt x="236689" y="15147"/>
                  </a:lnTo>
                  <a:lnTo>
                    <a:pt x="231844" y="13023"/>
                  </a:lnTo>
                  <a:lnTo>
                    <a:pt x="226935" y="11053"/>
                  </a:lnTo>
                  <a:lnTo>
                    <a:pt x="221966" y="9240"/>
                  </a:lnTo>
                  <a:lnTo>
                    <a:pt x="216942" y="7585"/>
                  </a:lnTo>
                  <a:lnTo>
                    <a:pt x="211868" y="6090"/>
                  </a:lnTo>
                  <a:lnTo>
                    <a:pt x="206749" y="4756"/>
                  </a:lnTo>
                  <a:lnTo>
                    <a:pt x="201591" y="3585"/>
                  </a:lnTo>
                  <a:lnTo>
                    <a:pt x="196398" y="2577"/>
                  </a:lnTo>
                  <a:lnTo>
                    <a:pt x="191176" y="1734"/>
                  </a:lnTo>
                  <a:lnTo>
                    <a:pt x="185930" y="1057"/>
                  </a:lnTo>
                  <a:lnTo>
                    <a:pt x="180665" y="546"/>
                  </a:lnTo>
                  <a:lnTo>
                    <a:pt x="175386" y="202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22774"/>
              <a:ext cx="8230" cy="166964"/>
            </a:xfrm>
            <a:custGeom>
              <a:avLst/>
              <a:pathLst>
                <a:path w="8230" h="166964">
                  <a:moveTo>
                    <a:pt x="8230" y="0"/>
                  </a:moveTo>
                  <a:lnTo>
                    <a:pt x="0" y="1669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22571"/>
              <a:ext cx="8230" cy="167167"/>
            </a:xfrm>
            <a:custGeom>
              <a:avLst/>
              <a:pathLst>
                <a:path w="8230" h="167167">
                  <a:moveTo>
                    <a:pt x="8230" y="20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378099" y="1071028"/>
              <a:ext cx="334326" cy="334324"/>
            </a:xfrm>
            <a:custGeom>
              <a:avLst/>
              <a:pathLst>
                <a:path w="334326" h="334324">
                  <a:moveTo>
                    <a:pt x="167158" y="0"/>
                  </a:moveTo>
                  <a:lnTo>
                    <a:pt x="161873" y="83"/>
                  </a:lnTo>
                  <a:lnTo>
                    <a:pt x="156593" y="334"/>
                  </a:lnTo>
                  <a:lnTo>
                    <a:pt x="151324" y="751"/>
                  </a:lnTo>
                  <a:lnTo>
                    <a:pt x="146071" y="1335"/>
                  </a:lnTo>
                  <a:lnTo>
                    <a:pt x="140839" y="2084"/>
                  </a:lnTo>
                  <a:lnTo>
                    <a:pt x="135633" y="2999"/>
                  </a:lnTo>
                  <a:lnTo>
                    <a:pt x="130458" y="4078"/>
                  </a:lnTo>
                  <a:lnTo>
                    <a:pt x="125321" y="5320"/>
                  </a:lnTo>
                  <a:lnTo>
                    <a:pt x="120225" y="6723"/>
                  </a:lnTo>
                  <a:lnTo>
                    <a:pt x="115176" y="8287"/>
                  </a:lnTo>
                  <a:lnTo>
                    <a:pt x="110179" y="10010"/>
                  </a:lnTo>
                  <a:lnTo>
                    <a:pt x="105239" y="11890"/>
                  </a:lnTo>
                  <a:lnTo>
                    <a:pt x="100361" y="13925"/>
                  </a:lnTo>
                  <a:lnTo>
                    <a:pt x="95549" y="16114"/>
                  </a:lnTo>
                  <a:lnTo>
                    <a:pt x="90810" y="18453"/>
                  </a:lnTo>
                  <a:lnTo>
                    <a:pt x="86146" y="20941"/>
                  </a:lnTo>
                  <a:lnTo>
                    <a:pt x="81564" y="23575"/>
                  </a:lnTo>
                  <a:lnTo>
                    <a:pt x="77067" y="26353"/>
                  </a:lnTo>
                  <a:lnTo>
                    <a:pt x="72660" y="29272"/>
                  </a:lnTo>
                  <a:lnTo>
                    <a:pt x="68348" y="32328"/>
                  </a:lnTo>
                  <a:lnTo>
                    <a:pt x="64134" y="35520"/>
                  </a:lnTo>
                  <a:lnTo>
                    <a:pt x="60024" y="38843"/>
                  </a:lnTo>
                  <a:lnTo>
                    <a:pt x="56020" y="42294"/>
                  </a:lnTo>
                  <a:lnTo>
                    <a:pt x="52128" y="45870"/>
                  </a:lnTo>
                  <a:lnTo>
                    <a:pt x="48351" y="49567"/>
                  </a:lnTo>
                  <a:lnTo>
                    <a:pt x="44692" y="53382"/>
                  </a:lnTo>
                  <a:lnTo>
                    <a:pt x="41156" y="57311"/>
                  </a:lnTo>
                  <a:lnTo>
                    <a:pt x="37746" y="61349"/>
                  </a:lnTo>
                  <a:lnTo>
                    <a:pt x="34465" y="65494"/>
                  </a:lnTo>
                  <a:lnTo>
                    <a:pt x="31317" y="69739"/>
                  </a:lnTo>
                  <a:lnTo>
                    <a:pt x="28305" y="74083"/>
                  </a:lnTo>
                  <a:lnTo>
                    <a:pt x="25431" y="78519"/>
                  </a:lnTo>
                  <a:lnTo>
                    <a:pt x="22700" y="83044"/>
                  </a:lnTo>
                  <a:lnTo>
                    <a:pt x="20112" y="87653"/>
                  </a:lnTo>
                  <a:lnTo>
                    <a:pt x="17672" y="92342"/>
                  </a:lnTo>
                  <a:lnTo>
                    <a:pt x="15381" y="97105"/>
                  </a:lnTo>
                  <a:lnTo>
                    <a:pt x="13242" y="101939"/>
                  </a:lnTo>
                  <a:lnTo>
                    <a:pt x="11257" y="106837"/>
                  </a:lnTo>
                  <a:lnTo>
                    <a:pt x="9427" y="111796"/>
                  </a:lnTo>
                  <a:lnTo>
                    <a:pt x="7756" y="116811"/>
                  </a:lnTo>
                  <a:lnTo>
                    <a:pt x="6243" y="121876"/>
                  </a:lnTo>
                  <a:lnTo>
                    <a:pt x="4892" y="126985"/>
                  </a:lnTo>
                  <a:lnTo>
                    <a:pt x="3703" y="132136"/>
                  </a:lnTo>
                  <a:lnTo>
                    <a:pt x="2677" y="137321"/>
                  </a:lnTo>
                  <a:lnTo>
                    <a:pt x="1815" y="142536"/>
                  </a:lnTo>
                  <a:lnTo>
                    <a:pt x="1119" y="147775"/>
                  </a:lnTo>
                  <a:lnTo>
                    <a:pt x="589" y="153034"/>
                  </a:lnTo>
                  <a:lnTo>
                    <a:pt x="226" y="158308"/>
                  </a:lnTo>
                  <a:lnTo>
                    <a:pt x="29" y="163590"/>
                  </a:lnTo>
                  <a:lnTo>
                    <a:pt x="0" y="168875"/>
                  </a:lnTo>
                  <a:lnTo>
                    <a:pt x="137" y="174159"/>
                  </a:lnTo>
                  <a:lnTo>
                    <a:pt x="442" y="179436"/>
                  </a:lnTo>
                  <a:lnTo>
                    <a:pt x="913" y="184701"/>
                  </a:lnTo>
                  <a:lnTo>
                    <a:pt x="1550" y="189948"/>
                  </a:lnTo>
                  <a:lnTo>
                    <a:pt x="2353" y="195172"/>
                  </a:lnTo>
                  <a:lnTo>
                    <a:pt x="3321" y="200368"/>
                  </a:lnTo>
                  <a:lnTo>
                    <a:pt x="4453" y="205531"/>
                  </a:lnTo>
                  <a:lnTo>
                    <a:pt x="5747" y="210656"/>
                  </a:lnTo>
                  <a:lnTo>
                    <a:pt x="7202" y="215737"/>
                  </a:lnTo>
                  <a:lnTo>
                    <a:pt x="8818" y="220770"/>
                  </a:lnTo>
                  <a:lnTo>
                    <a:pt x="10592" y="225749"/>
                  </a:lnTo>
                  <a:lnTo>
                    <a:pt x="12522" y="230670"/>
                  </a:lnTo>
                  <a:lnTo>
                    <a:pt x="14607" y="235527"/>
                  </a:lnTo>
                  <a:lnTo>
                    <a:pt x="16845" y="240316"/>
                  </a:lnTo>
                  <a:lnTo>
                    <a:pt x="19232" y="245031"/>
                  </a:lnTo>
                  <a:lnTo>
                    <a:pt x="21768" y="249669"/>
                  </a:lnTo>
                  <a:lnTo>
                    <a:pt x="24449" y="254224"/>
                  </a:lnTo>
                  <a:lnTo>
                    <a:pt x="27273" y="258693"/>
                  </a:lnTo>
                  <a:lnTo>
                    <a:pt x="30236" y="263069"/>
                  </a:lnTo>
                  <a:lnTo>
                    <a:pt x="33336" y="267350"/>
                  </a:lnTo>
                  <a:lnTo>
                    <a:pt x="36571" y="271531"/>
                  </a:lnTo>
                  <a:lnTo>
                    <a:pt x="39935" y="275607"/>
                  </a:lnTo>
                  <a:lnTo>
                    <a:pt x="43427" y="279575"/>
                  </a:lnTo>
                  <a:lnTo>
                    <a:pt x="47043" y="283431"/>
                  </a:lnTo>
                  <a:lnTo>
                    <a:pt x="50779" y="287170"/>
                  </a:lnTo>
                  <a:lnTo>
                    <a:pt x="54631" y="290789"/>
                  </a:lnTo>
                  <a:lnTo>
                    <a:pt x="58595" y="294285"/>
                  </a:lnTo>
                  <a:lnTo>
                    <a:pt x="62668" y="297654"/>
                  </a:lnTo>
                  <a:lnTo>
                    <a:pt x="66846" y="300892"/>
                  </a:lnTo>
                  <a:lnTo>
                    <a:pt x="71124" y="303997"/>
                  </a:lnTo>
                  <a:lnTo>
                    <a:pt x="75498" y="306964"/>
                  </a:lnTo>
                  <a:lnTo>
                    <a:pt x="79963" y="309792"/>
                  </a:lnTo>
                  <a:lnTo>
                    <a:pt x="84516" y="312478"/>
                  </a:lnTo>
                  <a:lnTo>
                    <a:pt x="89151" y="315018"/>
                  </a:lnTo>
                  <a:lnTo>
                    <a:pt x="93865" y="317410"/>
                  </a:lnTo>
                  <a:lnTo>
                    <a:pt x="98651" y="319652"/>
                  </a:lnTo>
                  <a:lnTo>
                    <a:pt x="103506" y="321742"/>
                  </a:lnTo>
                  <a:lnTo>
                    <a:pt x="108425" y="323677"/>
                  </a:lnTo>
                  <a:lnTo>
                    <a:pt x="113402" y="325456"/>
                  </a:lnTo>
                  <a:lnTo>
                    <a:pt x="118434" y="327076"/>
                  </a:lnTo>
                  <a:lnTo>
                    <a:pt x="123514" y="328536"/>
                  </a:lnTo>
                  <a:lnTo>
                    <a:pt x="128637" y="329836"/>
                  </a:lnTo>
                  <a:lnTo>
                    <a:pt x="133799" y="330972"/>
                  </a:lnTo>
                  <a:lnTo>
                    <a:pt x="138994" y="331945"/>
                  </a:lnTo>
                  <a:lnTo>
                    <a:pt x="144218" y="332753"/>
                  </a:lnTo>
                  <a:lnTo>
                    <a:pt x="149464" y="333395"/>
                  </a:lnTo>
                  <a:lnTo>
                    <a:pt x="154729" y="333872"/>
                  </a:lnTo>
                  <a:lnTo>
                    <a:pt x="160005" y="334181"/>
                  </a:lnTo>
                  <a:lnTo>
                    <a:pt x="165289" y="334324"/>
                  </a:lnTo>
                  <a:lnTo>
                    <a:pt x="170575" y="334299"/>
                  </a:lnTo>
                  <a:lnTo>
                    <a:pt x="175857" y="334108"/>
                  </a:lnTo>
                  <a:lnTo>
                    <a:pt x="181130" y="333749"/>
                  </a:lnTo>
                  <a:lnTo>
                    <a:pt x="186390" y="333224"/>
                  </a:lnTo>
                  <a:lnTo>
                    <a:pt x="191630" y="332533"/>
                  </a:lnTo>
                  <a:lnTo>
                    <a:pt x="196846" y="331677"/>
                  </a:lnTo>
                  <a:lnTo>
                    <a:pt x="202032" y="330656"/>
                  </a:lnTo>
                  <a:lnTo>
                    <a:pt x="207183" y="329472"/>
                  </a:lnTo>
                  <a:lnTo>
                    <a:pt x="212295" y="328126"/>
                  </a:lnTo>
                  <a:lnTo>
                    <a:pt x="217361" y="326618"/>
                  </a:lnTo>
                  <a:lnTo>
                    <a:pt x="222377" y="324951"/>
                  </a:lnTo>
                  <a:lnTo>
                    <a:pt x="227337" y="323127"/>
                  </a:lnTo>
                  <a:lnTo>
                    <a:pt x="232238" y="321146"/>
                  </a:lnTo>
                  <a:lnTo>
                    <a:pt x="237074" y="319012"/>
                  </a:lnTo>
                  <a:lnTo>
                    <a:pt x="241839" y="316725"/>
                  </a:lnTo>
                  <a:lnTo>
                    <a:pt x="246530" y="314289"/>
                  </a:lnTo>
                  <a:lnTo>
                    <a:pt x="251142" y="311707"/>
                  </a:lnTo>
                  <a:lnTo>
                    <a:pt x="255669" y="308979"/>
                  </a:lnTo>
                  <a:lnTo>
                    <a:pt x="260109" y="306110"/>
                  </a:lnTo>
                  <a:lnTo>
                    <a:pt x="264455" y="303102"/>
                  </a:lnTo>
                  <a:lnTo>
                    <a:pt x="268704" y="299958"/>
                  </a:lnTo>
                  <a:lnTo>
                    <a:pt x="272851" y="296681"/>
                  </a:lnTo>
                  <a:lnTo>
                    <a:pt x="276893" y="293275"/>
                  </a:lnTo>
                  <a:lnTo>
                    <a:pt x="280825" y="289743"/>
                  </a:lnTo>
                  <a:lnTo>
                    <a:pt x="284643" y="286088"/>
                  </a:lnTo>
                  <a:lnTo>
                    <a:pt x="288344" y="282314"/>
                  </a:lnTo>
                  <a:lnTo>
                    <a:pt x="291924" y="278425"/>
                  </a:lnTo>
                  <a:lnTo>
                    <a:pt x="295379" y="274425"/>
                  </a:lnTo>
                  <a:lnTo>
                    <a:pt x="298706" y="270318"/>
                  </a:lnTo>
                  <a:lnTo>
                    <a:pt x="301902" y="266107"/>
                  </a:lnTo>
                  <a:lnTo>
                    <a:pt x="304962" y="261798"/>
                  </a:lnTo>
                  <a:lnTo>
                    <a:pt x="307885" y="257394"/>
                  </a:lnTo>
                  <a:lnTo>
                    <a:pt x="310667" y="252900"/>
                  </a:lnTo>
                  <a:lnTo>
                    <a:pt x="313306" y="248320"/>
                  </a:lnTo>
                  <a:lnTo>
                    <a:pt x="315799" y="243659"/>
                  </a:lnTo>
                  <a:lnTo>
                    <a:pt x="318143" y="238921"/>
                  </a:lnTo>
                  <a:lnTo>
                    <a:pt x="320336" y="234112"/>
                  </a:lnTo>
                  <a:lnTo>
                    <a:pt x="322375" y="229236"/>
                  </a:lnTo>
                  <a:lnTo>
                    <a:pt x="324260" y="224298"/>
                  </a:lnTo>
                  <a:lnTo>
                    <a:pt x="325988" y="219302"/>
                  </a:lnTo>
                  <a:lnTo>
                    <a:pt x="327557" y="214255"/>
                  </a:lnTo>
                  <a:lnTo>
                    <a:pt x="328965" y="209160"/>
                  </a:lnTo>
                  <a:lnTo>
                    <a:pt x="330212" y="204024"/>
                  </a:lnTo>
                  <a:lnTo>
                    <a:pt x="331296" y="198850"/>
                  </a:lnTo>
                  <a:lnTo>
                    <a:pt x="332215" y="193645"/>
                  </a:lnTo>
                  <a:lnTo>
                    <a:pt x="332970" y="188414"/>
                  </a:lnTo>
                  <a:lnTo>
                    <a:pt x="333559" y="183161"/>
                  </a:lnTo>
                  <a:lnTo>
                    <a:pt x="333981" y="177892"/>
                  </a:lnTo>
                  <a:lnTo>
                    <a:pt x="334237" y="172613"/>
                  </a:lnTo>
                  <a:lnTo>
                    <a:pt x="334326" y="167328"/>
                  </a:lnTo>
                  <a:lnTo>
                    <a:pt x="334247" y="162043"/>
                  </a:lnTo>
                  <a:lnTo>
                    <a:pt x="334002" y="156763"/>
                  </a:lnTo>
                  <a:lnTo>
                    <a:pt x="333589" y="151493"/>
                  </a:lnTo>
                  <a:lnTo>
                    <a:pt x="333011" y="146239"/>
                  </a:lnTo>
                  <a:lnTo>
                    <a:pt x="332266" y="141007"/>
                  </a:lnTo>
                  <a:lnTo>
                    <a:pt x="331356" y="135800"/>
                  </a:lnTo>
                  <a:lnTo>
                    <a:pt x="330283" y="130624"/>
                  </a:lnTo>
                  <a:lnTo>
                    <a:pt x="329046" y="125485"/>
                  </a:lnTo>
                  <a:lnTo>
                    <a:pt x="327647" y="120388"/>
                  </a:lnTo>
                  <a:lnTo>
                    <a:pt x="326088" y="115338"/>
                  </a:lnTo>
                  <a:lnTo>
                    <a:pt x="324370" y="110339"/>
                  </a:lnTo>
                  <a:lnTo>
                    <a:pt x="322495" y="105397"/>
                  </a:lnTo>
                  <a:lnTo>
                    <a:pt x="320464" y="100517"/>
                  </a:lnTo>
                  <a:lnTo>
                    <a:pt x="318280" y="95704"/>
                  </a:lnTo>
                  <a:lnTo>
                    <a:pt x="315946" y="90962"/>
                  </a:lnTo>
                  <a:lnTo>
                    <a:pt x="313462" y="86296"/>
                  </a:lnTo>
                  <a:lnTo>
                    <a:pt x="310832" y="81711"/>
                  </a:lnTo>
                  <a:lnTo>
                    <a:pt x="308059" y="77211"/>
                  </a:lnTo>
                  <a:lnTo>
                    <a:pt x="305144" y="72802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143830"/>
              <a:ext cx="137985" cy="94365"/>
            </a:xfrm>
            <a:custGeom>
              <a:avLst/>
              <a:pathLst>
                <a:path w="137985" h="94365">
                  <a:moveTo>
                    <a:pt x="137985" y="0"/>
                  </a:moveTo>
                  <a:lnTo>
                    <a:pt x="0" y="943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143830"/>
              <a:ext cx="137985" cy="94365"/>
            </a:xfrm>
            <a:custGeom>
              <a:avLst/>
              <a:pathLst>
                <a:path w="137985" h="94365">
                  <a:moveTo>
                    <a:pt x="137985" y="0"/>
                  </a:moveTo>
                  <a:lnTo>
                    <a:pt x="0" y="943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143830"/>
              <a:ext cx="137985" cy="94365"/>
            </a:xfrm>
            <a:custGeom>
              <a:avLst/>
              <a:pathLst>
                <a:path w="137985" h="94365">
                  <a:moveTo>
                    <a:pt x="137985" y="0"/>
                  </a:moveTo>
                  <a:lnTo>
                    <a:pt x="0" y="943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143830"/>
              <a:ext cx="137985" cy="94365"/>
            </a:xfrm>
            <a:custGeom>
              <a:avLst/>
              <a:pathLst>
                <a:path w="137985" h="94365">
                  <a:moveTo>
                    <a:pt x="137985" y="0"/>
                  </a:moveTo>
                  <a:lnTo>
                    <a:pt x="0" y="943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143830"/>
              <a:ext cx="137985" cy="94365"/>
            </a:xfrm>
            <a:custGeom>
              <a:avLst/>
              <a:pathLst>
                <a:path w="137985" h="94365">
                  <a:moveTo>
                    <a:pt x="137985" y="0"/>
                  </a:moveTo>
                  <a:lnTo>
                    <a:pt x="0" y="943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143830"/>
              <a:ext cx="137985" cy="94365"/>
            </a:xfrm>
            <a:custGeom>
              <a:avLst/>
              <a:pathLst>
                <a:path w="137985" h="94365">
                  <a:moveTo>
                    <a:pt x="137985" y="0"/>
                  </a:moveTo>
                  <a:lnTo>
                    <a:pt x="0" y="943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143830"/>
              <a:ext cx="137985" cy="94365"/>
            </a:xfrm>
            <a:custGeom>
              <a:avLst/>
              <a:pathLst>
                <a:path w="137985" h="94365">
                  <a:moveTo>
                    <a:pt x="137985" y="0"/>
                  </a:moveTo>
                  <a:lnTo>
                    <a:pt x="0" y="943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143830"/>
              <a:ext cx="137985" cy="94365"/>
            </a:xfrm>
            <a:custGeom>
              <a:avLst/>
              <a:pathLst>
                <a:path w="137985" h="94365">
                  <a:moveTo>
                    <a:pt x="137985" y="0"/>
                  </a:moveTo>
                  <a:lnTo>
                    <a:pt x="0" y="943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143830"/>
              <a:ext cx="137985" cy="94365"/>
            </a:xfrm>
            <a:custGeom>
              <a:avLst/>
              <a:pathLst>
                <a:path w="137985" h="94365">
                  <a:moveTo>
                    <a:pt x="137985" y="0"/>
                  </a:moveTo>
                  <a:lnTo>
                    <a:pt x="0" y="943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143830"/>
              <a:ext cx="137985" cy="94365"/>
            </a:xfrm>
            <a:custGeom>
              <a:avLst/>
              <a:pathLst>
                <a:path w="137985" h="94365">
                  <a:moveTo>
                    <a:pt x="137985" y="0"/>
                  </a:moveTo>
                  <a:lnTo>
                    <a:pt x="0" y="943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143830"/>
              <a:ext cx="137985" cy="94365"/>
            </a:xfrm>
            <a:custGeom>
              <a:avLst/>
              <a:pathLst>
                <a:path w="137985" h="94365">
                  <a:moveTo>
                    <a:pt x="137985" y="0"/>
                  </a:moveTo>
                  <a:lnTo>
                    <a:pt x="0" y="943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143830"/>
              <a:ext cx="137985" cy="94365"/>
            </a:xfrm>
            <a:custGeom>
              <a:avLst/>
              <a:pathLst>
                <a:path w="137985" h="94365">
                  <a:moveTo>
                    <a:pt x="137985" y="0"/>
                  </a:moveTo>
                  <a:lnTo>
                    <a:pt x="0" y="943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143830"/>
              <a:ext cx="137985" cy="94365"/>
            </a:xfrm>
            <a:custGeom>
              <a:avLst/>
              <a:pathLst>
                <a:path w="137985" h="94365">
                  <a:moveTo>
                    <a:pt x="137985" y="0"/>
                  </a:moveTo>
                  <a:lnTo>
                    <a:pt x="0" y="943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43830"/>
              <a:ext cx="137985" cy="94365"/>
            </a:xfrm>
            <a:custGeom>
              <a:avLst/>
              <a:pathLst>
                <a:path w="137985" h="94365">
                  <a:moveTo>
                    <a:pt x="137985" y="0"/>
                  </a:moveTo>
                  <a:lnTo>
                    <a:pt x="0" y="943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43830"/>
              <a:ext cx="137985" cy="94365"/>
            </a:xfrm>
            <a:custGeom>
              <a:avLst/>
              <a:pathLst>
                <a:path w="137985" h="94365">
                  <a:moveTo>
                    <a:pt x="137985" y="0"/>
                  </a:moveTo>
                  <a:lnTo>
                    <a:pt x="0" y="943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43830"/>
              <a:ext cx="137985" cy="94365"/>
            </a:xfrm>
            <a:custGeom>
              <a:avLst/>
              <a:pathLst>
                <a:path w="137985" h="94365">
                  <a:moveTo>
                    <a:pt x="137985" y="0"/>
                  </a:moveTo>
                  <a:lnTo>
                    <a:pt x="0" y="943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43830"/>
              <a:ext cx="137985" cy="94365"/>
            </a:xfrm>
            <a:custGeom>
              <a:avLst/>
              <a:pathLst>
                <a:path w="137985" h="94365">
                  <a:moveTo>
                    <a:pt x="137985" y="0"/>
                  </a:moveTo>
                  <a:lnTo>
                    <a:pt x="0" y="943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43830"/>
              <a:ext cx="137985" cy="94365"/>
            </a:xfrm>
            <a:custGeom>
              <a:avLst/>
              <a:pathLst>
                <a:path w="137985" h="94365">
                  <a:moveTo>
                    <a:pt x="137985" y="0"/>
                  </a:moveTo>
                  <a:lnTo>
                    <a:pt x="0" y="943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43830"/>
              <a:ext cx="137985" cy="94365"/>
            </a:xfrm>
            <a:custGeom>
              <a:avLst/>
              <a:pathLst>
                <a:path w="137985" h="94365">
                  <a:moveTo>
                    <a:pt x="137985" y="0"/>
                  </a:moveTo>
                  <a:lnTo>
                    <a:pt x="0" y="943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143830"/>
              <a:ext cx="137985" cy="94365"/>
            </a:xfrm>
            <a:custGeom>
              <a:avLst/>
              <a:pathLst>
                <a:path w="137985" h="94365">
                  <a:moveTo>
                    <a:pt x="137985" y="0"/>
                  </a:moveTo>
                  <a:lnTo>
                    <a:pt x="0" y="943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143346"/>
              <a:ext cx="137985" cy="94850"/>
            </a:xfrm>
            <a:custGeom>
              <a:avLst/>
              <a:pathLst>
                <a:path w="137985" h="94850">
                  <a:moveTo>
                    <a:pt x="137985" y="484"/>
                  </a:moveTo>
                  <a:lnTo>
                    <a:pt x="137653" y="0"/>
                  </a:lnTo>
                  <a:lnTo>
                    <a:pt x="0" y="948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071028"/>
              <a:ext cx="137653" cy="167167"/>
            </a:xfrm>
            <a:custGeom>
              <a:avLst/>
              <a:pathLst>
                <a:path w="137653" h="167167">
                  <a:moveTo>
                    <a:pt x="137653" y="72317"/>
                  </a:moveTo>
                  <a:lnTo>
                    <a:pt x="134412" y="67778"/>
                  </a:lnTo>
                  <a:lnTo>
                    <a:pt x="131023" y="63350"/>
                  </a:lnTo>
                  <a:lnTo>
                    <a:pt x="127487" y="59038"/>
                  </a:lnTo>
                  <a:lnTo>
                    <a:pt x="123809" y="54846"/>
                  </a:lnTo>
                  <a:lnTo>
                    <a:pt x="119994" y="50779"/>
                  </a:lnTo>
                  <a:lnTo>
                    <a:pt x="116045" y="46841"/>
                  </a:lnTo>
                  <a:lnTo>
                    <a:pt x="111967" y="43037"/>
                  </a:lnTo>
                  <a:lnTo>
                    <a:pt x="107765" y="39372"/>
                  </a:lnTo>
                  <a:lnTo>
                    <a:pt x="103442" y="35848"/>
                  </a:lnTo>
                  <a:lnTo>
                    <a:pt x="99005" y="32471"/>
                  </a:lnTo>
                  <a:lnTo>
                    <a:pt x="94457" y="29244"/>
                  </a:lnTo>
                  <a:lnTo>
                    <a:pt x="89804" y="26170"/>
                  </a:lnTo>
                  <a:lnTo>
                    <a:pt x="85051" y="23253"/>
                  </a:lnTo>
                  <a:lnTo>
                    <a:pt x="80204" y="20496"/>
                  </a:lnTo>
                  <a:lnTo>
                    <a:pt x="75267" y="17903"/>
                  </a:lnTo>
                  <a:lnTo>
                    <a:pt x="70246" y="15475"/>
                  </a:lnTo>
                  <a:lnTo>
                    <a:pt x="65148" y="13217"/>
                  </a:lnTo>
                  <a:lnTo>
                    <a:pt x="59977" y="11129"/>
                  </a:lnTo>
                  <a:lnTo>
                    <a:pt x="54739" y="9216"/>
                  </a:lnTo>
                  <a:lnTo>
                    <a:pt x="49440" y="7478"/>
                  </a:lnTo>
                  <a:lnTo>
                    <a:pt x="44086" y="5918"/>
                  </a:lnTo>
                  <a:lnTo>
                    <a:pt x="38683" y="4537"/>
                  </a:lnTo>
                  <a:lnTo>
                    <a:pt x="33237" y="3337"/>
                  </a:lnTo>
                  <a:lnTo>
                    <a:pt x="27754" y="2320"/>
                  </a:lnTo>
                  <a:lnTo>
                    <a:pt x="22241" y="1486"/>
                  </a:lnTo>
                  <a:lnTo>
                    <a:pt x="16702" y="836"/>
                  </a:lnTo>
                  <a:lnTo>
                    <a:pt x="11145" y="371"/>
                  </a:lnTo>
                  <a:lnTo>
                    <a:pt x="5575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912285" y="941493"/>
              <a:ext cx="111258" cy="167167"/>
            </a:xfrm>
            <a:custGeom>
              <a:avLst/>
              <a:pathLst>
                <a:path w="111258" h="167167">
                  <a:moveTo>
                    <a:pt x="111258" y="0"/>
                  </a:moveTo>
                  <a:lnTo>
                    <a:pt x="105725" y="91"/>
                  </a:lnTo>
                  <a:lnTo>
                    <a:pt x="100199" y="366"/>
                  </a:lnTo>
                  <a:lnTo>
                    <a:pt x="94685" y="823"/>
                  </a:lnTo>
                  <a:lnTo>
                    <a:pt x="89188" y="1463"/>
                  </a:lnTo>
                  <a:lnTo>
                    <a:pt x="83717" y="2284"/>
                  </a:lnTo>
                  <a:lnTo>
                    <a:pt x="78275" y="3286"/>
                  </a:lnTo>
                  <a:lnTo>
                    <a:pt x="72869" y="4467"/>
                  </a:lnTo>
                  <a:lnTo>
                    <a:pt x="67506" y="5827"/>
                  </a:lnTo>
                  <a:lnTo>
                    <a:pt x="62190" y="7363"/>
                  </a:lnTo>
                  <a:lnTo>
                    <a:pt x="56928" y="9074"/>
                  </a:lnTo>
                  <a:lnTo>
                    <a:pt x="51726" y="10959"/>
                  </a:lnTo>
                  <a:lnTo>
                    <a:pt x="46589" y="13015"/>
                  </a:lnTo>
                  <a:lnTo>
                    <a:pt x="41522" y="15240"/>
                  </a:lnTo>
                  <a:lnTo>
                    <a:pt x="36532" y="17631"/>
                  </a:lnTo>
                  <a:lnTo>
                    <a:pt x="31624" y="20186"/>
                  </a:lnTo>
                  <a:lnTo>
                    <a:pt x="26804" y="22902"/>
                  </a:lnTo>
                  <a:lnTo>
                    <a:pt x="22075" y="25776"/>
                  </a:lnTo>
                  <a:lnTo>
                    <a:pt x="17445" y="28805"/>
                  </a:lnTo>
                  <a:lnTo>
                    <a:pt x="12917" y="31985"/>
                  </a:lnTo>
                  <a:lnTo>
                    <a:pt x="8497" y="35314"/>
                  </a:lnTo>
                  <a:lnTo>
                    <a:pt x="4190" y="38787"/>
                  </a:lnTo>
                  <a:lnTo>
                    <a:pt x="0" y="42401"/>
                  </a:lnTo>
                  <a:lnTo>
                    <a:pt x="11125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912285" y="983894"/>
              <a:ext cx="111258" cy="124765"/>
            </a:xfrm>
            <a:custGeom>
              <a:avLst/>
              <a:pathLst>
                <a:path w="111258" h="124765">
                  <a:moveTo>
                    <a:pt x="0" y="0"/>
                  </a:moveTo>
                  <a:lnTo>
                    <a:pt x="111258" y="1247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912285" y="983894"/>
              <a:ext cx="111258" cy="124765"/>
            </a:xfrm>
            <a:custGeom>
              <a:avLst/>
              <a:pathLst>
                <a:path w="111258" h="124765">
                  <a:moveTo>
                    <a:pt x="0" y="0"/>
                  </a:moveTo>
                  <a:lnTo>
                    <a:pt x="111258" y="1247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912285" y="983894"/>
              <a:ext cx="111258" cy="124765"/>
            </a:xfrm>
            <a:custGeom>
              <a:avLst/>
              <a:pathLst>
                <a:path w="111258" h="124765">
                  <a:moveTo>
                    <a:pt x="0" y="0"/>
                  </a:moveTo>
                  <a:lnTo>
                    <a:pt x="111258" y="1247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912285" y="983894"/>
              <a:ext cx="111258" cy="124765"/>
            </a:xfrm>
            <a:custGeom>
              <a:avLst/>
              <a:pathLst>
                <a:path w="111258" h="124765">
                  <a:moveTo>
                    <a:pt x="0" y="0"/>
                  </a:moveTo>
                  <a:lnTo>
                    <a:pt x="111258" y="1247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912285" y="983894"/>
              <a:ext cx="111258" cy="124765"/>
            </a:xfrm>
            <a:custGeom>
              <a:avLst/>
              <a:pathLst>
                <a:path w="111258" h="124765">
                  <a:moveTo>
                    <a:pt x="0" y="0"/>
                  </a:moveTo>
                  <a:lnTo>
                    <a:pt x="111258" y="1247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912285" y="983894"/>
              <a:ext cx="111258" cy="124765"/>
            </a:xfrm>
            <a:custGeom>
              <a:avLst/>
              <a:pathLst>
                <a:path w="111258" h="124765">
                  <a:moveTo>
                    <a:pt x="0" y="0"/>
                  </a:moveTo>
                  <a:lnTo>
                    <a:pt x="111258" y="1247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912285" y="983894"/>
              <a:ext cx="111258" cy="124765"/>
            </a:xfrm>
            <a:custGeom>
              <a:avLst/>
              <a:pathLst>
                <a:path w="111258" h="124765">
                  <a:moveTo>
                    <a:pt x="0" y="0"/>
                  </a:moveTo>
                  <a:lnTo>
                    <a:pt x="111258" y="1247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12285" y="983894"/>
              <a:ext cx="111258" cy="124765"/>
            </a:xfrm>
            <a:custGeom>
              <a:avLst/>
              <a:pathLst>
                <a:path w="111258" h="124765">
                  <a:moveTo>
                    <a:pt x="0" y="0"/>
                  </a:moveTo>
                  <a:lnTo>
                    <a:pt x="111258" y="1247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12285" y="983894"/>
              <a:ext cx="111258" cy="124765"/>
            </a:xfrm>
            <a:custGeom>
              <a:avLst/>
              <a:pathLst>
                <a:path w="111258" h="124765">
                  <a:moveTo>
                    <a:pt x="0" y="0"/>
                  </a:moveTo>
                  <a:lnTo>
                    <a:pt x="111258" y="1247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12285" y="983894"/>
              <a:ext cx="111258" cy="124765"/>
            </a:xfrm>
            <a:custGeom>
              <a:avLst/>
              <a:pathLst>
                <a:path w="111258" h="124765">
                  <a:moveTo>
                    <a:pt x="0" y="0"/>
                  </a:moveTo>
                  <a:lnTo>
                    <a:pt x="111258" y="1247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12285" y="983894"/>
              <a:ext cx="111258" cy="124765"/>
            </a:xfrm>
            <a:custGeom>
              <a:avLst/>
              <a:pathLst>
                <a:path w="111258" h="124765">
                  <a:moveTo>
                    <a:pt x="0" y="0"/>
                  </a:moveTo>
                  <a:lnTo>
                    <a:pt x="111258" y="1247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12285" y="983894"/>
              <a:ext cx="111258" cy="124765"/>
            </a:xfrm>
            <a:custGeom>
              <a:avLst/>
              <a:pathLst>
                <a:path w="111258" h="124765">
                  <a:moveTo>
                    <a:pt x="0" y="0"/>
                  </a:moveTo>
                  <a:lnTo>
                    <a:pt x="111258" y="1247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12285" y="983894"/>
              <a:ext cx="111258" cy="124765"/>
            </a:xfrm>
            <a:custGeom>
              <a:avLst/>
              <a:pathLst>
                <a:path w="111258" h="124765">
                  <a:moveTo>
                    <a:pt x="0" y="0"/>
                  </a:moveTo>
                  <a:lnTo>
                    <a:pt x="111258" y="1247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12285" y="983894"/>
              <a:ext cx="111258" cy="124765"/>
            </a:xfrm>
            <a:custGeom>
              <a:avLst/>
              <a:pathLst>
                <a:path w="111258" h="124765">
                  <a:moveTo>
                    <a:pt x="0" y="0"/>
                  </a:moveTo>
                  <a:lnTo>
                    <a:pt x="111258" y="1247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12285" y="983894"/>
              <a:ext cx="111258" cy="124765"/>
            </a:xfrm>
            <a:custGeom>
              <a:avLst/>
              <a:pathLst>
                <a:path w="111258" h="124765">
                  <a:moveTo>
                    <a:pt x="0" y="0"/>
                  </a:moveTo>
                  <a:lnTo>
                    <a:pt x="111258" y="1247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12285" y="983894"/>
              <a:ext cx="111258" cy="124765"/>
            </a:xfrm>
            <a:custGeom>
              <a:avLst/>
              <a:pathLst>
                <a:path w="111258" h="124765">
                  <a:moveTo>
                    <a:pt x="0" y="0"/>
                  </a:moveTo>
                  <a:lnTo>
                    <a:pt x="111258" y="1247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12285" y="983894"/>
              <a:ext cx="111258" cy="124765"/>
            </a:xfrm>
            <a:custGeom>
              <a:avLst/>
              <a:pathLst>
                <a:path w="111258" h="124765">
                  <a:moveTo>
                    <a:pt x="0" y="0"/>
                  </a:moveTo>
                  <a:lnTo>
                    <a:pt x="111258" y="1247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12285" y="983894"/>
              <a:ext cx="111258" cy="124765"/>
            </a:xfrm>
            <a:custGeom>
              <a:avLst/>
              <a:pathLst>
                <a:path w="111258" h="124765">
                  <a:moveTo>
                    <a:pt x="0" y="0"/>
                  </a:moveTo>
                  <a:lnTo>
                    <a:pt x="111258" y="1247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12285" y="983894"/>
              <a:ext cx="111258" cy="124765"/>
            </a:xfrm>
            <a:custGeom>
              <a:avLst/>
              <a:pathLst>
                <a:path w="111258" h="124765">
                  <a:moveTo>
                    <a:pt x="0" y="0"/>
                  </a:moveTo>
                  <a:lnTo>
                    <a:pt x="111258" y="1247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856394" y="973905"/>
              <a:ext cx="334297" cy="301923"/>
            </a:xfrm>
            <a:custGeom>
              <a:avLst/>
              <a:pathLst>
                <a:path w="334297" h="301923">
                  <a:moveTo>
                    <a:pt x="55890" y="9989"/>
                  </a:moveTo>
                  <a:lnTo>
                    <a:pt x="51986" y="13584"/>
                  </a:lnTo>
                  <a:lnTo>
                    <a:pt x="48197" y="17302"/>
                  </a:lnTo>
                  <a:lnTo>
                    <a:pt x="44528" y="21137"/>
                  </a:lnTo>
                  <a:lnTo>
                    <a:pt x="40982" y="25087"/>
                  </a:lnTo>
                  <a:lnTo>
                    <a:pt x="37564" y="29148"/>
                  </a:lnTo>
                  <a:lnTo>
                    <a:pt x="34277" y="33315"/>
                  </a:lnTo>
                  <a:lnTo>
                    <a:pt x="31123" y="37585"/>
                  </a:lnTo>
                  <a:lnTo>
                    <a:pt x="28107" y="41952"/>
                  </a:lnTo>
                  <a:lnTo>
                    <a:pt x="25231" y="46413"/>
                  </a:lnTo>
                  <a:lnTo>
                    <a:pt x="22498" y="50963"/>
                  </a:lnTo>
                  <a:lnTo>
                    <a:pt x="19910" y="55598"/>
                  </a:lnTo>
                  <a:lnTo>
                    <a:pt x="17472" y="60312"/>
                  </a:lnTo>
                  <a:lnTo>
                    <a:pt x="15184" y="65102"/>
                  </a:lnTo>
                  <a:lnTo>
                    <a:pt x="13049" y="69961"/>
                  </a:lnTo>
                  <a:lnTo>
                    <a:pt x="11070" y="74886"/>
                  </a:lnTo>
                  <a:lnTo>
                    <a:pt x="9248" y="79872"/>
                  </a:lnTo>
                  <a:lnTo>
                    <a:pt x="7585" y="84912"/>
                  </a:lnTo>
                  <a:lnTo>
                    <a:pt x="6083" y="90003"/>
                  </a:lnTo>
                  <a:lnTo>
                    <a:pt x="4743" y="95139"/>
                  </a:lnTo>
                  <a:lnTo>
                    <a:pt x="3567" y="100315"/>
                  </a:lnTo>
                  <a:lnTo>
                    <a:pt x="2556" y="105526"/>
                  </a:lnTo>
                  <a:lnTo>
                    <a:pt x="1711" y="110766"/>
                  </a:lnTo>
                  <a:lnTo>
                    <a:pt x="1033" y="116030"/>
                  </a:lnTo>
                  <a:lnTo>
                    <a:pt x="523" y="121314"/>
                  </a:lnTo>
                  <a:lnTo>
                    <a:pt x="180" y="126610"/>
                  </a:lnTo>
                  <a:lnTo>
                    <a:pt x="5" y="131915"/>
                  </a:lnTo>
                  <a:lnTo>
                    <a:pt x="0" y="137223"/>
                  </a:lnTo>
                  <a:lnTo>
                    <a:pt x="162" y="142529"/>
                  </a:lnTo>
                  <a:lnTo>
                    <a:pt x="493" y="147826"/>
                  </a:lnTo>
                  <a:lnTo>
                    <a:pt x="992" y="153110"/>
                  </a:lnTo>
                  <a:lnTo>
                    <a:pt x="1659" y="158376"/>
                  </a:lnTo>
                  <a:lnTo>
                    <a:pt x="2492" y="163618"/>
                  </a:lnTo>
                  <a:lnTo>
                    <a:pt x="3491" y="168831"/>
                  </a:lnTo>
                  <a:lnTo>
                    <a:pt x="4656" y="174010"/>
                  </a:lnTo>
                  <a:lnTo>
                    <a:pt x="5984" y="179149"/>
                  </a:lnTo>
                  <a:lnTo>
                    <a:pt x="7474" y="184243"/>
                  </a:lnTo>
                  <a:lnTo>
                    <a:pt x="9126" y="189287"/>
                  </a:lnTo>
                  <a:lnTo>
                    <a:pt x="10937" y="194277"/>
                  </a:lnTo>
                  <a:lnTo>
                    <a:pt x="12905" y="199206"/>
                  </a:lnTo>
                  <a:lnTo>
                    <a:pt x="15029" y="204070"/>
                  </a:lnTo>
                  <a:lnTo>
                    <a:pt x="17306" y="208865"/>
                  </a:lnTo>
                  <a:lnTo>
                    <a:pt x="19735" y="213585"/>
                  </a:lnTo>
                  <a:lnTo>
                    <a:pt x="22312" y="218225"/>
                  </a:lnTo>
                  <a:lnTo>
                    <a:pt x="25035" y="222781"/>
                  </a:lnTo>
                  <a:lnTo>
                    <a:pt x="27901" y="227249"/>
                  </a:lnTo>
                  <a:lnTo>
                    <a:pt x="30908" y="231623"/>
                  </a:lnTo>
                  <a:lnTo>
                    <a:pt x="34052" y="235899"/>
                  </a:lnTo>
                  <a:lnTo>
                    <a:pt x="37330" y="240074"/>
                  </a:lnTo>
                  <a:lnTo>
                    <a:pt x="40739" y="244142"/>
                  </a:lnTo>
                  <a:lnTo>
                    <a:pt x="44275" y="248100"/>
                  </a:lnTo>
                  <a:lnTo>
                    <a:pt x="47936" y="251944"/>
                  </a:lnTo>
                  <a:lnTo>
                    <a:pt x="51716" y="255670"/>
                  </a:lnTo>
                  <a:lnTo>
                    <a:pt x="55613" y="259273"/>
                  </a:lnTo>
                  <a:lnTo>
                    <a:pt x="59623" y="262752"/>
                  </a:lnTo>
                  <a:lnTo>
                    <a:pt x="63740" y="266101"/>
                  </a:lnTo>
                  <a:lnTo>
                    <a:pt x="67962" y="269318"/>
                  </a:lnTo>
                  <a:lnTo>
                    <a:pt x="72284" y="272399"/>
                  </a:lnTo>
                  <a:lnTo>
                    <a:pt x="76702" y="275341"/>
                  </a:lnTo>
                  <a:lnTo>
                    <a:pt x="81211" y="278142"/>
                  </a:lnTo>
                  <a:lnTo>
                    <a:pt x="85806" y="280798"/>
                  </a:lnTo>
                  <a:lnTo>
                    <a:pt x="90484" y="283306"/>
                  </a:lnTo>
                  <a:lnTo>
                    <a:pt x="95239" y="285666"/>
                  </a:lnTo>
                  <a:lnTo>
                    <a:pt x="100066" y="287872"/>
                  </a:lnTo>
                  <a:lnTo>
                    <a:pt x="104961" y="289925"/>
                  </a:lnTo>
                  <a:lnTo>
                    <a:pt x="109919" y="291821"/>
                  </a:lnTo>
                  <a:lnTo>
                    <a:pt x="114934" y="293559"/>
                  </a:lnTo>
                  <a:lnTo>
                    <a:pt x="120002" y="295136"/>
                  </a:lnTo>
                  <a:lnTo>
                    <a:pt x="125117" y="296552"/>
                  </a:lnTo>
                  <a:lnTo>
                    <a:pt x="130275" y="297805"/>
                  </a:lnTo>
                  <a:lnTo>
                    <a:pt x="135470" y="298894"/>
                  </a:lnTo>
                  <a:lnTo>
                    <a:pt x="140697" y="299817"/>
                  </a:lnTo>
                  <a:lnTo>
                    <a:pt x="145951" y="300573"/>
                  </a:lnTo>
                  <a:lnTo>
                    <a:pt x="151226" y="301163"/>
                  </a:lnTo>
                  <a:lnTo>
                    <a:pt x="156517" y="301584"/>
                  </a:lnTo>
                  <a:lnTo>
                    <a:pt x="161819" y="301838"/>
                  </a:lnTo>
                  <a:lnTo>
                    <a:pt x="167126" y="301923"/>
                  </a:lnTo>
                  <a:lnTo>
                    <a:pt x="172433" y="301839"/>
                  </a:lnTo>
                  <a:lnTo>
                    <a:pt x="177735" y="301587"/>
                  </a:lnTo>
                  <a:lnTo>
                    <a:pt x="183026" y="301167"/>
                  </a:lnTo>
                  <a:lnTo>
                    <a:pt x="188301" y="300579"/>
                  </a:lnTo>
                  <a:lnTo>
                    <a:pt x="193555" y="299824"/>
                  </a:lnTo>
                  <a:lnTo>
                    <a:pt x="198782" y="298902"/>
                  </a:lnTo>
                  <a:lnTo>
                    <a:pt x="203978" y="297815"/>
                  </a:lnTo>
                  <a:lnTo>
                    <a:pt x="209136" y="296564"/>
                  </a:lnTo>
                  <a:lnTo>
                    <a:pt x="214252" y="295149"/>
                  </a:lnTo>
                  <a:lnTo>
                    <a:pt x="219320" y="293573"/>
                  </a:lnTo>
                  <a:lnTo>
                    <a:pt x="224336" y="291837"/>
                  </a:lnTo>
                  <a:lnTo>
                    <a:pt x="229294" y="289942"/>
                  </a:lnTo>
                  <a:lnTo>
                    <a:pt x="234190" y="287891"/>
                  </a:lnTo>
                  <a:lnTo>
                    <a:pt x="239018" y="285685"/>
                  </a:lnTo>
                  <a:lnTo>
                    <a:pt x="243773" y="283327"/>
                  </a:lnTo>
                  <a:lnTo>
                    <a:pt x="248451" y="280820"/>
                  </a:lnTo>
                  <a:lnTo>
                    <a:pt x="253047" y="278165"/>
                  </a:lnTo>
                  <a:lnTo>
                    <a:pt x="257557" y="275366"/>
                  </a:lnTo>
                  <a:lnTo>
                    <a:pt x="261975" y="272425"/>
                  </a:lnTo>
                  <a:lnTo>
                    <a:pt x="266298" y="269345"/>
                  </a:lnTo>
                  <a:lnTo>
                    <a:pt x="270521" y="266129"/>
                  </a:lnTo>
                  <a:lnTo>
                    <a:pt x="274640" y="262781"/>
                  </a:lnTo>
                  <a:lnTo>
                    <a:pt x="278650" y="259304"/>
                  </a:lnTo>
                  <a:lnTo>
                    <a:pt x="282548" y="255701"/>
                  </a:lnTo>
                  <a:lnTo>
                    <a:pt x="286330" y="251976"/>
                  </a:lnTo>
                  <a:lnTo>
                    <a:pt x="289991" y="248134"/>
                  </a:lnTo>
                  <a:lnTo>
                    <a:pt x="293529" y="244177"/>
                  </a:lnTo>
                  <a:lnTo>
                    <a:pt x="296939" y="240109"/>
                  </a:lnTo>
                  <a:lnTo>
                    <a:pt x="300218" y="235935"/>
                  </a:lnTo>
                  <a:lnTo>
                    <a:pt x="303363" y="231660"/>
                  </a:lnTo>
                  <a:lnTo>
                    <a:pt x="306371" y="227286"/>
                  </a:lnTo>
                  <a:lnTo>
                    <a:pt x="309239" y="222820"/>
                  </a:lnTo>
                  <a:lnTo>
                    <a:pt x="311963" y="218264"/>
                  </a:lnTo>
                  <a:lnTo>
                    <a:pt x="314541" y="213625"/>
                  </a:lnTo>
                  <a:lnTo>
                    <a:pt x="316971" y="208906"/>
                  </a:lnTo>
                  <a:lnTo>
                    <a:pt x="319249" y="204112"/>
                  </a:lnTo>
                  <a:lnTo>
                    <a:pt x="321375" y="199248"/>
                  </a:lnTo>
                  <a:lnTo>
                    <a:pt x="323344" y="194319"/>
                  </a:lnTo>
                  <a:lnTo>
                    <a:pt x="325157" y="189330"/>
                  </a:lnTo>
                  <a:lnTo>
                    <a:pt x="326810" y="184286"/>
                  </a:lnTo>
                  <a:lnTo>
                    <a:pt x="328302" y="179193"/>
                  </a:lnTo>
                  <a:lnTo>
                    <a:pt x="329631" y="174054"/>
                  </a:lnTo>
                  <a:lnTo>
                    <a:pt x="330797" y="168876"/>
                  </a:lnTo>
                  <a:lnTo>
                    <a:pt x="331798" y="163663"/>
                  </a:lnTo>
                  <a:lnTo>
                    <a:pt x="332632" y="158421"/>
                  </a:lnTo>
                  <a:lnTo>
                    <a:pt x="333300" y="153156"/>
                  </a:lnTo>
                  <a:lnTo>
                    <a:pt x="333801" y="147871"/>
                  </a:lnTo>
                  <a:lnTo>
                    <a:pt x="334133" y="142574"/>
                  </a:lnTo>
                  <a:lnTo>
                    <a:pt x="334297" y="137269"/>
                  </a:lnTo>
                  <a:lnTo>
                    <a:pt x="334293" y="131961"/>
                  </a:lnTo>
                  <a:lnTo>
                    <a:pt x="334120" y="126656"/>
                  </a:lnTo>
                  <a:lnTo>
                    <a:pt x="333779" y="121359"/>
                  </a:lnTo>
                  <a:lnTo>
                    <a:pt x="333269" y="116076"/>
                  </a:lnTo>
                  <a:lnTo>
                    <a:pt x="332592" y="110811"/>
                  </a:lnTo>
                  <a:lnTo>
                    <a:pt x="331749" y="105571"/>
                  </a:lnTo>
                  <a:lnTo>
                    <a:pt x="330739" y="100360"/>
                  </a:lnTo>
                  <a:lnTo>
                    <a:pt x="329565" y="95184"/>
                  </a:lnTo>
                  <a:lnTo>
                    <a:pt x="328227" y="90047"/>
                  </a:lnTo>
                  <a:lnTo>
                    <a:pt x="326726" y="84956"/>
                  </a:lnTo>
                  <a:lnTo>
                    <a:pt x="325065" y="79915"/>
                  </a:lnTo>
                  <a:lnTo>
                    <a:pt x="323244" y="74929"/>
                  </a:lnTo>
                  <a:lnTo>
                    <a:pt x="321266" y="70003"/>
                  </a:lnTo>
                  <a:lnTo>
                    <a:pt x="319133" y="65143"/>
                  </a:lnTo>
                  <a:lnTo>
                    <a:pt x="316846" y="60353"/>
                  </a:lnTo>
                  <a:lnTo>
                    <a:pt x="314409" y="55638"/>
                  </a:lnTo>
                  <a:lnTo>
                    <a:pt x="311822" y="51003"/>
                  </a:lnTo>
                  <a:lnTo>
                    <a:pt x="309091" y="46452"/>
                  </a:lnTo>
                  <a:lnTo>
                    <a:pt x="306216" y="41990"/>
                  </a:lnTo>
                  <a:lnTo>
                    <a:pt x="303200" y="37622"/>
                  </a:lnTo>
                  <a:lnTo>
                    <a:pt x="300048" y="33352"/>
                  </a:lnTo>
                  <a:lnTo>
                    <a:pt x="296762" y="29183"/>
                  </a:lnTo>
                  <a:lnTo>
                    <a:pt x="293345" y="25122"/>
                  </a:lnTo>
                  <a:lnTo>
                    <a:pt x="289801" y="21171"/>
                  </a:lnTo>
                  <a:lnTo>
                    <a:pt x="286133" y="17334"/>
                  </a:lnTo>
                  <a:lnTo>
                    <a:pt x="282345" y="13616"/>
                  </a:lnTo>
                  <a:lnTo>
                    <a:pt x="278441" y="10020"/>
                  </a:lnTo>
                  <a:lnTo>
                    <a:pt x="274425" y="6549"/>
                  </a:lnTo>
                  <a:lnTo>
                    <a:pt x="270300" y="3208"/>
                  </a:lnTo>
                  <a:lnTo>
                    <a:pt x="266072" y="0"/>
                  </a:lnTo>
                  <a:lnTo>
                    <a:pt x="167149" y="1347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5023544" y="941493"/>
              <a:ext cx="98923" cy="167167"/>
            </a:xfrm>
            <a:custGeom>
              <a:avLst/>
              <a:pathLst>
                <a:path w="98923" h="167167">
                  <a:moveTo>
                    <a:pt x="98923" y="32411"/>
                  </a:moveTo>
                  <a:lnTo>
                    <a:pt x="94378" y="29190"/>
                  </a:lnTo>
                  <a:lnTo>
                    <a:pt x="89727" y="26121"/>
                  </a:lnTo>
                  <a:lnTo>
                    <a:pt x="84978" y="23210"/>
                  </a:lnTo>
                  <a:lnTo>
                    <a:pt x="80133" y="20458"/>
                  </a:lnTo>
                  <a:lnTo>
                    <a:pt x="75200" y="17869"/>
                  </a:lnTo>
                  <a:lnTo>
                    <a:pt x="70184" y="15446"/>
                  </a:lnTo>
                  <a:lnTo>
                    <a:pt x="65089" y="13192"/>
                  </a:lnTo>
                  <a:lnTo>
                    <a:pt x="59922" y="11108"/>
                  </a:lnTo>
                  <a:lnTo>
                    <a:pt x="54688" y="9198"/>
                  </a:lnTo>
                  <a:lnTo>
                    <a:pt x="49394" y="7464"/>
                  </a:lnTo>
                  <a:lnTo>
                    <a:pt x="44045" y="5906"/>
                  </a:lnTo>
                  <a:lnTo>
                    <a:pt x="38647" y="4528"/>
                  </a:lnTo>
                  <a:lnTo>
                    <a:pt x="33206" y="3331"/>
                  </a:lnTo>
                  <a:lnTo>
                    <a:pt x="27728" y="2315"/>
                  </a:lnTo>
                  <a:lnTo>
                    <a:pt x="22219" y="1483"/>
                  </a:lnTo>
                  <a:lnTo>
                    <a:pt x="16686" y="834"/>
                  </a:lnTo>
                  <a:lnTo>
                    <a:pt x="11134" y="371"/>
                  </a:lnTo>
                  <a:lnTo>
                    <a:pt x="5570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319049" y="941493"/>
              <a:ext cx="167165" cy="208774"/>
            </a:xfrm>
            <a:custGeom>
              <a:avLst/>
              <a:pathLst>
                <a:path w="167165" h="208774">
                  <a:moveTo>
                    <a:pt x="167165" y="0"/>
                  </a:moveTo>
                  <a:lnTo>
                    <a:pt x="161822" y="85"/>
                  </a:lnTo>
                  <a:lnTo>
                    <a:pt x="156484" y="341"/>
                  </a:lnTo>
                  <a:lnTo>
                    <a:pt x="151157" y="768"/>
                  </a:lnTo>
                  <a:lnTo>
                    <a:pt x="145846" y="1365"/>
                  </a:lnTo>
                  <a:lnTo>
                    <a:pt x="140557" y="2131"/>
                  </a:lnTo>
                  <a:lnTo>
                    <a:pt x="135295" y="3066"/>
                  </a:lnTo>
                  <a:lnTo>
                    <a:pt x="130066" y="4168"/>
                  </a:lnTo>
                  <a:lnTo>
                    <a:pt x="124874" y="5438"/>
                  </a:lnTo>
                  <a:lnTo>
                    <a:pt x="119726" y="6872"/>
                  </a:lnTo>
                  <a:lnTo>
                    <a:pt x="114627" y="8470"/>
                  </a:lnTo>
                  <a:lnTo>
                    <a:pt x="109581" y="10231"/>
                  </a:lnTo>
                  <a:lnTo>
                    <a:pt x="104593" y="12152"/>
                  </a:lnTo>
                  <a:lnTo>
                    <a:pt x="99670" y="14231"/>
                  </a:lnTo>
                  <a:lnTo>
                    <a:pt x="94816" y="16467"/>
                  </a:lnTo>
                  <a:lnTo>
                    <a:pt x="90036" y="18856"/>
                  </a:lnTo>
                  <a:lnTo>
                    <a:pt x="85335" y="21398"/>
                  </a:lnTo>
                  <a:lnTo>
                    <a:pt x="80717" y="24088"/>
                  </a:lnTo>
                  <a:lnTo>
                    <a:pt x="76187" y="26924"/>
                  </a:lnTo>
                  <a:lnTo>
                    <a:pt x="71751" y="29904"/>
                  </a:lnTo>
                  <a:lnTo>
                    <a:pt x="67412" y="33024"/>
                  </a:lnTo>
                  <a:lnTo>
                    <a:pt x="63175" y="36282"/>
                  </a:lnTo>
                  <a:lnTo>
                    <a:pt x="59045" y="39673"/>
                  </a:lnTo>
                  <a:lnTo>
                    <a:pt x="55024" y="43194"/>
                  </a:lnTo>
                  <a:lnTo>
                    <a:pt x="51119" y="46842"/>
                  </a:lnTo>
                  <a:lnTo>
                    <a:pt x="47332" y="50613"/>
                  </a:lnTo>
                  <a:lnTo>
                    <a:pt x="43667" y="54503"/>
                  </a:lnTo>
                  <a:lnTo>
                    <a:pt x="40129" y="58508"/>
                  </a:lnTo>
                  <a:lnTo>
                    <a:pt x="36721" y="62624"/>
                  </a:lnTo>
                  <a:lnTo>
                    <a:pt x="33446" y="66847"/>
                  </a:lnTo>
                  <a:lnTo>
                    <a:pt x="30307" y="71173"/>
                  </a:lnTo>
                  <a:lnTo>
                    <a:pt x="27309" y="75597"/>
                  </a:lnTo>
                  <a:lnTo>
                    <a:pt x="24453" y="80114"/>
                  </a:lnTo>
                  <a:lnTo>
                    <a:pt x="21743" y="84721"/>
                  </a:lnTo>
                  <a:lnTo>
                    <a:pt x="19182" y="89411"/>
                  </a:lnTo>
                  <a:lnTo>
                    <a:pt x="16773" y="94181"/>
                  </a:lnTo>
                  <a:lnTo>
                    <a:pt x="14516" y="99026"/>
                  </a:lnTo>
                  <a:lnTo>
                    <a:pt x="12416" y="103940"/>
                  </a:lnTo>
                  <a:lnTo>
                    <a:pt x="10474" y="108919"/>
                  </a:lnTo>
                  <a:lnTo>
                    <a:pt x="8692" y="113958"/>
                  </a:lnTo>
                  <a:lnTo>
                    <a:pt x="7073" y="119050"/>
                  </a:lnTo>
                  <a:lnTo>
                    <a:pt x="5616" y="124192"/>
                  </a:lnTo>
                  <a:lnTo>
                    <a:pt x="4325" y="129378"/>
                  </a:lnTo>
                  <a:lnTo>
                    <a:pt x="3200" y="134603"/>
                  </a:lnTo>
                  <a:lnTo>
                    <a:pt x="2243" y="139861"/>
                  </a:lnTo>
                  <a:lnTo>
                    <a:pt x="1455" y="145146"/>
                  </a:lnTo>
                  <a:lnTo>
                    <a:pt x="835" y="150455"/>
                  </a:lnTo>
                  <a:lnTo>
                    <a:pt x="386" y="155780"/>
                  </a:lnTo>
                  <a:lnTo>
                    <a:pt x="108" y="161117"/>
                  </a:lnTo>
                  <a:lnTo>
                    <a:pt x="0" y="166460"/>
                  </a:lnTo>
                  <a:lnTo>
                    <a:pt x="62" y="171804"/>
                  </a:lnTo>
                  <a:lnTo>
                    <a:pt x="296" y="177143"/>
                  </a:lnTo>
                  <a:lnTo>
                    <a:pt x="700" y="182472"/>
                  </a:lnTo>
                  <a:lnTo>
                    <a:pt x="1274" y="187785"/>
                  </a:lnTo>
                  <a:lnTo>
                    <a:pt x="2018" y="193078"/>
                  </a:lnTo>
                  <a:lnTo>
                    <a:pt x="2931" y="198343"/>
                  </a:lnTo>
                  <a:lnTo>
                    <a:pt x="4011" y="203577"/>
                  </a:lnTo>
                  <a:lnTo>
                    <a:pt x="5259" y="208774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324309" y="1108660"/>
              <a:ext cx="161906" cy="41607"/>
            </a:xfrm>
            <a:custGeom>
              <a:avLst/>
              <a:pathLst>
                <a:path w="161906" h="41607">
                  <a:moveTo>
                    <a:pt x="0" y="41607"/>
                  </a:moveTo>
                  <a:lnTo>
                    <a:pt x="16190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324309" y="1108660"/>
              <a:ext cx="161906" cy="41607"/>
            </a:xfrm>
            <a:custGeom>
              <a:avLst/>
              <a:pathLst>
                <a:path w="161906" h="41607">
                  <a:moveTo>
                    <a:pt x="0" y="41607"/>
                  </a:moveTo>
                  <a:lnTo>
                    <a:pt x="16190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324309" y="1108660"/>
              <a:ext cx="161906" cy="41607"/>
            </a:xfrm>
            <a:custGeom>
              <a:avLst/>
              <a:pathLst>
                <a:path w="161906" h="41607">
                  <a:moveTo>
                    <a:pt x="0" y="41607"/>
                  </a:moveTo>
                  <a:lnTo>
                    <a:pt x="16190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324309" y="1108660"/>
              <a:ext cx="161906" cy="41607"/>
            </a:xfrm>
            <a:custGeom>
              <a:avLst/>
              <a:pathLst>
                <a:path w="161906" h="41607">
                  <a:moveTo>
                    <a:pt x="0" y="41607"/>
                  </a:moveTo>
                  <a:lnTo>
                    <a:pt x="16190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324309" y="1108660"/>
              <a:ext cx="161906" cy="41607"/>
            </a:xfrm>
            <a:custGeom>
              <a:avLst/>
              <a:pathLst>
                <a:path w="161906" h="41607">
                  <a:moveTo>
                    <a:pt x="0" y="41607"/>
                  </a:moveTo>
                  <a:lnTo>
                    <a:pt x="16190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24309" y="1108660"/>
              <a:ext cx="161906" cy="41607"/>
            </a:xfrm>
            <a:custGeom>
              <a:avLst/>
              <a:pathLst>
                <a:path w="161906" h="41607">
                  <a:moveTo>
                    <a:pt x="0" y="41607"/>
                  </a:moveTo>
                  <a:lnTo>
                    <a:pt x="16190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24309" y="1108660"/>
              <a:ext cx="161906" cy="41607"/>
            </a:xfrm>
            <a:custGeom>
              <a:avLst/>
              <a:pathLst>
                <a:path w="161906" h="41607">
                  <a:moveTo>
                    <a:pt x="0" y="41607"/>
                  </a:moveTo>
                  <a:lnTo>
                    <a:pt x="16190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24309" y="1108660"/>
              <a:ext cx="161906" cy="41607"/>
            </a:xfrm>
            <a:custGeom>
              <a:avLst/>
              <a:pathLst>
                <a:path w="161906" h="41607">
                  <a:moveTo>
                    <a:pt x="0" y="41607"/>
                  </a:moveTo>
                  <a:lnTo>
                    <a:pt x="16190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24309" y="1108660"/>
              <a:ext cx="161906" cy="41607"/>
            </a:xfrm>
            <a:custGeom>
              <a:avLst/>
              <a:pathLst>
                <a:path w="161906" h="41607">
                  <a:moveTo>
                    <a:pt x="0" y="41607"/>
                  </a:moveTo>
                  <a:lnTo>
                    <a:pt x="161906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24309" y="1108660"/>
              <a:ext cx="161906" cy="41607"/>
            </a:xfrm>
            <a:custGeom>
              <a:avLst/>
              <a:pathLst>
                <a:path w="161906" h="41607">
                  <a:moveTo>
                    <a:pt x="0" y="41607"/>
                  </a:moveTo>
                  <a:lnTo>
                    <a:pt x="16190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24309" y="1108660"/>
              <a:ext cx="161906" cy="41607"/>
            </a:xfrm>
            <a:custGeom>
              <a:avLst/>
              <a:pathLst>
                <a:path w="161906" h="41607">
                  <a:moveTo>
                    <a:pt x="0" y="41607"/>
                  </a:moveTo>
                  <a:lnTo>
                    <a:pt x="16190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24309" y="1108660"/>
              <a:ext cx="161906" cy="41607"/>
            </a:xfrm>
            <a:custGeom>
              <a:avLst/>
              <a:pathLst>
                <a:path w="161906" h="41607">
                  <a:moveTo>
                    <a:pt x="0" y="41607"/>
                  </a:moveTo>
                  <a:lnTo>
                    <a:pt x="16190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24309" y="1108660"/>
              <a:ext cx="161906" cy="41607"/>
            </a:xfrm>
            <a:custGeom>
              <a:avLst/>
              <a:pathLst>
                <a:path w="161906" h="41607">
                  <a:moveTo>
                    <a:pt x="0" y="41607"/>
                  </a:moveTo>
                  <a:lnTo>
                    <a:pt x="16190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24309" y="1108660"/>
              <a:ext cx="161906" cy="41607"/>
            </a:xfrm>
            <a:custGeom>
              <a:avLst/>
              <a:pathLst>
                <a:path w="161906" h="41607">
                  <a:moveTo>
                    <a:pt x="0" y="41607"/>
                  </a:moveTo>
                  <a:lnTo>
                    <a:pt x="16190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24309" y="1108660"/>
              <a:ext cx="161906" cy="41607"/>
            </a:xfrm>
            <a:custGeom>
              <a:avLst/>
              <a:pathLst>
                <a:path w="161906" h="41607">
                  <a:moveTo>
                    <a:pt x="0" y="41607"/>
                  </a:moveTo>
                  <a:lnTo>
                    <a:pt x="16190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24309" y="1108660"/>
              <a:ext cx="161906" cy="41607"/>
            </a:xfrm>
            <a:custGeom>
              <a:avLst/>
              <a:pathLst>
                <a:path w="161906" h="41607">
                  <a:moveTo>
                    <a:pt x="0" y="41607"/>
                  </a:moveTo>
                  <a:lnTo>
                    <a:pt x="16190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24309" y="1108660"/>
              <a:ext cx="161906" cy="41607"/>
            </a:xfrm>
            <a:custGeom>
              <a:avLst/>
              <a:pathLst>
                <a:path w="161906" h="41607">
                  <a:moveTo>
                    <a:pt x="0" y="41607"/>
                  </a:moveTo>
                  <a:lnTo>
                    <a:pt x="16190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24309" y="1108660"/>
              <a:ext cx="161906" cy="41607"/>
            </a:xfrm>
            <a:custGeom>
              <a:avLst/>
              <a:pathLst>
                <a:path w="161906" h="41607">
                  <a:moveTo>
                    <a:pt x="0" y="41607"/>
                  </a:moveTo>
                  <a:lnTo>
                    <a:pt x="16190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24309" y="1108660"/>
              <a:ext cx="161906" cy="158487"/>
            </a:xfrm>
            <a:custGeom>
              <a:avLst/>
              <a:pathLst>
                <a:path w="161906" h="158487">
                  <a:moveTo>
                    <a:pt x="0" y="41607"/>
                  </a:moveTo>
                  <a:lnTo>
                    <a:pt x="1469" y="46956"/>
                  </a:lnTo>
                  <a:lnTo>
                    <a:pt x="3116" y="52253"/>
                  </a:lnTo>
                  <a:lnTo>
                    <a:pt x="4937" y="57493"/>
                  </a:lnTo>
                  <a:lnTo>
                    <a:pt x="6931" y="62670"/>
                  </a:lnTo>
                  <a:lnTo>
                    <a:pt x="9096" y="67778"/>
                  </a:lnTo>
                  <a:lnTo>
                    <a:pt x="11429" y="72811"/>
                  </a:lnTo>
                  <a:lnTo>
                    <a:pt x="13928" y="77764"/>
                  </a:lnTo>
                  <a:lnTo>
                    <a:pt x="16589" y="82631"/>
                  </a:lnTo>
                  <a:lnTo>
                    <a:pt x="19411" y="87407"/>
                  </a:lnTo>
                  <a:lnTo>
                    <a:pt x="22390" y="92087"/>
                  </a:lnTo>
                  <a:lnTo>
                    <a:pt x="25522" y="96665"/>
                  </a:lnTo>
                  <a:lnTo>
                    <a:pt x="28805" y="101137"/>
                  </a:lnTo>
                  <a:lnTo>
                    <a:pt x="32234" y="105498"/>
                  </a:lnTo>
                  <a:lnTo>
                    <a:pt x="35806" y="109743"/>
                  </a:lnTo>
                  <a:lnTo>
                    <a:pt x="39516" y="113866"/>
                  </a:lnTo>
                  <a:lnTo>
                    <a:pt x="43362" y="117865"/>
                  </a:lnTo>
                  <a:lnTo>
                    <a:pt x="47338" y="121733"/>
                  </a:lnTo>
                  <a:lnTo>
                    <a:pt x="51440" y="125468"/>
                  </a:lnTo>
                  <a:lnTo>
                    <a:pt x="55664" y="129064"/>
                  </a:lnTo>
                  <a:lnTo>
                    <a:pt x="60005" y="132518"/>
                  </a:lnTo>
                  <a:lnTo>
                    <a:pt x="64458" y="135826"/>
                  </a:lnTo>
                  <a:lnTo>
                    <a:pt x="69019" y="138985"/>
                  </a:lnTo>
                  <a:lnTo>
                    <a:pt x="73682" y="141990"/>
                  </a:lnTo>
                  <a:lnTo>
                    <a:pt x="78441" y="144839"/>
                  </a:lnTo>
                  <a:lnTo>
                    <a:pt x="83293" y="147529"/>
                  </a:lnTo>
                  <a:lnTo>
                    <a:pt x="88232" y="150056"/>
                  </a:lnTo>
                  <a:lnTo>
                    <a:pt x="93251" y="152418"/>
                  </a:lnTo>
                  <a:lnTo>
                    <a:pt x="98346" y="154612"/>
                  </a:lnTo>
                  <a:lnTo>
                    <a:pt x="103511" y="156636"/>
                  </a:lnTo>
                  <a:lnTo>
                    <a:pt x="108741" y="158487"/>
                  </a:lnTo>
                  <a:lnTo>
                    <a:pt x="16190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433050" y="941493"/>
              <a:ext cx="220318" cy="334332"/>
            </a:xfrm>
            <a:custGeom>
              <a:avLst/>
              <a:pathLst>
                <a:path w="220318" h="334332">
                  <a:moveTo>
                    <a:pt x="0" y="325655"/>
                  </a:moveTo>
                  <a:lnTo>
                    <a:pt x="5064" y="327265"/>
                  </a:lnTo>
                  <a:lnTo>
                    <a:pt x="10177" y="328713"/>
                  </a:lnTo>
                  <a:lnTo>
                    <a:pt x="15334" y="329997"/>
                  </a:lnTo>
                  <a:lnTo>
                    <a:pt x="20529" y="331118"/>
                  </a:lnTo>
                  <a:lnTo>
                    <a:pt x="25756" y="332072"/>
                  </a:lnTo>
                  <a:lnTo>
                    <a:pt x="31012" y="332860"/>
                  </a:lnTo>
                  <a:lnTo>
                    <a:pt x="36290" y="333480"/>
                  </a:lnTo>
                  <a:lnTo>
                    <a:pt x="41585" y="333933"/>
                  </a:lnTo>
                  <a:lnTo>
                    <a:pt x="46892" y="334217"/>
                  </a:lnTo>
                  <a:lnTo>
                    <a:pt x="52205" y="334332"/>
                  </a:lnTo>
                  <a:lnTo>
                    <a:pt x="57518" y="334278"/>
                  </a:lnTo>
                  <a:lnTo>
                    <a:pt x="62828" y="334055"/>
                  </a:lnTo>
                  <a:lnTo>
                    <a:pt x="68128" y="333663"/>
                  </a:lnTo>
                  <a:lnTo>
                    <a:pt x="73413" y="333104"/>
                  </a:lnTo>
                  <a:lnTo>
                    <a:pt x="78677" y="332376"/>
                  </a:lnTo>
                  <a:lnTo>
                    <a:pt x="83915" y="331482"/>
                  </a:lnTo>
                  <a:lnTo>
                    <a:pt x="89123" y="330421"/>
                  </a:lnTo>
                  <a:lnTo>
                    <a:pt x="94294" y="329196"/>
                  </a:lnTo>
                  <a:lnTo>
                    <a:pt x="99423" y="327807"/>
                  </a:lnTo>
                  <a:lnTo>
                    <a:pt x="104506" y="326255"/>
                  </a:lnTo>
                  <a:lnTo>
                    <a:pt x="109537" y="324543"/>
                  </a:lnTo>
                  <a:lnTo>
                    <a:pt x="114510" y="322672"/>
                  </a:lnTo>
                  <a:lnTo>
                    <a:pt x="119422" y="320643"/>
                  </a:lnTo>
                  <a:lnTo>
                    <a:pt x="124267" y="318459"/>
                  </a:lnTo>
                  <a:lnTo>
                    <a:pt x="129040" y="316123"/>
                  </a:lnTo>
                  <a:lnTo>
                    <a:pt x="133737" y="313636"/>
                  </a:lnTo>
                  <a:lnTo>
                    <a:pt x="138352" y="311001"/>
                  </a:lnTo>
                  <a:lnTo>
                    <a:pt x="142880" y="308220"/>
                  </a:lnTo>
                  <a:lnTo>
                    <a:pt x="147319" y="305297"/>
                  </a:lnTo>
                  <a:lnTo>
                    <a:pt x="151662" y="302235"/>
                  </a:lnTo>
                  <a:lnTo>
                    <a:pt x="155905" y="299036"/>
                  </a:lnTo>
                  <a:lnTo>
                    <a:pt x="160045" y="295703"/>
                  </a:lnTo>
                  <a:lnTo>
                    <a:pt x="164076" y="292241"/>
                  </a:lnTo>
                  <a:lnTo>
                    <a:pt x="167996" y="288653"/>
                  </a:lnTo>
                  <a:lnTo>
                    <a:pt x="171799" y="284941"/>
                  </a:lnTo>
                  <a:lnTo>
                    <a:pt x="175483" y="281111"/>
                  </a:lnTo>
                  <a:lnTo>
                    <a:pt x="179043" y="277165"/>
                  </a:lnTo>
                  <a:lnTo>
                    <a:pt x="182476" y="273108"/>
                  </a:lnTo>
                  <a:lnTo>
                    <a:pt x="185778" y="268945"/>
                  </a:lnTo>
                  <a:lnTo>
                    <a:pt x="188946" y="264678"/>
                  </a:lnTo>
                  <a:lnTo>
                    <a:pt x="191977" y="260313"/>
                  </a:lnTo>
                  <a:lnTo>
                    <a:pt x="194868" y="255853"/>
                  </a:lnTo>
                  <a:lnTo>
                    <a:pt x="197615" y="251305"/>
                  </a:lnTo>
                  <a:lnTo>
                    <a:pt x="200216" y="246671"/>
                  </a:lnTo>
                  <a:lnTo>
                    <a:pt x="202669" y="241956"/>
                  </a:lnTo>
                  <a:lnTo>
                    <a:pt x="204971" y="237166"/>
                  </a:lnTo>
                  <a:lnTo>
                    <a:pt x="207119" y="232306"/>
                  </a:lnTo>
                  <a:lnTo>
                    <a:pt x="209112" y="227379"/>
                  </a:lnTo>
                  <a:lnTo>
                    <a:pt x="210947" y="222392"/>
                  </a:lnTo>
                  <a:lnTo>
                    <a:pt x="212623" y="217349"/>
                  </a:lnTo>
                  <a:lnTo>
                    <a:pt x="214137" y="212255"/>
                  </a:lnTo>
                  <a:lnTo>
                    <a:pt x="215489" y="207115"/>
                  </a:lnTo>
                  <a:lnTo>
                    <a:pt x="216677" y="201935"/>
                  </a:lnTo>
                  <a:lnTo>
                    <a:pt x="217699" y="196721"/>
                  </a:lnTo>
                  <a:lnTo>
                    <a:pt x="218555" y="191476"/>
                  </a:lnTo>
                  <a:lnTo>
                    <a:pt x="219245" y="186206"/>
                  </a:lnTo>
                  <a:lnTo>
                    <a:pt x="219766" y="180918"/>
                  </a:lnTo>
                  <a:lnTo>
                    <a:pt x="220119" y="175615"/>
                  </a:lnTo>
                  <a:lnTo>
                    <a:pt x="220303" y="170304"/>
                  </a:lnTo>
                  <a:lnTo>
                    <a:pt x="220318" y="164990"/>
                  </a:lnTo>
                  <a:lnTo>
                    <a:pt x="220164" y="159678"/>
                  </a:lnTo>
                  <a:lnTo>
                    <a:pt x="219842" y="154373"/>
                  </a:lnTo>
                  <a:lnTo>
                    <a:pt x="219351" y="149082"/>
                  </a:lnTo>
                  <a:lnTo>
                    <a:pt x="218692" y="143809"/>
                  </a:lnTo>
                  <a:lnTo>
                    <a:pt x="217866" y="138559"/>
                  </a:lnTo>
                  <a:lnTo>
                    <a:pt x="216874" y="133338"/>
                  </a:lnTo>
                  <a:lnTo>
                    <a:pt x="215716" y="128152"/>
                  </a:lnTo>
                  <a:lnTo>
                    <a:pt x="214393" y="123005"/>
                  </a:lnTo>
                  <a:lnTo>
                    <a:pt x="212908" y="117902"/>
                  </a:lnTo>
                  <a:lnTo>
                    <a:pt x="211262" y="112849"/>
                  </a:lnTo>
                  <a:lnTo>
                    <a:pt x="209455" y="107852"/>
                  </a:lnTo>
                  <a:lnTo>
                    <a:pt x="207491" y="102914"/>
                  </a:lnTo>
                  <a:lnTo>
                    <a:pt x="205370" y="98041"/>
                  </a:lnTo>
                  <a:lnTo>
                    <a:pt x="203096" y="93238"/>
                  </a:lnTo>
                  <a:lnTo>
                    <a:pt x="200671" y="88509"/>
                  </a:lnTo>
                  <a:lnTo>
                    <a:pt x="198096" y="83861"/>
                  </a:lnTo>
                  <a:lnTo>
                    <a:pt x="195375" y="79296"/>
                  </a:lnTo>
                  <a:lnTo>
                    <a:pt x="192510" y="74820"/>
                  </a:lnTo>
                  <a:lnTo>
                    <a:pt x="189504" y="70438"/>
                  </a:lnTo>
                  <a:lnTo>
                    <a:pt x="186361" y="66153"/>
                  </a:lnTo>
                  <a:lnTo>
                    <a:pt x="183082" y="61970"/>
                  </a:lnTo>
                  <a:lnTo>
                    <a:pt x="179673" y="57894"/>
                  </a:lnTo>
                  <a:lnTo>
                    <a:pt x="176136" y="53928"/>
                  </a:lnTo>
                  <a:lnTo>
                    <a:pt x="172474" y="50076"/>
                  </a:lnTo>
                  <a:lnTo>
                    <a:pt x="168692" y="46343"/>
                  </a:lnTo>
                  <a:lnTo>
                    <a:pt x="164793" y="42732"/>
                  </a:lnTo>
                  <a:lnTo>
                    <a:pt x="160781" y="39247"/>
                  </a:lnTo>
                  <a:lnTo>
                    <a:pt x="156661" y="35890"/>
                  </a:lnTo>
                  <a:lnTo>
                    <a:pt x="152436" y="32667"/>
                  </a:lnTo>
                  <a:lnTo>
                    <a:pt x="148111" y="29580"/>
                  </a:lnTo>
                  <a:lnTo>
                    <a:pt x="143689" y="26631"/>
                  </a:lnTo>
                  <a:lnTo>
                    <a:pt x="139176" y="23825"/>
                  </a:lnTo>
                  <a:lnTo>
                    <a:pt x="134577" y="21163"/>
                  </a:lnTo>
                  <a:lnTo>
                    <a:pt x="129895" y="18649"/>
                  </a:lnTo>
                  <a:lnTo>
                    <a:pt x="125135" y="16285"/>
                  </a:lnTo>
                  <a:lnTo>
                    <a:pt x="120303" y="14074"/>
                  </a:lnTo>
                  <a:lnTo>
                    <a:pt x="115403" y="12017"/>
                  </a:lnTo>
                  <a:lnTo>
                    <a:pt x="110440" y="10117"/>
                  </a:lnTo>
                  <a:lnTo>
                    <a:pt x="105419" y="8376"/>
                  </a:lnTo>
                  <a:lnTo>
                    <a:pt x="100345" y="6796"/>
                  </a:lnTo>
                  <a:lnTo>
                    <a:pt x="95224" y="5377"/>
                  </a:lnTo>
                  <a:lnTo>
                    <a:pt x="90060" y="4122"/>
                  </a:lnTo>
                  <a:lnTo>
                    <a:pt x="84859" y="3031"/>
                  </a:lnTo>
                  <a:lnTo>
                    <a:pt x="79625" y="2107"/>
                  </a:lnTo>
                  <a:lnTo>
                    <a:pt x="74366" y="1349"/>
                  </a:lnTo>
                  <a:lnTo>
                    <a:pt x="69084" y="759"/>
                  </a:lnTo>
                  <a:lnTo>
                    <a:pt x="63787" y="337"/>
                  </a:lnTo>
                  <a:lnTo>
                    <a:pt x="58478" y="84"/>
                  </a:lnTo>
                  <a:lnTo>
                    <a:pt x="53165" y="0"/>
                  </a:lnTo>
                  <a:lnTo>
                    <a:pt x="531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797339" y="1071028"/>
              <a:ext cx="196415" cy="334314"/>
            </a:xfrm>
            <a:custGeom>
              <a:avLst/>
              <a:pathLst>
                <a:path w="196415" h="334314">
                  <a:moveTo>
                    <a:pt x="167162" y="0"/>
                  </a:moveTo>
                  <a:lnTo>
                    <a:pt x="161830" y="85"/>
                  </a:lnTo>
                  <a:lnTo>
                    <a:pt x="156504" y="340"/>
                  </a:lnTo>
                  <a:lnTo>
                    <a:pt x="151189" y="764"/>
                  </a:lnTo>
                  <a:lnTo>
                    <a:pt x="145890" y="1358"/>
                  </a:lnTo>
                  <a:lnTo>
                    <a:pt x="140612" y="2121"/>
                  </a:lnTo>
                  <a:lnTo>
                    <a:pt x="135362" y="3052"/>
                  </a:lnTo>
                  <a:lnTo>
                    <a:pt x="130144" y="4150"/>
                  </a:lnTo>
                  <a:lnTo>
                    <a:pt x="124964" y="5413"/>
                  </a:lnTo>
                  <a:lnTo>
                    <a:pt x="119826" y="6841"/>
                  </a:lnTo>
                  <a:lnTo>
                    <a:pt x="114737" y="8433"/>
                  </a:lnTo>
                  <a:lnTo>
                    <a:pt x="109701" y="10185"/>
                  </a:lnTo>
                  <a:lnTo>
                    <a:pt x="104724" y="12098"/>
                  </a:lnTo>
                  <a:lnTo>
                    <a:pt x="99810" y="14168"/>
                  </a:lnTo>
                  <a:lnTo>
                    <a:pt x="94964" y="16394"/>
                  </a:lnTo>
                  <a:lnTo>
                    <a:pt x="90192" y="18773"/>
                  </a:lnTo>
                  <a:lnTo>
                    <a:pt x="85499" y="21304"/>
                  </a:lnTo>
                  <a:lnTo>
                    <a:pt x="80888" y="23983"/>
                  </a:lnTo>
                  <a:lnTo>
                    <a:pt x="76365" y="26807"/>
                  </a:lnTo>
                  <a:lnTo>
                    <a:pt x="71935" y="29774"/>
                  </a:lnTo>
                  <a:lnTo>
                    <a:pt x="67601" y="32881"/>
                  </a:lnTo>
                  <a:lnTo>
                    <a:pt x="63369" y="36125"/>
                  </a:lnTo>
                  <a:lnTo>
                    <a:pt x="59243" y="39502"/>
                  </a:lnTo>
                  <a:lnTo>
                    <a:pt x="55226" y="43009"/>
                  </a:lnTo>
                  <a:lnTo>
                    <a:pt x="51323" y="46642"/>
                  </a:lnTo>
                  <a:lnTo>
                    <a:pt x="47538" y="50398"/>
                  </a:lnTo>
                  <a:lnTo>
                    <a:pt x="43875" y="54272"/>
                  </a:lnTo>
                  <a:lnTo>
                    <a:pt x="40337" y="58262"/>
                  </a:lnTo>
                  <a:lnTo>
                    <a:pt x="36928" y="62362"/>
                  </a:lnTo>
                  <a:lnTo>
                    <a:pt x="33651" y="66569"/>
                  </a:lnTo>
                  <a:lnTo>
                    <a:pt x="30511" y="70878"/>
                  </a:lnTo>
                  <a:lnTo>
                    <a:pt x="27509" y="75286"/>
                  </a:lnTo>
                  <a:lnTo>
                    <a:pt x="24650" y="79787"/>
                  </a:lnTo>
                  <a:lnTo>
                    <a:pt x="21936" y="84376"/>
                  </a:lnTo>
                  <a:lnTo>
                    <a:pt x="19369" y="89050"/>
                  </a:lnTo>
                  <a:lnTo>
                    <a:pt x="16953" y="93803"/>
                  </a:lnTo>
                  <a:lnTo>
                    <a:pt x="14689" y="98631"/>
                  </a:lnTo>
                  <a:lnTo>
                    <a:pt x="12581" y="103529"/>
                  </a:lnTo>
                  <a:lnTo>
                    <a:pt x="10630" y="108492"/>
                  </a:lnTo>
                  <a:lnTo>
                    <a:pt x="8838" y="113514"/>
                  </a:lnTo>
                  <a:lnTo>
                    <a:pt x="7208" y="118591"/>
                  </a:lnTo>
                  <a:lnTo>
                    <a:pt x="5740" y="123717"/>
                  </a:lnTo>
                  <a:lnTo>
                    <a:pt x="4436" y="128887"/>
                  </a:lnTo>
                  <a:lnTo>
                    <a:pt x="3298" y="134097"/>
                  </a:lnTo>
                  <a:lnTo>
                    <a:pt x="2327" y="139340"/>
                  </a:lnTo>
                  <a:lnTo>
                    <a:pt x="1523" y="144611"/>
                  </a:lnTo>
                  <a:lnTo>
                    <a:pt x="888" y="149905"/>
                  </a:lnTo>
                  <a:lnTo>
                    <a:pt x="422" y="155217"/>
                  </a:lnTo>
                  <a:lnTo>
                    <a:pt x="126" y="160541"/>
                  </a:lnTo>
                  <a:lnTo>
                    <a:pt x="0" y="165872"/>
                  </a:lnTo>
                  <a:lnTo>
                    <a:pt x="43" y="171204"/>
                  </a:lnTo>
                  <a:lnTo>
                    <a:pt x="257" y="176532"/>
                  </a:lnTo>
                  <a:lnTo>
                    <a:pt x="641" y="181850"/>
                  </a:lnTo>
                  <a:lnTo>
                    <a:pt x="1194" y="187154"/>
                  </a:lnTo>
                  <a:lnTo>
                    <a:pt x="1916" y="192437"/>
                  </a:lnTo>
                  <a:lnTo>
                    <a:pt x="2806" y="197695"/>
                  </a:lnTo>
                  <a:lnTo>
                    <a:pt x="3863" y="202921"/>
                  </a:lnTo>
                  <a:lnTo>
                    <a:pt x="5086" y="208111"/>
                  </a:lnTo>
                  <a:lnTo>
                    <a:pt x="6474" y="213259"/>
                  </a:lnTo>
                  <a:lnTo>
                    <a:pt x="8026" y="218361"/>
                  </a:lnTo>
                  <a:lnTo>
                    <a:pt x="9740" y="223410"/>
                  </a:lnTo>
                  <a:lnTo>
                    <a:pt x="11614" y="228402"/>
                  </a:lnTo>
                  <a:lnTo>
                    <a:pt x="13646" y="233332"/>
                  </a:lnTo>
                  <a:lnTo>
                    <a:pt x="15834" y="238195"/>
                  </a:lnTo>
                  <a:lnTo>
                    <a:pt x="18177" y="242985"/>
                  </a:lnTo>
                  <a:lnTo>
                    <a:pt x="20671" y="247698"/>
                  </a:lnTo>
                  <a:lnTo>
                    <a:pt x="23314" y="252329"/>
                  </a:lnTo>
                  <a:lnTo>
                    <a:pt x="26103" y="256874"/>
                  </a:lnTo>
                  <a:lnTo>
                    <a:pt x="29036" y="261327"/>
                  </a:lnTo>
                  <a:lnTo>
                    <a:pt x="32109" y="265684"/>
                  </a:lnTo>
                  <a:lnTo>
                    <a:pt x="35320" y="269941"/>
                  </a:lnTo>
                  <a:lnTo>
                    <a:pt x="38665" y="274094"/>
                  </a:lnTo>
                  <a:lnTo>
                    <a:pt x="42140" y="278138"/>
                  </a:lnTo>
                  <a:lnTo>
                    <a:pt x="45743" y="282069"/>
                  </a:lnTo>
                  <a:lnTo>
                    <a:pt x="49470" y="285883"/>
                  </a:lnTo>
                  <a:lnTo>
                    <a:pt x="53316" y="289576"/>
                  </a:lnTo>
                  <a:lnTo>
                    <a:pt x="57278" y="293145"/>
                  </a:lnTo>
                  <a:lnTo>
                    <a:pt x="61352" y="296585"/>
                  </a:lnTo>
                  <a:lnTo>
                    <a:pt x="65533" y="299894"/>
                  </a:lnTo>
                  <a:lnTo>
                    <a:pt x="69818" y="303068"/>
                  </a:lnTo>
                  <a:lnTo>
                    <a:pt x="74202" y="306103"/>
                  </a:lnTo>
                  <a:lnTo>
                    <a:pt x="78680" y="308998"/>
                  </a:lnTo>
                  <a:lnTo>
                    <a:pt x="83249" y="311747"/>
                  </a:lnTo>
                  <a:lnTo>
                    <a:pt x="87903" y="314350"/>
                  </a:lnTo>
                  <a:lnTo>
                    <a:pt x="92637" y="316803"/>
                  </a:lnTo>
                  <a:lnTo>
                    <a:pt x="97447" y="319104"/>
                  </a:lnTo>
                  <a:lnTo>
                    <a:pt x="102329" y="321250"/>
                  </a:lnTo>
                  <a:lnTo>
                    <a:pt x="107276" y="323239"/>
                  </a:lnTo>
                  <a:lnTo>
                    <a:pt x="112284" y="325070"/>
                  </a:lnTo>
                  <a:lnTo>
                    <a:pt x="117348" y="326740"/>
                  </a:lnTo>
                  <a:lnTo>
                    <a:pt x="122463" y="328247"/>
                  </a:lnTo>
                  <a:lnTo>
                    <a:pt x="127623" y="329591"/>
                  </a:lnTo>
                  <a:lnTo>
                    <a:pt x="132823" y="330770"/>
                  </a:lnTo>
                  <a:lnTo>
                    <a:pt x="138059" y="331782"/>
                  </a:lnTo>
                  <a:lnTo>
                    <a:pt x="143324" y="332626"/>
                  </a:lnTo>
                  <a:lnTo>
                    <a:pt x="148613" y="333302"/>
                  </a:lnTo>
                  <a:lnTo>
                    <a:pt x="153921" y="333809"/>
                  </a:lnTo>
                  <a:lnTo>
                    <a:pt x="159243" y="334147"/>
                  </a:lnTo>
                  <a:lnTo>
                    <a:pt x="164572" y="334314"/>
                  </a:lnTo>
                  <a:lnTo>
                    <a:pt x="169904" y="334312"/>
                  </a:lnTo>
                  <a:lnTo>
                    <a:pt x="175234" y="334139"/>
                  </a:lnTo>
                  <a:lnTo>
                    <a:pt x="180555" y="333797"/>
                  </a:lnTo>
                  <a:lnTo>
                    <a:pt x="185863" y="333285"/>
                  </a:lnTo>
                  <a:lnTo>
                    <a:pt x="191151" y="332604"/>
                  </a:lnTo>
                  <a:lnTo>
                    <a:pt x="196415" y="331755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238196"/>
              <a:ext cx="29253" cy="164587"/>
            </a:xfrm>
            <a:custGeom>
              <a:avLst/>
              <a:pathLst>
                <a:path w="29253" h="164587">
                  <a:moveTo>
                    <a:pt x="29253" y="16458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238196"/>
              <a:ext cx="29253" cy="164587"/>
            </a:xfrm>
            <a:custGeom>
              <a:avLst/>
              <a:pathLst>
                <a:path w="29253" h="164587">
                  <a:moveTo>
                    <a:pt x="29253" y="16458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238196"/>
              <a:ext cx="29253" cy="164587"/>
            </a:xfrm>
            <a:custGeom>
              <a:avLst/>
              <a:pathLst>
                <a:path w="29253" h="164587">
                  <a:moveTo>
                    <a:pt x="29253" y="16458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238196"/>
              <a:ext cx="29253" cy="164587"/>
            </a:xfrm>
            <a:custGeom>
              <a:avLst/>
              <a:pathLst>
                <a:path w="29253" h="164587">
                  <a:moveTo>
                    <a:pt x="29253" y="16458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238196"/>
              <a:ext cx="29253" cy="164587"/>
            </a:xfrm>
            <a:custGeom>
              <a:avLst/>
              <a:pathLst>
                <a:path w="29253" h="164587">
                  <a:moveTo>
                    <a:pt x="29253" y="16458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238196"/>
              <a:ext cx="29253" cy="164587"/>
            </a:xfrm>
            <a:custGeom>
              <a:avLst/>
              <a:pathLst>
                <a:path w="29253" h="164587">
                  <a:moveTo>
                    <a:pt x="29253" y="16458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238196"/>
              <a:ext cx="29253" cy="164587"/>
            </a:xfrm>
            <a:custGeom>
              <a:avLst/>
              <a:pathLst>
                <a:path w="29253" h="164587">
                  <a:moveTo>
                    <a:pt x="29253" y="16458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238196"/>
              <a:ext cx="29253" cy="164587"/>
            </a:xfrm>
            <a:custGeom>
              <a:avLst/>
              <a:pathLst>
                <a:path w="29253" h="164587">
                  <a:moveTo>
                    <a:pt x="29253" y="16458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238196"/>
              <a:ext cx="29253" cy="164587"/>
            </a:xfrm>
            <a:custGeom>
              <a:avLst/>
              <a:pathLst>
                <a:path w="29253" h="164587">
                  <a:moveTo>
                    <a:pt x="29253" y="16458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238196"/>
              <a:ext cx="29253" cy="164587"/>
            </a:xfrm>
            <a:custGeom>
              <a:avLst/>
              <a:pathLst>
                <a:path w="29253" h="164587">
                  <a:moveTo>
                    <a:pt x="29253" y="16458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238196"/>
              <a:ext cx="29253" cy="164587"/>
            </a:xfrm>
            <a:custGeom>
              <a:avLst/>
              <a:pathLst>
                <a:path w="29253" h="164587">
                  <a:moveTo>
                    <a:pt x="29253" y="16458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238196"/>
              <a:ext cx="29253" cy="164587"/>
            </a:xfrm>
            <a:custGeom>
              <a:avLst/>
              <a:pathLst>
                <a:path w="29253" h="164587">
                  <a:moveTo>
                    <a:pt x="29253" y="16458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238196"/>
              <a:ext cx="29253" cy="164587"/>
            </a:xfrm>
            <a:custGeom>
              <a:avLst/>
              <a:pathLst>
                <a:path w="29253" h="164587">
                  <a:moveTo>
                    <a:pt x="29253" y="16458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238196"/>
              <a:ext cx="29253" cy="164587"/>
            </a:xfrm>
            <a:custGeom>
              <a:avLst/>
              <a:pathLst>
                <a:path w="29253" h="164587">
                  <a:moveTo>
                    <a:pt x="29253" y="16458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238196"/>
              <a:ext cx="29253" cy="164587"/>
            </a:xfrm>
            <a:custGeom>
              <a:avLst/>
              <a:pathLst>
                <a:path w="29253" h="164587">
                  <a:moveTo>
                    <a:pt x="29253" y="16458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238196"/>
              <a:ext cx="29253" cy="164587"/>
            </a:xfrm>
            <a:custGeom>
              <a:avLst/>
              <a:pathLst>
                <a:path w="29253" h="164587">
                  <a:moveTo>
                    <a:pt x="29253" y="16458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238196"/>
              <a:ext cx="29253" cy="164587"/>
            </a:xfrm>
            <a:custGeom>
              <a:avLst/>
              <a:pathLst>
                <a:path w="29253" h="164587">
                  <a:moveTo>
                    <a:pt x="29253" y="16458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072367"/>
              <a:ext cx="167161" cy="330416"/>
            </a:xfrm>
            <a:custGeom>
              <a:avLst/>
              <a:pathLst>
                <a:path w="167161" h="330416">
                  <a:moveTo>
                    <a:pt x="29253" y="330416"/>
                  </a:moveTo>
                  <a:lnTo>
                    <a:pt x="34488" y="329399"/>
                  </a:lnTo>
                  <a:lnTo>
                    <a:pt x="39687" y="328216"/>
                  </a:lnTo>
                  <a:lnTo>
                    <a:pt x="44846" y="326868"/>
                  </a:lnTo>
                  <a:lnTo>
                    <a:pt x="49959" y="325355"/>
                  </a:lnTo>
                  <a:lnTo>
                    <a:pt x="55022" y="323681"/>
                  </a:lnTo>
                  <a:lnTo>
                    <a:pt x="60028" y="321846"/>
                  </a:lnTo>
                  <a:lnTo>
                    <a:pt x="64974" y="319852"/>
                  </a:lnTo>
                  <a:lnTo>
                    <a:pt x="69853" y="317701"/>
                  </a:lnTo>
                  <a:lnTo>
                    <a:pt x="74661" y="315396"/>
                  </a:lnTo>
                  <a:lnTo>
                    <a:pt x="79394" y="312939"/>
                  </a:lnTo>
                  <a:lnTo>
                    <a:pt x="84045" y="310332"/>
                  </a:lnTo>
                  <a:lnTo>
                    <a:pt x="88611" y="307577"/>
                  </a:lnTo>
                  <a:lnTo>
                    <a:pt x="93087" y="304679"/>
                  </a:lnTo>
                  <a:lnTo>
                    <a:pt x="97468" y="301640"/>
                  </a:lnTo>
                  <a:lnTo>
                    <a:pt x="101750" y="298462"/>
                  </a:lnTo>
                  <a:lnTo>
                    <a:pt x="105929" y="295149"/>
                  </a:lnTo>
                  <a:lnTo>
                    <a:pt x="110000" y="291705"/>
                  </a:lnTo>
                  <a:lnTo>
                    <a:pt x="113958" y="288132"/>
                  </a:lnTo>
                  <a:lnTo>
                    <a:pt x="117801" y="284436"/>
                  </a:lnTo>
                  <a:lnTo>
                    <a:pt x="121524" y="280618"/>
                  </a:lnTo>
                  <a:lnTo>
                    <a:pt x="125123" y="276684"/>
                  </a:lnTo>
                  <a:lnTo>
                    <a:pt x="128595" y="272637"/>
                  </a:lnTo>
                  <a:lnTo>
                    <a:pt x="131936" y="268481"/>
                  </a:lnTo>
                  <a:lnTo>
                    <a:pt x="135143" y="264221"/>
                  </a:lnTo>
                  <a:lnTo>
                    <a:pt x="138213" y="259860"/>
                  </a:lnTo>
                  <a:lnTo>
                    <a:pt x="141141" y="255404"/>
                  </a:lnTo>
                  <a:lnTo>
                    <a:pt x="143927" y="250857"/>
                  </a:lnTo>
                  <a:lnTo>
                    <a:pt x="146565" y="246224"/>
                  </a:lnTo>
                  <a:lnTo>
                    <a:pt x="149055" y="241508"/>
                  </a:lnTo>
                  <a:lnTo>
                    <a:pt x="151393" y="236716"/>
                  </a:lnTo>
                  <a:lnTo>
                    <a:pt x="153577" y="231851"/>
                  </a:lnTo>
                  <a:lnTo>
                    <a:pt x="155604" y="226919"/>
                  </a:lnTo>
                  <a:lnTo>
                    <a:pt x="157473" y="221925"/>
                  </a:lnTo>
                  <a:lnTo>
                    <a:pt x="159182" y="216874"/>
                  </a:lnTo>
                  <a:lnTo>
                    <a:pt x="160730" y="211771"/>
                  </a:lnTo>
                  <a:lnTo>
                    <a:pt x="162113" y="206622"/>
                  </a:lnTo>
                  <a:lnTo>
                    <a:pt x="163332" y="201431"/>
                  </a:lnTo>
                  <a:lnTo>
                    <a:pt x="164384" y="196203"/>
                  </a:lnTo>
                  <a:lnTo>
                    <a:pt x="165269" y="190945"/>
                  </a:lnTo>
                  <a:lnTo>
                    <a:pt x="165986" y="185661"/>
                  </a:lnTo>
                  <a:lnTo>
                    <a:pt x="166534" y="180357"/>
                  </a:lnTo>
                  <a:lnTo>
                    <a:pt x="166913" y="175038"/>
                  </a:lnTo>
                  <a:lnTo>
                    <a:pt x="167122" y="169710"/>
                  </a:lnTo>
                  <a:lnTo>
                    <a:pt x="167161" y="164378"/>
                  </a:lnTo>
                  <a:lnTo>
                    <a:pt x="167029" y="159047"/>
                  </a:lnTo>
                  <a:lnTo>
                    <a:pt x="166728" y="153723"/>
                  </a:lnTo>
                  <a:lnTo>
                    <a:pt x="166257" y="148412"/>
                  </a:lnTo>
                  <a:lnTo>
                    <a:pt x="165617" y="143118"/>
                  </a:lnTo>
                  <a:lnTo>
                    <a:pt x="164809" y="137847"/>
                  </a:lnTo>
                  <a:lnTo>
                    <a:pt x="163832" y="132605"/>
                  </a:lnTo>
                  <a:lnTo>
                    <a:pt x="162689" y="127397"/>
                  </a:lnTo>
                  <a:lnTo>
                    <a:pt x="161381" y="122227"/>
                  </a:lnTo>
                  <a:lnTo>
                    <a:pt x="159908" y="117103"/>
                  </a:lnTo>
                  <a:lnTo>
                    <a:pt x="158273" y="112027"/>
                  </a:lnTo>
                  <a:lnTo>
                    <a:pt x="156476" y="107007"/>
                  </a:lnTo>
                  <a:lnTo>
                    <a:pt x="154521" y="102046"/>
                  </a:lnTo>
                  <a:lnTo>
                    <a:pt x="152408" y="97150"/>
                  </a:lnTo>
                  <a:lnTo>
                    <a:pt x="150140" y="92324"/>
                  </a:lnTo>
                  <a:lnTo>
                    <a:pt x="147719" y="87573"/>
                  </a:lnTo>
                  <a:lnTo>
                    <a:pt x="145148" y="82901"/>
                  </a:lnTo>
                  <a:lnTo>
                    <a:pt x="142429" y="78314"/>
                  </a:lnTo>
                  <a:lnTo>
                    <a:pt x="139566" y="73816"/>
                  </a:lnTo>
                  <a:lnTo>
                    <a:pt x="136560" y="69412"/>
                  </a:lnTo>
                  <a:lnTo>
                    <a:pt x="133416" y="65105"/>
                  </a:lnTo>
                  <a:lnTo>
                    <a:pt x="130135" y="60901"/>
                  </a:lnTo>
                  <a:lnTo>
                    <a:pt x="126723" y="56804"/>
                  </a:lnTo>
                  <a:lnTo>
                    <a:pt x="123181" y="52818"/>
                  </a:lnTo>
                  <a:lnTo>
                    <a:pt x="119514" y="48947"/>
                  </a:lnTo>
                  <a:lnTo>
                    <a:pt x="115725" y="45194"/>
                  </a:lnTo>
                  <a:lnTo>
                    <a:pt x="111819" y="41565"/>
                  </a:lnTo>
                  <a:lnTo>
                    <a:pt x="107799" y="38062"/>
                  </a:lnTo>
                  <a:lnTo>
                    <a:pt x="103669" y="34688"/>
                  </a:lnTo>
                  <a:lnTo>
                    <a:pt x="99434" y="31449"/>
                  </a:lnTo>
                  <a:lnTo>
                    <a:pt x="95097" y="28346"/>
                  </a:lnTo>
                  <a:lnTo>
                    <a:pt x="90664" y="25383"/>
                  </a:lnTo>
                  <a:lnTo>
                    <a:pt x="86138" y="22562"/>
                  </a:lnTo>
                  <a:lnTo>
                    <a:pt x="81525" y="19888"/>
                  </a:lnTo>
                  <a:lnTo>
                    <a:pt x="76829" y="17362"/>
                  </a:lnTo>
                  <a:lnTo>
                    <a:pt x="72055" y="14987"/>
                  </a:lnTo>
                  <a:lnTo>
                    <a:pt x="67207" y="12766"/>
                  </a:lnTo>
                  <a:lnTo>
                    <a:pt x="62291" y="10700"/>
                  </a:lnTo>
                  <a:lnTo>
                    <a:pt x="57312" y="8792"/>
                  </a:lnTo>
                  <a:lnTo>
                    <a:pt x="52274" y="7044"/>
                  </a:lnTo>
                  <a:lnTo>
                    <a:pt x="47184" y="5458"/>
                  </a:lnTo>
                  <a:lnTo>
                    <a:pt x="42045" y="4035"/>
                  </a:lnTo>
                  <a:lnTo>
                    <a:pt x="36863" y="2776"/>
                  </a:lnTo>
                  <a:lnTo>
                    <a:pt x="31644" y="1683"/>
                  </a:lnTo>
                  <a:lnTo>
                    <a:pt x="26393" y="757"/>
                  </a:lnTo>
                  <a:lnTo>
                    <a:pt x="21114" y="0"/>
                  </a:lnTo>
                  <a:lnTo>
                    <a:pt x="0" y="1658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4501" y="1071028"/>
              <a:ext cx="21114" cy="167167"/>
            </a:xfrm>
            <a:custGeom>
              <a:avLst/>
              <a:pathLst>
                <a:path w="21114" h="167167">
                  <a:moveTo>
                    <a:pt x="21114" y="1338"/>
                  </a:moveTo>
                  <a:lnTo>
                    <a:pt x="14097" y="595"/>
                  </a:lnTo>
                  <a:lnTo>
                    <a:pt x="7055" y="14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339653" y="1322571"/>
              <a:ext cx="149067" cy="167167"/>
            </a:xfrm>
            <a:custGeom>
              <a:avLst/>
              <a:pathLst>
                <a:path w="149067" h="167167">
                  <a:moveTo>
                    <a:pt x="149067" y="0"/>
                  </a:moveTo>
                  <a:lnTo>
                    <a:pt x="143654" y="87"/>
                  </a:lnTo>
                  <a:lnTo>
                    <a:pt x="138246" y="350"/>
                  </a:lnTo>
                  <a:lnTo>
                    <a:pt x="132850" y="788"/>
                  </a:lnTo>
                  <a:lnTo>
                    <a:pt x="127471" y="1400"/>
                  </a:lnTo>
                  <a:lnTo>
                    <a:pt x="122115" y="2186"/>
                  </a:lnTo>
                  <a:lnTo>
                    <a:pt x="116787" y="3146"/>
                  </a:lnTo>
                  <a:lnTo>
                    <a:pt x="111493" y="4277"/>
                  </a:lnTo>
                  <a:lnTo>
                    <a:pt x="106238" y="5579"/>
                  </a:lnTo>
                  <a:lnTo>
                    <a:pt x="101028" y="7051"/>
                  </a:lnTo>
                  <a:lnTo>
                    <a:pt x="95869" y="8690"/>
                  </a:lnTo>
                  <a:lnTo>
                    <a:pt x="90765" y="10496"/>
                  </a:lnTo>
                  <a:lnTo>
                    <a:pt x="85722" y="12466"/>
                  </a:lnTo>
                  <a:lnTo>
                    <a:pt x="80746" y="14598"/>
                  </a:lnTo>
                  <a:lnTo>
                    <a:pt x="75842" y="16890"/>
                  </a:lnTo>
                  <a:lnTo>
                    <a:pt x="71014" y="19340"/>
                  </a:lnTo>
                  <a:lnTo>
                    <a:pt x="66268" y="21945"/>
                  </a:lnTo>
                  <a:lnTo>
                    <a:pt x="61609" y="24702"/>
                  </a:lnTo>
                  <a:lnTo>
                    <a:pt x="57042" y="27609"/>
                  </a:lnTo>
                  <a:lnTo>
                    <a:pt x="52571" y="30662"/>
                  </a:lnTo>
                  <a:lnTo>
                    <a:pt x="48202" y="33858"/>
                  </a:lnTo>
                  <a:lnTo>
                    <a:pt x="43938" y="37194"/>
                  </a:lnTo>
                  <a:lnTo>
                    <a:pt x="39784" y="40667"/>
                  </a:lnTo>
                  <a:lnTo>
                    <a:pt x="35746" y="44272"/>
                  </a:lnTo>
                  <a:lnTo>
                    <a:pt x="31826" y="48005"/>
                  </a:lnTo>
                  <a:lnTo>
                    <a:pt x="28028" y="51864"/>
                  </a:lnTo>
                  <a:lnTo>
                    <a:pt x="24358" y="55844"/>
                  </a:lnTo>
                  <a:lnTo>
                    <a:pt x="20819" y="59941"/>
                  </a:lnTo>
                  <a:lnTo>
                    <a:pt x="17414" y="64150"/>
                  </a:lnTo>
                  <a:lnTo>
                    <a:pt x="14147" y="68467"/>
                  </a:lnTo>
                  <a:lnTo>
                    <a:pt x="11022" y="72887"/>
                  </a:lnTo>
                  <a:lnTo>
                    <a:pt x="8042" y="77407"/>
                  </a:lnTo>
                  <a:lnTo>
                    <a:pt x="5209" y="82020"/>
                  </a:lnTo>
                  <a:lnTo>
                    <a:pt x="2527" y="86723"/>
                  </a:lnTo>
                  <a:lnTo>
                    <a:pt x="0" y="91510"/>
                  </a:lnTo>
                  <a:lnTo>
                    <a:pt x="14906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339653" y="1414082"/>
              <a:ext cx="149067" cy="75656"/>
            </a:xfrm>
            <a:custGeom>
              <a:avLst/>
              <a:pathLst>
                <a:path w="149067" h="75656">
                  <a:moveTo>
                    <a:pt x="0" y="0"/>
                  </a:moveTo>
                  <a:lnTo>
                    <a:pt x="149067" y="756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339653" y="1414082"/>
              <a:ext cx="149067" cy="75656"/>
            </a:xfrm>
            <a:custGeom>
              <a:avLst/>
              <a:pathLst>
                <a:path w="149067" h="75656">
                  <a:moveTo>
                    <a:pt x="0" y="0"/>
                  </a:moveTo>
                  <a:lnTo>
                    <a:pt x="149067" y="756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339653" y="1414082"/>
              <a:ext cx="149067" cy="75656"/>
            </a:xfrm>
            <a:custGeom>
              <a:avLst/>
              <a:pathLst>
                <a:path w="149067" h="75656">
                  <a:moveTo>
                    <a:pt x="0" y="0"/>
                  </a:moveTo>
                  <a:lnTo>
                    <a:pt x="149067" y="756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339653" y="1414082"/>
              <a:ext cx="149067" cy="75656"/>
            </a:xfrm>
            <a:custGeom>
              <a:avLst/>
              <a:pathLst>
                <a:path w="149067" h="75656">
                  <a:moveTo>
                    <a:pt x="0" y="0"/>
                  </a:moveTo>
                  <a:lnTo>
                    <a:pt x="149067" y="756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339653" y="1414082"/>
              <a:ext cx="149067" cy="75656"/>
            </a:xfrm>
            <a:custGeom>
              <a:avLst/>
              <a:pathLst>
                <a:path w="149067" h="75656">
                  <a:moveTo>
                    <a:pt x="0" y="0"/>
                  </a:moveTo>
                  <a:lnTo>
                    <a:pt x="149067" y="756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39653" y="1414082"/>
              <a:ext cx="149067" cy="75656"/>
            </a:xfrm>
            <a:custGeom>
              <a:avLst/>
              <a:pathLst>
                <a:path w="149067" h="75656">
                  <a:moveTo>
                    <a:pt x="0" y="0"/>
                  </a:moveTo>
                  <a:lnTo>
                    <a:pt x="149067" y="756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39653" y="1414082"/>
              <a:ext cx="149067" cy="75656"/>
            </a:xfrm>
            <a:custGeom>
              <a:avLst/>
              <a:pathLst>
                <a:path w="149067" h="75656">
                  <a:moveTo>
                    <a:pt x="0" y="0"/>
                  </a:moveTo>
                  <a:lnTo>
                    <a:pt x="149067" y="7565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39653" y="1414082"/>
              <a:ext cx="149067" cy="75656"/>
            </a:xfrm>
            <a:custGeom>
              <a:avLst/>
              <a:pathLst>
                <a:path w="149067" h="75656">
                  <a:moveTo>
                    <a:pt x="0" y="0"/>
                  </a:moveTo>
                  <a:lnTo>
                    <a:pt x="149067" y="756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39653" y="1414082"/>
              <a:ext cx="149067" cy="75656"/>
            </a:xfrm>
            <a:custGeom>
              <a:avLst/>
              <a:pathLst>
                <a:path w="149067" h="75656">
                  <a:moveTo>
                    <a:pt x="0" y="0"/>
                  </a:moveTo>
                  <a:lnTo>
                    <a:pt x="149067" y="756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39653" y="1414082"/>
              <a:ext cx="149067" cy="75656"/>
            </a:xfrm>
            <a:custGeom>
              <a:avLst/>
              <a:pathLst>
                <a:path w="149067" h="75656">
                  <a:moveTo>
                    <a:pt x="0" y="0"/>
                  </a:moveTo>
                  <a:lnTo>
                    <a:pt x="149067" y="7565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39653" y="1414082"/>
              <a:ext cx="149067" cy="75656"/>
            </a:xfrm>
            <a:custGeom>
              <a:avLst/>
              <a:pathLst>
                <a:path w="149067" h="75656">
                  <a:moveTo>
                    <a:pt x="0" y="0"/>
                  </a:moveTo>
                  <a:lnTo>
                    <a:pt x="149067" y="756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39653" y="1414082"/>
              <a:ext cx="149067" cy="75656"/>
            </a:xfrm>
            <a:custGeom>
              <a:avLst/>
              <a:pathLst>
                <a:path w="149067" h="75656">
                  <a:moveTo>
                    <a:pt x="0" y="0"/>
                  </a:moveTo>
                  <a:lnTo>
                    <a:pt x="149067" y="756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39653" y="1414082"/>
              <a:ext cx="149067" cy="75656"/>
            </a:xfrm>
            <a:custGeom>
              <a:avLst/>
              <a:pathLst>
                <a:path w="149067" h="75656">
                  <a:moveTo>
                    <a:pt x="0" y="0"/>
                  </a:moveTo>
                  <a:lnTo>
                    <a:pt x="149067" y="756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39653" y="1414082"/>
              <a:ext cx="149067" cy="75656"/>
            </a:xfrm>
            <a:custGeom>
              <a:avLst/>
              <a:pathLst>
                <a:path w="149067" h="75656">
                  <a:moveTo>
                    <a:pt x="0" y="0"/>
                  </a:moveTo>
                  <a:lnTo>
                    <a:pt x="149067" y="756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39653" y="1414082"/>
              <a:ext cx="149067" cy="75656"/>
            </a:xfrm>
            <a:custGeom>
              <a:avLst/>
              <a:pathLst>
                <a:path w="149067" h="75656">
                  <a:moveTo>
                    <a:pt x="0" y="0"/>
                  </a:moveTo>
                  <a:lnTo>
                    <a:pt x="149067" y="7565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39653" y="1414082"/>
              <a:ext cx="149067" cy="75656"/>
            </a:xfrm>
            <a:custGeom>
              <a:avLst/>
              <a:pathLst>
                <a:path w="149067" h="75656">
                  <a:moveTo>
                    <a:pt x="0" y="0"/>
                  </a:moveTo>
                  <a:lnTo>
                    <a:pt x="149067" y="756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21558" y="1361513"/>
              <a:ext cx="334310" cy="295391"/>
            </a:xfrm>
            <a:custGeom>
              <a:avLst/>
              <a:pathLst>
                <a:path w="334310" h="295391">
                  <a:moveTo>
                    <a:pt x="18095" y="52569"/>
                  </a:moveTo>
                  <a:lnTo>
                    <a:pt x="15764" y="57348"/>
                  </a:lnTo>
                  <a:lnTo>
                    <a:pt x="13586" y="62199"/>
                  </a:lnTo>
                  <a:lnTo>
                    <a:pt x="11564" y="67118"/>
                  </a:lnTo>
                  <a:lnTo>
                    <a:pt x="9699" y="72097"/>
                  </a:lnTo>
                  <a:lnTo>
                    <a:pt x="7993" y="77134"/>
                  </a:lnTo>
                  <a:lnTo>
                    <a:pt x="6449" y="82223"/>
                  </a:lnTo>
                  <a:lnTo>
                    <a:pt x="5067" y="87358"/>
                  </a:lnTo>
                  <a:lnTo>
                    <a:pt x="3849" y="92534"/>
                  </a:lnTo>
                  <a:lnTo>
                    <a:pt x="2797" y="97747"/>
                  </a:lnTo>
                  <a:lnTo>
                    <a:pt x="1910" y="102990"/>
                  </a:lnTo>
                  <a:lnTo>
                    <a:pt x="1191" y="108259"/>
                  </a:lnTo>
                  <a:lnTo>
                    <a:pt x="640" y="113548"/>
                  </a:lnTo>
                  <a:lnTo>
                    <a:pt x="258" y="118852"/>
                  </a:lnTo>
                  <a:lnTo>
                    <a:pt x="44" y="124165"/>
                  </a:lnTo>
                  <a:lnTo>
                    <a:pt x="0" y="129483"/>
                  </a:lnTo>
                  <a:lnTo>
                    <a:pt x="124" y="134799"/>
                  </a:lnTo>
                  <a:lnTo>
                    <a:pt x="418" y="140108"/>
                  </a:lnTo>
                  <a:lnTo>
                    <a:pt x="880" y="145406"/>
                  </a:lnTo>
                  <a:lnTo>
                    <a:pt x="1511" y="150686"/>
                  </a:lnTo>
                  <a:lnTo>
                    <a:pt x="2309" y="155944"/>
                  </a:lnTo>
                  <a:lnTo>
                    <a:pt x="3274" y="161173"/>
                  </a:lnTo>
                  <a:lnTo>
                    <a:pt x="4405" y="166369"/>
                  </a:lnTo>
                  <a:lnTo>
                    <a:pt x="5700" y="171526"/>
                  </a:lnTo>
                  <a:lnTo>
                    <a:pt x="7159" y="176640"/>
                  </a:lnTo>
                  <a:lnTo>
                    <a:pt x="8780" y="181705"/>
                  </a:lnTo>
                  <a:lnTo>
                    <a:pt x="10561" y="186715"/>
                  </a:lnTo>
                  <a:lnTo>
                    <a:pt x="12501" y="191667"/>
                  </a:lnTo>
                  <a:lnTo>
                    <a:pt x="14597" y="196554"/>
                  </a:lnTo>
                  <a:lnTo>
                    <a:pt x="16847" y="201372"/>
                  </a:lnTo>
                  <a:lnTo>
                    <a:pt x="19250" y="206116"/>
                  </a:lnTo>
                  <a:lnTo>
                    <a:pt x="21802" y="210781"/>
                  </a:lnTo>
                  <a:lnTo>
                    <a:pt x="24502" y="215362"/>
                  </a:lnTo>
                  <a:lnTo>
                    <a:pt x="27345" y="219856"/>
                  </a:lnTo>
                  <a:lnTo>
                    <a:pt x="30331" y="224257"/>
                  </a:lnTo>
                  <a:lnTo>
                    <a:pt x="33454" y="228560"/>
                  </a:lnTo>
                  <a:lnTo>
                    <a:pt x="36713" y="232762"/>
                  </a:lnTo>
                  <a:lnTo>
                    <a:pt x="40104" y="236858"/>
                  </a:lnTo>
                  <a:lnTo>
                    <a:pt x="43624" y="240845"/>
                  </a:lnTo>
                  <a:lnTo>
                    <a:pt x="47268" y="244717"/>
                  </a:lnTo>
                  <a:lnTo>
                    <a:pt x="51034" y="248472"/>
                  </a:lnTo>
                  <a:lnTo>
                    <a:pt x="54918" y="252104"/>
                  </a:lnTo>
                  <a:lnTo>
                    <a:pt x="58914" y="255612"/>
                  </a:lnTo>
                  <a:lnTo>
                    <a:pt x="63021" y="258990"/>
                  </a:lnTo>
                  <a:lnTo>
                    <a:pt x="67233" y="262237"/>
                  </a:lnTo>
                  <a:lnTo>
                    <a:pt x="71546" y="265347"/>
                  </a:lnTo>
                  <a:lnTo>
                    <a:pt x="75956" y="268319"/>
                  </a:lnTo>
                  <a:lnTo>
                    <a:pt x="80458" y="271149"/>
                  </a:lnTo>
                  <a:lnTo>
                    <a:pt x="85047" y="273835"/>
                  </a:lnTo>
                  <a:lnTo>
                    <a:pt x="89720" y="276373"/>
                  </a:lnTo>
                  <a:lnTo>
                    <a:pt x="94472" y="278761"/>
                  </a:lnTo>
                  <a:lnTo>
                    <a:pt x="99296" y="280997"/>
                  </a:lnTo>
                  <a:lnTo>
                    <a:pt x="104190" y="283078"/>
                  </a:lnTo>
                  <a:lnTo>
                    <a:pt x="109147" y="285003"/>
                  </a:lnTo>
                  <a:lnTo>
                    <a:pt x="114163" y="286769"/>
                  </a:lnTo>
                  <a:lnTo>
                    <a:pt x="119232" y="288374"/>
                  </a:lnTo>
                  <a:lnTo>
                    <a:pt x="124351" y="289817"/>
                  </a:lnTo>
                  <a:lnTo>
                    <a:pt x="129512" y="291097"/>
                  </a:lnTo>
                  <a:lnTo>
                    <a:pt x="134711" y="292213"/>
                  </a:lnTo>
                  <a:lnTo>
                    <a:pt x="139944" y="293162"/>
                  </a:lnTo>
                  <a:lnTo>
                    <a:pt x="145203" y="293944"/>
                  </a:lnTo>
                  <a:lnTo>
                    <a:pt x="150485" y="294559"/>
                  </a:lnTo>
                  <a:lnTo>
                    <a:pt x="155784" y="295005"/>
                  </a:lnTo>
                  <a:lnTo>
                    <a:pt x="161095" y="295282"/>
                  </a:lnTo>
                  <a:lnTo>
                    <a:pt x="166411" y="295391"/>
                  </a:lnTo>
                  <a:lnTo>
                    <a:pt x="171729" y="295330"/>
                  </a:lnTo>
                  <a:lnTo>
                    <a:pt x="177042" y="295100"/>
                  </a:lnTo>
                  <a:lnTo>
                    <a:pt x="182344" y="294702"/>
                  </a:lnTo>
                  <a:lnTo>
                    <a:pt x="187632" y="294135"/>
                  </a:lnTo>
                  <a:lnTo>
                    <a:pt x="192898" y="293400"/>
                  </a:lnTo>
                  <a:lnTo>
                    <a:pt x="198139" y="292497"/>
                  </a:lnTo>
                  <a:lnTo>
                    <a:pt x="203348" y="291429"/>
                  </a:lnTo>
                  <a:lnTo>
                    <a:pt x="208521" y="290195"/>
                  </a:lnTo>
                  <a:lnTo>
                    <a:pt x="213652" y="288798"/>
                  </a:lnTo>
                  <a:lnTo>
                    <a:pt x="218735" y="287238"/>
                  </a:lnTo>
                  <a:lnTo>
                    <a:pt x="223767" y="285517"/>
                  </a:lnTo>
                  <a:lnTo>
                    <a:pt x="228741" y="283637"/>
                  </a:lnTo>
                  <a:lnTo>
                    <a:pt x="233653" y="281600"/>
                  </a:lnTo>
                  <a:lnTo>
                    <a:pt x="238498" y="279408"/>
                  </a:lnTo>
                  <a:lnTo>
                    <a:pt x="243270" y="277062"/>
                  </a:lnTo>
                  <a:lnTo>
                    <a:pt x="247966" y="274566"/>
                  </a:lnTo>
                  <a:lnTo>
                    <a:pt x="252580" y="271922"/>
                  </a:lnTo>
                  <a:lnTo>
                    <a:pt x="257107" y="269133"/>
                  </a:lnTo>
                  <a:lnTo>
                    <a:pt x="261543" y="266200"/>
                  </a:lnTo>
                  <a:lnTo>
                    <a:pt x="265884" y="263129"/>
                  </a:lnTo>
                  <a:lnTo>
                    <a:pt x="270125" y="259920"/>
                  </a:lnTo>
                  <a:lnTo>
                    <a:pt x="274261" y="256579"/>
                  </a:lnTo>
                  <a:lnTo>
                    <a:pt x="278290" y="253108"/>
                  </a:lnTo>
                  <a:lnTo>
                    <a:pt x="282206" y="249510"/>
                  </a:lnTo>
                  <a:lnTo>
                    <a:pt x="286005" y="245789"/>
                  </a:lnTo>
                  <a:lnTo>
                    <a:pt x="289684" y="241950"/>
                  </a:lnTo>
                  <a:lnTo>
                    <a:pt x="293239" y="237995"/>
                  </a:lnTo>
                  <a:lnTo>
                    <a:pt x="296667" y="233930"/>
                  </a:lnTo>
                  <a:lnTo>
                    <a:pt x="299964" y="229757"/>
                  </a:lnTo>
                  <a:lnTo>
                    <a:pt x="303126" y="225482"/>
                  </a:lnTo>
                  <a:lnTo>
                    <a:pt x="306150" y="221108"/>
                  </a:lnTo>
                  <a:lnTo>
                    <a:pt x="309034" y="216640"/>
                  </a:lnTo>
                  <a:lnTo>
                    <a:pt x="311775" y="212083"/>
                  </a:lnTo>
                  <a:lnTo>
                    <a:pt x="314369" y="207441"/>
                  </a:lnTo>
                  <a:lnTo>
                    <a:pt x="316814" y="202719"/>
                  </a:lnTo>
                  <a:lnTo>
                    <a:pt x="319108" y="197921"/>
                  </a:lnTo>
                  <a:lnTo>
                    <a:pt x="321247" y="193053"/>
                  </a:lnTo>
                  <a:lnTo>
                    <a:pt x="323231" y="188119"/>
                  </a:lnTo>
                  <a:lnTo>
                    <a:pt x="325058" y="183125"/>
                  </a:lnTo>
                  <a:lnTo>
                    <a:pt x="326724" y="178075"/>
                  </a:lnTo>
                  <a:lnTo>
                    <a:pt x="328229" y="172975"/>
                  </a:lnTo>
                  <a:lnTo>
                    <a:pt x="329571" y="167829"/>
                  </a:lnTo>
                  <a:lnTo>
                    <a:pt x="330748" y="162644"/>
                  </a:lnTo>
                  <a:lnTo>
                    <a:pt x="331760" y="157423"/>
                  </a:lnTo>
                  <a:lnTo>
                    <a:pt x="332605" y="152173"/>
                  </a:lnTo>
                  <a:lnTo>
                    <a:pt x="333283" y="146899"/>
                  </a:lnTo>
                  <a:lnTo>
                    <a:pt x="333793" y="141606"/>
                  </a:lnTo>
                  <a:lnTo>
                    <a:pt x="334135" y="136299"/>
                  </a:lnTo>
                  <a:lnTo>
                    <a:pt x="334307" y="130984"/>
                  </a:lnTo>
                  <a:lnTo>
                    <a:pt x="334310" y="125666"/>
                  </a:lnTo>
                  <a:lnTo>
                    <a:pt x="334144" y="120351"/>
                  </a:lnTo>
                  <a:lnTo>
                    <a:pt x="333809" y="115044"/>
                  </a:lnTo>
                  <a:lnTo>
                    <a:pt x="333306" y="109750"/>
                  </a:lnTo>
                  <a:lnTo>
                    <a:pt x="332634" y="104475"/>
                  </a:lnTo>
                  <a:lnTo>
                    <a:pt x="331795" y="99224"/>
                  </a:lnTo>
                  <a:lnTo>
                    <a:pt x="330789" y="94002"/>
                  </a:lnTo>
                  <a:lnTo>
                    <a:pt x="329618" y="88815"/>
                  </a:lnTo>
                  <a:lnTo>
                    <a:pt x="328282" y="83668"/>
                  </a:lnTo>
                  <a:lnTo>
                    <a:pt x="326783" y="78566"/>
                  </a:lnTo>
                  <a:lnTo>
                    <a:pt x="325123" y="73514"/>
                  </a:lnTo>
                  <a:lnTo>
                    <a:pt x="323303" y="68518"/>
                  </a:lnTo>
                  <a:lnTo>
                    <a:pt x="321325" y="63582"/>
                  </a:lnTo>
                  <a:lnTo>
                    <a:pt x="319191" y="58711"/>
                  </a:lnTo>
                  <a:lnTo>
                    <a:pt x="316903" y="53910"/>
                  </a:lnTo>
                  <a:lnTo>
                    <a:pt x="314464" y="49185"/>
                  </a:lnTo>
                  <a:lnTo>
                    <a:pt x="311875" y="44540"/>
                  </a:lnTo>
                  <a:lnTo>
                    <a:pt x="309140" y="39980"/>
                  </a:lnTo>
                  <a:lnTo>
                    <a:pt x="306261" y="35509"/>
                  </a:lnTo>
                  <a:lnTo>
                    <a:pt x="303242" y="31131"/>
                  </a:lnTo>
                  <a:lnTo>
                    <a:pt x="300085" y="26852"/>
                  </a:lnTo>
                  <a:lnTo>
                    <a:pt x="296793" y="22676"/>
                  </a:lnTo>
                  <a:lnTo>
                    <a:pt x="293371" y="18606"/>
                  </a:lnTo>
                  <a:lnTo>
                    <a:pt x="289820" y="14647"/>
                  </a:lnTo>
                  <a:lnTo>
                    <a:pt x="286146" y="10803"/>
                  </a:lnTo>
                  <a:lnTo>
                    <a:pt x="282351" y="7078"/>
                  </a:lnTo>
                  <a:lnTo>
                    <a:pt x="278439" y="3476"/>
                  </a:lnTo>
                  <a:lnTo>
                    <a:pt x="274415" y="0"/>
                  </a:lnTo>
                  <a:lnTo>
                    <a:pt x="167162" y="1282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488720" y="1322571"/>
              <a:ext cx="107252" cy="167167"/>
            </a:xfrm>
            <a:custGeom>
              <a:avLst/>
              <a:pathLst>
                <a:path w="107252" h="167167">
                  <a:moveTo>
                    <a:pt x="107252" y="38941"/>
                  </a:moveTo>
                  <a:lnTo>
                    <a:pt x="102941" y="35455"/>
                  </a:lnTo>
                  <a:lnTo>
                    <a:pt x="98516" y="32114"/>
                  </a:lnTo>
                  <a:lnTo>
                    <a:pt x="93983" y="28921"/>
                  </a:lnTo>
                  <a:lnTo>
                    <a:pt x="89347" y="25880"/>
                  </a:lnTo>
                  <a:lnTo>
                    <a:pt x="84612" y="22994"/>
                  </a:lnTo>
                  <a:lnTo>
                    <a:pt x="79784" y="20268"/>
                  </a:lnTo>
                  <a:lnTo>
                    <a:pt x="74868" y="17703"/>
                  </a:lnTo>
                  <a:lnTo>
                    <a:pt x="69870" y="15302"/>
                  </a:lnTo>
                  <a:lnTo>
                    <a:pt x="64795" y="13068"/>
                  </a:lnTo>
                  <a:lnTo>
                    <a:pt x="59649" y="11004"/>
                  </a:lnTo>
                  <a:lnTo>
                    <a:pt x="54438" y="9112"/>
                  </a:lnTo>
                  <a:lnTo>
                    <a:pt x="49166" y="7393"/>
                  </a:lnTo>
                  <a:lnTo>
                    <a:pt x="43840" y="5851"/>
                  </a:lnTo>
                  <a:lnTo>
                    <a:pt x="38466" y="4485"/>
                  </a:lnTo>
                  <a:lnTo>
                    <a:pt x="33050" y="3299"/>
                  </a:lnTo>
                  <a:lnTo>
                    <a:pt x="27597" y="2293"/>
                  </a:lnTo>
                  <a:lnTo>
                    <a:pt x="22114" y="1469"/>
                  </a:lnTo>
                  <a:lnTo>
                    <a:pt x="16607" y="826"/>
                  </a:lnTo>
                  <a:lnTo>
                    <a:pt x="11081" y="367"/>
                  </a:lnTo>
                  <a:lnTo>
                    <a:pt x="5543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991917" y="1681503"/>
              <a:ext cx="94607" cy="167167"/>
            </a:xfrm>
            <a:custGeom>
              <a:avLst/>
              <a:pathLst>
                <a:path w="94607" h="167167">
                  <a:moveTo>
                    <a:pt x="94607" y="0"/>
                  </a:moveTo>
                  <a:lnTo>
                    <a:pt x="89022" y="93"/>
                  </a:lnTo>
                  <a:lnTo>
                    <a:pt x="83442" y="373"/>
                  </a:lnTo>
                  <a:lnTo>
                    <a:pt x="77875" y="839"/>
                  </a:lnTo>
                  <a:lnTo>
                    <a:pt x="72326" y="1491"/>
                  </a:lnTo>
                  <a:lnTo>
                    <a:pt x="66803" y="2328"/>
                  </a:lnTo>
                  <a:lnTo>
                    <a:pt x="61310" y="3349"/>
                  </a:lnTo>
                  <a:lnTo>
                    <a:pt x="55855" y="4553"/>
                  </a:lnTo>
                  <a:lnTo>
                    <a:pt x="50443" y="5939"/>
                  </a:lnTo>
                  <a:lnTo>
                    <a:pt x="45080" y="7505"/>
                  </a:lnTo>
                  <a:lnTo>
                    <a:pt x="39772" y="9249"/>
                  </a:lnTo>
                  <a:lnTo>
                    <a:pt x="34526" y="11170"/>
                  </a:lnTo>
                  <a:lnTo>
                    <a:pt x="29347" y="13264"/>
                  </a:lnTo>
                  <a:lnTo>
                    <a:pt x="24241" y="15531"/>
                  </a:lnTo>
                  <a:lnTo>
                    <a:pt x="19213" y="17967"/>
                  </a:lnTo>
                  <a:lnTo>
                    <a:pt x="14270" y="20569"/>
                  </a:lnTo>
                  <a:lnTo>
                    <a:pt x="9416" y="23336"/>
                  </a:lnTo>
                  <a:lnTo>
                    <a:pt x="4658" y="26263"/>
                  </a:lnTo>
                  <a:lnTo>
                    <a:pt x="0" y="29347"/>
                  </a:lnTo>
                  <a:lnTo>
                    <a:pt x="9460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991917" y="171085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991917" y="171085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991917" y="171085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991917" y="171085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991917" y="171085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991917" y="171085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991917" y="171085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991917" y="171085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991917" y="171085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991917" y="171085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991917" y="171085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991917" y="171085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991917" y="171085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91917" y="171085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91917" y="171085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991917" y="1710850"/>
              <a:ext cx="94607" cy="137819"/>
            </a:xfrm>
            <a:custGeom>
              <a:avLst/>
              <a:pathLst>
                <a:path w="94607" h="137819">
                  <a:moveTo>
                    <a:pt x="0" y="0"/>
                  </a:moveTo>
                  <a:lnTo>
                    <a:pt x="94607" y="1378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919375" y="1681503"/>
              <a:ext cx="334296" cy="334334"/>
            </a:xfrm>
            <a:custGeom>
              <a:avLst/>
              <a:pathLst>
                <a:path w="334296" h="334334">
                  <a:moveTo>
                    <a:pt x="72541" y="29347"/>
                  </a:moveTo>
                  <a:lnTo>
                    <a:pt x="68215" y="32419"/>
                  </a:lnTo>
                  <a:lnTo>
                    <a:pt x="63988" y="35627"/>
                  </a:lnTo>
                  <a:lnTo>
                    <a:pt x="59866" y="38967"/>
                  </a:lnTo>
                  <a:lnTo>
                    <a:pt x="55851" y="42436"/>
                  </a:lnTo>
                  <a:lnTo>
                    <a:pt x="51949" y="46031"/>
                  </a:lnTo>
                  <a:lnTo>
                    <a:pt x="48163" y="49748"/>
                  </a:lnTo>
                  <a:lnTo>
                    <a:pt x="44496" y="53583"/>
                  </a:lnTo>
                  <a:lnTo>
                    <a:pt x="40953" y="57533"/>
                  </a:lnTo>
                  <a:lnTo>
                    <a:pt x="37538" y="61593"/>
                  </a:lnTo>
                  <a:lnTo>
                    <a:pt x="34252" y="65759"/>
                  </a:lnTo>
                  <a:lnTo>
                    <a:pt x="31101" y="70028"/>
                  </a:lnTo>
                  <a:lnTo>
                    <a:pt x="28087" y="74394"/>
                  </a:lnTo>
                  <a:lnTo>
                    <a:pt x="25213" y="78854"/>
                  </a:lnTo>
                  <a:lnTo>
                    <a:pt x="22482" y="83403"/>
                  </a:lnTo>
                  <a:lnTo>
                    <a:pt x="19896" y="88036"/>
                  </a:lnTo>
                  <a:lnTo>
                    <a:pt x="17459" y="92749"/>
                  </a:lnTo>
                  <a:lnTo>
                    <a:pt x="15173" y="97537"/>
                  </a:lnTo>
                  <a:lnTo>
                    <a:pt x="13040" y="102395"/>
                  </a:lnTo>
                  <a:lnTo>
                    <a:pt x="11062" y="107319"/>
                  </a:lnTo>
                  <a:lnTo>
                    <a:pt x="9241" y="112302"/>
                  </a:lnTo>
                  <a:lnTo>
                    <a:pt x="7579" y="117341"/>
                  </a:lnTo>
                  <a:lnTo>
                    <a:pt x="6079" y="122430"/>
                  </a:lnTo>
                  <a:lnTo>
                    <a:pt x="4740" y="127565"/>
                  </a:lnTo>
                  <a:lnTo>
                    <a:pt x="3565" y="132739"/>
                  </a:lnTo>
                  <a:lnTo>
                    <a:pt x="2555" y="137947"/>
                  </a:lnTo>
                  <a:lnTo>
                    <a:pt x="1710" y="143186"/>
                  </a:lnTo>
                  <a:lnTo>
                    <a:pt x="1033" y="148448"/>
                  </a:lnTo>
                  <a:lnTo>
                    <a:pt x="522" y="153729"/>
                  </a:lnTo>
                  <a:lnTo>
                    <a:pt x="180" y="159024"/>
                  </a:lnTo>
                  <a:lnTo>
                    <a:pt x="5" y="164327"/>
                  </a:lnTo>
                  <a:lnTo>
                    <a:pt x="0" y="169633"/>
                  </a:lnTo>
                  <a:lnTo>
                    <a:pt x="162" y="174936"/>
                  </a:lnTo>
                  <a:lnTo>
                    <a:pt x="493" y="180231"/>
                  </a:lnTo>
                  <a:lnTo>
                    <a:pt x="991" y="185514"/>
                  </a:lnTo>
                  <a:lnTo>
                    <a:pt x="1657" y="190778"/>
                  </a:lnTo>
                  <a:lnTo>
                    <a:pt x="2490" y="196018"/>
                  </a:lnTo>
                  <a:lnTo>
                    <a:pt x="3488" y="201229"/>
                  </a:lnTo>
                  <a:lnTo>
                    <a:pt x="4652" y="206405"/>
                  </a:lnTo>
                  <a:lnTo>
                    <a:pt x="5979" y="211542"/>
                  </a:lnTo>
                  <a:lnTo>
                    <a:pt x="7468" y="216635"/>
                  </a:lnTo>
                  <a:lnTo>
                    <a:pt x="9119" y="221678"/>
                  </a:lnTo>
                  <a:lnTo>
                    <a:pt x="10928" y="226665"/>
                  </a:lnTo>
                  <a:lnTo>
                    <a:pt x="12895" y="231593"/>
                  </a:lnTo>
                  <a:lnTo>
                    <a:pt x="15017" y="236456"/>
                  </a:lnTo>
                  <a:lnTo>
                    <a:pt x="17293" y="241249"/>
                  </a:lnTo>
                  <a:lnTo>
                    <a:pt x="19719" y="245967"/>
                  </a:lnTo>
                  <a:lnTo>
                    <a:pt x="22294" y="250606"/>
                  </a:lnTo>
                  <a:lnTo>
                    <a:pt x="25015" y="255161"/>
                  </a:lnTo>
                  <a:lnTo>
                    <a:pt x="27879" y="259628"/>
                  </a:lnTo>
                  <a:lnTo>
                    <a:pt x="30884" y="264001"/>
                  </a:lnTo>
                  <a:lnTo>
                    <a:pt x="34026" y="268277"/>
                  </a:lnTo>
                  <a:lnTo>
                    <a:pt x="37301" y="272450"/>
                  </a:lnTo>
                  <a:lnTo>
                    <a:pt x="40708" y="276518"/>
                  </a:lnTo>
                  <a:lnTo>
                    <a:pt x="44242" y="280476"/>
                  </a:lnTo>
                  <a:lnTo>
                    <a:pt x="47900" y="284319"/>
                  </a:lnTo>
                  <a:lnTo>
                    <a:pt x="51678" y="288045"/>
                  </a:lnTo>
                  <a:lnTo>
                    <a:pt x="55572" y="291648"/>
                  </a:lnTo>
                  <a:lnTo>
                    <a:pt x="59579" y="295126"/>
                  </a:lnTo>
                  <a:lnTo>
                    <a:pt x="63694" y="298476"/>
                  </a:lnTo>
                  <a:lnTo>
                    <a:pt x="67913" y="301693"/>
                  </a:lnTo>
                  <a:lnTo>
                    <a:pt x="72232" y="304774"/>
                  </a:lnTo>
                  <a:lnTo>
                    <a:pt x="76647" y="307717"/>
                  </a:lnTo>
                  <a:lnTo>
                    <a:pt x="81153" y="310519"/>
                  </a:lnTo>
                  <a:lnTo>
                    <a:pt x="85746" y="313176"/>
                  </a:lnTo>
                  <a:lnTo>
                    <a:pt x="90420" y="315685"/>
                  </a:lnTo>
                  <a:lnTo>
                    <a:pt x="95172" y="318046"/>
                  </a:lnTo>
                  <a:lnTo>
                    <a:pt x="99997" y="320254"/>
                  </a:lnTo>
                  <a:lnTo>
                    <a:pt x="104889" y="322308"/>
                  </a:lnTo>
                  <a:lnTo>
                    <a:pt x="109844" y="324205"/>
                  </a:lnTo>
                  <a:lnTo>
                    <a:pt x="114856" y="325945"/>
                  </a:lnTo>
                  <a:lnTo>
                    <a:pt x="119922" y="327525"/>
                  </a:lnTo>
                  <a:lnTo>
                    <a:pt x="125034" y="328943"/>
                  </a:lnTo>
                  <a:lnTo>
                    <a:pt x="130190" y="330198"/>
                  </a:lnTo>
                  <a:lnTo>
                    <a:pt x="135382" y="331288"/>
                  </a:lnTo>
                  <a:lnTo>
                    <a:pt x="140607" y="332214"/>
                  </a:lnTo>
                  <a:lnTo>
                    <a:pt x="145858" y="332973"/>
                  </a:lnTo>
                  <a:lnTo>
                    <a:pt x="151130" y="333565"/>
                  </a:lnTo>
                  <a:lnTo>
                    <a:pt x="156419" y="333990"/>
                  </a:lnTo>
                  <a:lnTo>
                    <a:pt x="161719" y="334246"/>
                  </a:lnTo>
                  <a:lnTo>
                    <a:pt x="167024" y="334334"/>
                  </a:lnTo>
                  <a:lnTo>
                    <a:pt x="172329" y="334254"/>
                  </a:lnTo>
                  <a:lnTo>
                    <a:pt x="177629" y="334006"/>
                  </a:lnTo>
                  <a:lnTo>
                    <a:pt x="182919" y="333589"/>
                  </a:lnTo>
                  <a:lnTo>
                    <a:pt x="188192" y="333005"/>
                  </a:lnTo>
                  <a:lnTo>
                    <a:pt x="193444" y="332253"/>
                  </a:lnTo>
                  <a:lnTo>
                    <a:pt x="198670" y="331336"/>
                  </a:lnTo>
                  <a:lnTo>
                    <a:pt x="203864" y="330253"/>
                  </a:lnTo>
                  <a:lnTo>
                    <a:pt x="209021" y="329005"/>
                  </a:lnTo>
                  <a:lnTo>
                    <a:pt x="214136" y="327595"/>
                  </a:lnTo>
                  <a:lnTo>
                    <a:pt x="219204" y="326023"/>
                  </a:lnTo>
                  <a:lnTo>
                    <a:pt x="224219" y="324291"/>
                  </a:lnTo>
                  <a:lnTo>
                    <a:pt x="229177" y="322401"/>
                  </a:lnTo>
                  <a:lnTo>
                    <a:pt x="234072" y="320354"/>
                  </a:lnTo>
                  <a:lnTo>
                    <a:pt x="238900" y="318153"/>
                  </a:lnTo>
                  <a:lnTo>
                    <a:pt x="243655" y="315800"/>
                  </a:lnTo>
                  <a:lnTo>
                    <a:pt x="248334" y="313297"/>
                  </a:lnTo>
                  <a:lnTo>
                    <a:pt x="252930" y="310647"/>
                  </a:lnTo>
                  <a:lnTo>
                    <a:pt x="257440" y="307852"/>
                  </a:lnTo>
                  <a:lnTo>
                    <a:pt x="261860" y="304916"/>
                  </a:lnTo>
                  <a:lnTo>
                    <a:pt x="266183" y="301841"/>
                  </a:lnTo>
                  <a:lnTo>
                    <a:pt x="270407" y="298630"/>
                  </a:lnTo>
                  <a:lnTo>
                    <a:pt x="274528" y="295287"/>
                  </a:lnTo>
                  <a:lnTo>
                    <a:pt x="278539" y="291815"/>
                  </a:lnTo>
                  <a:lnTo>
                    <a:pt x="282439" y="288217"/>
                  </a:lnTo>
                  <a:lnTo>
                    <a:pt x="286223" y="284497"/>
                  </a:lnTo>
                  <a:lnTo>
                    <a:pt x="289886" y="280659"/>
                  </a:lnTo>
                  <a:lnTo>
                    <a:pt x="293426" y="276707"/>
                  </a:lnTo>
                  <a:lnTo>
                    <a:pt x="296839" y="272644"/>
                  </a:lnTo>
                  <a:lnTo>
                    <a:pt x="300121" y="268475"/>
                  </a:lnTo>
                  <a:lnTo>
                    <a:pt x="303269" y="264204"/>
                  </a:lnTo>
                  <a:lnTo>
                    <a:pt x="306280" y="259836"/>
                  </a:lnTo>
                  <a:lnTo>
                    <a:pt x="309151" y="255374"/>
                  </a:lnTo>
                  <a:lnTo>
                    <a:pt x="311878" y="250823"/>
                  </a:lnTo>
                  <a:lnTo>
                    <a:pt x="314460" y="246188"/>
                  </a:lnTo>
                  <a:lnTo>
                    <a:pt x="316894" y="241473"/>
                  </a:lnTo>
                  <a:lnTo>
                    <a:pt x="319177" y="236683"/>
                  </a:lnTo>
                  <a:lnTo>
                    <a:pt x="321306" y="231823"/>
                  </a:lnTo>
                  <a:lnTo>
                    <a:pt x="323280" y="226899"/>
                  </a:lnTo>
                  <a:lnTo>
                    <a:pt x="325097" y="221914"/>
                  </a:lnTo>
                  <a:lnTo>
                    <a:pt x="326755" y="216873"/>
                  </a:lnTo>
                  <a:lnTo>
                    <a:pt x="328252" y="211783"/>
                  </a:lnTo>
                  <a:lnTo>
                    <a:pt x="329587" y="206648"/>
                  </a:lnTo>
                  <a:lnTo>
                    <a:pt x="330758" y="201473"/>
                  </a:lnTo>
                  <a:lnTo>
                    <a:pt x="331764" y="196264"/>
                  </a:lnTo>
                  <a:lnTo>
                    <a:pt x="332605" y="191025"/>
                  </a:lnTo>
                  <a:lnTo>
                    <a:pt x="333279" y="185762"/>
                  </a:lnTo>
                  <a:lnTo>
                    <a:pt x="333785" y="180480"/>
                  </a:lnTo>
                  <a:lnTo>
                    <a:pt x="334124" y="175185"/>
                  </a:lnTo>
                  <a:lnTo>
                    <a:pt x="334294" y="169882"/>
                  </a:lnTo>
                  <a:lnTo>
                    <a:pt x="334296" y="164576"/>
                  </a:lnTo>
                  <a:lnTo>
                    <a:pt x="334130" y="159273"/>
                  </a:lnTo>
                  <a:lnTo>
                    <a:pt x="333795" y="153978"/>
                  </a:lnTo>
                  <a:lnTo>
                    <a:pt x="333293" y="148696"/>
                  </a:lnTo>
                  <a:lnTo>
                    <a:pt x="332623" y="143433"/>
                  </a:lnTo>
                  <a:lnTo>
                    <a:pt x="331786" y="138193"/>
                  </a:lnTo>
                  <a:lnTo>
                    <a:pt x="330784" y="132983"/>
                  </a:lnTo>
                  <a:lnTo>
                    <a:pt x="329616" y="127807"/>
                  </a:lnTo>
                  <a:lnTo>
                    <a:pt x="328286" y="122671"/>
                  </a:lnTo>
                  <a:lnTo>
                    <a:pt x="326792" y="117580"/>
                  </a:lnTo>
                  <a:lnTo>
                    <a:pt x="325138" y="112538"/>
                  </a:lnTo>
                  <a:lnTo>
                    <a:pt x="323325" y="107552"/>
                  </a:lnTo>
                  <a:lnTo>
                    <a:pt x="321354" y="102626"/>
                  </a:lnTo>
                  <a:lnTo>
                    <a:pt x="319228" y="97764"/>
                  </a:lnTo>
                  <a:lnTo>
                    <a:pt x="316949" y="92973"/>
                  </a:lnTo>
                  <a:lnTo>
                    <a:pt x="314519" y="88256"/>
                  </a:lnTo>
                  <a:lnTo>
                    <a:pt x="311941" y="83619"/>
                  </a:lnTo>
                  <a:lnTo>
                    <a:pt x="309216" y="79066"/>
                  </a:lnTo>
                  <a:lnTo>
                    <a:pt x="306349" y="74602"/>
                  </a:lnTo>
                  <a:lnTo>
                    <a:pt x="303341" y="70231"/>
                  </a:lnTo>
                  <a:lnTo>
                    <a:pt x="300196" y="65958"/>
                  </a:lnTo>
                  <a:lnTo>
                    <a:pt x="296917" y="61786"/>
                  </a:lnTo>
                  <a:lnTo>
                    <a:pt x="293508" y="57721"/>
                  </a:lnTo>
                  <a:lnTo>
                    <a:pt x="289971" y="53766"/>
                  </a:lnTo>
                  <a:lnTo>
                    <a:pt x="286310" y="49926"/>
                  </a:lnTo>
                  <a:lnTo>
                    <a:pt x="282529" y="46203"/>
                  </a:lnTo>
                  <a:lnTo>
                    <a:pt x="278632" y="42602"/>
                  </a:lnTo>
                  <a:lnTo>
                    <a:pt x="274623" y="39127"/>
                  </a:lnTo>
                  <a:lnTo>
                    <a:pt x="270506" y="35781"/>
                  </a:lnTo>
                  <a:lnTo>
                    <a:pt x="266284" y="32567"/>
                  </a:lnTo>
                  <a:lnTo>
                    <a:pt x="261962" y="29489"/>
                  </a:lnTo>
                  <a:lnTo>
                    <a:pt x="257545" y="26549"/>
                  </a:lnTo>
                  <a:lnTo>
                    <a:pt x="253037" y="23751"/>
                  </a:lnTo>
                  <a:lnTo>
                    <a:pt x="248443" y="21098"/>
                  </a:lnTo>
                  <a:lnTo>
                    <a:pt x="243766" y="18591"/>
                  </a:lnTo>
                  <a:lnTo>
                    <a:pt x="239012" y="16235"/>
                  </a:lnTo>
                  <a:lnTo>
                    <a:pt x="234186" y="14030"/>
                  </a:lnTo>
                  <a:lnTo>
                    <a:pt x="229293" y="11980"/>
                  </a:lnTo>
                  <a:lnTo>
                    <a:pt x="224336" y="10086"/>
                  </a:lnTo>
                  <a:lnTo>
                    <a:pt x="219323" y="8350"/>
                  </a:lnTo>
                  <a:lnTo>
                    <a:pt x="214256" y="6774"/>
                  </a:lnTo>
                  <a:lnTo>
                    <a:pt x="209142" y="5360"/>
                  </a:lnTo>
                  <a:lnTo>
                    <a:pt x="203986" y="4109"/>
                  </a:lnTo>
                  <a:lnTo>
                    <a:pt x="198793" y="3022"/>
                  </a:lnTo>
                  <a:lnTo>
                    <a:pt x="193568" y="2100"/>
                  </a:lnTo>
                  <a:lnTo>
                    <a:pt x="188316" y="1345"/>
                  </a:lnTo>
                  <a:lnTo>
                    <a:pt x="183043" y="757"/>
                  </a:lnTo>
                  <a:lnTo>
                    <a:pt x="177754" y="336"/>
                  </a:lnTo>
                  <a:lnTo>
                    <a:pt x="172454" y="84"/>
                  </a:lnTo>
                  <a:lnTo>
                    <a:pt x="167149" y="0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48471" y="2126963"/>
              <a:ext cx="132816" cy="167167"/>
            </a:xfrm>
            <a:custGeom>
              <a:avLst/>
              <a:pathLst>
                <a:path w="132816" h="167167">
                  <a:moveTo>
                    <a:pt x="132816" y="0"/>
                  </a:moveTo>
                  <a:lnTo>
                    <a:pt x="127335" y="89"/>
                  </a:lnTo>
                  <a:lnTo>
                    <a:pt x="121860" y="359"/>
                  </a:lnTo>
                  <a:lnTo>
                    <a:pt x="116397" y="808"/>
                  </a:lnTo>
                  <a:lnTo>
                    <a:pt x="110951" y="1436"/>
                  </a:lnTo>
                  <a:lnTo>
                    <a:pt x="105529" y="2242"/>
                  </a:lnTo>
                  <a:lnTo>
                    <a:pt x="100136" y="3225"/>
                  </a:lnTo>
                  <a:lnTo>
                    <a:pt x="94779" y="4385"/>
                  </a:lnTo>
                  <a:lnTo>
                    <a:pt x="89462" y="5719"/>
                  </a:lnTo>
                  <a:lnTo>
                    <a:pt x="84192" y="7227"/>
                  </a:lnTo>
                  <a:lnTo>
                    <a:pt x="78974" y="8908"/>
                  </a:lnTo>
                  <a:lnTo>
                    <a:pt x="73814" y="10758"/>
                  </a:lnTo>
                  <a:lnTo>
                    <a:pt x="68718" y="12777"/>
                  </a:lnTo>
                  <a:lnTo>
                    <a:pt x="63690" y="14961"/>
                  </a:lnTo>
                  <a:lnTo>
                    <a:pt x="58737" y="17310"/>
                  </a:lnTo>
                  <a:lnTo>
                    <a:pt x="53863" y="19819"/>
                  </a:lnTo>
                  <a:lnTo>
                    <a:pt x="49075" y="22487"/>
                  </a:lnTo>
                  <a:lnTo>
                    <a:pt x="44376" y="25310"/>
                  </a:lnTo>
                  <a:lnTo>
                    <a:pt x="39773" y="28286"/>
                  </a:lnTo>
                  <a:lnTo>
                    <a:pt x="35269" y="31411"/>
                  </a:lnTo>
                  <a:lnTo>
                    <a:pt x="30871" y="34683"/>
                  </a:lnTo>
                  <a:lnTo>
                    <a:pt x="26582" y="38096"/>
                  </a:lnTo>
                  <a:lnTo>
                    <a:pt x="22407" y="41649"/>
                  </a:lnTo>
                  <a:lnTo>
                    <a:pt x="18351" y="45336"/>
                  </a:lnTo>
                  <a:lnTo>
                    <a:pt x="14418" y="49155"/>
                  </a:lnTo>
                  <a:lnTo>
                    <a:pt x="10612" y="53100"/>
                  </a:lnTo>
                  <a:lnTo>
                    <a:pt x="6938" y="57168"/>
                  </a:lnTo>
                  <a:lnTo>
                    <a:pt x="3399" y="61355"/>
                  </a:lnTo>
                  <a:lnTo>
                    <a:pt x="0" y="65655"/>
                  </a:lnTo>
                  <a:lnTo>
                    <a:pt x="13281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48471" y="2192618"/>
              <a:ext cx="132816" cy="101512"/>
            </a:xfrm>
            <a:custGeom>
              <a:avLst/>
              <a:pathLst>
                <a:path w="132816" h="101512">
                  <a:moveTo>
                    <a:pt x="0" y="0"/>
                  </a:moveTo>
                  <a:lnTo>
                    <a:pt x="132816" y="1015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48471" y="2192618"/>
              <a:ext cx="132816" cy="101512"/>
            </a:xfrm>
            <a:custGeom>
              <a:avLst/>
              <a:pathLst>
                <a:path w="132816" h="101512">
                  <a:moveTo>
                    <a:pt x="0" y="0"/>
                  </a:moveTo>
                  <a:lnTo>
                    <a:pt x="132816" y="1015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48471" y="2192618"/>
              <a:ext cx="132816" cy="101512"/>
            </a:xfrm>
            <a:custGeom>
              <a:avLst/>
              <a:pathLst>
                <a:path w="132816" h="101512">
                  <a:moveTo>
                    <a:pt x="0" y="0"/>
                  </a:moveTo>
                  <a:lnTo>
                    <a:pt x="132816" y="1015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48471" y="2192618"/>
              <a:ext cx="132816" cy="101512"/>
            </a:xfrm>
            <a:custGeom>
              <a:avLst/>
              <a:pathLst>
                <a:path w="132816" h="101512">
                  <a:moveTo>
                    <a:pt x="0" y="0"/>
                  </a:moveTo>
                  <a:lnTo>
                    <a:pt x="132816" y="1015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48471" y="2192618"/>
              <a:ext cx="132816" cy="101512"/>
            </a:xfrm>
            <a:custGeom>
              <a:avLst/>
              <a:pathLst>
                <a:path w="132816" h="101512">
                  <a:moveTo>
                    <a:pt x="0" y="0"/>
                  </a:moveTo>
                  <a:lnTo>
                    <a:pt x="132816" y="10151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48471" y="2192618"/>
              <a:ext cx="132816" cy="101512"/>
            </a:xfrm>
            <a:custGeom>
              <a:avLst/>
              <a:pathLst>
                <a:path w="132816" h="101512">
                  <a:moveTo>
                    <a:pt x="0" y="0"/>
                  </a:moveTo>
                  <a:lnTo>
                    <a:pt x="132816" y="1015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48471" y="2192618"/>
              <a:ext cx="132816" cy="101512"/>
            </a:xfrm>
            <a:custGeom>
              <a:avLst/>
              <a:pathLst>
                <a:path w="132816" h="101512">
                  <a:moveTo>
                    <a:pt x="0" y="0"/>
                  </a:moveTo>
                  <a:lnTo>
                    <a:pt x="132816" y="1015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48471" y="2192618"/>
              <a:ext cx="132816" cy="101512"/>
            </a:xfrm>
            <a:custGeom>
              <a:avLst/>
              <a:pathLst>
                <a:path w="132816" h="101512">
                  <a:moveTo>
                    <a:pt x="0" y="0"/>
                  </a:moveTo>
                  <a:lnTo>
                    <a:pt x="132816" y="10151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48471" y="2192618"/>
              <a:ext cx="132816" cy="101512"/>
            </a:xfrm>
            <a:custGeom>
              <a:avLst/>
              <a:pathLst>
                <a:path w="132816" h="101512">
                  <a:moveTo>
                    <a:pt x="0" y="0"/>
                  </a:moveTo>
                  <a:lnTo>
                    <a:pt x="132816" y="1015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48471" y="2192618"/>
              <a:ext cx="132816" cy="101512"/>
            </a:xfrm>
            <a:custGeom>
              <a:avLst/>
              <a:pathLst>
                <a:path w="132816" h="101512">
                  <a:moveTo>
                    <a:pt x="0" y="0"/>
                  </a:moveTo>
                  <a:lnTo>
                    <a:pt x="132816" y="1015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48471" y="2192618"/>
              <a:ext cx="132816" cy="101512"/>
            </a:xfrm>
            <a:custGeom>
              <a:avLst/>
              <a:pathLst>
                <a:path w="132816" h="101512">
                  <a:moveTo>
                    <a:pt x="0" y="0"/>
                  </a:moveTo>
                  <a:lnTo>
                    <a:pt x="132816" y="1015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48471" y="2192618"/>
              <a:ext cx="132816" cy="101512"/>
            </a:xfrm>
            <a:custGeom>
              <a:avLst/>
              <a:pathLst>
                <a:path w="132816" h="101512">
                  <a:moveTo>
                    <a:pt x="0" y="0"/>
                  </a:moveTo>
                  <a:lnTo>
                    <a:pt x="132816" y="1015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48471" y="2192618"/>
              <a:ext cx="132816" cy="101512"/>
            </a:xfrm>
            <a:custGeom>
              <a:avLst/>
              <a:pathLst>
                <a:path w="132816" h="101512">
                  <a:moveTo>
                    <a:pt x="0" y="0"/>
                  </a:moveTo>
                  <a:lnTo>
                    <a:pt x="132816" y="10151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48471" y="2192618"/>
              <a:ext cx="132816" cy="101512"/>
            </a:xfrm>
            <a:custGeom>
              <a:avLst/>
              <a:pathLst>
                <a:path w="132816" h="101512">
                  <a:moveTo>
                    <a:pt x="0" y="0"/>
                  </a:moveTo>
                  <a:lnTo>
                    <a:pt x="132816" y="10151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14134" y="2127832"/>
              <a:ext cx="334311" cy="333464"/>
            </a:xfrm>
            <a:custGeom>
              <a:avLst/>
              <a:pathLst>
                <a:path w="334311" h="333464">
                  <a:moveTo>
                    <a:pt x="34336" y="64786"/>
                  </a:moveTo>
                  <a:lnTo>
                    <a:pt x="31185" y="69047"/>
                  </a:lnTo>
                  <a:lnTo>
                    <a:pt x="28170" y="73406"/>
                  </a:lnTo>
                  <a:lnTo>
                    <a:pt x="25296" y="77858"/>
                  </a:lnTo>
                  <a:lnTo>
                    <a:pt x="22563" y="82399"/>
                  </a:lnTo>
                  <a:lnTo>
                    <a:pt x="19976" y="87025"/>
                  </a:lnTo>
                  <a:lnTo>
                    <a:pt x="17538" y="91730"/>
                  </a:lnTo>
                  <a:lnTo>
                    <a:pt x="15249" y="96510"/>
                  </a:lnTo>
                  <a:lnTo>
                    <a:pt x="13113" y="101360"/>
                  </a:lnTo>
                  <a:lnTo>
                    <a:pt x="11132" y="106276"/>
                  </a:lnTo>
                  <a:lnTo>
                    <a:pt x="9308" y="111252"/>
                  </a:lnTo>
                  <a:lnTo>
                    <a:pt x="7642" y="116283"/>
                  </a:lnTo>
                  <a:lnTo>
                    <a:pt x="6137" y="121365"/>
                  </a:lnTo>
                  <a:lnTo>
                    <a:pt x="4794" y="126491"/>
                  </a:lnTo>
                  <a:lnTo>
                    <a:pt x="3613" y="131658"/>
                  </a:lnTo>
                  <a:lnTo>
                    <a:pt x="2597" y="136859"/>
                  </a:lnTo>
                  <a:lnTo>
                    <a:pt x="1747" y="142090"/>
                  </a:lnTo>
                  <a:lnTo>
                    <a:pt x="1063" y="147346"/>
                  </a:lnTo>
                  <a:lnTo>
                    <a:pt x="545" y="152620"/>
                  </a:lnTo>
                  <a:lnTo>
                    <a:pt x="196" y="157908"/>
                  </a:lnTo>
                  <a:lnTo>
                    <a:pt x="14" y="163205"/>
                  </a:lnTo>
                  <a:lnTo>
                    <a:pt x="0" y="168505"/>
                  </a:lnTo>
                  <a:lnTo>
                    <a:pt x="153" y="173802"/>
                  </a:lnTo>
                  <a:lnTo>
                    <a:pt x="475" y="179092"/>
                  </a:lnTo>
                  <a:lnTo>
                    <a:pt x="965" y="184369"/>
                  </a:lnTo>
                  <a:lnTo>
                    <a:pt x="1621" y="189628"/>
                  </a:lnTo>
                  <a:lnTo>
                    <a:pt x="2444" y="194864"/>
                  </a:lnTo>
                  <a:lnTo>
                    <a:pt x="3432" y="200071"/>
                  </a:lnTo>
                  <a:lnTo>
                    <a:pt x="4585" y="205243"/>
                  </a:lnTo>
                  <a:lnTo>
                    <a:pt x="5901" y="210377"/>
                  </a:lnTo>
                  <a:lnTo>
                    <a:pt x="7379" y="215467"/>
                  </a:lnTo>
                  <a:lnTo>
                    <a:pt x="9018" y="220507"/>
                  </a:lnTo>
                  <a:lnTo>
                    <a:pt x="10816" y="225492"/>
                  </a:lnTo>
                  <a:lnTo>
                    <a:pt x="12771" y="230418"/>
                  </a:lnTo>
                  <a:lnTo>
                    <a:pt x="14881" y="235280"/>
                  </a:lnTo>
                  <a:lnTo>
                    <a:pt x="17145" y="240072"/>
                  </a:lnTo>
                  <a:lnTo>
                    <a:pt x="19559" y="244790"/>
                  </a:lnTo>
                  <a:lnTo>
                    <a:pt x="22121" y="249429"/>
                  </a:lnTo>
                  <a:lnTo>
                    <a:pt x="24829" y="253985"/>
                  </a:lnTo>
                  <a:lnTo>
                    <a:pt x="27680" y="258452"/>
                  </a:lnTo>
                  <a:lnTo>
                    <a:pt x="30671" y="262827"/>
                  </a:lnTo>
                  <a:lnTo>
                    <a:pt x="33800" y="267105"/>
                  </a:lnTo>
                  <a:lnTo>
                    <a:pt x="37062" y="271281"/>
                  </a:lnTo>
                  <a:lnTo>
                    <a:pt x="40456" y="275352"/>
                  </a:lnTo>
                  <a:lnTo>
                    <a:pt x="43976" y="279314"/>
                  </a:lnTo>
                  <a:lnTo>
                    <a:pt x="47621" y="283161"/>
                  </a:lnTo>
                  <a:lnTo>
                    <a:pt x="51385" y="286892"/>
                  </a:lnTo>
                  <a:lnTo>
                    <a:pt x="55266" y="290501"/>
                  </a:lnTo>
                  <a:lnTo>
                    <a:pt x="59260" y="293985"/>
                  </a:lnTo>
                  <a:lnTo>
                    <a:pt x="63361" y="297341"/>
                  </a:lnTo>
                  <a:lnTo>
                    <a:pt x="67568" y="300565"/>
                  </a:lnTo>
                  <a:lnTo>
                    <a:pt x="71874" y="303655"/>
                  </a:lnTo>
                  <a:lnTo>
                    <a:pt x="76276" y="306606"/>
                  </a:lnTo>
                  <a:lnTo>
                    <a:pt x="80769" y="309416"/>
                  </a:lnTo>
                  <a:lnTo>
                    <a:pt x="85349" y="312083"/>
                  </a:lnTo>
                  <a:lnTo>
                    <a:pt x="90012" y="314602"/>
                  </a:lnTo>
                  <a:lnTo>
                    <a:pt x="94752" y="316973"/>
                  </a:lnTo>
                  <a:lnTo>
                    <a:pt x="99564" y="319192"/>
                  </a:lnTo>
                  <a:lnTo>
                    <a:pt x="104445" y="321258"/>
                  </a:lnTo>
                  <a:lnTo>
                    <a:pt x="109389" y="323168"/>
                  </a:lnTo>
                  <a:lnTo>
                    <a:pt x="114390" y="324920"/>
                  </a:lnTo>
                  <a:lnTo>
                    <a:pt x="119445" y="326513"/>
                  </a:lnTo>
                  <a:lnTo>
                    <a:pt x="124548" y="327945"/>
                  </a:lnTo>
                  <a:lnTo>
                    <a:pt x="129693" y="329214"/>
                  </a:lnTo>
                  <a:lnTo>
                    <a:pt x="134876" y="330320"/>
                  </a:lnTo>
                  <a:lnTo>
                    <a:pt x="140092" y="331260"/>
                  </a:lnTo>
                  <a:lnTo>
                    <a:pt x="145335" y="332035"/>
                  </a:lnTo>
                  <a:lnTo>
                    <a:pt x="150599" y="332644"/>
                  </a:lnTo>
                  <a:lnTo>
                    <a:pt x="155881" y="333085"/>
                  </a:lnTo>
                  <a:lnTo>
                    <a:pt x="161173" y="333358"/>
                  </a:lnTo>
                  <a:lnTo>
                    <a:pt x="166472" y="333464"/>
                  </a:lnTo>
                  <a:lnTo>
                    <a:pt x="171772" y="333401"/>
                  </a:lnTo>
                  <a:lnTo>
                    <a:pt x="177066" y="333171"/>
                  </a:lnTo>
                  <a:lnTo>
                    <a:pt x="182351" y="332773"/>
                  </a:lnTo>
                  <a:lnTo>
                    <a:pt x="187621" y="332207"/>
                  </a:lnTo>
                  <a:lnTo>
                    <a:pt x="192869" y="331475"/>
                  </a:lnTo>
                  <a:lnTo>
                    <a:pt x="198093" y="330577"/>
                  </a:lnTo>
                  <a:lnTo>
                    <a:pt x="203285" y="329514"/>
                  </a:lnTo>
                  <a:lnTo>
                    <a:pt x="208440" y="328286"/>
                  </a:lnTo>
                  <a:lnTo>
                    <a:pt x="213554" y="326896"/>
                  </a:lnTo>
                  <a:lnTo>
                    <a:pt x="218622" y="325344"/>
                  </a:lnTo>
                  <a:lnTo>
                    <a:pt x="223638" y="323633"/>
                  </a:lnTo>
                  <a:lnTo>
                    <a:pt x="228597" y="321763"/>
                  </a:lnTo>
                  <a:lnTo>
                    <a:pt x="233494" y="319737"/>
                  </a:lnTo>
                  <a:lnTo>
                    <a:pt x="238325" y="317557"/>
                  </a:lnTo>
                  <a:lnTo>
                    <a:pt x="243084" y="315225"/>
                  </a:lnTo>
                  <a:lnTo>
                    <a:pt x="247766" y="312743"/>
                  </a:lnTo>
                  <a:lnTo>
                    <a:pt x="252368" y="310114"/>
                  </a:lnTo>
                  <a:lnTo>
                    <a:pt x="256884" y="307341"/>
                  </a:lnTo>
                  <a:lnTo>
                    <a:pt x="261310" y="304426"/>
                  </a:lnTo>
                  <a:lnTo>
                    <a:pt x="265641" y="301371"/>
                  </a:lnTo>
                  <a:lnTo>
                    <a:pt x="269873" y="298181"/>
                  </a:lnTo>
                  <a:lnTo>
                    <a:pt x="274002" y="294859"/>
                  </a:lnTo>
                  <a:lnTo>
                    <a:pt x="278024" y="291407"/>
                  </a:lnTo>
                  <a:lnTo>
                    <a:pt x="281934" y="287830"/>
                  </a:lnTo>
                  <a:lnTo>
                    <a:pt x="285729" y="284130"/>
                  </a:lnTo>
                  <a:lnTo>
                    <a:pt x="289405" y="280312"/>
                  </a:lnTo>
                  <a:lnTo>
                    <a:pt x="292957" y="276380"/>
                  </a:lnTo>
                  <a:lnTo>
                    <a:pt x="296384" y="272336"/>
                  </a:lnTo>
                  <a:lnTo>
                    <a:pt x="299680" y="268187"/>
                  </a:lnTo>
                  <a:lnTo>
                    <a:pt x="302843" y="263934"/>
                  </a:lnTo>
                  <a:lnTo>
                    <a:pt x="305870" y="259584"/>
                  </a:lnTo>
                  <a:lnTo>
                    <a:pt x="308758" y="255140"/>
                  </a:lnTo>
                  <a:lnTo>
                    <a:pt x="311503" y="250606"/>
                  </a:lnTo>
                  <a:lnTo>
                    <a:pt x="314103" y="245988"/>
                  </a:lnTo>
                  <a:lnTo>
                    <a:pt x="316555" y="241290"/>
                  </a:lnTo>
                  <a:lnTo>
                    <a:pt x="318857" y="236516"/>
                  </a:lnTo>
                  <a:lnTo>
                    <a:pt x="321007" y="231672"/>
                  </a:lnTo>
                  <a:lnTo>
                    <a:pt x="323002" y="226762"/>
                  </a:lnTo>
                  <a:lnTo>
                    <a:pt x="324840" y="221792"/>
                  </a:lnTo>
                  <a:lnTo>
                    <a:pt x="326520" y="216765"/>
                  </a:lnTo>
                  <a:lnTo>
                    <a:pt x="328040" y="211688"/>
                  </a:lnTo>
                  <a:lnTo>
                    <a:pt x="329398" y="206565"/>
                  </a:lnTo>
                  <a:lnTo>
                    <a:pt x="330592" y="201402"/>
                  </a:lnTo>
                  <a:lnTo>
                    <a:pt x="331623" y="196203"/>
                  </a:lnTo>
                  <a:lnTo>
                    <a:pt x="332488" y="190975"/>
                  </a:lnTo>
                  <a:lnTo>
                    <a:pt x="333188" y="185721"/>
                  </a:lnTo>
                  <a:lnTo>
                    <a:pt x="333720" y="180448"/>
                  </a:lnTo>
                  <a:lnTo>
                    <a:pt x="334085" y="175161"/>
                  </a:lnTo>
                  <a:lnTo>
                    <a:pt x="334282" y="169865"/>
                  </a:lnTo>
                  <a:lnTo>
                    <a:pt x="334311" y="164565"/>
                  </a:lnTo>
                  <a:lnTo>
                    <a:pt x="334172" y="159267"/>
                  </a:lnTo>
                  <a:lnTo>
                    <a:pt x="333865" y="153977"/>
                  </a:lnTo>
                  <a:lnTo>
                    <a:pt x="333391" y="148698"/>
                  </a:lnTo>
                  <a:lnTo>
                    <a:pt x="332749" y="143437"/>
                  </a:lnTo>
                  <a:lnTo>
                    <a:pt x="331941" y="138199"/>
                  </a:lnTo>
                  <a:lnTo>
                    <a:pt x="330968" y="132990"/>
                  </a:lnTo>
                  <a:lnTo>
                    <a:pt x="329830" y="127814"/>
                  </a:lnTo>
                  <a:lnTo>
                    <a:pt x="328528" y="122676"/>
                  </a:lnTo>
                  <a:lnTo>
                    <a:pt x="327064" y="117583"/>
                  </a:lnTo>
                  <a:lnTo>
                    <a:pt x="325440" y="112538"/>
                  </a:lnTo>
                  <a:lnTo>
                    <a:pt x="323656" y="107548"/>
                  </a:lnTo>
                  <a:lnTo>
                    <a:pt x="321715" y="102616"/>
                  </a:lnTo>
                  <a:lnTo>
                    <a:pt x="319619" y="97749"/>
                  </a:lnTo>
                  <a:lnTo>
                    <a:pt x="317369" y="92950"/>
                  </a:lnTo>
                  <a:lnTo>
                    <a:pt x="314969" y="88225"/>
                  </a:lnTo>
                  <a:lnTo>
                    <a:pt x="312419" y="83579"/>
                  </a:lnTo>
                  <a:lnTo>
                    <a:pt x="309724" y="79015"/>
                  </a:lnTo>
                  <a:lnTo>
                    <a:pt x="306886" y="74540"/>
                  </a:lnTo>
                  <a:lnTo>
                    <a:pt x="303907" y="70156"/>
                  </a:lnTo>
                  <a:lnTo>
                    <a:pt x="300791" y="65870"/>
                  </a:lnTo>
                  <a:lnTo>
                    <a:pt x="297540" y="61684"/>
                  </a:lnTo>
                  <a:lnTo>
                    <a:pt x="294158" y="57603"/>
                  </a:lnTo>
                  <a:lnTo>
                    <a:pt x="290649" y="53632"/>
                  </a:lnTo>
                  <a:lnTo>
                    <a:pt x="287015" y="49774"/>
                  </a:lnTo>
                  <a:lnTo>
                    <a:pt x="283261" y="46033"/>
                  </a:lnTo>
                  <a:lnTo>
                    <a:pt x="279391" y="42413"/>
                  </a:lnTo>
                  <a:lnTo>
                    <a:pt x="275407" y="38917"/>
                  </a:lnTo>
                  <a:lnTo>
                    <a:pt x="271315" y="35550"/>
                  </a:lnTo>
                  <a:lnTo>
                    <a:pt x="267118" y="32313"/>
                  </a:lnTo>
                  <a:lnTo>
                    <a:pt x="262821" y="29212"/>
                  </a:lnTo>
                  <a:lnTo>
                    <a:pt x="258427" y="26248"/>
                  </a:lnTo>
                  <a:lnTo>
                    <a:pt x="253942" y="23425"/>
                  </a:lnTo>
                  <a:lnTo>
                    <a:pt x="249369" y="20746"/>
                  </a:lnTo>
                  <a:lnTo>
                    <a:pt x="244714" y="18213"/>
                  </a:lnTo>
                  <a:lnTo>
                    <a:pt x="239981" y="15829"/>
                  </a:lnTo>
                  <a:lnTo>
                    <a:pt x="235174" y="13596"/>
                  </a:lnTo>
                  <a:lnTo>
                    <a:pt x="230300" y="11516"/>
                  </a:lnTo>
                  <a:lnTo>
                    <a:pt x="225361" y="9592"/>
                  </a:lnTo>
                  <a:lnTo>
                    <a:pt x="220365" y="7826"/>
                  </a:lnTo>
                  <a:lnTo>
                    <a:pt x="215315" y="6218"/>
                  </a:lnTo>
                  <a:lnTo>
                    <a:pt x="210216" y="4772"/>
                  </a:lnTo>
                  <a:lnTo>
                    <a:pt x="205074" y="3488"/>
                  </a:lnTo>
                  <a:lnTo>
                    <a:pt x="199894" y="2368"/>
                  </a:lnTo>
                  <a:lnTo>
                    <a:pt x="194681" y="1413"/>
                  </a:lnTo>
                  <a:lnTo>
                    <a:pt x="189441" y="623"/>
                  </a:lnTo>
                  <a:lnTo>
                    <a:pt x="184178" y="0"/>
                  </a:lnTo>
                  <a:lnTo>
                    <a:pt x="167152" y="1662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781287" y="2126963"/>
              <a:ext cx="17025" cy="167167"/>
            </a:xfrm>
            <a:custGeom>
              <a:avLst/>
              <a:pathLst>
                <a:path w="17025" h="167167">
                  <a:moveTo>
                    <a:pt x="17025" y="869"/>
                  </a:moveTo>
                  <a:lnTo>
                    <a:pt x="8523" y="21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423591" y="2633064"/>
              <a:ext cx="334324" cy="334327"/>
            </a:xfrm>
            <a:custGeom>
              <a:avLst/>
              <a:pathLst>
                <a:path w="334324" h="334327">
                  <a:moveTo>
                    <a:pt x="167156" y="0"/>
                  </a:moveTo>
                  <a:lnTo>
                    <a:pt x="161868" y="83"/>
                  </a:lnTo>
                  <a:lnTo>
                    <a:pt x="156585" y="334"/>
                  </a:lnTo>
                  <a:lnTo>
                    <a:pt x="151313" y="752"/>
                  </a:lnTo>
                  <a:lnTo>
                    <a:pt x="146056" y="1337"/>
                  </a:lnTo>
                  <a:lnTo>
                    <a:pt x="140820" y="2087"/>
                  </a:lnTo>
                  <a:lnTo>
                    <a:pt x="135611" y="3003"/>
                  </a:lnTo>
                  <a:lnTo>
                    <a:pt x="130434" y="4083"/>
                  </a:lnTo>
                  <a:lnTo>
                    <a:pt x="125293" y="5326"/>
                  </a:lnTo>
                  <a:lnTo>
                    <a:pt x="120194" y="6732"/>
                  </a:lnTo>
                  <a:lnTo>
                    <a:pt x="115142" y="8298"/>
                  </a:lnTo>
                  <a:lnTo>
                    <a:pt x="110142" y="10023"/>
                  </a:lnTo>
                  <a:lnTo>
                    <a:pt x="105200" y="11905"/>
                  </a:lnTo>
                  <a:lnTo>
                    <a:pt x="100319" y="13943"/>
                  </a:lnTo>
                  <a:lnTo>
                    <a:pt x="95505" y="16134"/>
                  </a:lnTo>
                  <a:lnTo>
                    <a:pt x="90763" y="18476"/>
                  </a:lnTo>
                  <a:lnTo>
                    <a:pt x="86097" y="20967"/>
                  </a:lnTo>
                  <a:lnTo>
                    <a:pt x="81513" y="23605"/>
                  </a:lnTo>
                  <a:lnTo>
                    <a:pt x="77014" y="26386"/>
                  </a:lnTo>
                  <a:lnTo>
                    <a:pt x="72606" y="29308"/>
                  </a:lnTo>
                  <a:lnTo>
                    <a:pt x="68292" y="32368"/>
                  </a:lnTo>
                  <a:lnTo>
                    <a:pt x="64077" y="35563"/>
                  </a:lnTo>
                  <a:lnTo>
                    <a:pt x="59965" y="38890"/>
                  </a:lnTo>
                  <a:lnTo>
                    <a:pt x="55961" y="42345"/>
                  </a:lnTo>
                  <a:lnTo>
                    <a:pt x="52068" y="45925"/>
                  </a:lnTo>
                  <a:lnTo>
                    <a:pt x="48290" y="49627"/>
                  </a:lnTo>
                  <a:lnTo>
                    <a:pt x="44631" y="53446"/>
                  </a:lnTo>
                  <a:lnTo>
                    <a:pt x="41095" y="57379"/>
                  </a:lnTo>
                  <a:lnTo>
                    <a:pt x="37685" y="61422"/>
                  </a:lnTo>
                  <a:lnTo>
                    <a:pt x="34404" y="65571"/>
                  </a:lnTo>
                  <a:lnTo>
                    <a:pt x="31257" y="69821"/>
                  </a:lnTo>
                  <a:lnTo>
                    <a:pt x="28245" y="74169"/>
                  </a:lnTo>
                  <a:lnTo>
                    <a:pt x="25373" y="78610"/>
                  </a:lnTo>
                  <a:lnTo>
                    <a:pt x="22642" y="83140"/>
                  </a:lnTo>
                  <a:lnTo>
                    <a:pt x="20056" y="87753"/>
                  </a:lnTo>
                  <a:lnTo>
                    <a:pt x="17618" y="92447"/>
                  </a:lnTo>
                  <a:lnTo>
                    <a:pt x="15329" y="97215"/>
                  </a:lnTo>
                  <a:lnTo>
                    <a:pt x="13192" y="102053"/>
                  </a:lnTo>
                  <a:lnTo>
                    <a:pt x="11209" y="106956"/>
                  </a:lnTo>
                  <a:lnTo>
                    <a:pt x="9382" y="111920"/>
                  </a:lnTo>
                  <a:lnTo>
                    <a:pt x="7713" y="116939"/>
                  </a:lnTo>
                  <a:lnTo>
                    <a:pt x="6204" y="122008"/>
                  </a:lnTo>
                  <a:lnTo>
                    <a:pt x="4856" y="127122"/>
                  </a:lnTo>
                  <a:lnTo>
                    <a:pt x="3671" y="132276"/>
                  </a:lnTo>
                  <a:lnTo>
                    <a:pt x="2649" y="137466"/>
                  </a:lnTo>
                  <a:lnTo>
                    <a:pt x="1791" y="142685"/>
                  </a:lnTo>
                  <a:lnTo>
                    <a:pt x="1100" y="147928"/>
                  </a:lnTo>
                  <a:lnTo>
                    <a:pt x="574" y="153191"/>
                  </a:lnTo>
                  <a:lnTo>
                    <a:pt x="215" y="158468"/>
                  </a:lnTo>
                  <a:lnTo>
                    <a:pt x="24" y="163754"/>
                  </a:lnTo>
                  <a:lnTo>
                    <a:pt x="0" y="169043"/>
                  </a:lnTo>
                  <a:lnTo>
                    <a:pt x="143" y="174330"/>
                  </a:lnTo>
                  <a:lnTo>
                    <a:pt x="453" y="179610"/>
                  </a:lnTo>
                  <a:lnTo>
                    <a:pt x="930" y="184877"/>
                  </a:lnTo>
                  <a:lnTo>
                    <a:pt x="1573" y="190127"/>
                  </a:lnTo>
                  <a:lnTo>
                    <a:pt x="2382" y="195354"/>
                  </a:lnTo>
                  <a:lnTo>
                    <a:pt x="3357" y="200552"/>
                  </a:lnTo>
                  <a:lnTo>
                    <a:pt x="4495" y="205717"/>
                  </a:lnTo>
                  <a:lnTo>
                    <a:pt x="5796" y="210844"/>
                  </a:lnTo>
                  <a:lnTo>
                    <a:pt x="7258" y="215926"/>
                  </a:lnTo>
                  <a:lnTo>
                    <a:pt x="8881" y="220960"/>
                  </a:lnTo>
                  <a:lnTo>
                    <a:pt x="10662" y="225941"/>
                  </a:lnTo>
                  <a:lnTo>
                    <a:pt x="12599" y="230862"/>
                  </a:lnTo>
                  <a:lnTo>
                    <a:pt x="14692" y="235719"/>
                  </a:lnTo>
                  <a:lnTo>
                    <a:pt x="16937" y="240508"/>
                  </a:lnTo>
                  <a:lnTo>
                    <a:pt x="19332" y="245224"/>
                  </a:lnTo>
                  <a:lnTo>
                    <a:pt x="21875" y="249861"/>
                  </a:lnTo>
                  <a:lnTo>
                    <a:pt x="24564" y="254416"/>
                  </a:lnTo>
                  <a:lnTo>
                    <a:pt x="27396" y="258883"/>
                  </a:lnTo>
                  <a:lnTo>
                    <a:pt x="30367" y="263259"/>
                  </a:lnTo>
                  <a:lnTo>
                    <a:pt x="33475" y="267538"/>
                  </a:lnTo>
                  <a:lnTo>
                    <a:pt x="36717" y="271717"/>
                  </a:lnTo>
                  <a:lnTo>
                    <a:pt x="40090" y="275791"/>
                  </a:lnTo>
                  <a:lnTo>
                    <a:pt x="43590" y="279756"/>
                  </a:lnTo>
                  <a:lnTo>
                    <a:pt x="47214" y="283609"/>
                  </a:lnTo>
                  <a:lnTo>
                    <a:pt x="50957" y="287345"/>
                  </a:lnTo>
                  <a:lnTo>
                    <a:pt x="54817" y="290961"/>
                  </a:lnTo>
                  <a:lnTo>
                    <a:pt x="58790" y="294453"/>
                  </a:lnTo>
                  <a:lnTo>
                    <a:pt x="62871" y="297817"/>
                  </a:lnTo>
                  <a:lnTo>
                    <a:pt x="67056" y="301051"/>
                  </a:lnTo>
                  <a:lnTo>
                    <a:pt x="71342" y="304150"/>
                  </a:lnTo>
                  <a:lnTo>
                    <a:pt x="75723" y="307113"/>
                  </a:lnTo>
                  <a:lnTo>
                    <a:pt x="80196" y="309935"/>
                  </a:lnTo>
                  <a:lnTo>
                    <a:pt x="84756" y="312615"/>
                  </a:lnTo>
                  <a:lnTo>
                    <a:pt x="89398" y="315149"/>
                  </a:lnTo>
                  <a:lnTo>
                    <a:pt x="94119" y="317535"/>
                  </a:lnTo>
                  <a:lnTo>
                    <a:pt x="98912" y="319770"/>
                  </a:lnTo>
                  <a:lnTo>
                    <a:pt x="103774" y="321852"/>
                  </a:lnTo>
                  <a:lnTo>
                    <a:pt x="108699" y="323780"/>
                  </a:lnTo>
                  <a:lnTo>
                    <a:pt x="113683" y="325551"/>
                  </a:lnTo>
                  <a:lnTo>
                    <a:pt x="118720" y="327163"/>
                  </a:lnTo>
                  <a:lnTo>
                    <a:pt x="123806" y="328616"/>
                  </a:lnTo>
                  <a:lnTo>
                    <a:pt x="128935" y="329906"/>
                  </a:lnTo>
                  <a:lnTo>
                    <a:pt x="134102" y="331034"/>
                  </a:lnTo>
                  <a:lnTo>
                    <a:pt x="139303" y="331998"/>
                  </a:lnTo>
                  <a:lnTo>
                    <a:pt x="144531" y="332796"/>
                  </a:lnTo>
                  <a:lnTo>
                    <a:pt x="149782" y="333429"/>
                  </a:lnTo>
                  <a:lnTo>
                    <a:pt x="155051" y="333895"/>
                  </a:lnTo>
                  <a:lnTo>
                    <a:pt x="160331" y="334195"/>
                  </a:lnTo>
                  <a:lnTo>
                    <a:pt x="165619" y="334327"/>
                  </a:lnTo>
                  <a:lnTo>
                    <a:pt x="170908" y="334292"/>
                  </a:lnTo>
                  <a:lnTo>
                    <a:pt x="176193" y="334090"/>
                  </a:lnTo>
                  <a:lnTo>
                    <a:pt x="181469" y="333721"/>
                  </a:lnTo>
                  <a:lnTo>
                    <a:pt x="186731" y="333184"/>
                  </a:lnTo>
                  <a:lnTo>
                    <a:pt x="191973" y="332482"/>
                  </a:lnTo>
                  <a:lnTo>
                    <a:pt x="197190" y="331614"/>
                  </a:lnTo>
                  <a:lnTo>
                    <a:pt x="202377" y="330582"/>
                  </a:lnTo>
                  <a:lnTo>
                    <a:pt x="207529" y="329386"/>
                  </a:lnTo>
                  <a:lnTo>
                    <a:pt x="212641" y="328027"/>
                  </a:lnTo>
                  <a:lnTo>
                    <a:pt x="217707" y="326508"/>
                  </a:lnTo>
                  <a:lnTo>
                    <a:pt x="222722" y="324829"/>
                  </a:lnTo>
                  <a:lnTo>
                    <a:pt x="227682" y="322992"/>
                  </a:lnTo>
                  <a:lnTo>
                    <a:pt x="232582" y="321000"/>
                  </a:lnTo>
                  <a:lnTo>
                    <a:pt x="237415" y="318853"/>
                  </a:lnTo>
                  <a:lnTo>
                    <a:pt x="242179" y="316554"/>
                  </a:lnTo>
                  <a:lnTo>
                    <a:pt x="246867" y="314106"/>
                  </a:lnTo>
                  <a:lnTo>
                    <a:pt x="251476" y="311511"/>
                  </a:lnTo>
                  <a:lnTo>
                    <a:pt x="256000" y="308771"/>
                  </a:lnTo>
                  <a:lnTo>
                    <a:pt x="260435" y="305890"/>
                  </a:lnTo>
                  <a:lnTo>
                    <a:pt x="264777" y="302870"/>
                  </a:lnTo>
                  <a:lnTo>
                    <a:pt x="269021" y="299713"/>
                  </a:lnTo>
                  <a:lnTo>
                    <a:pt x="273163" y="296425"/>
                  </a:lnTo>
                  <a:lnTo>
                    <a:pt x="277199" y="293006"/>
                  </a:lnTo>
                  <a:lnTo>
                    <a:pt x="281125" y="289462"/>
                  </a:lnTo>
                  <a:lnTo>
                    <a:pt x="284937" y="285796"/>
                  </a:lnTo>
                  <a:lnTo>
                    <a:pt x="288631" y="282010"/>
                  </a:lnTo>
                  <a:lnTo>
                    <a:pt x="292203" y="278110"/>
                  </a:lnTo>
                  <a:lnTo>
                    <a:pt x="295650" y="274099"/>
                  </a:lnTo>
                  <a:lnTo>
                    <a:pt x="298968" y="269980"/>
                  </a:lnTo>
                  <a:lnTo>
                    <a:pt x="302155" y="265759"/>
                  </a:lnTo>
                  <a:lnTo>
                    <a:pt x="305206" y="261439"/>
                  </a:lnTo>
                  <a:lnTo>
                    <a:pt x="308119" y="257024"/>
                  </a:lnTo>
                  <a:lnTo>
                    <a:pt x="310892" y="252520"/>
                  </a:lnTo>
                  <a:lnTo>
                    <a:pt x="313520" y="247930"/>
                  </a:lnTo>
                  <a:lnTo>
                    <a:pt x="316001" y="243260"/>
                  </a:lnTo>
                  <a:lnTo>
                    <a:pt x="318334" y="238513"/>
                  </a:lnTo>
                  <a:lnTo>
                    <a:pt x="320516" y="233695"/>
                  </a:lnTo>
                  <a:lnTo>
                    <a:pt x="322543" y="228810"/>
                  </a:lnTo>
                  <a:lnTo>
                    <a:pt x="324416" y="223863"/>
                  </a:lnTo>
                  <a:lnTo>
                    <a:pt x="326131" y="218860"/>
                  </a:lnTo>
                  <a:lnTo>
                    <a:pt x="327686" y="213805"/>
                  </a:lnTo>
                  <a:lnTo>
                    <a:pt x="329081" y="208703"/>
                  </a:lnTo>
                  <a:lnTo>
                    <a:pt x="330314" y="203560"/>
                  </a:lnTo>
                  <a:lnTo>
                    <a:pt x="331384" y="198380"/>
                  </a:lnTo>
                  <a:lnTo>
                    <a:pt x="332289" y="193169"/>
                  </a:lnTo>
                  <a:lnTo>
                    <a:pt x="333029" y="187932"/>
                  </a:lnTo>
                  <a:lnTo>
                    <a:pt x="333603" y="182674"/>
                  </a:lnTo>
                  <a:lnTo>
                    <a:pt x="334010" y="177401"/>
                  </a:lnTo>
                  <a:lnTo>
                    <a:pt x="334251" y="172118"/>
                  </a:lnTo>
                  <a:lnTo>
                    <a:pt x="334324" y="166829"/>
                  </a:lnTo>
                  <a:lnTo>
                    <a:pt x="334229" y="161541"/>
                  </a:lnTo>
                  <a:lnTo>
                    <a:pt x="333968" y="156258"/>
                  </a:lnTo>
                  <a:lnTo>
                    <a:pt x="333539" y="150987"/>
                  </a:lnTo>
                  <a:lnTo>
                    <a:pt x="332944" y="145731"/>
                  </a:lnTo>
                  <a:lnTo>
                    <a:pt x="332183" y="140497"/>
                  </a:lnTo>
                  <a:lnTo>
                    <a:pt x="331256" y="135290"/>
                  </a:lnTo>
                  <a:lnTo>
                    <a:pt x="330166" y="130115"/>
                  </a:lnTo>
                  <a:lnTo>
                    <a:pt x="328912" y="124976"/>
                  </a:lnTo>
                  <a:lnTo>
                    <a:pt x="327496" y="119880"/>
                  </a:lnTo>
                  <a:lnTo>
                    <a:pt x="325920" y="114832"/>
                  </a:lnTo>
                  <a:lnTo>
                    <a:pt x="324185" y="109835"/>
                  </a:lnTo>
                  <a:lnTo>
                    <a:pt x="322293" y="104896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737961"/>
              <a:ext cx="155136" cy="62270"/>
            </a:xfrm>
            <a:custGeom>
              <a:avLst/>
              <a:pathLst>
                <a:path w="155136" h="62270">
                  <a:moveTo>
                    <a:pt x="155136" y="0"/>
                  </a:moveTo>
                  <a:lnTo>
                    <a:pt x="0" y="622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737961"/>
              <a:ext cx="155136" cy="62270"/>
            </a:xfrm>
            <a:custGeom>
              <a:avLst/>
              <a:pathLst>
                <a:path w="155136" h="62270">
                  <a:moveTo>
                    <a:pt x="155136" y="0"/>
                  </a:moveTo>
                  <a:lnTo>
                    <a:pt x="0" y="622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737961"/>
              <a:ext cx="155136" cy="62270"/>
            </a:xfrm>
            <a:custGeom>
              <a:avLst/>
              <a:pathLst>
                <a:path w="155136" h="62270">
                  <a:moveTo>
                    <a:pt x="155136" y="0"/>
                  </a:moveTo>
                  <a:lnTo>
                    <a:pt x="0" y="622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737961"/>
              <a:ext cx="155136" cy="62270"/>
            </a:xfrm>
            <a:custGeom>
              <a:avLst/>
              <a:pathLst>
                <a:path w="155136" h="62270">
                  <a:moveTo>
                    <a:pt x="155136" y="0"/>
                  </a:moveTo>
                  <a:lnTo>
                    <a:pt x="0" y="6227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737961"/>
              <a:ext cx="155136" cy="62270"/>
            </a:xfrm>
            <a:custGeom>
              <a:avLst/>
              <a:pathLst>
                <a:path w="155136" h="62270">
                  <a:moveTo>
                    <a:pt x="155136" y="0"/>
                  </a:moveTo>
                  <a:lnTo>
                    <a:pt x="0" y="622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737961"/>
              <a:ext cx="155136" cy="62270"/>
            </a:xfrm>
            <a:custGeom>
              <a:avLst/>
              <a:pathLst>
                <a:path w="155136" h="62270">
                  <a:moveTo>
                    <a:pt x="155136" y="0"/>
                  </a:moveTo>
                  <a:lnTo>
                    <a:pt x="0" y="622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737961"/>
              <a:ext cx="155136" cy="62270"/>
            </a:xfrm>
            <a:custGeom>
              <a:avLst/>
              <a:pathLst>
                <a:path w="155136" h="62270">
                  <a:moveTo>
                    <a:pt x="155136" y="0"/>
                  </a:moveTo>
                  <a:lnTo>
                    <a:pt x="0" y="6227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737961"/>
              <a:ext cx="155136" cy="62270"/>
            </a:xfrm>
            <a:custGeom>
              <a:avLst/>
              <a:pathLst>
                <a:path w="155136" h="62270">
                  <a:moveTo>
                    <a:pt x="155136" y="0"/>
                  </a:moveTo>
                  <a:lnTo>
                    <a:pt x="0" y="622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37961"/>
              <a:ext cx="155136" cy="62270"/>
            </a:xfrm>
            <a:custGeom>
              <a:avLst/>
              <a:pathLst>
                <a:path w="155136" h="62270">
                  <a:moveTo>
                    <a:pt x="155136" y="0"/>
                  </a:moveTo>
                  <a:lnTo>
                    <a:pt x="0" y="622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37961"/>
              <a:ext cx="155136" cy="62270"/>
            </a:xfrm>
            <a:custGeom>
              <a:avLst/>
              <a:pathLst>
                <a:path w="155136" h="62270">
                  <a:moveTo>
                    <a:pt x="155136" y="0"/>
                  </a:moveTo>
                  <a:lnTo>
                    <a:pt x="0" y="622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37961"/>
              <a:ext cx="155136" cy="62270"/>
            </a:xfrm>
            <a:custGeom>
              <a:avLst/>
              <a:pathLst>
                <a:path w="155136" h="62270">
                  <a:moveTo>
                    <a:pt x="155136" y="0"/>
                  </a:moveTo>
                  <a:lnTo>
                    <a:pt x="0" y="622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737961"/>
              <a:ext cx="155136" cy="62270"/>
            </a:xfrm>
            <a:custGeom>
              <a:avLst/>
              <a:pathLst>
                <a:path w="155136" h="62270">
                  <a:moveTo>
                    <a:pt x="155136" y="0"/>
                  </a:moveTo>
                  <a:lnTo>
                    <a:pt x="0" y="6227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737961"/>
              <a:ext cx="155136" cy="62270"/>
            </a:xfrm>
            <a:custGeom>
              <a:avLst/>
              <a:pathLst>
                <a:path w="155136" h="62270">
                  <a:moveTo>
                    <a:pt x="155136" y="0"/>
                  </a:moveTo>
                  <a:lnTo>
                    <a:pt x="0" y="6227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637283"/>
              <a:ext cx="155136" cy="162948"/>
            </a:xfrm>
            <a:custGeom>
              <a:avLst/>
              <a:pathLst>
                <a:path w="155136" h="162948">
                  <a:moveTo>
                    <a:pt x="155136" y="100677"/>
                  </a:moveTo>
                  <a:lnTo>
                    <a:pt x="152981" y="95556"/>
                  </a:lnTo>
                  <a:lnTo>
                    <a:pt x="150657" y="90509"/>
                  </a:lnTo>
                  <a:lnTo>
                    <a:pt x="148166" y="85542"/>
                  </a:lnTo>
                  <a:lnTo>
                    <a:pt x="145512" y="80661"/>
                  </a:lnTo>
                  <a:lnTo>
                    <a:pt x="142697" y="75871"/>
                  </a:lnTo>
                  <a:lnTo>
                    <a:pt x="139724" y="71176"/>
                  </a:lnTo>
                  <a:lnTo>
                    <a:pt x="136597" y="66584"/>
                  </a:lnTo>
                  <a:lnTo>
                    <a:pt x="133319" y="62097"/>
                  </a:lnTo>
                  <a:lnTo>
                    <a:pt x="129894" y="57722"/>
                  </a:lnTo>
                  <a:lnTo>
                    <a:pt x="126325" y="53464"/>
                  </a:lnTo>
                  <a:lnTo>
                    <a:pt x="122617" y="49326"/>
                  </a:lnTo>
                  <a:lnTo>
                    <a:pt x="118773" y="45314"/>
                  </a:lnTo>
                  <a:lnTo>
                    <a:pt x="114798" y="41432"/>
                  </a:lnTo>
                  <a:lnTo>
                    <a:pt x="110697" y="37684"/>
                  </a:lnTo>
                  <a:lnTo>
                    <a:pt x="106473" y="34074"/>
                  </a:lnTo>
                  <a:lnTo>
                    <a:pt x="102131" y="30607"/>
                  </a:lnTo>
                  <a:lnTo>
                    <a:pt x="97676" y="27286"/>
                  </a:lnTo>
                  <a:lnTo>
                    <a:pt x="93114" y="24114"/>
                  </a:lnTo>
                  <a:lnTo>
                    <a:pt x="88449" y="21097"/>
                  </a:lnTo>
                  <a:lnTo>
                    <a:pt x="83686" y="18236"/>
                  </a:lnTo>
                  <a:lnTo>
                    <a:pt x="78830" y="15534"/>
                  </a:lnTo>
                  <a:lnTo>
                    <a:pt x="73888" y="12996"/>
                  </a:lnTo>
                  <a:lnTo>
                    <a:pt x="68863" y="10623"/>
                  </a:lnTo>
                  <a:lnTo>
                    <a:pt x="63763" y="8419"/>
                  </a:lnTo>
                  <a:lnTo>
                    <a:pt x="58593" y="6385"/>
                  </a:lnTo>
                  <a:lnTo>
                    <a:pt x="53357" y="4524"/>
                  </a:lnTo>
                  <a:lnTo>
                    <a:pt x="48063" y="2839"/>
                  </a:lnTo>
                  <a:lnTo>
                    <a:pt x="42715" y="1330"/>
                  </a:lnTo>
                  <a:lnTo>
                    <a:pt x="37321" y="0"/>
                  </a:lnTo>
                  <a:lnTo>
                    <a:pt x="0" y="1629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633064"/>
              <a:ext cx="37321" cy="167167"/>
            </a:xfrm>
            <a:custGeom>
              <a:avLst/>
              <a:pathLst>
                <a:path w="37321" h="167167">
                  <a:moveTo>
                    <a:pt x="37321" y="4219"/>
                  </a:moveTo>
                  <a:lnTo>
                    <a:pt x="31181" y="2933"/>
                  </a:lnTo>
                  <a:lnTo>
                    <a:pt x="24998" y="1879"/>
                  </a:lnTo>
                  <a:lnTo>
                    <a:pt x="18779" y="1058"/>
                  </a:lnTo>
                  <a:lnTo>
                    <a:pt x="12534" y="470"/>
                  </a:lnTo>
                  <a:lnTo>
                    <a:pt x="6271" y="11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358822" y="3170392"/>
              <a:ext cx="334325" cy="334325"/>
            </a:xfrm>
            <a:custGeom>
              <a:avLst/>
              <a:pathLst>
                <a:path w="334325" h="334325">
                  <a:moveTo>
                    <a:pt x="167158" y="0"/>
                  </a:moveTo>
                  <a:lnTo>
                    <a:pt x="161872" y="83"/>
                  </a:lnTo>
                  <a:lnTo>
                    <a:pt x="156592" y="334"/>
                  </a:lnTo>
                  <a:lnTo>
                    <a:pt x="151322" y="751"/>
                  </a:lnTo>
                  <a:lnTo>
                    <a:pt x="146068" y="1335"/>
                  </a:lnTo>
                  <a:lnTo>
                    <a:pt x="140835" y="2085"/>
                  </a:lnTo>
                  <a:lnTo>
                    <a:pt x="135628" y="3000"/>
                  </a:lnTo>
                  <a:lnTo>
                    <a:pt x="130453" y="4079"/>
                  </a:lnTo>
                  <a:lnTo>
                    <a:pt x="125314" y="5321"/>
                  </a:lnTo>
                  <a:lnTo>
                    <a:pt x="120218" y="6725"/>
                  </a:lnTo>
                  <a:lnTo>
                    <a:pt x="115168" y="8290"/>
                  </a:lnTo>
                  <a:lnTo>
                    <a:pt x="110170" y="10013"/>
                  </a:lnTo>
                  <a:lnTo>
                    <a:pt x="105230" y="11893"/>
                  </a:lnTo>
                  <a:lnTo>
                    <a:pt x="100351" y="13929"/>
                  </a:lnTo>
                  <a:lnTo>
                    <a:pt x="95539" y="16118"/>
                  </a:lnTo>
                  <a:lnTo>
                    <a:pt x="90799" y="18458"/>
                  </a:lnTo>
                  <a:lnTo>
                    <a:pt x="86135" y="20947"/>
                  </a:lnTo>
                  <a:lnTo>
                    <a:pt x="81552" y="23582"/>
                  </a:lnTo>
                  <a:lnTo>
                    <a:pt x="77055" y="26361"/>
                  </a:lnTo>
                  <a:lnTo>
                    <a:pt x="72647" y="29280"/>
                  </a:lnTo>
                  <a:lnTo>
                    <a:pt x="68335" y="32338"/>
                  </a:lnTo>
                  <a:lnTo>
                    <a:pt x="64121" y="35530"/>
                  </a:lnTo>
                  <a:lnTo>
                    <a:pt x="60010" y="38854"/>
                  </a:lnTo>
                  <a:lnTo>
                    <a:pt x="56006" y="42306"/>
                  </a:lnTo>
                  <a:lnTo>
                    <a:pt x="52114" y="45883"/>
                  </a:lnTo>
                  <a:lnTo>
                    <a:pt x="48336" y="49581"/>
                  </a:lnTo>
                  <a:lnTo>
                    <a:pt x="44678" y="53397"/>
                  </a:lnTo>
                  <a:lnTo>
                    <a:pt x="41142" y="57327"/>
                  </a:lnTo>
                  <a:lnTo>
                    <a:pt x="37732" y="61366"/>
                  </a:lnTo>
                  <a:lnTo>
                    <a:pt x="34451" y="65511"/>
                  </a:lnTo>
                  <a:lnTo>
                    <a:pt x="31303" y="69758"/>
                  </a:lnTo>
                  <a:lnTo>
                    <a:pt x="28291" y="74103"/>
                  </a:lnTo>
                  <a:lnTo>
                    <a:pt x="25418" y="78540"/>
                  </a:lnTo>
                  <a:lnTo>
                    <a:pt x="22686" y="83066"/>
                  </a:lnTo>
                  <a:lnTo>
                    <a:pt x="20099" y="87677"/>
                  </a:lnTo>
                  <a:lnTo>
                    <a:pt x="17659" y="92366"/>
                  </a:lnTo>
                  <a:lnTo>
                    <a:pt x="15369" y="97131"/>
                  </a:lnTo>
                  <a:lnTo>
                    <a:pt x="13230" y="101965"/>
                  </a:lnTo>
                  <a:lnTo>
                    <a:pt x="11246" y="106865"/>
                  </a:lnTo>
                  <a:lnTo>
                    <a:pt x="9417" y="111825"/>
                  </a:lnTo>
                  <a:lnTo>
                    <a:pt x="7746" y="116840"/>
                  </a:lnTo>
                  <a:lnTo>
                    <a:pt x="6234" y="121906"/>
                  </a:lnTo>
                  <a:lnTo>
                    <a:pt x="4884" y="127017"/>
                  </a:lnTo>
                  <a:lnTo>
                    <a:pt x="3695" y="132168"/>
                  </a:lnTo>
                  <a:lnTo>
                    <a:pt x="2670" y="137354"/>
                  </a:lnTo>
                  <a:lnTo>
                    <a:pt x="1810" y="142570"/>
                  </a:lnTo>
                  <a:lnTo>
                    <a:pt x="1115" y="147811"/>
                  </a:lnTo>
                  <a:lnTo>
                    <a:pt x="586" y="153071"/>
                  </a:lnTo>
                  <a:lnTo>
                    <a:pt x="223" y="158345"/>
                  </a:lnTo>
                  <a:lnTo>
                    <a:pt x="28" y="163628"/>
                  </a:lnTo>
                  <a:lnTo>
                    <a:pt x="0" y="168914"/>
                  </a:lnTo>
                  <a:lnTo>
                    <a:pt x="138" y="174199"/>
                  </a:lnTo>
                  <a:lnTo>
                    <a:pt x="444" y="179476"/>
                  </a:lnTo>
                  <a:lnTo>
                    <a:pt x="917" y="184742"/>
                  </a:lnTo>
                  <a:lnTo>
                    <a:pt x="1556" y="189989"/>
                  </a:lnTo>
                  <a:lnTo>
                    <a:pt x="2360" y="195214"/>
                  </a:lnTo>
                  <a:lnTo>
                    <a:pt x="3329" y="200411"/>
                  </a:lnTo>
                  <a:lnTo>
                    <a:pt x="4462" y="205575"/>
                  </a:lnTo>
                  <a:lnTo>
                    <a:pt x="5758" y="210700"/>
                  </a:lnTo>
                  <a:lnTo>
                    <a:pt x="7215" y="215781"/>
                  </a:lnTo>
                  <a:lnTo>
                    <a:pt x="8833" y="220814"/>
                  </a:lnTo>
                  <a:lnTo>
                    <a:pt x="10608" y="225794"/>
                  </a:lnTo>
                  <a:lnTo>
                    <a:pt x="12540" y="230715"/>
                  </a:lnTo>
                  <a:lnTo>
                    <a:pt x="14627" y="235572"/>
                  </a:lnTo>
                  <a:lnTo>
                    <a:pt x="16866" y="240360"/>
                  </a:lnTo>
                  <a:lnTo>
                    <a:pt x="19255" y="245076"/>
                  </a:lnTo>
                  <a:lnTo>
                    <a:pt x="21793" y="249714"/>
                  </a:lnTo>
                  <a:lnTo>
                    <a:pt x="24476" y="254269"/>
                  </a:lnTo>
                  <a:lnTo>
                    <a:pt x="27301" y="258737"/>
                  </a:lnTo>
                  <a:lnTo>
                    <a:pt x="30266" y="263113"/>
                  </a:lnTo>
                  <a:lnTo>
                    <a:pt x="33369" y="267394"/>
                  </a:lnTo>
                  <a:lnTo>
                    <a:pt x="36605" y="271574"/>
                  </a:lnTo>
                  <a:lnTo>
                    <a:pt x="39971" y="275650"/>
                  </a:lnTo>
                  <a:lnTo>
                    <a:pt x="43465" y="279617"/>
                  </a:lnTo>
                  <a:lnTo>
                    <a:pt x="47083" y="283472"/>
                  </a:lnTo>
                  <a:lnTo>
                    <a:pt x="50820" y="287211"/>
                  </a:lnTo>
                  <a:lnTo>
                    <a:pt x="54674" y="290829"/>
                  </a:lnTo>
                  <a:lnTo>
                    <a:pt x="58641" y="294324"/>
                  </a:lnTo>
                  <a:lnTo>
                    <a:pt x="62715" y="297692"/>
                  </a:lnTo>
                  <a:lnTo>
                    <a:pt x="66895" y="300929"/>
                  </a:lnTo>
                  <a:lnTo>
                    <a:pt x="71174" y="304032"/>
                  </a:lnTo>
                  <a:lnTo>
                    <a:pt x="75550" y="306999"/>
                  </a:lnTo>
                  <a:lnTo>
                    <a:pt x="80017" y="309826"/>
                  </a:lnTo>
                  <a:lnTo>
                    <a:pt x="84572" y="312510"/>
                  </a:lnTo>
                  <a:lnTo>
                    <a:pt x="89209" y="315048"/>
                  </a:lnTo>
                  <a:lnTo>
                    <a:pt x="93924" y="317439"/>
                  </a:lnTo>
                  <a:lnTo>
                    <a:pt x="98712" y="319680"/>
                  </a:lnTo>
                  <a:lnTo>
                    <a:pt x="103569" y="321768"/>
                  </a:lnTo>
                  <a:lnTo>
                    <a:pt x="108489" y="323701"/>
                  </a:lnTo>
                  <a:lnTo>
                    <a:pt x="113468" y="325478"/>
                  </a:lnTo>
                  <a:lnTo>
                    <a:pt x="118500" y="327096"/>
                  </a:lnTo>
                  <a:lnTo>
                    <a:pt x="123581" y="328555"/>
                  </a:lnTo>
                  <a:lnTo>
                    <a:pt x="128706" y="329852"/>
                  </a:lnTo>
                  <a:lnTo>
                    <a:pt x="133870" y="330986"/>
                  </a:lnTo>
                  <a:lnTo>
                    <a:pt x="139066" y="331957"/>
                  </a:lnTo>
                  <a:lnTo>
                    <a:pt x="144291" y="332763"/>
                  </a:lnTo>
                  <a:lnTo>
                    <a:pt x="149538" y="333403"/>
                  </a:lnTo>
                  <a:lnTo>
                    <a:pt x="154803" y="333877"/>
                  </a:lnTo>
                  <a:lnTo>
                    <a:pt x="160081" y="334185"/>
                  </a:lnTo>
                  <a:lnTo>
                    <a:pt x="165366" y="334325"/>
                  </a:lnTo>
                  <a:lnTo>
                    <a:pt x="170652" y="334298"/>
                  </a:lnTo>
                  <a:lnTo>
                    <a:pt x="175935" y="334104"/>
                  </a:lnTo>
                  <a:lnTo>
                    <a:pt x="181209" y="333743"/>
                  </a:lnTo>
                  <a:lnTo>
                    <a:pt x="186469" y="333215"/>
                  </a:lnTo>
                  <a:lnTo>
                    <a:pt x="191710" y="332522"/>
                  </a:lnTo>
                  <a:lnTo>
                    <a:pt x="196926" y="331663"/>
                  </a:lnTo>
                  <a:lnTo>
                    <a:pt x="202112" y="330639"/>
                  </a:lnTo>
                  <a:lnTo>
                    <a:pt x="207264" y="329452"/>
                  </a:lnTo>
                  <a:lnTo>
                    <a:pt x="212375" y="328103"/>
                  </a:lnTo>
                  <a:lnTo>
                    <a:pt x="217441" y="326593"/>
                  </a:lnTo>
                  <a:lnTo>
                    <a:pt x="222457" y="324923"/>
                  </a:lnTo>
                  <a:lnTo>
                    <a:pt x="227418" y="323095"/>
                  </a:lnTo>
                  <a:lnTo>
                    <a:pt x="232318" y="321112"/>
                  </a:lnTo>
                  <a:lnTo>
                    <a:pt x="237153" y="318975"/>
                  </a:lnTo>
                  <a:lnTo>
                    <a:pt x="241918" y="316686"/>
                  </a:lnTo>
                  <a:lnTo>
                    <a:pt x="246608" y="314247"/>
                  </a:lnTo>
                  <a:lnTo>
                    <a:pt x="251219" y="311661"/>
                  </a:lnTo>
                  <a:lnTo>
                    <a:pt x="255746" y="308931"/>
                  </a:lnTo>
                  <a:lnTo>
                    <a:pt x="260184" y="306059"/>
                  </a:lnTo>
                  <a:lnTo>
                    <a:pt x="264530" y="303048"/>
                  </a:lnTo>
                  <a:lnTo>
                    <a:pt x="268778" y="299901"/>
                  </a:lnTo>
                  <a:lnTo>
                    <a:pt x="272924" y="296622"/>
                  </a:lnTo>
                  <a:lnTo>
                    <a:pt x="276964" y="293213"/>
                  </a:lnTo>
                  <a:lnTo>
                    <a:pt x="280895" y="289678"/>
                  </a:lnTo>
                  <a:lnTo>
                    <a:pt x="284712" y="286020"/>
                  </a:lnTo>
                  <a:lnTo>
                    <a:pt x="288411" y="282244"/>
                  </a:lnTo>
                  <a:lnTo>
                    <a:pt x="291989" y="278352"/>
                  </a:lnTo>
                  <a:lnTo>
                    <a:pt x="295442" y="274349"/>
                  </a:lnTo>
                  <a:lnTo>
                    <a:pt x="298767" y="270239"/>
                  </a:lnTo>
                  <a:lnTo>
                    <a:pt x="301960" y="266026"/>
                  </a:lnTo>
                  <a:lnTo>
                    <a:pt x="305019" y="261715"/>
                  </a:lnTo>
                  <a:lnTo>
                    <a:pt x="307940" y="257308"/>
                  </a:lnTo>
                  <a:lnTo>
                    <a:pt x="310719" y="252812"/>
                  </a:lnTo>
                  <a:lnTo>
                    <a:pt x="313356" y="248229"/>
                  </a:lnTo>
                  <a:lnTo>
                    <a:pt x="315846" y="243566"/>
                  </a:lnTo>
                  <a:lnTo>
                    <a:pt x="318187" y="238826"/>
                  </a:lnTo>
                  <a:lnTo>
                    <a:pt x="320377" y="234015"/>
                  </a:lnTo>
                  <a:lnTo>
                    <a:pt x="322415" y="229137"/>
                  </a:lnTo>
                  <a:lnTo>
                    <a:pt x="324296" y="224197"/>
                  </a:lnTo>
                  <a:lnTo>
                    <a:pt x="326021" y="219200"/>
                  </a:lnTo>
                  <a:lnTo>
                    <a:pt x="327587" y="214150"/>
                  </a:lnTo>
                  <a:lnTo>
                    <a:pt x="328992" y="209054"/>
                  </a:lnTo>
                  <a:lnTo>
                    <a:pt x="330236" y="203916"/>
                  </a:lnTo>
                  <a:lnTo>
                    <a:pt x="331316" y="198741"/>
                  </a:lnTo>
                  <a:lnTo>
                    <a:pt x="332233" y="193535"/>
                  </a:lnTo>
                  <a:lnTo>
                    <a:pt x="332984" y="188302"/>
                  </a:lnTo>
                  <a:lnTo>
                    <a:pt x="333569" y="183048"/>
                  </a:lnTo>
                  <a:lnTo>
                    <a:pt x="333988" y="177778"/>
                  </a:lnTo>
                  <a:lnTo>
                    <a:pt x="334240" y="172498"/>
                  </a:lnTo>
                  <a:lnTo>
                    <a:pt x="334325" y="167212"/>
                  </a:lnTo>
                  <a:lnTo>
                    <a:pt x="334243" y="161926"/>
                  </a:lnTo>
                  <a:lnTo>
                    <a:pt x="333994" y="156646"/>
                  </a:lnTo>
                  <a:lnTo>
                    <a:pt x="333578" y="151376"/>
                  </a:lnTo>
                  <a:lnTo>
                    <a:pt x="332995" y="146121"/>
                  </a:lnTo>
                  <a:lnTo>
                    <a:pt x="332247" y="140888"/>
                  </a:lnTo>
                  <a:lnTo>
                    <a:pt x="331333" y="135681"/>
                  </a:lnTo>
                  <a:lnTo>
                    <a:pt x="330256" y="130506"/>
                  </a:lnTo>
                  <a:lnTo>
                    <a:pt x="329015" y="125367"/>
                  </a:lnTo>
                  <a:lnTo>
                    <a:pt x="327612" y="120270"/>
                  </a:lnTo>
                  <a:lnTo>
                    <a:pt x="326049" y="115220"/>
                  </a:lnTo>
                  <a:lnTo>
                    <a:pt x="324327" y="110222"/>
                  </a:lnTo>
                  <a:lnTo>
                    <a:pt x="322448" y="105281"/>
                  </a:lnTo>
                  <a:lnTo>
                    <a:pt x="320414" y="100401"/>
                  </a:lnTo>
                  <a:lnTo>
                    <a:pt x="318226" y="95589"/>
                  </a:lnTo>
                  <a:lnTo>
                    <a:pt x="315887" y="90848"/>
                  </a:lnTo>
                  <a:lnTo>
                    <a:pt x="313399" y="86183"/>
                  </a:lnTo>
                  <a:lnTo>
                    <a:pt x="310766" y="81600"/>
                  </a:lnTo>
                  <a:lnTo>
                    <a:pt x="307988" y="77102"/>
                  </a:lnTo>
                  <a:lnTo>
                    <a:pt x="305070" y="72694"/>
                  </a:lnTo>
                  <a:lnTo>
                    <a:pt x="302014" y="68380"/>
                  </a:lnTo>
                  <a:lnTo>
                    <a:pt x="298823" y="64166"/>
                  </a:lnTo>
                  <a:lnTo>
                    <a:pt x="295500" y="60054"/>
                  </a:lnTo>
                  <a:lnTo>
                    <a:pt x="292049" y="56049"/>
                  </a:lnTo>
                  <a:lnTo>
                    <a:pt x="288473" y="52156"/>
                  </a:lnTo>
                  <a:lnTo>
                    <a:pt x="284776" y="48377"/>
                  </a:lnTo>
                  <a:lnTo>
                    <a:pt x="280961" y="44718"/>
                  </a:lnTo>
                  <a:lnTo>
                    <a:pt x="277032" y="41181"/>
                  </a:lnTo>
                  <a:lnTo>
                    <a:pt x="272994" y="37769"/>
                  </a:lnTo>
                  <a:lnTo>
                    <a:pt x="268849" y="34488"/>
                  </a:lnTo>
                  <a:lnTo>
                    <a:pt x="264603" y="31338"/>
                  </a:lnTo>
                  <a:lnTo>
                    <a:pt x="260259" y="28325"/>
                  </a:lnTo>
                  <a:lnTo>
                    <a:pt x="255823" y="25451"/>
                  </a:lnTo>
                  <a:lnTo>
                    <a:pt x="251297" y="22718"/>
                  </a:lnTo>
                  <a:lnTo>
                    <a:pt x="246688" y="20130"/>
                  </a:lnTo>
                  <a:lnTo>
                    <a:pt x="241999" y="17689"/>
                  </a:lnTo>
                  <a:lnTo>
                    <a:pt x="237235" y="15397"/>
                  </a:lnTo>
                  <a:lnTo>
                    <a:pt x="232401" y="13257"/>
                  </a:lnTo>
                  <a:lnTo>
                    <a:pt x="227502" y="11271"/>
                  </a:lnTo>
                  <a:lnTo>
                    <a:pt x="222542" y="9441"/>
                  </a:lnTo>
                  <a:lnTo>
                    <a:pt x="217527" y="7768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8161"/>
              <a:ext cx="50369" cy="159398"/>
            </a:xfrm>
            <a:custGeom>
              <a:avLst/>
              <a:pathLst>
                <a:path w="50369" h="159398">
                  <a:moveTo>
                    <a:pt x="50369" y="0"/>
                  </a:moveTo>
                  <a:lnTo>
                    <a:pt x="0" y="1593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8161"/>
              <a:ext cx="50369" cy="159398"/>
            </a:xfrm>
            <a:custGeom>
              <a:avLst/>
              <a:pathLst>
                <a:path w="50369" h="159398">
                  <a:moveTo>
                    <a:pt x="50369" y="0"/>
                  </a:moveTo>
                  <a:lnTo>
                    <a:pt x="0" y="1593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8161"/>
              <a:ext cx="50369" cy="159398"/>
            </a:xfrm>
            <a:custGeom>
              <a:avLst/>
              <a:pathLst>
                <a:path w="50369" h="159398">
                  <a:moveTo>
                    <a:pt x="50369" y="0"/>
                  </a:moveTo>
                  <a:lnTo>
                    <a:pt x="0" y="1593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8161"/>
              <a:ext cx="50369" cy="159398"/>
            </a:xfrm>
            <a:custGeom>
              <a:avLst/>
              <a:pathLst>
                <a:path w="50369" h="159398">
                  <a:moveTo>
                    <a:pt x="50369" y="0"/>
                  </a:moveTo>
                  <a:lnTo>
                    <a:pt x="0" y="1593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8161"/>
              <a:ext cx="50369" cy="159398"/>
            </a:xfrm>
            <a:custGeom>
              <a:avLst/>
              <a:pathLst>
                <a:path w="50369" h="159398">
                  <a:moveTo>
                    <a:pt x="50369" y="0"/>
                  </a:moveTo>
                  <a:lnTo>
                    <a:pt x="0" y="1593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8161"/>
              <a:ext cx="50369" cy="159398"/>
            </a:xfrm>
            <a:custGeom>
              <a:avLst/>
              <a:pathLst>
                <a:path w="50369" h="159398">
                  <a:moveTo>
                    <a:pt x="50369" y="0"/>
                  </a:moveTo>
                  <a:lnTo>
                    <a:pt x="0" y="1593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8161"/>
              <a:ext cx="50369" cy="159398"/>
            </a:xfrm>
            <a:custGeom>
              <a:avLst/>
              <a:pathLst>
                <a:path w="50369" h="159398">
                  <a:moveTo>
                    <a:pt x="50369" y="0"/>
                  </a:moveTo>
                  <a:lnTo>
                    <a:pt x="0" y="1593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78161"/>
              <a:ext cx="50369" cy="159398"/>
            </a:xfrm>
            <a:custGeom>
              <a:avLst/>
              <a:pathLst>
                <a:path w="50369" h="159398">
                  <a:moveTo>
                    <a:pt x="50369" y="0"/>
                  </a:moveTo>
                  <a:lnTo>
                    <a:pt x="0" y="1593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78161"/>
              <a:ext cx="50369" cy="159398"/>
            </a:xfrm>
            <a:custGeom>
              <a:avLst/>
              <a:pathLst>
                <a:path w="50369" h="159398">
                  <a:moveTo>
                    <a:pt x="50369" y="0"/>
                  </a:moveTo>
                  <a:lnTo>
                    <a:pt x="0" y="1593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78161"/>
              <a:ext cx="50369" cy="159398"/>
            </a:xfrm>
            <a:custGeom>
              <a:avLst/>
              <a:pathLst>
                <a:path w="50369" h="159398">
                  <a:moveTo>
                    <a:pt x="50369" y="0"/>
                  </a:moveTo>
                  <a:lnTo>
                    <a:pt x="0" y="1593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78161"/>
              <a:ext cx="50369" cy="159398"/>
            </a:xfrm>
            <a:custGeom>
              <a:avLst/>
              <a:pathLst>
                <a:path w="50369" h="159398">
                  <a:moveTo>
                    <a:pt x="50369" y="0"/>
                  </a:moveTo>
                  <a:lnTo>
                    <a:pt x="0" y="1593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178161"/>
              <a:ext cx="50369" cy="159398"/>
            </a:xfrm>
            <a:custGeom>
              <a:avLst/>
              <a:pathLst>
                <a:path w="50369" h="159398">
                  <a:moveTo>
                    <a:pt x="50369" y="0"/>
                  </a:moveTo>
                  <a:lnTo>
                    <a:pt x="0" y="1593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174353"/>
              <a:ext cx="50369" cy="163206"/>
            </a:xfrm>
            <a:custGeom>
              <a:avLst/>
              <a:pathLst>
                <a:path w="50369" h="163206">
                  <a:moveTo>
                    <a:pt x="50369" y="3808"/>
                  </a:moveTo>
                  <a:lnTo>
                    <a:pt x="36173" y="0"/>
                  </a:lnTo>
                  <a:lnTo>
                    <a:pt x="0" y="1632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170392"/>
              <a:ext cx="36173" cy="167167"/>
            </a:xfrm>
            <a:custGeom>
              <a:avLst/>
              <a:pathLst>
                <a:path w="36173" h="167167">
                  <a:moveTo>
                    <a:pt x="36173" y="3960"/>
                  </a:moveTo>
                  <a:lnTo>
                    <a:pt x="29021" y="2538"/>
                  </a:lnTo>
                  <a:lnTo>
                    <a:pt x="21814" y="1429"/>
                  </a:lnTo>
                  <a:lnTo>
                    <a:pt x="14566" y="635"/>
                  </a:lnTo>
                  <a:lnTo>
                    <a:pt x="7290" y="15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423593" y="3707720"/>
              <a:ext cx="334319" cy="334330"/>
            </a:xfrm>
            <a:custGeom>
              <a:avLst/>
              <a:pathLst>
                <a:path w="334319" h="334330">
                  <a:moveTo>
                    <a:pt x="167154" y="0"/>
                  </a:moveTo>
                  <a:lnTo>
                    <a:pt x="161862" y="83"/>
                  </a:lnTo>
                  <a:lnTo>
                    <a:pt x="156576" y="335"/>
                  </a:lnTo>
                  <a:lnTo>
                    <a:pt x="151299" y="753"/>
                  </a:lnTo>
                  <a:lnTo>
                    <a:pt x="146039" y="1338"/>
                  </a:lnTo>
                  <a:lnTo>
                    <a:pt x="140800" y="2090"/>
                  </a:lnTo>
                  <a:lnTo>
                    <a:pt x="135588" y="3007"/>
                  </a:lnTo>
                  <a:lnTo>
                    <a:pt x="130407" y="4089"/>
                  </a:lnTo>
                  <a:lnTo>
                    <a:pt x="125263" y="5334"/>
                  </a:lnTo>
                  <a:lnTo>
                    <a:pt x="120160" y="6741"/>
                  </a:lnTo>
                  <a:lnTo>
                    <a:pt x="115105" y="8309"/>
                  </a:lnTo>
                  <a:lnTo>
                    <a:pt x="110102" y="10036"/>
                  </a:lnTo>
                  <a:lnTo>
                    <a:pt x="105157" y="11921"/>
                  </a:lnTo>
                  <a:lnTo>
                    <a:pt x="100273" y="13962"/>
                  </a:lnTo>
                  <a:lnTo>
                    <a:pt x="95457" y="16156"/>
                  </a:lnTo>
                  <a:lnTo>
                    <a:pt x="90712" y="18501"/>
                  </a:lnTo>
                  <a:lnTo>
                    <a:pt x="86044" y="20995"/>
                  </a:lnTo>
                  <a:lnTo>
                    <a:pt x="81457" y="23636"/>
                  </a:lnTo>
                  <a:lnTo>
                    <a:pt x="76957" y="26421"/>
                  </a:lnTo>
                  <a:lnTo>
                    <a:pt x="72546" y="29347"/>
                  </a:lnTo>
                  <a:lnTo>
                    <a:pt x="68231" y="32411"/>
                  </a:lnTo>
                  <a:lnTo>
                    <a:pt x="64014" y="35610"/>
                  </a:lnTo>
                  <a:lnTo>
                    <a:pt x="59901" y="38941"/>
                  </a:lnTo>
                  <a:lnTo>
                    <a:pt x="55896" y="42401"/>
                  </a:lnTo>
                  <a:lnTo>
                    <a:pt x="52002" y="45986"/>
                  </a:lnTo>
                  <a:lnTo>
                    <a:pt x="48224" y="49692"/>
                  </a:lnTo>
                  <a:lnTo>
                    <a:pt x="44564" y="53516"/>
                  </a:lnTo>
                  <a:lnTo>
                    <a:pt x="41028" y="57453"/>
                  </a:lnTo>
                  <a:lnTo>
                    <a:pt x="37618" y="61501"/>
                  </a:lnTo>
                  <a:lnTo>
                    <a:pt x="34338" y="65655"/>
                  </a:lnTo>
                  <a:lnTo>
                    <a:pt x="31191" y="69910"/>
                  </a:lnTo>
                  <a:lnTo>
                    <a:pt x="28180" y="74263"/>
                  </a:lnTo>
                  <a:lnTo>
                    <a:pt x="25309" y="78709"/>
                  </a:lnTo>
                  <a:lnTo>
                    <a:pt x="22579" y="83244"/>
                  </a:lnTo>
                  <a:lnTo>
                    <a:pt x="19995" y="87863"/>
                  </a:lnTo>
                  <a:lnTo>
                    <a:pt x="17558" y="92561"/>
                  </a:lnTo>
                  <a:lnTo>
                    <a:pt x="15272" y="97334"/>
                  </a:lnTo>
                  <a:lnTo>
                    <a:pt x="13137" y="102177"/>
                  </a:lnTo>
                  <a:lnTo>
                    <a:pt x="11157" y="107086"/>
                  </a:lnTo>
                  <a:lnTo>
                    <a:pt x="9333" y="112054"/>
                  </a:lnTo>
                  <a:lnTo>
                    <a:pt x="7667" y="117078"/>
                  </a:lnTo>
                  <a:lnTo>
                    <a:pt x="6162" y="122152"/>
                  </a:lnTo>
                  <a:lnTo>
                    <a:pt x="4817" y="127271"/>
                  </a:lnTo>
                  <a:lnTo>
                    <a:pt x="3636" y="132430"/>
                  </a:lnTo>
                  <a:lnTo>
                    <a:pt x="2618" y="137624"/>
                  </a:lnTo>
                  <a:lnTo>
                    <a:pt x="1765" y="142847"/>
                  </a:lnTo>
                  <a:lnTo>
                    <a:pt x="1078" y="148095"/>
                  </a:lnTo>
                  <a:lnTo>
                    <a:pt x="558" y="153362"/>
                  </a:lnTo>
                  <a:lnTo>
                    <a:pt x="204" y="158643"/>
                  </a:lnTo>
                  <a:lnTo>
                    <a:pt x="18" y="163933"/>
                  </a:lnTo>
                  <a:lnTo>
                    <a:pt x="0" y="169225"/>
                  </a:lnTo>
                  <a:lnTo>
                    <a:pt x="148" y="174516"/>
                  </a:lnTo>
                  <a:lnTo>
                    <a:pt x="465" y="179799"/>
                  </a:lnTo>
                  <a:lnTo>
                    <a:pt x="948" y="185070"/>
                  </a:lnTo>
                  <a:lnTo>
                    <a:pt x="1598" y="190322"/>
                  </a:lnTo>
                  <a:lnTo>
                    <a:pt x="2414" y="195552"/>
                  </a:lnTo>
                  <a:lnTo>
                    <a:pt x="3395" y="200752"/>
                  </a:lnTo>
                  <a:lnTo>
                    <a:pt x="4541" y="205920"/>
                  </a:lnTo>
                  <a:lnTo>
                    <a:pt x="5849" y="211048"/>
                  </a:lnTo>
                  <a:lnTo>
                    <a:pt x="7319" y="216133"/>
                  </a:lnTo>
                  <a:lnTo>
                    <a:pt x="8949" y="221168"/>
                  </a:lnTo>
                  <a:lnTo>
                    <a:pt x="10738" y="226149"/>
                  </a:lnTo>
                  <a:lnTo>
                    <a:pt x="12684" y="231071"/>
                  </a:lnTo>
                  <a:lnTo>
                    <a:pt x="14784" y="235929"/>
                  </a:lnTo>
                  <a:lnTo>
                    <a:pt x="17037" y="240718"/>
                  </a:lnTo>
                  <a:lnTo>
                    <a:pt x="19441" y="245434"/>
                  </a:lnTo>
                  <a:lnTo>
                    <a:pt x="21993" y="250071"/>
                  </a:lnTo>
                  <a:lnTo>
                    <a:pt x="24690" y="254624"/>
                  </a:lnTo>
                  <a:lnTo>
                    <a:pt x="27530" y="259091"/>
                  </a:lnTo>
                  <a:lnTo>
                    <a:pt x="30510" y="263465"/>
                  </a:lnTo>
                  <a:lnTo>
                    <a:pt x="33627" y="267742"/>
                  </a:lnTo>
                  <a:lnTo>
                    <a:pt x="36878" y="271919"/>
                  </a:lnTo>
                  <a:lnTo>
                    <a:pt x="40259" y="275990"/>
                  </a:lnTo>
                  <a:lnTo>
                    <a:pt x="43768" y="279953"/>
                  </a:lnTo>
                  <a:lnTo>
                    <a:pt x="47400" y="283803"/>
                  </a:lnTo>
                  <a:lnTo>
                    <a:pt x="51152" y="287535"/>
                  </a:lnTo>
                  <a:lnTo>
                    <a:pt x="55021" y="291147"/>
                  </a:lnTo>
                  <a:lnTo>
                    <a:pt x="59002" y="294635"/>
                  </a:lnTo>
                  <a:lnTo>
                    <a:pt x="63091" y="297995"/>
                  </a:lnTo>
                  <a:lnTo>
                    <a:pt x="67285" y="301223"/>
                  </a:lnTo>
                  <a:lnTo>
                    <a:pt x="71579" y="304318"/>
                  </a:lnTo>
                  <a:lnTo>
                    <a:pt x="75969" y="307275"/>
                  </a:lnTo>
                  <a:lnTo>
                    <a:pt x="80450" y="310091"/>
                  </a:lnTo>
                  <a:lnTo>
                    <a:pt x="85018" y="312764"/>
                  </a:lnTo>
                  <a:lnTo>
                    <a:pt x="89668" y="315291"/>
                  </a:lnTo>
                  <a:lnTo>
                    <a:pt x="94396" y="317670"/>
                  </a:lnTo>
                  <a:lnTo>
                    <a:pt x="99197" y="319898"/>
                  </a:lnTo>
                  <a:lnTo>
                    <a:pt x="104066" y="321973"/>
                  </a:lnTo>
                  <a:lnTo>
                    <a:pt x="108998" y="323892"/>
                  </a:lnTo>
                  <a:lnTo>
                    <a:pt x="113989" y="325655"/>
                  </a:lnTo>
                  <a:lnTo>
                    <a:pt x="119033" y="327258"/>
                  </a:lnTo>
                  <a:lnTo>
                    <a:pt x="124125" y="328702"/>
                  </a:lnTo>
                  <a:lnTo>
                    <a:pt x="129260" y="329983"/>
                  </a:lnTo>
                  <a:lnTo>
                    <a:pt x="134433" y="331101"/>
                  </a:lnTo>
                  <a:lnTo>
                    <a:pt x="139639" y="332054"/>
                  </a:lnTo>
                  <a:lnTo>
                    <a:pt x="144873" y="332843"/>
                  </a:lnTo>
                  <a:lnTo>
                    <a:pt x="150129" y="333465"/>
                  </a:lnTo>
                  <a:lnTo>
                    <a:pt x="155402" y="333921"/>
                  </a:lnTo>
                  <a:lnTo>
                    <a:pt x="160687" y="334209"/>
                  </a:lnTo>
                  <a:lnTo>
                    <a:pt x="165978" y="334330"/>
                  </a:lnTo>
                  <a:lnTo>
                    <a:pt x="171271" y="334284"/>
                  </a:lnTo>
                  <a:lnTo>
                    <a:pt x="176559" y="334070"/>
                  </a:lnTo>
                  <a:lnTo>
                    <a:pt x="181838" y="333688"/>
                  </a:lnTo>
                  <a:lnTo>
                    <a:pt x="187102" y="333140"/>
                  </a:lnTo>
                  <a:lnTo>
                    <a:pt x="192346" y="332425"/>
                  </a:lnTo>
                  <a:lnTo>
                    <a:pt x="197565" y="331545"/>
                  </a:lnTo>
                  <a:lnTo>
                    <a:pt x="202754" y="330500"/>
                  </a:lnTo>
                  <a:lnTo>
                    <a:pt x="207906" y="329291"/>
                  </a:lnTo>
                  <a:lnTo>
                    <a:pt x="213018" y="327920"/>
                  </a:lnTo>
                  <a:lnTo>
                    <a:pt x="218084" y="326387"/>
                  </a:lnTo>
                  <a:lnTo>
                    <a:pt x="223099" y="324695"/>
                  </a:lnTo>
                  <a:lnTo>
                    <a:pt x="228058" y="322845"/>
                  </a:lnTo>
                  <a:lnTo>
                    <a:pt x="232956" y="320839"/>
                  </a:lnTo>
                  <a:lnTo>
                    <a:pt x="237787" y="318679"/>
                  </a:lnTo>
                  <a:lnTo>
                    <a:pt x="242548" y="316367"/>
                  </a:lnTo>
                  <a:lnTo>
                    <a:pt x="247234" y="313906"/>
                  </a:lnTo>
                  <a:lnTo>
                    <a:pt x="251839" y="311297"/>
                  </a:lnTo>
                  <a:lnTo>
                    <a:pt x="256359" y="308544"/>
                  </a:lnTo>
                  <a:lnTo>
                    <a:pt x="260790" y="305649"/>
                  </a:lnTo>
                  <a:lnTo>
                    <a:pt x="265127" y="302615"/>
                  </a:lnTo>
                  <a:lnTo>
                    <a:pt x="269366" y="299446"/>
                  </a:lnTo>
                  <a:lnTo>
                    <a:pt x="273502" y="296144"/>
                  </a:lnTo>
                  <a:lnTo>
                    <a:pt x="277532" y="292713"/>
                  </a:lnTo>
                  <a:lnTo>
                    <a:pt x="281451" y="289156"/>
                  </a:lnTo>
                  <a:lnTo>
                    <a:pt x="285255" y="285476"/>
                  </a:lnTo>
                  <a:lnTo>
                    <a:pt x="288942" y="281678"/>
                  </a:lnTo>
                  <a:lnTo>
                    <a:pt x="292506" y="277765"/>
                  </a:lnTo>
                  <a:lnTo>
                    <a:pt x="295944" y="273742"/>
                  </a:lnTo>
                  <a:lnTo>
                    <a:pt x="299253" y="269611"/>
                  </a:lnTo>
                  <a:lnTo>
                    <a:pt x="302430" y="265378"/>
                  </a:lnTo>
                  <a:lnTo>
                    <a:pt x="305471" y="261046"/>
                  </a:lnTo>
                  <a:lnTo>
                    <a:pt x="308374" y="256621"/>
                  </a:lnTo>
                  <a:lnTo>
                    <a:pt x="311135" y="252105"/>
                  </a:lnTo>
                  <a:lnTo>
                    <a:pt x="313752" y="247505"/>
                  </a:lnTo>
                  <a:lnTo>
                    <a:pt x="316222" y="242823"/>
                  </a:lnTo>
                  <a:lnTo>
                    <a:pt x="318542" y="238067"/>
                  </a:lnTo>
                  <a:lnTo>
                    <a:pt x="320710" y="233239"/>
                  </a:lnTo>
                  <a:lnTo>
                    <a:pt x="322725" y="228344"/>
                  </a:lnTo>
                  <a:lnTo>
                    <a:pt x="324584" y="223389"/>
                  </a:lnTo>
                  <a:lnTo>
                    <a:pt x="326285" y="218377"/>
                  </a:lnTo>
                  <a:lnTo>
                    <a:pt x="327826" y="213314"/>
                  </a:lnTo>
                  <a:lnTo>
                    <a:pt x="329206" y="208204"/>
                  </a:lnTo>
                  <a:lnTo>
                    <a:pt x="330424" y="203053"/>
                  </a:lnTo>
                  <a:lnTo>
                    <a:pt x="331479" y="197867"/>
                  </a:lnTo>
                  <a:lnTo>
                    <a:pt x="332368" y="192649"/>
                  </a:lnTo>
                  <a:lnTo>
                    <a:pt x="333092" y="187407"/>
                  </a:lnTo>
                  <a:lnTo>
                    <a:pt x="333649" y="182143"/>
                  </a:lnTo>
                  <a:lnTo>
                    <a:pt x="334040" y="176865"/>
                  </a:lnTo>
                  <a:lnTo>
                    <a:pt x="334264" y="171577"/>
                  </a:lnTo>
                  <a:lnTo>
                    <a:pt x="334319" y="166285"/>
                  </a:lnTo>
                  <a:lnTo>
                    <a:pt x="334208" y="160993"/>
                  </a:lnTo>
                  <a:lnTo>
                    <a:pt x="333929" y="155708"/>
                  </a:lnTo>
                  <a:lnTo>
                    <a:pt x="333482" y="150434"/>
                  </a:lnTo>
                  <a:lnTo>
                    <a:pt x="332869" y="145177"/>
                  </a:lnTo>
                  <a:lnTo>
                    <a:pt x="332090" y="139942"/>
                  </a:lnTo>
                  <a:lnTo>
                    <a:pt x="331145" y="134734"/>
                  </a:lnTo>
                  <a:lnTo>
                    <a:pt x="330036" y="129559"/>
                  </a:lnTo>
                  <a:lnTo>
                    <a:pt x="328764" y="124422"/>
                  </a:lnTo>
                  <a:lnTo>
                    <a:pt x="327330" y="119327"/>
                  </a:lnTo>
                  <a:lnTo>
                    <a:pt x="325735" y="114280"/>
                  </a:lnTo>
                  <a:lnTo>
                    <a:pt x="323982" y="109287"/>
                  </a:lnTo>
                  <a:lnTo>
                    <a:pt x="322071" y="104351"/>
                  </a:lnTo>
                  <a:lnTo>
                    <a:pt x="320005" y="99478"/>
                  </a:lnTo>
                  <a:lnTo>
                    <a:pt x="317785" y="94674"/>
                  </a:lnTo>
                  <a:lnTo>
                    <a:pt x="315415" y="89941"/>
                  </a:lnTo>
                  <a:lnTo>
                    <a:pt x="312896" y="85287"/>
                  </a:lnTo>
                  <a:lnTo>
                    <a:pt x="310231" y="80714"/>
                  </a:lnTo>
                  <a:lnTo>
                    <a:pt x="307422" y="76228"/>
                  </a:lnTo>
                  <a:lnTo>
                    <a:pt x="304473" y="71833"/>
                  </a:lnTo>
                  <a:lnTo>
                    <a:pt x="301386" y="67534"/>
                  </a:lnTo>
                  <a:lnTo>
                    <a:pt x="298165" y="63334"/>
                  </a:lnTo>
                  <a:lnTo>
                    <a:pt x="294812" y="59239"/>
                  </a:lnTo>
                  <a:lnTo>
                    <a:pt x="291331" y="55252"/>
                  </a:lnTo>
                  <a:lnTo>
                    <a:pt x="287726" y="51377"/>
                  </a:lnTo>
                  <a:lnTo>
                    <a:pt x="284000" y="47618"/>
                  </a:lnTo>
                  <a:lnTo>
                    <a:pt x="280157" y="43979"/>
                  </a:lnTo>
                  <a:lnTo>
                    <a:pt x="276201" y="40463"/>
                  </a:lnTo>
                  <a:lnTo>
                    <a:pt x="272135" y="37075"/>
                  </a:lnTo>
                  <a:lnTo>
                    <a:pt x="267964" y="33817"/>
                  </a:lnTo>
                  <a:lnTo>
                    <a:pt x="263692" y="30692"/>
                  </a:lnTo>
                  <a:lnTo>
                    <a:pt x="259323" y="27704"/>
                  </a:lnTo>
                  <a:lnTo>
                    <a:pt x="254862" y="24857"/>
                  </a:lnTo>
                  <a:lnTo>
                    <a:pt x="250313" y="22151"/>
                  </a:lnTo>
                  <a:lnTo>
                    <a:pt x="245681" y="19591"/>
                  </a:lnTo>
                  <a:lnTo>
                    <a:pt x="240970" y="17179"/>
                  </a:lnTo>
                  <a:lnTo>
                    <a:pt x="236185" y="14918"/>
                  </a:lnTo>
                  <a:lnTo>
                    <a:pt x="231330" y="12809"/>
                  </a:lnTo>
                  <a:lnTo>
                    <a:pt x="226412" y="10855"/>
                  </a:lnTo>
                  <a:lnTo>
                    <a:pt x="221433" y="9057"/>
                  </a:lnTo>
                  <a:lnTo>
                    <a:pt x="216401" y="7418"/>
                  </a:lnTo>
                  <a:lnTo>
                    <a:pt x="211319" y="5939"/>
                  </a:lnTo>
                  <a:lnTo>
                    <a:pt x="206193" y="4622"/>
                  </a:lnTo>
                  <a:lnTo>
                    <a:pt x="201028" y="3467"/>
                  </a:lnTo>
                  <a:lnTo>
                    <a:pt x="195829" y="2477"/>
                  </a:lnTo>
                  <a:lnTo>
                    <a:pt x="190601" y="1652"/>
                  </a:lnTo>
                  <a:lnTo>
                    <a:pt x="185349" y="993"/>
                  </a:lnTo>
                  <a:lnTo>
                    <a:pt x="180080" y="500"/>
                  </a:lnTo>
                  <a:lnTo>
                    <a:pt x="174797" y="174"/>
                  </a:lnTo>
                  <a:lnTo>
                    <a:pt x="169507" y="16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07720"/>
              <a:ext cx="2352" cy="167167"/>
            </a:xfrm>
            <a:custGeom>
              <a:avLst/>
              <a:pathLst>
                <a:path w="2352" h="167167">
                  <a:moveTo>
                    <a:pt x="2352" y="1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614132" y="4213821"/>
              <a:ext cx="334319" cy="334330"/>
            </a:xfrm>
            <a:custGeom>
              <a:avLst/>
              <a:pathLst>
                <a:path w="334319" h="334330">
                  <a:moveTo>
                    <a:pt x="167154" y="0"/>
                  </a:moveTo>
                  <a:lnTo>
                    <a:pt x="161862" y="83"/>
                  </a:lnTo>
                  <a:lnTo>
                    <a:pt x="156576" y="335"/>
                  </a:lnTo>
                  <a:lnTo>
                    <a:pt x="151299" y="753"/>
                  </a:lnTo>
                  <a:lnTo>
                    <a:pt x="146039" y="1338"/>
                  </a:lnTo>
                  <a:lnTo>
                    <a:pt x="140800" y="2090"/>
                  </a:lnTo>
                  <a:lnTo>
                    <a:pt x="135588" y="3007"/>
                  </a:lnTo>
                  <a:lnTo>
                    <a:pt x="130407" y="4089"/>
                  </a:lnTo>
                  <a:lnTo>
                    <a:pt x="125263" y="5334"/>
                  </a:lnTo>
                  <a:lnTo>
                    <a:pt x="120160" y="6741"/>
                  </a:lnTo>
                  <a:lnTo>
                    <a:pt x="115105" y="8309"/>
                  </a:lnTo>
                  <a:lnTo>
                    <a:pt x="110102" y="10036"/>
                  </a:lnTo>
                  <a:lnTo>
                    <a:pt x="105157" y="11921"/>
                  </a:lnTo>
                  <a:lnTo>
                    <a:pt x="100273" y="13962"/>
                  </a:lnTo>
                  <a:lnTo>
                    <a:pt x="95457" y="16156"/>
                  </a:lnTo>
                  <a:lnTo>
                    <a:pt x="90712" y="18501"/>
                  </a:lnTo>
                  <a:lnTo>
                    <a:pt x="86044" y="20995"/>
                  </a:lnTo>
                  <a:lnTo>
                    <a:pt x="81457" y="23636"/>
                  </a:lnTo>
                  <a:lnTo>
                    <a:pt x="76957" y="26421"/>
                  </a:lnTo>
                  <a:lnTo>
                    <a:pt x="72546" y="29347"/>
                  </a:lnTo>
                  <a:lnTo>
                    <a:pt x="68231" y="32411"/>
                  </a:lnTo>
                  <a:lnTo>
                    <a:pt x="64014" y="35610"/>
                  </a:lnTo>
                  <a:lnTo>
                    <a:pt x="59901" y="38941"/>
                  </a:lnTo>
                  <a:lnTo>
                    <a:pt x="55896" y="42401"/>
                  </a:lnTo>
                  <a:lnTo>
                    <a:pt x="52002" y="45986"/>
                  </a:lnTo>
                  <a:lnTo>
                    <a:pt x="48224" y="49692"/>
                  </a:lnTo>
                  <a:lnTo>
                    <a:pt x="44564" y="53516"/>
                  </a:lnTo>
                  <a:lnTo>
                    <a:pt x="41028" y="57453"/>
                  </a:lnTo>
                  <a:lnTo>
                    <a:pt x="37618" y="61501"/>
                  </a:lnTo>
                  <a:lnTo>
                    <a:pt x="34338" y="65655"/>
                  </a:lnTo>
                  <a:lnTo>
                    <a:pt x="31191" y="69910"/>
                  </a:lnTo>
                  <a:lnTo>
                    <a:pt x="28180" y="74263"/>
                  </a:lnTo>
                  <a:lnTo>
                    <a:pt x="25309" y="78709"/>
                  </a:lnTo>
                  <a:lnTo>
                    <a:pt x="22579" y="83244"/>
                  </a:lnTo>
                  <a:lnTo>
                    <a:pt x="19995" y="87863"/>
                  </a:lnTo>
                  <a:lnTo>
                    <a:pt x="17558" y="92561"/>
                  </a:lnTo>
                  <a:lnTo>
                    <a:pt x="15272" y="97334"/>
                  </a:lnTo>
                  <a:lnTo>
                    <a:pt x="13137" y="102177"/>
                  </a:lnTo>
                  <a:lnTo>
                    <a:pt x="11157" y="107086"/>
                  </a:lnTo>
                  <a:lnTo>
                    <a:pt x="9333" y="112054"/>
                  </a:lnTo>
                  <a:lnTo>
                    <a:pt x="7667" y="117078"/>
                  </a:lnTo>
                  <a:lnTo>
                    <a:pt x="6162" y="122152"/>
                  </a:lnTo>
                  <a:lnTo>
                    <a:pt x="4817" y="127271"/>
                  </a:lnTo>
                  <a:lnTo>
                    <a:pt x="3636" y="132430"/>
                  </a:lnTo>
                  <a:lnTo>
                    <a:pt x="2618" y="137624"/>
                  </a:lnTo>
                  <a:lnTo>
                    <a:pt x="1765" y="142847"/>
                  </a:lnTo>
                  <a:lnTo>
                    <a:pt x="1078" y="148095"/>
                  </a:lnTo>
                  <a:lnTo>
                    <a:pt x="558" y="153362"/>
                  </a:lnTo>
                  <a:lnTo>
                    <a:pt x="204" y="158643"/>
                  </a:lnTo>
                  <a:lnTo>
                    <a:pt x="18" y="163933"/>
                  </a:lnTo>
                  <a:lnTo>
                    <a:pt x="0" y="169225"/>
                  </a:lnTo>
                  <a:lnTo>
                    <a:pt x="148" y="174516"/>
                  </a:lnTo>
                  <a:lnTo>
                    <a:pt x="465" y="179799"/>
                  </a:lnTo>
                  <a:lnTo>
                    <a:pt x="948" y="185070"/>
                  </a:lnTo>
                  <a:lnTo>
                    <a:pt x="1598" y="190322"/>
                  </a:lnTo>
                  <a:lnTo>
                    <a:pt x="2414" y="195552"/>
                  </a:lnTo>
                  <a:lnTo>
                    <a:pt x="3395" y="200752"/>
                  </a:lnTo>
                  <a:lnTo>
                    <a:pt x="4541" y="205920"/>
                  </a:lnTo>
                  <a:lnTo>
                    <a:pt x="5849" y="211048"/>
                  </a:lnTo>
                  <a:lnTo>
                    <a:pt x="7319" y="216133"/>
                  </a:lnTo>
                  <a:lnTo>
                    <a:pt x="8949" y="221168"/>
                  </a:lnTo>
                  <a:lnTo>
                    <a:pt x="10738" y="226149"/>
                  </a:lnTo>
                  <a:lnTo>
                    <a:pt x="12684" y="231071"/>
                  </a:lnTo>
                  <a:lnTo>
                    <a:pt x="14784" y="235929"/>
                  </a:lnTo>
                  <a:lnTo>
                    <a:pt x="17037" y="240718"/>
                  </a:lnTo>
                  <a:lnTo>
                    <a:pt x="19441" y="245434"/>
                  </a:lnTo>
                  <a:lnTo>
                    <a:pt x="21993" y="250071"/>
                  </a:lnTo>
                  <a:lnTo>
                    <a:pt x="24690" y="254624"/>
                  </a:lnTo>
                  <a:lnTo>
                    <a:pt x="27530" y="259091"/>
                  </a:lnTo>
                  <a:lnTo>
                    <a:pt x="30510" y="263465"/>
                  </a:lnTo>
                  <a:lnTo>
                    <a:pt x="33627" y="267742"/>
                  </a:lnTo>
                  <a:lnTo>
                    <a:pt x="36878" y="271919"/>
                  </a:lnTo>
                  <a:lnTo>
                    <a:pt x="40259" y="275990"/>
                  </a:lnTo>
                  <a:lnTo>
                    <a:pt x="43768" y="279953"/>
                  </a:lnTo>
                  <a:lnTo>
                    <a:pt x="47400" y="283803"/>
                  </a:lnTo>
                  <a:lnTo>
                    <a:pt x="51152" y="287535"/>
                  </a:lnTo>
                  <a:lnTo>
                    <a:pt x="55021" y="291147"/>
                  </a:lnTo>
                  <a:lnTo>
                    <a:pt x="59002" y="294635"/>
                  </a:lnTo>
                  <a:lnTo>
                    <a:pt x="63091" y="297995"/>
                  </a:lnTo>
                  <a:lnTo>
                    <a:pt x="67285" y="301223"/>
                  </a:lnTo>
                  <a:lnTo>
                    <a:pt x="71579" y="304318"/>
                  </a:lnTo>
                  <a:lnTo>
                    <a:pt x="75969" y="307275"/>
                  </a:lnTo>
                  <a:lnTo>
                    <a:pt x="80450" y="310091"/>
                  </a:lnTo>
                  <a:lnTo>
                    <a:pt x="85018" y="312764"/>
                  </a:lnTo>
                  <a:lnTo>
                    <a:pt x="89668" y="315291"/>
                  </a:lnTo>
                  <a:lnTo>
                    <a:pt x="94396" y="317670"/>
                  </a:lnTo>
                  <a:lnTo>
                    <a:pt x="99197" y="319898"/>
                  </a:lnTo>
                  <a:lnTo>
                    <a:pt x="104066" y="321973"/>
                  </a:lnTo>
                  <a:lnTo>
                    <a:pt x="108998" y="323892"/>
                  </a:lnTo>
                  <a:lnTo>
                    <a:pt x="113989" y="325655"/>
                  </a:lnTo>
                  <a:lnTo>
                    <a:pt x="119033" y="327258"/>
                  </a:lnTo>
                  <a:lnTo>
                    <a:pt x="124125" y="328702"/>
                  </a:lnTo>
                  <a:lnTo>
                    <a:pt x="129260" y="329983"/>
                  </a:lnTo>
                  <a:lnTo>
                    <a:pt x="134433" y="331101"/>
                  </a:lnTo>
                  <a:lnTo>
                    <a:pt x="139639" y="332054"/>
                  </a:lnTo>
                  <a:lnTo>
                    <a:pt x="144873" y="332843"/>
                  </a:lnTo>
                  <a:lnTo>
                    <a:pt x="150129" y="333465"/>
                  </a:lnTo>
                  <a:lnTo>
                    <a:pt x="155402" y="333921"/>
                  </a:lnTo>
                  <a:lnTo>
                    <a:pt x="160687" y="334209"/>
                  </a:lnTo>
                  <a:lnTo>
                    <a:pt x="165978" y="334330"/>
                  </a:lnTo>
                  <a:lnTo>
                    <a:pt x="171271" y="334284"/>
                  </a:lnTo>
                  <a:lnTo>
                    <a:pt x="176559" y="334070"/>
                  </a:lnTo>
                  <a:lnTo>
                    <a:pt x="181838" y="333688"/>
                  </a:lnTo>
                  <a:lnTo>
                    <a:pt x="187102" y="333140"/>
                  </a:lnTo>
                  <a:lnTo>
                    <a:pt x="192346" y="332425"/>
                  </a:lnTo>
                  <a:lnTo>
                    <a:pt x="197565" y="331545"/>
                  </a:lnTo>
                  <a:lnTo>
                    <a:pt x="202754" y="330500"/>
                  </a:lnTo>
                  <a:lnTo>
                    <a:pt x="207906" y="329291"/>
                  </a:lnTo>
                  <a:lnTo>
                    <a:pt x="213018" y="327920"/>
                  </a:lnTo>
                  <a:lnTo>
                    <a:pt x="218084" y="326387"/>
                  </a:lnTo>
                  <a:lnTo>
                    <a:pt x="223099" y="324695"/>
                  </a:lnTo>
                  <a:lnTo>
                    <a:pt x="228058" y="322845"/>
                  </a:lnTo>
                  <a:lnTo>
                    <a:pt x="232956" y="320839"/>
                  </a:lnTo>
                  <a:lnTo>
                    <a:pt x="237787" y="318679"/>
                  </a:lnTo>
                  <a:lnTo>
                    <a:pt x="242548" y="316367"/>
                  </a:lnTo>
                  <a:lnTo>
                    <a:pt x="247234" y="313906"/>
                  </a:lnTo>
                  <a:lnTo>
                    <a:pt x="251839" y="311297"/>
                  </a:lnTo>
                  <a:lnTo>
                    <a:pt x="256359" y="308544"/>
                  </a:lnTo>
                  <a:lnTo>
                    <a:pt x="260790" y="305649"/>
                  </a:lnTo>
                  <a:lnTo>
                    <a:pt x="265127" y="302615"/>
                  </a:lnTo>
                  <a:lnTo>
                    <a:pt x="269366" y="299446"/>
                  </a:lnTo>
                  <a:lnTo>
                    <a:pt x="273502" y="296144"/>
                  </a:lnTo>
                  <a:lnTo>
                    <a:pt x="277532" y="292713"/>
                  </a:lnTo>
                  <a:lnTo>
                    <a:pt x="281451" y="289156"/>
                  </a:lnTo>
                  <a:lnTo>
                    <a:pt x="285255" y="285476"/>
                  </a:lnTo>
                  <a:lnTo>
                    <a:pt x="288942" y="281678"/>
                  </a:lnTo>
                  <a:lnTo>
                    <a:pt x="292506" y="277765"/>
                  </a:lnTo>
                  <a:lnTo>
                    <a:pt x="295944" y="273742"/>
                  </a:lnTo>
                  <a:lnTo>
                    <a:pt x="299253" y="269611"/>
                  </a:lnTo>
                  <a:lnTo>
                    <a:pt x="302430" y="265378"/>
                  </a:lnTo>
                  <a:lnTo>
                    <a:pt x="305471" y="261046"/>
                  </a:lnTo>
                  <a:lnTo>
                    <a:pt x="308374" y="256621"/>
                  </a:lnTo>
                  <a:lnTo>
                    <a:pt x="311135" y="252105"/>
                  </a:lnTo>
                  <a:lnTo>
                    <a:pt x="313752" y="247505"/>
                  </a:lnTo>
                  <a:lnTo>
                    <a:pt x="316222" y="242823"/>
                  </a:lnTo>
                  <a:lnTo>
                    <a:pt x="318542" y="238067"/>
                  </a:lnTo>
                  <a:lnTo>
                    <a:pt x="320710" y="233239"/>
                  </a:lnTo>
                  <a:lnTo>
                    <a:pt x="322725" y="228344"/>
                  </a:lnTo>
                  <a:lnTo>
                    <a:pt x="324584" y="223389"/>
                  </a:lnTo>
                  <a:lnTo>
                    <a:pt x="326285" y="218377"/>
                  </a:lnTo>
                  <a:lnTo>
                    <a:pt x="327826" y="213314"/>
                  </a:lnTo>
                  <a:lnTo>
                    <a:pt x="329206" y="208204"/>
                  </a:lnTo>
                  <a:lnTo>
                    <a:pt x="330424" y="203053"/>
                  </a:lnTo>
                  <a:lnTo>
                    <a:pt x="331479" y="197867"/>
                  </a:lnTo>
                  <a:lnTo>
                    <a:pt x="332368" y="192649"/>
                  </a:lnTo>
                  <a:lnTo>
                    <a:pt x="333092" y="187407"/>
                  </a:lnTo>
                  <a:lnTo>
                    <a:pt x="333649" y="182143"/>
                  </a:lnTo>
                  <a:lnTo>
                    <a:pt x="334040" y="176865"/>
                  </a:lnTo>
                  <a:lnTo>
                    <a:pt x="334264" y="171577"/>
                  </a:lnTo>
                  <a:lnTo>
                    <a:pt x="334319" y="166285"/>
                  </a:lnTo>
                  <a:lnTo>
                    <a:pt x="334208" y="160993"/>
                  </a:lnTo>
                  <a:lnTo>
                    <a:pt x="333929" y="155708"/>
                  </a:lnTo>
                  <a:lnTo>
                    <a:pt x="333482" y="150434"/>
                  </a:lnTo>
                  <a:lnTo>
                    <a:pt x="332869" y="145177"/>
                  </a:lnTo>
                  <a:lnTo>
                    <a:pt x="332090" y="139942"/>
                  </a:lnTo>
                  <a:lnTo>
                    <a:pt x="331145" y="134734"/>
                  </a:lnTo>
                  <a:lnTo>
                    <a:pt x="330036" y="129559"/>
                  </a:lnTo>
                  <a:lnTo>
                    <a:pt x="328764" y="124422"/>
                  </a:lnTo>
                  <a:lnTo>
                    <a:pt x="327330" y="119327"/>
                  </a:lnTo>
                  <a:lnTo>
                    <a:pt x="325735" y="114280"/>
                  </a:lnTo>
                  <a:lnTo>
                    <a:pt x="323982" y="109287"/>
                  </a:lnTo>
                  <a:lnTo>
                    <a:pt x="322071" y="104351"/>
                  </a:lnTo>
                  <a:lnTo>
                    <a:pt x="320005" y="99478"/>
                  </a:lnTo>
                  <a:lnTo>
                    <a:pt x="317785" y="94674"/>
                  </a:lnTo>
                  <a:lnTo>
                    <a:pt x="315415" y="89941"/>
                  </a:lnTo>
                  <a:lnTo>
                    <a:pt x="312896" y="85287"/>
                  </a:lnTo>
                  <a:lnTo>
                    <a:pt x="310231" y="80714"/>
                  </a:lnTo>
                  <a:lnTo>
                    <a:pt x="307422" y="76228"/>
                  </a:lnTo>
                  <a:lnTo>
                    <a:pt x="304473" y="71833"/>
                  </a:lnTo>
                  <a:lnTo>
                    <a:pt x="301386" y="67534"/>
                  </a:lnTo>
                  <a:lnTo>
                    <a:pt x="298165" y="63334"/>
                  </a:lnTo>
                  <a:lnTo>
                    <a:pt x="294812" y="59239"/>
                  </a:lnTo>
                  <a:lnTo>
                    <a:pt x="291331" y="55252"/>
                  </a:lnTo>
                  <a:lnTo>
                    <a:pt x="287726" y="51377"/>
                  </a:lnTo>
                  <a:lnTo>
                    <a:pt x="284000" y="47618"/>
                  </a:lnTo>
                  <a:lnTo>
                    <a:pt x="280157" y="43979"/>
                  </a:lnTo>
                  <a:lnTo>
                    <a:pt x="276201" y="40463"/>
                  </a:lnTo>
                  <a:lnTo>
                    <a:pt x="272135" y="37075"/>
                  </a:lnTo>
                  <a:lnTo>
                    <a:pt x="267964" y="33817"/>
                  </a:lnTo>
                  <a:lnTo>
                    <a:pt x="263692" y="30692"/>
                  </a:lnTo>
                  <a:lnTo>
                    <a:pt x="259323" y="27704"/>
                  </a:lnTo>
                  <a:lnTo>
                    <a:pt x="254862" y="24857"/>
                  </a:lnTo>
                  <a:lnTo>
                    <a:pt x="250313" y="22151"/>
                  </a:lnTo>
                  <a:lnTo>
                    <a:pt x="245681" y="19591"/>
                  </a:lnTo>
                  <a:lnTo>
                    <a:pt x="240970" y="17179"/>
                  </a:lnTo>
                  <a:lnTo>
                    <a:pt x="236185" y="14918"/>
                  </a:lnTo>
                  <a:lnTo>
                    <a:pt x="231330" y="12809"/>
                  </a:lnTo>
                  <a:lnTo>
                    <a:pt x="226412" y="10855"/>
                  </a:lnTo>
                  <a:lnTo>
                    <a:pt x="221433" y="9057"/>
                  </a:lnTo>
                  <a:lnTo>
                    <a:pt x="216401" y="7418"/>
                  </a:lnTo>
                  <a:lnTo>
                    <a:pt x="211319" y="5939"/>
                  </a:lnTo>
                  <a:lnTo>
                    <a:pt x="206193" y="4622"/>
                  </a:lnTo>
                  <a:lnTo>
                    <a:pt x="201028" y="3467"/>
                  </a:lnTo>
                  <a:lnTo>
                    <a:pt x="195829" y="2477"/>
                  </a:lnTo>
                  <a:lnTo>
                    <a:pt x="190601" y="1652"/>
                  </a:lnTo>
                  <a:lnTo>
                    <a:pt x="185349" y="993"/>
                  </a:lnTo>
                  <a:lnTo>
                    <a:pt x="180080" y="500"/>
                  </a:lnTo>
                  <a:lnTo>
                    <a:pt x="174797" y="174"/>
                  </a:lnTo>
                  <a:lnTo>
                    <a:pt x="169507" y="16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3821"/>
              <a:ext cx="2352" cy="167167"/>
            </a:xfrm>
            <a:custGeom>
              <a:avLst/>
              <a:pathLst>
                <a:path w="2352" h="167167">
                  <a:moveTo>
                    <a:pt x="2352" y="1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919366" y="4659281"/>
              <a:ext cx="167158" cy="185070"/>
            </a:xfrm>
            <a:custGeom>
              <a:avLst/>
              <a:pathLst>
                <a:path w="167158" h="185070">
                  <a:moveTo>
                    <a:pt x="167158" y="0"/>
                  </a:moveTo>
                  <a:lnTo>
                    <a:pt x="161764" y="87"/>
                  </a:lnTo>
                  <a:lnTo>
                    <a:pt x="156376" y="348"/>
                  </a:lnTo>
                  <a:lnTo>
                    <a:pt x="150999" y="782"/>
                  </a:lnTo>
                  <a:lnTo>
                    <a:pt x="145639" y="1390"/>
                  </a:lnTo>
                  <a:lnTo>
                    <a:pt x="140301" y="2171"/>
                  </a:lnTo>
                  <a:lnTo>
                    <a:pt x="134992" y="3123"/>
                  </a:lnTo>
                  <a:lnTo>
                    <a:pt x="129715" y="4247"/>
                  </a:lnTo>
                  <a:lnTo>
                    <a:pt x="124478" y="5540"/>
                  </a:lnTo>
                  <a:lnTo>
                    <a:pt x="119285" y="7001"/>
                  </a:lnTo>
                  <a:lnTo>
                    <a:pt x="114143" y="8629"/>
                  </a:lnTo>
                  <a:lnTo>
                    <a:pt x="109055" y="10422"/>
                  </a:lnTo>
                  <a:lnTo>
                    <a:pt x="104028" y="12378"/>
                  </a:lnTo>
                  <a:lnTo>
                    <a:pt x="99066" y="14496"/>
                  </a:lnTo>
                  <a:lnTo>
                    <a:pt x="94176" y="16772"/>
                  </a:lnTo>
                  <a:lnTo>
                    <a:pt x="89361" y="19205"/>
                  </a:lnTo>
                  <a:lnTo>
                    <a:pt x="84627" y="21793"/>
                  </a:lnTo>
                  <a:lnTo>
                    <a:pt x="79980" y="24531"/>
                  </a:lnTo>
                  <a:lnTo>
                    <a:pt x="75423" y="27418"/>
                  </a:lnTo>
                  <a:lnTo>
                    <a:pt x="70962" y="30451"/>
                  </a:lnTo>
                  <a:lnTo>
                    <a:pt x="66601" y="33626"/>
                  </a:lnTo>
                  <a:lnTo>
                    <a:pt x="62344" y="36940"/>
                  </a:lnTo>
                  <a:lnTo>
                    <a:pt x="58197" y="40390"/>
                  </a:lnTo>
                  <a:lnTo>
                    <a:pt x="54163" y="43971"/>
                  </a:lnTo>
                  <a:lnTo>
                    <a:pt x="50247" y="47681"/>
                  </a:lnTo>
                  <a:lnTo>
                    <a:pt x="46453" y="51516"/>
                  </a:lnTo>
                  <a:lnTo>
                    <a:pt x="42784" y="55470"/>
                  </a:lnTo>
                  <a:lnTo>
                    <a:pt x="39245" y="59542"/>
                  </a:lnTo>
                  <a:lnTo>
                    <a:pt x="35839" y="63725"/>
                  </a:lnTo>
                  <a:lnTo>
                    <a:pt x="32570" y="68016"/>
                  </a:lnTo>
                  <a:lnTo>
                    <a:pt x="29440" y="72410"/>
                  </a:lnTo>
                  <a:lnTo>
                    <a:pt x="26455" y="76903"/>
                  </a:lnTo>
                  <a:lnTo>
                    <a:pt x="23616" y="81490"/>
                  </a:lnTo>
                  <a:lnTo>
                    <a:pt x="20926" y="86166"/>
                  </a:lnTo>
                  <a:lnTo>
                    <a:pt x="18389" y="90926"/>
                  </a:lnTo>
                  <a:lnTo>
                    <a:pt x="16006" y="95766"/>
                  </a:lnTo>
                  <a:lnTo>
                    <a:pt x="13781" y="100680"/>
                  </a:lnTo>
                  <a:lnTo>
                    <a:pt x="11716" y="105663"/>
                  </a:lnTo>
                  <a:lnTo>
                    <a:pt x="9812" y="110711"/>
                  </a:lnTo>
                  <a:lnTo>
                    <a:pt x="8072" y="115817"/>
                  </a:lnTo>
                  <a:lnTo>
                    <a:pt x="6498" y="120977"/>
                  </a:lnTo>
                  <a:lnTo>
                    <a:pt x="5092" y="126185"/>
                  </a:lnTo>
                  <a:lnTo>
                    <a:pt x="3854" y="131435"/>
                  </a:lnTo>
                  <a:lnTo>
                    <a:pt x="2786" y="136723"/>
                  </a:lnTo>
                  <a:lnTo>
                    <a:pt x="1889" y="142042"/>
                  </a:lnTo>
                  <a:lnTo>
                    <a:pt x="1165" y="147388"/>
                  </a:lnTo>
                  <a:lnTo>
                    <a:pt x="613" y="152754"/>
                  </a:lnTo>
                  <a:lnTo>
                    <a:pt x="234" y="158135"/>
                  </a:lnTo>
                  <a:lnTo>
                    <a:pt x="30" y="163526"/>
                  </a:lnTo>
                  <a:lnTo>
                    <a:pt x="0" y="168920"/>
                  </a:lnTo>
                  <a:lnTo>
                    <a:pt x="143" y="174312"/>
                  </a:lnTo>
                  <a:lnTo>
                    <a:pt x="461" y="179698"/>
                  </a:lnTo>
                  <a:lnTo>
                    <a:pt x="952" y="18507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920318" y="4826449"/>
              <a:ext cx="166206" cy="17902"/>
            </a:xfrm>
            <a:custGeom>
              <a:avLst/>
              <a:pathLst>
                <a:path w="166206" h="17902">
                  <a:moveTo>
                    <a:pt x="0" y="17902"/>
                  </a:moveTo>
                  <a:lnTo>
                    <a:pt x="16620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920318" y="4826449"/>
              <a:ext cx="166206" cy="17902"/>
            </a:xfrm>
            <a:custGeom>
              <a:avLst/>
              <a:pathLst>
                <a:path w="166206" h="17902">
                  <a:moveTo>
                    <a:pt x="0" y="17902"/>
                  </a:moveTo>
                  <a:lnTo>
                    <a:pt x="16620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920318" y="4826449"/>
              <a:ext cx="166206" cy="17902"/>
            </a:xfrm>
            <a:custGeom>
              <a:avLst/>
              <a:pathLst>
                <a:path w="166206" h="17902">
                  <a:moveTo>
                    <a:pt x="0" y="17902"/>
                  </a:moveTo>
                  <a:lnTo>
                    <a:pt x="16620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920318" y="4826449"/>
              <a:ext cx="166206" cy="17902"/>
            </a:xfrm>
            <a:custGeom>
              <a:avLst/>
              <a:pathLst>
                <a:path w="166206" h="17902">
                  <a:moveTo>
                    <a:pt x="0" y="17902"/>
                  </a:moveTo>
                  <a:lnTo>
                    <a:pt x="16620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920318" y="4826449"/>
              <a:ext cx="166206" cy="17902"/>
            </a:xfrm>
            <a:custGeom>
              <a:avLst/>
              <a:pathLst>
                <a:path w="166206" h="17902">
                  <a:moveTo>
                    <a:pt x="0" y="17902"/>
                  </a:moveTo>
                  <a:lnTo>
                    <a:pt x="16620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920318" y="4826449"/>
              <a:ext cx="166206" cy="17902"/>
            </a:xfrm>
            <a:custGeom>
              <a:avLst/>
              <a:pathLst>
                <a:path w="166206" h="17902">
                  <a:moveTo>
                    <a:pt x="0" y="17902"/>
                  </a:moveTo>
                  <a:lnTo>
                    <a:pt x="16620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920318" y="4826449"/>
              <a:ext cx="166206" cy="17902"/>
            </a:xfrm>
            <a:custGeom>
              <a:avLst/>
              <a:pathLst>
                <a:path w="166206" h="17902">
                  <a:moveTo>
                    <a:pt x="0" y="17902"/>
                  </a:moveTo>
                  <a:lnTo>
                    <a:pt x="16620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20318" y="4826449"/>
              <a:ext cx="166206" cy="17902"/>
            </a:xfrm>
            <a:custGeom>
              <a:avLst/>
              <a:pathLst>
                <a:path w="166206" h="17902">
                  <a:moveTo>
                    <a:pt x="0" y="17902"/>
                  </a:moveTo>
                  <a:lnTo>
                    <a:pt x="16620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20318" y="4826449"/>
              <a:ext cx="166206" cy="17902"/>
            </a:xfrm>
            <a:custGeom>
              <a:avLst/>
              <a:pathLst>
                <a:path w="166206" h="17902">
                  <a:moveTo>
                    <a:pt x="0" y="17902"/>
                  </a:moveTo>
                  <a:lnTo>
                    <a:pt x="16620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20318" y="4826449"/>
              <a:ext cx="166206" cy="33009"/>
            </a:xfrm>
            <a:custGeom>
              <a:avLst/>
              <a:pathLst>
                <a:path w="166206" h="33009">
                  <a:moveTo>
                    <a:pt x="0" y="17902"/>
                  </a:moveTo>
                  <a:lnTo>
                    <a:pt x="2330" y="33009"/>
                  </a:lnTo>
                  <a:lnTo>
                    <a:pt x="16620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22648" y="4659281"/>
              <a:ext cx="331028" cy="334332"/>
            </a:xfrm>
            <a:custGeom>
              <a:avLst/>
              <a:pathLst>
                <a:path w="331028" h="334332">
                  <a:moveTo>
                    <a:pt x="0" y="200176"/>
                  </a:moveTo>
                  <a:lnTo>
                    <a:pt x="1131" y="205368"/>
                  </a:lnTo>
                  <a:lnTo>
                    <a:pt x="2428" y="210520"/>
                  </a:lnTo>
                  <a:lnTo>
                    <a:pt x="3887" y="215629"/>
                  </a:lnTo>
                  <a:lnTo>
                    <a:pt x="5508" y="220689"/>
                  </a:lnTo>
                  <a:lnTo>
                    <a:pt x="7289" y="225695"/>
                  </a:lnTo>
                  <a:lnTo>
                    <a:pt x="9228" y="230642"/>
                  </a:lnTo>
                  <a:lnTo>
                    <a:pt x="11323" y="235525"/>
                  </a:lnTo>
                  <a:lnTo>
                    <a:pt x="13573" y="240339"/>
                  </a:lnTo>
                  <a:lnTo>
                    <a:pt x="15974" y="245079"/>
                  </a:lnTo>
                  <a:lnTo>
                    <a:pt x="18525" y="249740"/>
                  </a:lnTo>
                  <a:lnTo>
                    <a:pt x="21223" y="254317"/>
                  </a:lnTo>
                  <a:lnTo>
                    <a:pt x="24065" y="258807"/>
                  </a:lnTo>
                  <a:lnTo>
                    <a:pt x="27048" y="263204"/>
                  </a:lnTo>
                  <a:lnTo>
                    <a:pt x="30169" y="267504"/>
                  </a:lnTo>
                  <a:lnTo>
                    <a:pt x="33425" y="271702"/>
                  </a:lnTo>
                  <a:lnTo>
                    <a:pt x="36813" y="275795"/>
                  </a:lnTo>
                  <a:lnTo>
                    <a:pt x="40330" y="279779"/>
                  </a:lnTo>
                  <a:lnTo>
                    <a:pt x="43971" y="283648"/>
                  </a:lnTo>
                  <a:lnTo>
                    <a:pt x="47733" y="287400"/>
                  </a:lnTo>
                  <a:lnTo>
                    <a:pt x="51613" y="291030"/>
                  </a:lnTo>
                  <a:lnTo>
                    <a:pt x="55606" y="294535"/>
                  </a:lnTo>
                  <a:lnTo>
                    <a:pt x="59709" y="297912"/>
                  </a:lnTo>
                  <a:lnTo>
                    <a:pt x="63917" y="301156"/>
                  </a:lnTo>
                  <a:lnTo>
                    <a:pt x="68225" y="304266"/>
                  </a:lnTo>
                  <a:lnTo>
                    <a:pt x="72631" y="307236"/>
                  </a:lnTo>
                  <a:lnTo>
                    <a:pt x="77128" y="310065"/>
                  </a:lnTo>
                  <a:lnTo>
                    <a:pt x="81714" y="312750"/>
                  </a:lnTo>
                  <a:lnTo>
                    <a:pt x="86382" y="315288"/>
                  </a:lnTo>
                  <a:lnTo>
                    <a:pt x="91128" y="317675"/>
                  </a:lnTo>
                  <a:lnTo>
                    <a:pt x="95948" y="319911"/>
                  </a:lnTo>
                  <a:lnTo>
                    <a:pt x="100837" y="321993"/>
                  </a:lnTo>
                  <a:lnTo>
                    <a:pt x="105789" y="323918"/>
                  </a:lnTo>
                  <a:lnTo>
                    <a:pt x="110800" y="325685"/>
                  </a:lnTo>
                  <a:lnTo>
                    <a:pt x="115865" y="327292"/>
                  </a:lnTo>
                  <a:lnTo>
                    <a:pt x="120978" y="328737"/>
                  </a:lnTo>
                  <a:lnTo>
                    <a:pt x="126135" y="330018"/>
                  </a:lnTo>
                  <a:lnTo>
                    <a:pt x="131329" y="331136"/>
                  </a:lnTo>
                  <a:lnTo>
                    <a:pt x="136557" y="332087"/>
                  </a:lnTo>
                  <a:lnTo>
                    <a:pt x="141812" y="332872"/>
                  </a:lnTo>
                  <a:lnTo>
                    <a:pt x="147089" y="333489"/>
                  </a:lnTo>
                  <a:lnTo>
                    <a:pt x="152384" y="333939"/>
                  </a:lnTo>
                  <a:lnTo>
                    <a:pt x="157689" y="334220"/>
                  </a:lnTo>
                  <a:lnTo>
                    <a:pt x="163002" y="334332"/>
                  </a:lnTo>
                  <a:lnTo>
                    <a:pt x="168315" y="334275"/>
                  </a:lnTo>
                  <a:lnTo>
                    <a:pt x="173623" y="334050"/>
                  </a:lnTo>
                  <a:lnTo>
                    <a:pt x="178922" y="333656"/>
                  </a:lnTo>
                  <a:lnTo>
                    <a:pt x="184206" y="333094"/>
                  </a:lnTo>
                  <a:lnTo>
                    <a:pt x="189469" y="332364"/>
                  </a:lnTo>
                  <a:lnTo>
                    <a:pt x="194706" y="331467"/>
                  </a:lnTo>
                  <a:lnTo>
                    <a:pt x="199912" y="330404"/>
                  </a:lnTo>
                  <a:lnTo>
                    <a:pt x="205081" y="329176"/>
                  </a:lnTo>
                  <a:lnTo>
                    <a:pt x="210209" y="327785"/>
                  </a:lnTo>
                  <a:lnTo>
                    <a:pt x="215290" y="326231"/>
                  </a:lnTo>
                  <a:lnTo>
                    <a:pt x="220320" y="324517"/>
                  </a:lnTo>
                  <a:lnTo>
                    <a:pt x="225292" y="322644"/>
                  </a:lnTo>
                  <a:lnTo>
                    <a:pt x="230202" y="320613"/>
                  </a:lnTo>
                  <a:lnTo>
                    <a:pt x="235045" y="318428"/>
                  </a:lnTo>
                  <a:lnTo>
                    <a:pt x="239816" y="316090"/>
                  </a:lnTo>
                  <a:lnTo>
                    <a:pt x="244511" y="313601"/>
                  </a:lnTo>
                  <a:lnTo>
                    <a:pt x="249124" y="310964"/>
                  </a:lnTo>
                  <a:lnTo>
                    <a:pt x="253651" y="308182"/>
                  </a:lnTo>
                  <a:lnTo>
                    <a:pt x="258087" y="305258"/>
                  </a:lnTo>
                  <a:lnTo>
                    <a:pt x="262428" y="302194"/>
                  </a:lnTo>
                  <a:lnTo>
                    <a:pt x="266669" y="298994"/>
                  </a:lnTo>
                  <a:lnTo>
                    <a:pt x="270807" y="295660"/>
                  </a:lnTo>
                  <a:lnTo>
                    <a:pt x="274837" y="292197"/>
                  </a:lnTo>
                  <a:lnTo>
                    <a:pt x="278754" y="288608"/>
                  </a:lnTo>
                  <a:lnTo>
                    <a:pt x="282556" y="284895"/>
                  </a:lnTo>
                  <a:lnTo>
                    <a:pt x="286237" y="281064"/>
                  </a:lnTo>
                  <a:lnTo>
                    <a:pt x="289795" y="277118"/>
                  </a:lnTo>
                  <a:lnTo>
                    <a:pt x="293226" y="273060"/>
                  </a:lnTo>
                  <a:lnTo>
                    <a:pt x="296526" y="268896"/>
                  </a:lnTo>
                  <a:lnTo>
                    <a:pt x="299692" y="264629"/>
                  </a:lnTo>
                  <a:lnTo>
                    <a:pt x="302721" y="260263"/>
                  </a:lnTo>
                  <a:lnTo>
                    <a:pt x="305609" y="255804"/>
                  </a:lnTo>
                  <a:lnTo>
                    <a:pt x="308355" y="251255"/>
                  </a:lnTo>
                  <a:lnTo>
                    <a:pt x="310954" y="246621"/>
                  </a:lnTo>
                  <a:lnTo>
                    <a:pt x="313405" y="241906"/>
                  </a:lnTo>
                  <a:lnTo>
                    <a:pt x="315705" y="237116"/>
                  </a:lnTo>
                  <a:lnTo>
                    <a:pt x="317851" y="232256"/>
                  </a:lnTo>
                  <a:lnTo>
                    <a:pt x="319842" y="227329"/>
                  </a:lnTo>
                  <a:lnTo>
                    <a:pt x="321675" y="222342"/>
                  </a:lnTo>
                  <a:lnTo>
                    <a:pt x="323349" y="217299"/>
                  </a:lnTo>
                  <a:lnTo>
                    <a:pt x="324861" y="212206"/>
                  </a:lnTo>
                  <a:lnTo>
                    <a:pt x="326211" y="207067"/>
                  </a:lnTo>
                  <a:lnTo>
                    <a:pt x="327397" y="201888"/>
                  </a:lnTo>
                  <a:lnTo>
                    <a:pt x="328418" y="196673"/>
                  </a:lnTo>
                  <a:lnTo>
                    <a:pt x="329273" y="191429"/>
                  </a:lnTo>
                  <a:lnTo>
                    <a:pt x="329960" y="186160"/>
                  </a:lnTo>
                  <a:lnTo>
                    <a:pt x="330480" y="180872"/>
                  </a:lnTo>
                  <a:lnTo>
                    <a:pt x="330832" y="175571"/>
                  </a:lnTo>
                  <a:lnTo>
                    <a:pt x="331014" y="170260"/>
                  </a:lnTo>
                  <a:lnTo>
                    <a:pt x="331028" y="164947"/>
                  </a:lnTo>
                  <a:lnTo>
                    <a:pt x="330873" y="159636"/>
                  </a:lnTo>
                  <a:lnTo>
                    <a:pt x="330550" y="154333"/>
                  </a:lnTo>
                  <a:lnTo>
                    <a:pt x="330057" y="149042"/>
                  </a:lnTo>
                  <a:lnTo>
                    <a:pt x="329397" y="143770"/>
                  </a:lnTo>
                  <a:lnTo>
                    <a:pt x="328570" y="138521"/>
                  </a:lnTo>
                  <a:lnTo>
                    <a:pt x="327577" y="133302"/>
                  </a:lnTo>
                  <a:lnTo>
                    <a:pt x="326418" y="128116"/>
                  </a:lnTo>
                  <a:lnTo>
                    <a:pt x="325095" y="122970"/>
                  </a:lnTo>
                  <a:lnTo>
                    <a:pt x="323609" y="117869"/>
                  </a:lnTo>
                  <a:lnTo>
                    <a:pt x="321961" y="112817"/>
                  </a:lnTo>
                  <a:lnTo>
                    <a:pt x="320154" y="107821"/>
                  </a:lnTo>
                  <a:lnTo>
                    <a:pt x="318189" y="102884"/>
                  </a:lnTo>
                  <a:lnTo>
                    <a:pt x="316068" y="98012"/>
                  </a:lnTo>
                  <a:lnTo>
                    <a:pt x="313793" y="93210"/>
                  </a:lnTo>
                  <a:lnTo>
                    <a:pt x="311367" y="88483"/>
                  </a:lnTo>
                  <a:lnTo>
                    <a:pt x="308792" y="83836"/>
                  </a:lnTo>
                  <a:lnTo>
                    <a:pt x="306071" y="79272"/>
                  </a:lnTo>
                  <a:lnTo>
                    <a:pt x="303205" y="74797"/>
                  </a:lnTo>
                  <a:lnTo>
                    <a:pt x="300200" y="70416"/>
                  </a:lnTo>
                  <a:lnTo>
                    <a:pt x="297056" y="66133"/>
                  </a:lnTo>
                  <a:lnTo>
                    <a:pt x="293778" y="61951"/>
                  </a:lnTo>
                  <a:lnTo>
                    <a:pt x="290368" y="57876"/>
                  </a:lnTo>
                  <a:lnTo>
                    <a:pt x="286831" y="53911"/>
                  </a:lnTo>
                  <a:lnTo>
                    <a:pt x="283169" y="50061"/>
                  </a:lnTo>
                  <a:lnTo>
                    <a:pt x="279387" y="46328"/>
                  </a:lnTo>
                  <a:lnTo>
                    <a:pt x="275489" y="42718"/>
                  </a:lnTo>
                  <a:lnTo>
                    <a:pt x="271477" y="39234"/>
                  </a:lnTo>
                  <a:lnTo>
                    <a:pt x="267357" y="35879"/>
                  </a:lnTo>
                  <a:lnTo>
                    <a:pt x="263133" y="32657"/>
                  </a:lnTo>
                  <a:lnTo>
                    <a:pt x="258808" y="29570"/>
                  </a:lnTo>
                  <a:lnTo>
                    <a:pt x="254387" y="26623"/>
                  </a:lnTo>
                  <a:lnTo>
                    <a:pt x="249874" y="23817"/>
                  </a:lnTo>
                  <a:lnTo>
                    <a:pt x="245275" y="21156"/>
                  </a:lnTo>
                  <a:lnTo>
                    <a:pt x="240594" y="18643"/>
                  </a:lnTo>
                  <a:lnTo>
                    <a:pt x="235835" y="16280"/>
                  </a:lnTo>
                  <a:lnTo>
                    <a:pt x="231003" y="14069"/>
                  </a:lnTo>
                  <a:lnTo>
                    <a:pt x="226104" y="12013"/>
                  </a:lnTo>
                  <a:lnTo>
                    <a:pt x="221141" y="10114"/>
                  </a:lnTo>
                  <a:lnTo>
                    <a:pt x="216121" y="8374"/>
                  </a:lnTo>
                  <a:lnTo>
                    <a:pt x="211048" y="6793"/>
                  </a:lnTo>
                  <a:lnTo>
                    <a:pt x="205928" y="5375"/>
                  </a:lnTo>
                  <a:lnTo>
                    <a:pt x="200765" y="4120"/>
                  </a:lnTo>
                  <a:lnTo>
                    <a:pt x="195564" y="3030"/>
                  </a:lnTo>
                  <a:lnTo>
                    <a:pt x="190332" y="2106"/>
                  </a:lnTo>
                  <a:lnTo>
                    <a:pt x="185073" y="1349"/>
                  </a:lnTo>
                  <a:lnTo>
                    <a:pt x="179792" y="759"/>
                  </a:lnTo>
                  <a:lnTo>
                    <a:pt x="174496" y="337"/>
                  </a:lnTo>
                  <a:lnTo>
                    <a:pt x="169188" y="84"/>
                  </a:lnTo>
                  <a:lnTo>
                    <a:pt x="163876" y="0"/>
                  </a:lnTo>
                  <a:lnTo>
                    <a:pt x="16387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1665" y="5018213"/>
              <a:ext cx="7055" cy="167167"/>
            </a:xfrm>
            <a:custGeom>
              <a:avLst/>
              <a:pathLst>
                <a:path w="7055" h="167167">
                  <a:moveTo>
                    <a:pt x="7055" y="0"/>
                  </a:moveTo>
                  <a:lnTo>
                    <a:pt x="0" y="148"/>
                  </a:lnTo>
                  <a:lnTo>
                    <a:pt x="7055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1665" y="5018362"/>
              <a:ext cx="7055" cy="167018"/>
            </a:xfrm>
            <a:custGeom>
              <a:avLst/>
              <a:pathLst>
                <a:path w="7055" h="167018">
                  <a:moveTo>
                    <a:pt x="0" y="0"/>
                  </a:moveTo>
                  <a:lnTo>
                    <a:pt x="7055" y="167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1665" y="5018362"/>
              <a:ext cx="7055" cy="167018"/>
            </a:xfrm>
            <a:custGeom>
              <a:avLst/>
              <a:pathLst>
                <a:path w="7055" h="167018">
                  <a:moveTo>
                    <a:pt x="0" y="0"/>
                  </a:moveTo>
                  <a:lnTo>
                    <a:pt x="7055" y="1670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1665" y="5018362"/>
              <a:ext cx="7055" cy="167018"/>
            </a:xfrm>
            <a:custGeom>
              <a:avLst/>
              <a:pathLst>
                <a:path w="7055" h="167018">
                  <a:moveTo>
                    <a:pt x="0" y="0"/>
                  </a:moveTo>
                  <a:lnTo>
                    <a:pt x="7055" y="167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1665" y="5018362"/>
              <a:ext cx="7055" cy="167018"/>
            </a:xfrm>
            <a:custGeom>
              <a:avLst/>
              <a:pathLst>
                <a:path w="7055" h="167018">
                  <a:moveTo>
                    <a:pt x="0" y="0"/>
                  </a:moveTo>
                  <a:lnTo>
                    <a:pt x="7055" y="167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1665" y="5018362"/>
              <a:ext cx="7055" cy="167018"/>
            </a:xfrm>
            <a:custGeom>
              <a:avLst/>
              <a:pathLst>
                <a:path w="7055" h="167018">
                  <a:moveTo>
                    <a:pt x="0" y="0"/>
                  </a:moveTo>
                  <a:lnTo>
                    <a:pt x="7055" y="167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1665" y="5018362"/>
              <a:ext cx="7055" cy="167018"/>
            </a:xfrm>
            <a:custGeom>
              <a:avLst/>
              <a:pathLst>
                <a:path w="7055" h="167018">
                  <a:moveTo>
                    <a:pt x="0" y="0"/>
                  </a:moveTo>
                  <a:lnTo>
                    <a:pt x="7055" y="167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1665" y="5018362"/>
              <a:ext cx="7055" cy="167018"/>
            </a:xfrm>
            <a:custGeom>
              <a:avLst/>
              <a:pathLst>
                <a:path w="7055" h="167018">
                  <a:moveTo>
                    <a:pt x="0" y="0"/>
                  </a:moveTo>
                  <a:lnTo>
                    <a:pt x="7055" y="1670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1665" y="5018362"/>
              <a:ext cx="7055" cy="167018"/>
            </a:xfrm>
            <a:custGeom>
              <a:avLst/>
              <a:pathLst>
                <a:path w="7055" h="167018">
                  <a:moveTo>
                    <a:pt x="0" y="0"/>
                  </a:moveTo>
                  <a:lnTo>
                    <a:pt x="7055" y="1670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321555" y="5018250"/>
              <a:ext cx="334330" cy="334288"/>
            </a:xfrm>
            <a:custGeom>
              <a:avLst/>
              <a:pathLst>
                <a:path w="334330" h="334288">
                  <a:moveTo>
                    <a:pt x="160109" y="111"/>
                  </a:moveTo>
                  <a:lnTo>
                    <a:pt x="154814" y="419"/>
                  </a:lnTo>
                  <a:lnTo>
                    <a:pt x="149530" y="895"/>
                  </a:lnTo>
                  <a:lnTo>
                    <a:pt x="144265" y="1538"/>
                  </a:lnTo>
                  <a:lnTo>
                    <a:pt x="139022" y="2348"/>
                  </a:lnTo>
                  <a:lnTo>
                    <a:pt x="133808" y="3324"/>
                  </a:lnTo>
                  <a:lnTo>
                    <a:pt x="128628" y="4465"/>
                  </a:lnTo>
                  <a:lnTo>
                    <a:pt x="123486" y="5769"/>
                  </a:lnTo>
                  <a:lnTo>
                    <a:pt x="118388" y="7237"/>
                  </a:lnTo>
                  <a:lnTo>
                    <a:pt x="113340" y="8865"/>
                  </a:lnTo>
                  <a:lnTo>
                    <a:pt x="108345" y="10652"/>
                  </a:lnTo>
                  <a:lnTo>
                    <a:pt x="103410" y="12597"/>
                  </a:lnTo>
                  <a:lnTo>
                    <a:pt x="98539" y="14698"/>
                  </a:lnTo>
                  <a:lnTo>
                    <a:pt x="93737" y="16952"/>
                  </a:lnTo>
                  <a:lnTo>
                    <a:pt x="89009" y="19357"/>
                  </a:lnTo>
                  <a:lnTo>
                    <a:pt x="84360" y="21911"/>
                  </a:lnTo>
                  <a:lnTo>
                    <a:pt x="79794" y="24612"/>
                  </a:lnTo>
                  <a:lnTo>
                    <a:pt x="75316" y="27456"/>
                  </a:lnTo>
                  <a:lnTo>
                    <a:pt x="70931" y="30440"/>
                  </a:lnTo>
                  <a:lnTo>
                    <a:pt x="66642" y="33563"/>
                  </a:lnTo>
                  <a:lnTo>
                    <a:pt x="62455" y="36819"/>
                  </a:lnTo>
                  <a:lnTo>
                    <a:pt x="58373" y="40207"/>
                  </a:lnTo>
                  <a:lnTo>
                    <a:pt x="54401" y="43723"/>
                  </a:lnTo>
                  <a:lnTo>
                    <a:pt x="50542" y="47363"/>
                  </a:lnTo>
                  <a:lnTo>
                    <a:pt x="46801" y="51123"/>
                  </a:lnTo>
                  <a:lnTo>
                    <a:pt x="43180" y="55001"/>
                  </a:lnTo>
                  <a:lnTo>
                    <a:pt x="39685" y="58991"/>
                  </a:lnTo>
                  <a:lnTo>
                    <a:pt x="36318" y="63090"/>
                  </a:lnTo>
                  <a:lnTo>
                    <a:pt x="33083" y="67294"/>
                  </a:lnTo>
                  <a:lnTo>
                    <a:pt x="29983" y="71599"/>
                  </a:lnTo>
                  <a:lnTo>
                    <a:pt x="27021" y="75999"/>
                  </a:lnTo>
                  <a:lnTo>
                    <a:pt x="24200" y="80492"/>
                  </a:lnTo>
                  <a:lnTo>
                    <a:pt x="21523" y="85072"/>
                  </a:lnTo>
                  <a:lnTo>
                    <a:pt x="18993" y="89734"/>
                  </a:lnTo>
                  <a:lnTo>
                    <a:pt x="16612" y="94474"/>
                  </a:lnTo>
                  <a:lnTo>
                    <a:pt x="14382" y="99288"/>
                  </a:lnTo>
                  <a:lnTo>
                    <a:pt x="12307" y="104169"/>
                  </a:lnTo>
                  <a:lnTo>
                    <a:pt x="10387" y="109114"/>
                  </a:lnTo>
                  <a:lnTo>
                    <a:pt x="8625" y="114118"/>
                  </a:lnTo>
                  <a:lnTo>
                    <a:pt x="7023" y="119175"/>
                  </a:lnTo>
                  <a:lnTo>
                    <a:pt x="5582" y="124280"/>
                  </a:lnTo>
                  <a:lnTo>
                    <a:pt x="4304" y="129428"/>
                  </a:lnTo>
                  <a:lnTo>
                    <a:pt x="3190" y="134615"/>
                  </a:lnTo>
                  <a:lnTo>
                    <a:pt x="2241" y="139834"/>
                  </a:lnTo>
                  <a:lnTo>
                    <a:pt x="1458" y="145080"/>
                  </a:lnTo>
                  <a:lnTo>
                    <a:pt x="841" y="150349"/>
                  </a:lnTo>
                  <a:lnTo>
                    <a:pt x="393" y="155635"/>
                  </a:lnTo>
                  <a:lnTo>
                    <a:pt x="112" y="160932"/>
                  </a:lnTo>
                  <a:lnTo>
                    <a:pt x="0" y="166236"/>
                  </a:lnTo>
                  <a:lnTo>
                    <a:pt x="55" y="171540"/>
                  </a:lnTo>
                  <a:lnTo>
                    <a:pt x="279" y="176840"/>
                  </a:lnTo>
                  <a:lnTo>
                    <a:pt x="671" y="182130"/>
                  </a:lnTo>
                  <a:lnTo>
                    <a:pt x="1231" y="187405"/>
                  </a:lnTo>
                  <a:lnTo>
                    <a:pt x="1958" y="192660"/>
                  </a:lnTo>
                  <a:lnTo>
                    <a:pt x="2851" y="197889"/>
                  </a:lnTo>
                  <a:lnTo>
                    <a:pt x="3910" y="203087"/>
                  </a:lnTo>
                  <a:lnTo>
                    <a:pt x="5133" y="208248"/>
                  </a:lnTo>
                  <a:lnTo>
                    <a:pt x="6519" y="213369"/>
                  </a:lnTo>
                  <a:lnTo>
                    <a:pt x="8067" y="218442"/>
                  </a:lnTo>
                  <a:lnTo>
                    <a:pt x="9775" y="223465"/>
                  </a:lnTo>
                  <a:lnTo>
                    <a:pt x="11642" y="228430"/>
                  </a:lnTo>
                  <a:lnTo>
                    <a:pt x="13665" y="233334"/>
                  </a:lnTo>
                  <a:lnTo>
                    <a:pt x="15843" y="238171"/>
                  </a:lnTo>
                  <a:lnTo>
                    <a:pt x="18173" y="242936"/>
                  </a:lnTo>
                  <a:lnTo>
                    <a:pt x="20654" y="247625"/>
                  </a:lnTo>
                  <a:lnTo>
                    <a:pt x="23281" y="252233"/>
                  </a:lnTo>
                  <a:lnTo>
                    <a:pt x="26054" y="256756"/>
                  </a:lnTo>
                  <a:lnTo>
                    <a:pt x="28969" y="261188"/>
                  </a:lnTo>
                  <a:lnTo>
                    <a:pt x="32023" y="265525"/>
                  </a:lnTo>
                  <a:lnTo>
                    <a:pt x="35213" y="269763"/>
                  </a:lnTo>
                  <a:lnTo>
                    <a:pt x="38536" y="273898"/>
                  </a:lnTo>
                  <a:lnTo>
                    <a:pt x="41988" y="277926"/>
                  </a:lnTo>
                  <a:lnTo>
                    <a:pt x="45566" y="281842"/>
                  </a:lnTo>
                  <a:lnTo>
                    <a:pt x="49267" y="285642"/>
                  </a:lnTo>
                  <a:lnTo>
                    <a:pt x="53087" y="289323"/>
                  </a:lnTo>
                  <a:lnTo>
                    <a:pt x="57021" y="292881"/>
                  </a:lnTo>
                  <a:lnTo>
                    <a:pt x="61067" y="296313"/>
                  </a:lnTo>
                  <a:lnTo>
                    <a:pt x="65219" y="299614"/>
                  </a:lnTo>
                  <a:lnTo>
                    <a:pt x="69474" y="302782"/>
                  </a:lnTo>
                  <a:lnTo>
                    <a:pt x="73827" y="305813"/>
                  </a:lnTo>
                  <a:lnTo>
                    <a:pt x="78274" y="308705"/>
                  </a:lnTo>
                  <a:lnTo>
                    <a:pt x="82811" y="311454"/>
                  </a:lnTo>
                  <a:lnTo>
                    <a:pt x="87433" y="314058"/>
                  </a:lnTo>
                  <a:lnTo>
                    <a:pt x="92135" y="316513"/>
                  </a:lnTo>
                  <a:lnTo>
                    <a:pt x="96912" y="318819"/>
                  </a:lnTo>
                  <a:lnTo>
                    <a:pt x="101761" y="320971"/>
                  </a:lnTo>
                  <a:lnTo>
                    <a:pt x="106675" y="322969"/>
                  </a:lnTo>
                  <a:lnTo>
                    <a:pt x="111650" y="324810"/>
                  </a:lnTo>
                  <a:lnTo>
                    <a:pt x="116681" y="326492"/>
                  </a:lnTo>
                  <a:lnTo>
                    <a:pt x="121762" y="328014"/>
                  </a:lnTo>
                  <a:lnTo>
                    <a:pt x="126890" y="329373"/>
                  </a:lnTo>
                  <a:lnTo>
                    <a:pt x="132058" y="330569"/>
                  </a:lnTo>
                  <a:lnTo>
                    <a:pt x="137261" y="331601"/>
                  </a:lnTo>
                  <a:lnTo>
                    <a:pt x="142495" y="332467"/>
                  </a:lnTo>
                  <a:lnTo>
                    <a:pt x="147753" y="333166"/>
                  </a:lnTo>
                  <a:lnTo>
                    <a:pt x="153031" y="333699"/>
                  </a:lnTo>
                  <a:lnTo>
                    <a:pt x="158323" y="334063"/>
                  </a:lnTo>
                  <a:lnTo>
                    <a:pt x="163624" y="334260"/>
                  </a:lnTo>
                  <a:lnTo>
                    <a:pt x="168929" y="334288"/>
                  </a:lnTo>
                  <a:lnTo>
                    <a:pt x="174232" y="334148"/>
                  </a:lnTo>
                  <a:lnTo>
                    <a:pt x="179527" y="333839"/>
                  </a:lnTo>
                  <a:lnTo>
                    <a:pt x="184811" y="333363"/>
                  </a:lnTo>
                  <a:lnTo>
                    <a:pt x="190076" y="332720"/>
                  </a:lnTo>
                  <a:lnTo>
                    <a:pt x="195318" y="331909"/>
                  </a:lnTo>
                  <a:lnTo>
                    <a:pt x="200533" y="330933"/>
                  </a:lnTo>
                  <a:lnTo>
                    <a:pt x="205713" y="329792"/>
                  </a:lnTo>
                  <a:lnTo>
                    <a:pt x="210855" y="328487"/>
                  </a:lnTo>
                  <a:lnTo>
                    <a:pt x="215952" y="327019"/>
                  </a:lnTo>
                  <a:lnTo>
                    <a:pt x="221001" y="325391"/>
                  </a:lnTo>
                  <a:lnTo>
                    <a:pt x="225995" y="323603"/>
                  </a:lnTo>
                  <a:lnTo>
                    <a:pt x="230930" y="321658"/>
                  </a:lnTo>
                  <a:lnTo>
                    <a:pt x="235801" y="319557"/>
                  </a:lnTo>
                  <a:lnTo>
                    <a:pt x="240603" y="317302"/>
                  </a:lnTo>
                  <a:lnTo>
                    <a:pt x="245331" y="314896"/>
                  </a:lnTo>
                  <a:lnTo>
                    <a:pt x="249980" y="312342"/>
                  </a:lnTo>
                  <a:lnTo>
                    <a:pt x="254545" y="309641"/>
                  </a:lnTo>
                  <a:lnTo>
                    <a:pt x="259023" y="306797"/>
                  </a:lnTo>
                  <a:lnTo>
                    <a:pt x="263408" y="303812"/>
                  </a:lnTo>
                  <a:lnTo>
                    <a:pt x="267697" y="300690"/>
                  </a:lnTo>
                  <a:lnTo>
                    <a:pt x="271884" y="297433"/>
                  </a:lnTo>
                  <a:lnTo>
                    <a:pt x="275965" y="294044"/>
                  </a:lnTo>
                  <a:lnTo>
                    <a:pt x="279937" y="290528"/>
                  </a:lnTo>
                  <a:lnTo>
                    <a:pt x="283796" y="286888"/>
                  </a:lnTo>
                  <a:lnTo>
                    <a:pt x="287537" y="283127"/>
                  </a:lnTo>
                  <a:lnTo>
                    <a:pt x="291157" y="279250"/>
                  </a:lnTo>
                  <a:lnTo>
                    <a:pt x="294652" y="275259"/>
                  </a:lnTo>
                  <a:lnTo>
                    <a:pt x="298018" y="271160"/>
                  </a:lnTo>
                  <a:lnTo>
                    <a:pt x="301253" y="266956"/>
                  </a:lnTo>
                  <a:lnTo>
                    <a:pt x="304353" y="262651"/>
                  </a:lnTo>
                  <a:lnTo>
                    <a:pt x="307315" y="258250"/>
                  </a:lnTo>
                  <a:lnTo>
                    <a:pt x="310135" y="253757"/>
                  </a:lnTo>
                  <a:lnTo>
                    <a:pt x="312812" y="249177"/>
                  </a:lnTo>
                  <a:lnTo>
                    <a:pt x="315342" y="244515"/>
                  </a:lnTo>
                  <a:lnTo>
                    <a:pt x="317722" y="239774"/>
                  </a:lnTo>
                  <a:lnTo>
                    <a:pt x="319952" y="234961"/>
                  </a:lnTo>
                  <a:lnTo>
                    <a:pt x="322027" y="230079"/>
                  </a:lnTo>
                  <a:lnTo>
                    <a:pt x="323946" y="225134"/>
                  </a:lnTo>
                  <a:lnTo>
                    <a:pt x="325708" y="220130"/>
                  </a:lnTo>
                  <a:lnTo>
                    <a:pt x="327309" y="215073"/>
                  </a:lnTo>
                  <a:lnTo>
                    <a:pt x="328750" y="209968"/>
                  </a:lnTo>
                  <a:lnTo>
                    <a:pt x="330028" y="204819"/>
                  </a:lnTo>
                  <a:lnTo>
                    <a:pt x="331142" y="199633"/>
                  </a:lnTo>
                  <a:lnTo>
                    <a:pt x="332090" y="194414"/>
                  </a:lnTo>
                  <a:lnTo>
                    <a:pt x="332873" y="189167"/>
                  </a:lnTo>
                  <a:lnTo>
                    <a:pt x="333489" y="183898"/>
                  </a:lnTo>
                  <a:lnTo>
                    <a:pt x="333937" y="178613"/>
                  </a:lnTo>
                  <a:lnTo>
                    <a:pt x="334218" y="173315"/>
                  </a:lnTo>
                  <a:lnTo>
                    <a:pt x="334330" y="168012"/>
                  </a:lnTo>
                  <a:lnTo>
                    <a:pt x="334273" y="162707"/>
                  </a:lnTo>
                  <a:lnTo>
                    <a:pt x="334049" y="157408"/>
                  </a:lnTo>
                  <a:lnTo>
                    <a:pt x="333657" y="152117"/>
                  </a:lnTo>
                  <a:lnTo>
                    <a:pt x="333096" y="146842"/>
                  </a:lnTo>
                  <a:lnTo>
                    <a:pt x="332369" y="141588"/>
                  </a:lnTo>
                  <a:lnTo>
                    <a:pt x="331476" y="136359"/>
                  </a:lnTo>
                  <a:lnTo>
                    <a:pt x="330417" y="131161"/>
                  </a:lnTo>
                  <a:lnTo>
                    <a:pt x="329193" y="125999"/>
                  </a:lnTo>
                  <a:lnTo>
                    <a:pt x="327807" y="120879"/>
                  </a:lnTo>
                  <a:lnTo>
                    <a:pt x="326258" y="115806"/>
                  </a:lnTo>
                  <a:lnTo>
                    <a:pt x="324550" y="110784"/>
                  </a:lnTo>
                  <a:lnTo>
                    <a:pt x="322683" y="105818"/>
                  </a:lnTo>
                  <a:lnTo>
                    <a:pt x="320659" y="100915"/>
                  </a:lnTo>
                  <a:lnTo>
                    <a:pt x="318481" y="96078"/>
                  </a:lnTo>
                  <a:lnTo>
                    <a:pt x="316150" y="91313"/>
                  </a:lnTo>
                  <a:lnTo>
                    <a:pt x="313670" y="86624"/>
                  </a:lnTo>
                  <a:lnTo>
                    <a:pt x="311042" y="82016"/>
                  </a:lnTo>
                  <a:lnTo>
                    <a:pt x="308269" y="77494"/>
                  </a:lnTo>
                  <a:lnTo>
                    <a:pt x="305353" y="73062"/>
                  </a:lnTo>
                  <a:lnTo>
                    <a:pt x="302299" y="68725"/>
                  </a:lnTo>
                  <a:lnTo>
                    <a:pt x="299109" y="64486"/>
                  </a:lnTo>
                  <a:lnTo>
                    <a:pt x="295786" y="60352"/>
                  </a:lnTo>
                  <a:lnTo>
                    <a:pt x="292333" y="56325"/>
                  </a:lnTo>
                  <a:lnTo>
                    <a:pt x="288754" y="52409"/>
                  </a:lnTo>
                  <a:lnTo>
                    <a:pt x="285053" y="48609"/>
                  </a:lnTo>
                  <a:lnTo>
                    <a:pt x="281233" y="44928"/>
                  </a:lnTo>
                  <a:lnTo>
                    <a:pt x="277299" y="41370"/>
                  </a:lnTo>
                  <a:lnTo>
                    <a:pt x="273253" y="37939"/>
                  </a:lnTo>
                  <a:lnTo>
                    <a:pt x="269101" y="34638"/>
                  </a:lnTo>
                  <a:lnTo>
                    <a:pt x="264845" y="31471"/>
                  </a:lnTo>
                  <a:lnTo>
                    <a:pt x="260492" y="28440"/>
                  </a:lnTo>
                  <a:lnTo>
                    <a:pt x="256045" y="25548"/>
                  </a:lnTo>
                  <a:lnTo>
                    <a:pt x="251508" y="22800"/>
                  </a:lnTo>
                  <a:lnTo>
                    <a:pt x="246886" y="20196"/>
                  </a:lnTo>
                  <a:lnTo>
                    <a:pt x="242184" y="17741"/>
                  </a:lnTo>
                  <a:lnTo>
                    <a:pt x="237406" y="15436"/>
                  </a:lnTo>
                  <a:lnTo>
                    <a:pt x="232557" y="13283"/>
                  </a:lnTo>
                  <a:lnTo>
                    <a:pt x="227643" y="11286"/>
                  </a:lnTo>
                  <a:lnTo>
                    <a:pt x="222668" y="9445"/>
                  </a:lnTo>
                  <a:lnTo>
                    <a:pt x="217637" y="7764"/>
                  </a:lnTo>
                  <a:lnTo>
                    <a:pt x="212555" y="6243"/>
                  </a:lnTo>
                  <a:lnTo>
                    <a:pt x="207428" y="4883"/>
                  </a:lnTo>
                  <a:lnTo>
                    <a:pt x="202259" y="3688"/>
                  </a:lnTo>
                  <a:lnTo>
                    <a:pt x="197056" y="2656"/>
                  </a:lnTo>
                  <a:lnTo>
                    <a:pt x="191822" y="1791"/>
                  </a:lnTo>
                  <a:lnTo>
                    <a:pt x="186564" y="1092"/>
                  </a:lnTo>
                  <a:lnTo>
                    <a:pt x="181286" y="560"/>
                  </a:lnTo>
                  <a:lnTo>
                    <a:pt x="175994" y="196"/>
                  </a:lnTo>
                  <a:lnTo>
                    <a:pt x="170693" y="0"/>
                  </a:lnTo>
                  <a:lnTo>
                    <a:pt x="167165" y="1671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8720" y="5018213"/>
              <a:ext cx="3528" cy="167167"/>
            </a:xfrm>
            <a:custGeom>
              <a:avLst/>
              <a:pathLst>
                <a:path w="3528" h="167167">
                  <a:moveTo>
                    <a:pt x="3528" y="3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797334" y="5269756"/>
              <a:ext cx="167166" cy="189157"/>
            </a:xfrm>
            <a:custGeom>
              <a:avLst/>
              <a:pathLst>
                <a:path w="167166" h="189157">
                  <a:moveTo>
                    <a:pt x="167166" y="0"/>
                  </a:moveTo>
                  <a:lnTo>
                    <a:pt x="161796" y="86"/>
                  </a:lnTo>
                  <a:lnTo>
                    <a:pt x="156432" y="344"/>
                  </a:lnTo>
                  <a:lnTo>
                    <a:pt x="151079" y="775"/>
                  </a:lnTo>
                  <a:lnTo>
                    <a:pt x="145743" y="1378"/>
                  </a:lnTo>
                  <a:lnTo>
                    <a:pt x="140428" y="2152"/>
                  </a:lnTo>
                  <a:lnTo>
                    <a:pt x="135142" y="3096"/>
                  </a:lnTo>
                  <a:lnTo>
                    <a:pt x="129888" y="4209"/>
                  </a:lnTo>
                  <a:lnTo>
                    <a:pt x="124673" y="5490"/>
                  </a:lnTo>
                  <a:lnTo>
                    <a:pt x="119502" y="6939"/>
                  </a:lnTo>
                  <a:lnTo>
                    <a:pt x="114379" y="8553"/>
                  </a:lnTo>
                  <a:lnTo>
                    <a:pt x="109312" y="10330"/>
                  </a:lnTo>
                  <a:lnTo>
                    <a:pt x="104304" y="12269"/>
                  </a:lnTo>
                  <a:lnTo>
                    <a:pt x="99361" y="14368"/>
                  </a:lnTo>
                  <a:lnTo>
                    <a:pt x="94488" y="16625"/>
                  </a:lnTo>
                  <a:lnTo>
                    <a:pt x="89690" y="19037"/>
                  </a:lnTo>
                  <a:lnTo>
                    <a:pt x="84971" y="21602"/>
                  </a:lnTo>
                  <a:lnTo>
                    <a:pt x="80338" y="24318"/>
                  </a:lnTo>
                  <a:lnTo>
                    <a:pt x="75794" y="27181"/>
                  </a:lnTo>
                  <a:lnTo>
                    <a:pt x="71345" y="30188"/>
                  </a:lnTo>
                  <a:lnTo>
                    <a:pt x="66995" y="33336"/>
                  </a:lnTo>
                  <a:lnTo>
                    <a:pt x="62747" y="36623"/>
                  </a:lnTo>
                  <a:lnTo>
                    <a:pt x="58608" y="40044"/>
                  </a:lnTo>
                  <a:lnTo>
                    <a:pt x="54581" y="43597"/>
                  </a:lnTo>
                  <a:lnTo>
                    <a:pt x="50670" y="47277"/>
                  </a:lnTo>
                  <a:lnTo>
                    <a:pt x="46879" y="51081"/>
                  </a:lnTo>
                  <a:lnTo>
                    <a:pt x="43212" y="55005"/>
                  </a:lnTo>
                  <a:lnTo>
                    <a:pt x="39673" y="59044"/>
                  </a:lnTo>
                  <a:lnTo>
                    <a:pt x="36266" y="63195"/>
                  </a:lnTo>
                  <a:lnTo>
                    <a:pt x="32994" y="67454"/>
                  </a:lnTo>
                  <a:lnTo>
                    <a:pt x="29860" y="71815"/>
                  </a:lnTo>
                  <a:lnTo>
                    <a:pt x="26868" y="76274"/>
                  </a:lnTo>
                  <a:lnTo>
                    <a:pt x="24021" y="80828"/>
                  </a:lnTo>
                  <a:lnTo>
                    <a:pt x="21321" y="85470"/>
                  </a:lnTo>
                  <a:lnTo>
                    <a:pt x="18772" y="90197"/>
                  </a:lnTo>
                  <a:lnTo>
                    <a:pt x="16377" y="95004"/>
                  </a:lnTo>
                  <a:lnTo>
                    <a:pt x="14136" y="99884"/>
                  </a:lnTo>
                  <a:lnTo>
                    <a:pt x="12054" y="104835"/>
                  </a:lnTo>
                  <a:lnTo>
                    <a:pt x="10132" y="109849"/>
                  </a:lnTo>
                  <a:lnTo>
                    <a:pt x="8372" y="114923"/>
                  </a:lnTo>
                  <a:lnTo>
                    <a:pt x="6776" y="120051"/>
                  </a:lnTo>
                  <a:lnTo>
                    <a:pt x="5345" y="125227"/>
                  </a:lnTo>
                  <a:lnTo>
                    <a:pt x="4081" y="130446"/>
                  </a:lnTo>
                  <a:lnTo>
                    <a:pt x="2986" y="135704"/>
                  </a:lnTo>
                  <a:lnTo>
                    <a:pt x="2060" y="140994"/>
                  </a:lnTo>
                  <a:lnTo>
                    <a:pt x="1305" y="146311"/>
                  </a:lnTo>
                  <a:lnTo>
                    <a:pt x="720" y="151649"/>
                  </a:lnTo>
                  <a:lnTo>
                    <a:pt x="308" y="157004"/>
                  </a:lnTo>
                  <a:lnTo>
                    <a:pt x="67" y="162368"/>
                  </a:lnTo>
                  <a:lnTo>
                    <a:pt x="0" y="167738"/>
                  </a:lnTo>
                  <a:lnTo>
                    <a:pt x="104" y="173108"/>
                  </a:lnTo>
                  <a:lnTo>
                    <a:pt x="381" y="178471"/>
                  </a:lnTo>
                  <a:lnTo>
                    <a:pt x="830" y="183822"/>
                  </a:lnTo>
                  <a:lnTo>
                    <a:pt x="1451" y="189157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798786" y="5269756"/>
              <a:ext cx="332869" cy="334330"/>
            </a:xfrm>
            <a:custGeom>
              <a:avLst/>
              <a:pathLst>
                <a:path w="332869" h="334330">
                  <a:moveTo>
                    <a:pt x="0" y="189157"/>
                  </a:moveTo>
                  <a:lnTo>
                    <a:pt x="783" y="194416"/>
                  </a:lnTo>
                  <a:lnTo>
                    <a:pt x="1733" y="199647"/>
                  </a:lnTo>
                  <a:lnTo>
                    <a:pt x="2849" y="204846"/>
                  </a:lnTo>
                  <a:lnTo>
                    <a:pt x="4129" y="210007"/>
                  </a:lnTo>
                  <a:lnTo>
                    <a:pt x="5574" y="215124"/>
                  </a:lnTo>
                  <a:lnTo>
                    <a:pt x="7180" y="220193"/>
                  </a:lnTo>
                  <a:lnTo>
                    <a:pt x="8946" y="225208"/>
                  </a:lnTo>
                  <a:lnTo>
                    <a:pt x="10872" y="230164"/>
                  </a:lnTo>
                  <a:lnTo>
                    <a:pt x="12953" y="235057"/>
                  </a:lnTo>
                  <a:lnTo>
                    <a:pt x="15190" y="239881"/>
                  </a:lnTo>
                  <a:lnTo>
                    <a:pt x="17579" y="244631"/>
                  </a:lnTo>
                  <a:lnTo>
                    <a:pt x="20117" y="249303"/>
                  </a:lnTo>
                  <a:lnTo>
                    <a:pt x="22803" y="253892"/>
                  </a:lnTo>
                  <a:lnTo>
                    <a:pt x="25633" y="258394"/>
                  </a:lnTo>
                  <a:lnTo>
                    <a:pt x="28606" y="262803"/>
                  </a:lnTo>
                  <a:lnTo>
                    <a:pt x="31717" y="267115"/>
                  </a:lnTo>
                  <a:lnTo>
                    <a:pt x="34963" y="271326"/>
                  </a:lnTo>
                  <a:lnTo>
                    <a:pt x="38342" y="275431"/>
                  </a:lnTo>
                  <a:lnTo>
                    <a:pt x="41849" y="279427"/>
                  </a:lnTo>
                  <a:lnTo>
                    <a:pt x="45482" y="283310"/>
                  </a:lnTo>
                  <a:lnTo>
                    <a:pt x="49237" y="287075"/>
                  </a:lnTo>
                  <a:lnTo>
                    <a:pt x="53109" y="290719"/>
                  </a:lnTo>
                  <a:lnTo>
                    <a:pt x="57096" y="294237"/>
                  </a:lnTo>
                  <a:lnTo>
                    <a:pt x="61192" y="297628"/>
                  </a:lnTo>
                  <a:lnTo>
                    <a:pt x="65394" y="300886"/>
                  </a:lnTo>
                  <a:lnTo>
                    <a:pt x="69697" y="304009"/>
                  </a:lnTo>
                  <a:lnTo>
                    <a:pt x="74098" y="306993"/>
                  </a:lnTo>
                  <a:lnTo>
                    <a:pt x="78591" y="309836"/>
                  </a:lnTo>
                  <a:lnTo>
                    <a:pt x="83173" y="312535"/>
                  </a:lnTo>
                  <a:lnTo>
                    <a:pt x="87838" y="315086"/>
                  </a:lnTo>
                  <a:lnTo>
                    <a:pt x="92581" y="317488"/>
                  </a:lnTo>
                  <a:lnTo>
                    <a:pt x="97399" y="319738"/>
                  </a:lnTo>
                  <a:lnTo>
                    <a:pt x="102286" y="321834"/>
                  </a:lnTo>
                  <a:lnTo>
                    <a:pt x="107237" y="323773"/>
                  </a:lnTo>
                  <a:lnTo>
                    <a:pt x="112247" y="325553"/>
                  </a:lnTo>
                  <a:lnTo>
                    <a:pt x="117311" y="327174"/>
                  </a:lnTo>
                  <a:lnTo>
                    <a:pt x="122425" y="328632"/>
                  </a:lnTo>
                  <a:lnTo>
                    <a:pt x="127582" y="329927"/>
                  </a:lnTo>
                  <a:lnTo>
                    <a:pt x="132777" y="331057"/>
                  </a:lnTo>
                  <a:lnTo>
                    <a:pt x="138006" y="332022"/>
                  </a:lnTo>
                  <a:lnTo>
                    <a:pt x="143263" y="332820"/>
                  </a:lnTo>
                  <a:lnTo>
                    <a:pt x="148543" y="333450"/>
                  </a:lnTo>
                  <a:lnTo>
                    <a:pt x="153840" y="333912"/>
                  </a:lnTo>
                  <a:lnTo>
                    <a:pt x="159149" y="334205"/>
                  </a:lnTo>
                  <a:lnTo>
                    <a:pt x="164465" y="334330"/>
                  </a:lnTo>
                  <a:lnTo>
                    <a:pt x="169782" y="334285"/>
                  </a:lnTo>
                  <a:lnTo>
                    <a:pt x="175094" y="334071"/>
                  </a:lnTo>
                  <a:lnTo>
                    <a:pt x="180398" y="333688"/>
                  </a:lnTo>
                  <a:lnTo>
                    <a:pt x="185686" y="333137"/>
                  </a:lnTo>
                  <a:lnTo>
                    <a:pt x="190955" y="332418"/>
                  </a:lnTo>
                  <a:lnTo>
                    <a:pt x="196197" y="331532"/>
                  </a:lnTo>
                  <a:lnTo>
                    <a:pt x="201409" y="330479"/>
                  </a:lnTo>
                  <a:lnTo>
                    <a:pt x="206585" y="329261"/>
                  </a:lnTo>
                  <a:lnTo>
                    <a:pt x="211720" y="327879"/>
                  </a:lnTo>
                  <a:lnTo>
                    <a:pt x="216808" y="326335"/>
                  </a:lnTo>
                  <a:lnTo>
                    <a:pt x="221844" y="324629"/>
                  </a:lnTo>
                  <a:lnTo>
                    <a:pt x="226823" y="322765"/>
                  </a:lnTo>
                  <a:lnTo>
                    <a:pt x="231741" y="320742"/>
                  </a:lnTo>
                  <a:lnTo>
                    <a:pt x="236592" y="318565"/>
                  </a:lnTo>
                  <a:lnTo>
                    <a:pt x="241371" y="316234"/>
                  </a:lnTo>
                  <a:lnTo>
                    <a:pt x="246073" y="313753"/>
                  </a:lnTo>
                  <a:lnTo>
                    <a:pt x="250695" y="311123"/>
                  </a:lnTo>
                  <a:lnTo>
                    <a:pt x="255230" y="308347"/>
                  </a:lnTo>
                  <a:lnTo>
                    <a:pt x="259675" y="305429"/>
                  </a:lnTo>
                  <a:lnTo>
                    <a:pt x="264024" y="302371"/>
                  </a:lnTo>
                  <a:lnTo>
                    <a:pt x="268275" y="299176"/>
                  </a:lnTo>
                  <a:lnTo>
                    <a:pt x="272421" y="295847"/>
                  </a:lnTo>
                  <a:lnTo>
                    <a:pt x="276460" y="292389"/>
                  </a:lnTo>
                  <a:lnTo>
                    <a:pt x="280386" y="288803"/>
                  </a:lnTo>
                  <a:lnTo>
                    <a:pt x="284196" y="285095"/>
                  </a:lnTo>
                  <a:lnTo>
                    <a:pt x="287887" y="281267"/>
                  </a:lnTo>
                  <a:lnTo>
                    <a:pt x="291454" y="277324"/>
                  </a:lnTo>
                  <a:lnTo>
                    <a:pt x="294894" y="273269"/>
                  </a:lnTo>
                  <a:lnTo>
                    <a:pt x="298203" y="269107"/>
                  </a:lnTo>
                  <a:lnTo>
                    <a:pt x="301378" y="264842"/>
                  </a:lnTo>
                  <a:lnTo>
                    <a:pt x="304416" y="260478"/>
                  </a:lnTo>
                  <a:lnTo>
                    <a:pt x="307313" y="256019"/>
                  </a:lnTo>
                  <a:lnTo>
                    <a:pt x="310067" y="251471"/>
                  </a:lnTo>
                  <a:lnTo>
                    <a:pt x="312675" y="246838"/>
                  </a:lnTo>
                  <a:lnTo>
                    <a:pt x="315135" y="242123"/>
                  </a:lnTo>
                  <a:lnTo>
                    <a:pt x="317443" y="237333"/>
                  </a:lnTo>
                  <a:lnTo>
                    <a:pt x="319598" y="232472"/>
                  </a:lnTo>
                  <a:lnTo>
                    <a:pt x="321597" y="227545"/>
                  </a:lnTo>
                  <a:lnTo>
                    <a:pt x="323438" y="222557"/>
                  </a:lnTo>
                  <a:lnTo>
                    <a:pt x="325120" y="217513"/>
                  </a:lnTo>
                  <a:lnTo>
                    <a:pt x="326641" y="212418"/>
                  </a:lnTo>
                  <a:lnTo>
                    <a:pt x="327998" y="207277"/>
                  </a:lnTo>
                  <a:lnTo>
                    <a:pt x="329192" y="202096"/>
                  </a:lnTo>
                  <a:lnTo>
                    <a:pt x="330220" y="196879"/>
                  </a:lnTo>
                  <a:lnTo>
                    <a:pt x="331082" y="191632"/>
                  </a:lnTo>
                  <a:lnTo>
                    <a:pt x="331776" y="186360"/>
                  </a:lnTo>
                  <a:lnTo>
                    <a:pt x="332303" y="181069"/>
                  </a:lnTo>
                  <a:lnTo>
                    <a:pt x="332661" y="175764"/>
                  </a:lnTo>
                  <a:lnTo>
                    <a:pt x="332850" y="170450"/>
                  </a:lnTo>
                  <a:lnTo>
                    <a:pt x="332869" y="165133"/>
                  </a:lnTo>
                  <a:lnTo>
                    <a:pt x="332720" y="159818"/>
                  </a:lnTo>
                  <a:lnTo>
                    <a:pt x="332402" y="154510"/>
                  </a:lnTo>
                  <a:lnTo>
                    <a:pt x="331915" y="149216"/>
                  </a:lnTo>
                  <a:lnTo>
                    <a:pt x="331260" y="143939"/>
                  </a:lnTo>
                  <a:lnTo>
                    <a:pt x="330438" y="138686"/>
                  </a:lnTo>
                  <a:lnTo>
                    <a:pt x="329449" y="133461"/>
                  </a:lnTo>
                  <a:lnTo>
                    <a:pt x="328294" y="128271"/>
                  </a:lnTo>
                  <a:lnTo>
                    <a:pt x="326974" y="123120"/>
                  </a:lnTo>
                  <a:lnTo>
                    <a:pt x="325492" y="118014"/>
                  </a:lnTo>
                  <a:lnTo>
                    <a:pt x="323848" y="112957"/>
                  </a:lnTo>
                  <a:lnTo>
                    <a:pt x="322044" y="107956"/>
                  </a:lnTo>
                  <a:lnTo>
                    <a:pt x="320082" y="103014"/>
                  </a:lnTo>
                  <a:lnTo>
                    <a:pt x="317963" y="98137"/>
                  </a:lnTo>
                  <a:lnTo>
                    <a:pt x="315691" y="93330"/>
                  </a:lnTo>
                  <a:lnTo>
                    <a:pt x="313267" y="88597"/>
                  </a:lnTo>
                  <a:lnTo>
                    <a:pt x="310693" y="83944"/>
                  </a:lnTo>
                  <a:lnTo>
                    <a:pt x="307973" y="79376"/>
                  </a:lnTo>
                  <a:lnTo>
                    <a:pt x="305109" y="74896"/>
                  </a:lnTo>
                  <a:lnTo>
                    <a:pt x="302104" y="70509"/>
                  </a:lnTo>
                  <a:lnTo>
                    <a:pt x="298961" y="66220"/>
                  </a:lnTo>
                  <a:lnTo>
                    <a:pt x="295683" y="62034"/>
                  </a:lnTo>
                  <a:lnTo>
                    <a:pt x="292274" y="57953"/>
                  </a:lnTo>
                  <a:lnTo>
                    <a:pt x="288737" y="53984"/>
                  </a:lnTo>
                  <a:lnTo>
                    <a:pt x="285075" y="50128"/>
                  </a:lnTo>
                  <a:lnTo>
                    <a:pt x="281292" y="46391"/>
                  </a:lnTo>
                  <a:lnTo>
                    <a:pt x="277393" y="42777"/>
                  </a:lnTo>
                  <a:lnTo>
                    <a:pt x="273380" y="39288"/>
                  </a:lnTo>
                  <a:lnTo>
                    <a:pt x="269259" y="35928"/>
                  </a:lnTo>
                  <a:lnTo>
                    <a:pt x="265032" y="32702"/>
                  </a:lnTo>
                  <a:lnTo>
                    <a:pt x="260706" y="29611"/>
                  </a:lnTo>
                  <a:lnTo>
                    <a:pt x="256283" y="26660"/>
                  </a:lnTo>
                  <a:lnTo>
                    <a:pt x="251769" y="23850"/>
                  </a:lnTo>
                  <a:lnTo>
                    <a:pt x="247167" y="21186"/>
                  </a:lnTo>
                  <a:lnTo>
                    <a:pt x="242483" y="18669"/>
                  </a:lnTo>
                  <a:lnTo>
                    <a:pt x="237722" y="16303"/>
                  </a:lnTo>
                  <a:lnTo>
                    <a:pt x="232887" y="14089"/>
                  </a:lnTo>
                  <a:lnTo>
                    <a:pt x="227985" y="12030"/>
                  </a:lnTo>
                  <a:lnTo>
                    <a:pt x="223019" y="10128"/>
                  </a:lnTo>
                  <a:lnTo>
                    <a:pt x="217996" y="8385"/>
                  </a:lnTo>
                  <a:lnTo>
                    <a:pt x="212920" y="6803"/>
                  </a:lnTo>
                  <a:lnTo>
                    <a:pt x="207796" y="5383"/>
                  </a:lnTo>
                  <a:lnTo>
                    <a:pt x="202629" y="4126"/>
                  </a:lnTo>
                  <a:lnTo>
                    <a:pt x="197425" y="3035"/>
                  </a:lnTo>
                  <a:lnTo>
                    <a:pt x="192189" y="2109"/>
                  </a:lnTo>
                  <a:lnTo>
                    <a:pt x="186927" y="1351"/>
                  </a:lnTo>
                  <a:lnTo>
                    <a:pt x="181642" y="760"/>
                  </a:lnTo>
                  <a:lnTo>
                    <a:pt x="176342" y="338"/>
                  </a:lnTo>
                  <a:lnTo>
                    <a:pt x="171031" y="84"/>
                  </a:lnTo>
                  <a:lnTo>
                    <a:pt x="165714" y="0"/>
                  </a:lnTo>
                  <a:lnTo>
                    <a:pt x="16571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57541" y="5399291"/>
              <a:ext cx="28674" cy="167167"/>
            </a:xfrm>
            <a:custGeom>
              <a:avLst/>
              <a:pathLst>
                <a:path w="28674" h="167167">
                  <a:moveTo>
                    <a:pt x="28674" y="0"/>
                  </a:moveTo>
                  <a:lnTo>
                    <a:pt x="21472" y="155"/>
                  </a:lnTo>
                  <a:lnTo>
                    <a:pt x="14283" y="620"/>
                  </a:lnTo>
                  <a:lnTo>
                    <a:pt x="7121" y="1395"/>
                  </a:lnTo>
                  <a:lnTo>
                    <a:pt x="0" y="2477"/>
                  </a:lnTo>
                  <a:lnTo>
                    <a:pt x="28674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57541" y="5401769"/>
              <a:ext cx="28674" cy="164689"/>
            </a:xfrm>
            <a:custGeom>
              <a:avLst/>
              <a:pathLst>
                <a:path w="28674" h="164689">
                  <a:moveTo>
                    <a:pt x="0" y="0"/>
                  </a:moveTo>
                  <a:lnTo>
                    <a:pt x="28674" y="1646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57541" y="5401769"/>
              <a:ext cx="28674" cy="164689"/>
            </a:xfrm>
            <a:custGeom>
              <a:avLst/>
              <a:pathLst>
                <a:path w="28674" h="164689">
                  <a:moveTo>
                    <a:pt x="0" y="0"/>
                  </a:moveTo>
                  <a:lnTo>
                    <a:pt x="28674" y="1646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57541" y="5401769"/>
              <a:ext cx="28674" cy="164689"/>
            </a:xfrm>
            <a:custGeom>
              <a:avLst/>
              <a:pathLst>
                <a:path w="28674" h="164689">
                  <a:moveTo>
                    <a:pt x="0" y="0"/>
                  </a:moveTo>
                  <a:lnTo>
                    <a:pt x="28674" y="1646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57541" y="5401769"/>
              <a:ext cx="28674" cy="164689"/>
            </a:xfrm>
            <a:custGeom>
              <a:avLst/>
              <a:pathLst>
                <a:path w="28674" h="164689">
                  <a:moveTo>
                    <a:pt x="0" y="0"/>
                  </a:moveTo>
                  <a:lnTo>
                    <a:pt x="28674" y="1646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57541" y="5401769"/>
              <a:ext cx="28674" cy="164689"/>
            </a:xfrm>
            <a:custGeom>
              <a:avLst/>
              <a:pathLst>
                <a:path w="28674" h="164689">
                  <a:moveTo>
                    <a:pt x="0" y="0"/>
                  </a:moveTo>
                  <a:lnTo>
                    <a:pt x="28674" y="16468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57541" y="5401769"/>
              <a:ext cx="28674" cy="164689"/>
            </a:xfrm>
            <a:custGeom>
              <a:avLst/>
              <a:pathLst>
                <a:path w="28674" h="164689">
                  <a:moveTo>
                    <a:pt x="0" y="0"/>
                  </a:moveTo>
                  <a:lnTo>
                    <a:pt x="28674" y="16468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319050" y="5401290"/>
              <a:ext cx="334325" cy="332329"/>
            </a:xfrm>
            <a:custGeom>
              <a:avLst/>
              <a:pathLst>
                <a:path w="334325" h="332329">
                  <a:moveTo>
                    <a:pt x="138491" y="478"/>
                  </a:moveTo>
                  <a:lnTo>
                    <a:pt x="133289" y="1469"/>
                  </a:lnTo>
                  <a:lnTo>
                    <a:pt x="128120" y="2625"/>
                  </a:lnTo>
                  <a:lnTo>
                    <a:pt x="122991" y="3943"/>
                  </a:lnTo>
                  <a:lnTo>
                    <a:pt x="117907" y="5423"/>
                  </a:lnTo>
                  <a:lnTo>
                    <a:pt x="112871" y="7063"/>
                  </a:lnTo>
                  <a:lnTo>
                    <a:pt x="107890" y="8863"/>
                  </a:lnTo>
                  <a:lnTo>
                    <a:pt x="102969" y="10819"/>
                  </a:lnTo>
                  <a:lnTo>
                    <a:pt x="98112" y="12929"/>
                  </a:lnTo>
                  <a:lnTo>
                    <a:pt x="93325" y="15193"/>
                  </a:lnTo>
                  <a:lnTo>
                    <a:pt x="88611" y="17607"/>
                  </a:lnTo>
                  <a:lnTo>
                    <a:pt x="83976" y="20170"/>
                  </a:lnTo>
                  <a:lnTo>
                    <a:pt x="79425" y="22877"/>
                  </a:lnTo>
                  <a:lnTo>
                    <a:pt x="74962" y="25728"/>
                  </a:lnTo>
                  <a:lnTo>
                    <a:pt x="70592" y="28719"/>
                  </a:lnTo>
                  <a:lnTo>
                    <a:pt x="66318" y="31846"/>
                  </a:lnTo>
                  <a:lnTo>
                    <a:pt x="62146" y="35107"/>
                  </a:lnTo>
                  <a:lnTo>
                    <a:pt x="58078" y="38499"/>
                  </a:lnTo>
                  <a:lnTo>
                    <a:pt x="54121" y="42018"/>
                  </a:lnTo>
                  <a:lnTo>
                    <a:pt x="50277" y="45661"/>
                  </a:lnTo>
                  <a:lnTo>
                    <a:pt x="46550" y="49423"/>
                  </a:lnTo>
                  <a:lnTo>
                    <a:pt x="42944" y="53302"/>
                  </a:lnTo>
                  <a:lnTo>
                    <a:pt x="39463" y="57293"/>
                  </a:lnTo>
                  <a:lnTo>
                    <a:pt x="36110" y="61392"/>
                  </a:lnTo>
                  <a:lnTo>
                    <a:pt x="32889" y="65595"/>
                  </a:lnTo>
                  <a:lnTo>
                    <a:pt x="29802" y="69899"/>
                  </a:lnTo>
                  <a:lnTo>
                    <a:pt x="26853" y="74297"/>
                  </a:lnTo>
                  <a:lnTo>
                    <a:pt x="24045" y="78787"/>
                  </a:lnTo>
                  <a:lnTo>
                    <a:pt x="21381" y="83364"/>
                  </a:lnTo>
                  <a:lnTo>
                    <a:pt x="18863" y="88023"/>
                  </a:lnTo>
                  <a:lnTo>
                    <a:pt x="16494" y="92759"/>
                  </a:lnTo>
                  <a:lnTo>
                    <a:pt x="14276" y="97568"/>
                  </a:lnTo>
                  <a:lnTo>
                    <a:pt x="12211" y="102445"/>
                  </a:lnTo>
                  <a:lnTo>
                    <a:pt x="10302" y="107385"/>
                  </a:lnTo>
                  <a:lnTo>
                    <a:pt x="8551" y="112383"/>
                  </a:lnTo>
                  <a:lnTo>
                    <a:pt x="6958" y="117433"/>
                  </a:lnTo>
                  <a:lnTo>
                    <a:pt x="5526" y="122532"/>
                  </a:lnTo>
                  <a:lnTo>
                    <a:pt x="4257" y="127673"/>
                  </a:lnTo>
                  <a:lnTo>
                    <a:pt x="3151" y="132852"/>
                  </a:lnTo>
                  <a:lnTo>
                    <a:pt x="2210" y="138064"/>
                  </a:lnTo>
                  <a:lnTo>
                    <a:pt x="1434" y="143302"/>
                  </a:lnTo>
                  <a:lnTo>
                    <a:pt x="825" y="148563"/>
                  </a:lnTo>
                  <a:lnTo>
                    <a:pt x="382" y="153840"/>
                  </a:lnTo>
                  <a:lnTo>
                    <a:pt x="107" y="159129"/>
                  </a:lnTo>
                  <a:lnTo>
                    <a:pt x="0" y="164424"/>
                  </a:lnTo>
                  <a:lnTo>
                    <a:pt x="60" y="169719"/>
                  </a:lnTo>
                  <a:lnTo>
                    <a:pt x="288" y="175010"/>
                  </a:lnTo>
                  <a:lnTo>
                    <a:pt x="683" y="180291"/>
                  </a:lnTo>
                  <a:lnTo>
                    <a:pt x="1246" y="185557"/>
                  </a:lnTo>
                  <a:lnTo>
                    <a:pt x="1975" y="190802"/>
                  </a:lnTo>
                  <a:lnTo>
                    <a:pt x="2870" y="196022"/>
                  </a:lnTo>
                  <a:lnTo>
                    <a:pt x="3930" y="201211"/>
                  </a:lnTo>
                  <a:lnTo>
                    <a:pt x="5153" y="206363"/>
                  </a:lnTo>
                  <a:lnTo>
                    <a:pt x="6539" y="211474"/>
                  </a:lnTo>
                  <a:lnTo>
                    <a:pt x="8087" y="216539"/>
                  </a:lnTo>
                  <a:lnTo>
                    <a:pt x="9794" y="221552"/>
                  </a:lnTo>
                  <a:lnTo>
                    <a:pt x="11659" y="226509"/>
                  </a:lnTo>
                  <a:lnTo>
                    <a:pt x="13680" y="231404"/>
                  </a:lnTo>
                  <a:lnTo>
                    <a:pt x="15855" y="236232"/>
                  </a:lnTo>
                  <a:lnTo>
                    <a:pt x="18182" y="240989"/>
                  </a:lnTo>
                  <a:lnTo>
                    <a:pt x="20658" y="245670"/>
                  </a:lnTo>
                  <a:lnTo>
                    <a:pt x="23282" y="250271"/>
                  </a:lnTo>
                  <a:lnTo>
                    <a:pt x="26049" y="254786"/>
                  </a:lnTo>
                  <a:lnTo>
                    <a:pt x="28959" y="259211"/>
                  </a:lnTo>
                  <a:lnTo>
                    <a:pt x="32007" y="263541"/>
                  </a:lnTo>
                  <a:lnTo>
                    <a:pt x="35191" y="267773"/>
                  </a:lnTo>
                  <a:lnTo>
                    <a:pt x="38507" y="271902"/>
                  </a:lnTo>
                  <a:lnTo>
                    <a:pt x="41953" y="275924"/>
                  </a:lnTo>
                  <a:lnTo>
                    <a:pt x="45524" y="279834"/>
                  </a:lnTo>
                  <a:lnTo>
                    <a:pt x="49217" y="283630"/>
                  </a:lnTo>
                  <a:lnTo>
                    <a:pt x="53028" y="287306"/>
                  </a:lnTo>
                  <a:lnTo>
                    <a:pt x="56955" y="290860"/>
                  </a:lnTo>
                  <a:lnTo>
                    <a:pt x="60991" y="294288"/>
                  </a:lnTo>
                  <a:lnTo>
                    <a:pt x="65134" y="297587"/>
                  </a:lnTo>
                  <a:lnTo>
                    <a:pt x="69380" y="300752"/>
                  </a:lnTo>
                  <a:lnTo>
                    <a:pt x="73724" y="303782"/>
                  </a:lnTo>
                  <a:lnTo>
                    <a:pt x="78161" y="306672"/>
                  </a:lnTo>
                  <a:lnTo>
                    <a:pt x="82688" y="309420"/>
                  </a:lnTo>
                  <a:lnTo>
                    <a:pt x="87300" y="312023"/>
                  </a:lnTo>
                  <a:lnTo>
                    <a:pt x="91992" y="314480"/>
                  </a:lnTo>
                  <a:lnTo>
                    <a:pt x="96759" y="316786"/>
                  </a:lnTo>
                  <a:lnTo>
                    <a:pt x="101597" y="318940"/>
                  </a:lnTo>
                  <a:lnTo>
                    <a:pt x="106501" y="320940"/>
                  </a:lnTo>
                  <a:lnTo>
                    <a:pt x="111465" y="322783"/>
                  </a:lnTo>
                  <a:lnTo>
                    <a:pt x="116486" y="324468"/>
                  </a:lnTo>
                  <a:lnTo>
                    <a:pt x="121557" y="325994"/>
                  </a:lnTo>
                  <a:lnTo>
                    <a:pt x="126674" y="327358"/>
                  </a:lnTo>
                  <a:lnTo>
                    <a:pt x="131832" y="328559"/>
                  </a:lnTo>
                  <a:lnTo>
                    <a:pt x="137025" y="329596"/>
                  </a:lnTo>
                  <a:lnTo>
                    <a:pt x="142249" y="330468"/>
                  </a:lnTo>
                  <a:lnTo>
                    <a:pt x="147497" y="331175"/>
                  </a:lnTo>
                  <a:lnTo>
                    <a:pt x="152765" y="331714"/>
                  </a:lnTo>
                  <a:lnTo>
                    <a:pt x="158048" y="332087"/>
                  </a:lnTo>
                  <a:lnTo>
                    <a:pt x="163340" y="332292"/>
                  </a:lnTo>
                  <a:lnTo>
                    <a:pt x="168636" y="332329"/>
                  </a:lnTo>
                  <a:lnTo>
                    <a:pt x="173930" y="332199"/>
                  </a:lnTo>
                  <a:lnTo>
                    <a:pt x="179217" y="331901"/>
                  </a:lnTo>
                  <a:lnTo>
                    <a:pt x="184492" y="331435"/>
                  </a:lnTo>
                  <a:lnTo>
                    <a:pt x="189750" y="330803"/>
                  </a:lnTo>
                  <a:lnTo>
                    <a:pt x="194986" y="330004"/>
                  </a:lnTo>
                  <a:lnTo>
                    <a:pt x="200193" y="329041"/>
                  </a:lnTo>
                  <a:lnTo>
                    <a:pt x="205367" y="327912"/>
                  </a:lnTo>
                  <a:lnTo>
                    <a:pt x="210503" y="326620"/>
                  </a:lnTo>
                  <a:lnTo>
                    <a:pt x="215595" y="325167"/>
                  </a:lnTo>
                  <a:lnTo>
                    <a:pt x="220639" y="323552"/>
                  </a:lnTo>
                  <a:lnTo>
                    <a:pt x="225629" y="321779"/>
                  </a:lnTo>
                  <a:lnTo>
                    <a:pt x="230560" y="319849"/>
                  </a:lnTo>
                  <a:lnTo>
                    <a:pt x="235428" y="317763"/>
                  </a:lnTo>
                  <a:lnTo>
                    <a:pt x="240228" y="315524"/>
                  </a:lnTo>
                  <a:lnTo>
                    <a:pt x="244953" y="313134"/>
                  </a:lnTo>
                  <a:lnTo>
                    <a:pt x="249601" y="310596"/>
                  </a:lnTo>
                  <a:lnTo>
                    <a:pt x="254167" y="307912"/>
                  </a:lnTo>
                  <a:lnTo>
                    <a:pt x="258644" y="305084"/>
                  </a:lnTo>
                  <a:lnTo>
                    <a:pt x="263030" y="302117"/>
                  </a:lnTo>
                  <a:lnTo>
                    <a:pt x="267320" y="299011"/>
                  </a:lnTo>
                  <a:lnTo>
                    <a:pt x="271509" y="295772"/>
                  </a:lnTo>
                  <a:lnTo>
                    <a:pt x="275594" y="292401"/>
                  </a:lnTo>
                  <a:lnTo>
                    <a:pt x="279570" y="288902"/>
                  </a:lnTo>
                  <a:lnTo>
                    <a:pt x="283433" y="285280"/>
                  </a:lnTo>
                  <a:lnTo>
                    <a:pt x="287179" y="281537"/>
                  </a:lnTo>
                  <a:lnTo>
                    <a:pt x="290805" y="277677"/>
                  </a:lnTo>
                  <a:lnTo>
                    <a:pt x="294307" y="273704"/>
                  </a:lnTo>
                  <a:lnTo>
                    <a:pt x="297681" y="269622"/>
                  </a:lnTo>
                  <a:lnTo>
                    <a:pt x="300924" y="265436"/>
                  </a:lnTo>
                  <a:lnTo>
                    <a:pt x="304033" y="261149"/>
                  </a:lnTo>
                  <a:lnTo>
                    <a:pt x="307004" y="256765"/>
                  </a:lnTo>
                  <a:lnTo>
                    <a:pt x="309836" y="252290"/>
                  </a:lnTo>
                  <a:lnTo>
                    <a:pt x="312524" y="247727"/>
                  </a:lnTo>
                  <a:lnTo>
                    <a:pt x="315066" y="243081"/>
                  </a:lnTo>
                  <a:lnTo>
                    <a:pt x="317459" y="238357"/>
                  </a:lnTo>
                  <a:lnTo>
                    <a:pt x="319702" y="233560"/>
                  </a:lnTo>
                  <a:lnTo>
                    <a:pt x="321792" y="228694"/>
                  </a:lnTo>
                  <a:lnTo>
                    <a:pt x="323727" y="223764"/>
                  </a:lnTo>
                  <a:lnTo>
                    <a:pt x="325504" y="218775"/>
                  </a:lnTo>
                  <a:lnTo>
                    <a:pt x="327123" y="213733"/>
                  </a:lnTo>
                  <a:lnTo>
                    <a:pt x="328581" y="208642"/>
                  </a:lnTo>
                  <a:lnTo>
                    <a:pt x="329877" y="203507"/>
                  </a:lnTo>
                  <a:lnTo>
                    <a:pt x="331010" y="198334"/>
                  </a:lnTo>
                  <a:lnTo>
                    <a:pt x="331978" y="193127"/>
                  </a:lnTo>
                  <a:lnTo>
                    <a:pt x="332781" y="187893"/>
                  </a:lnTo>
                  <a:lnTo>
                    <a:pt x="333418" y="182635"/>
                  </a:lnTo>
                  <a:lnTo>
                    <a:pt x="333888" y="177360"/>
                  </a:lnTo>
                  <a:lnTo>
                    <a:pt x="334190" y="172073"/>
                  </a:lnTo>
                  <a:lnTo>
                    <a:pt x="334325" y="166779"/>
                  </a:lnTo>
                  <a:lnTo>
                    <a:pt x="334292" y="161483"/>
                  </a:lnTo>
                  <a:lnTo>
                    <a:pt x="334092" y="156192"/>
                  </a:lnTo>
                  <a:lnTo>
                    <a:pt x="333723" y="150909"/>
                  </a:lnTo>
                  <a:lnTo>
                    <a:pt x="333188" y="145640"/>
                  </a:lnTo>
                  <a:lnTo>
                    <a:pt x="332486" y="140391"/>
                  </a:lnTo>
                  <a:lnTo>
                    <a:pt x="331618" y="135167"/>
                  </a:lnTo>
                  <a:lnTo>
                    <a:pt x="330586" y="129972"/>
                  </a:lnTo>
                  <a:lnTo>
                    <a:pt x="329389" y="124814"/>
                  </a:lnTo>
                  <a:lnTo>
                    <a:pt x="328029" y="119695"/>
                  </a:lnTo>
                  <a:lnTo>
                    <a:pt x="326508" y="114623"/>
                  </a:lnTo>
                  <a:lnTo>
                    <a:pt x="324827" y="109601"/>
                  </a:lnTo>
                  <a:lnTo>
                    <a:pt x="322988" y="104635"/>
                  </a:lnTo>
                  <a:lnTo>
                    <a:pt x="320992" y="99729"/>
                  </a:lnTo>
                  <a:lnTo>
                    <a:pt x="318842" y="94890"/>
                  </a:lnTo>
                  <a:lnTo>
                    <a:pt x="316540" y="90120"/>
                  </a:lnTo>
                  <a:lnTo>
                    <a:pt x="314088" y="85427"/>
                  </a:lnTo>
                  <a:lnTo>
                    <a:pt x="311488" y="80813"/>
                  </a:lnTo>
                  <a:lnTo>
                    <a:pt x="308744" y="76283"/>
                  </a:lnTo>
                  <a:lnTo>
                    <a:pt x="305857" y="71844"/>
                  </a:lnTo>
                  <a:lnTo>
                    <a:pt x="302832" y="67497"/>
                  </a:lnTo>
                  <a:lnTo>
                    <a:pt x="299670" y="63249"/>
                  </a:lnTo>
                  <a:lnTo>
                    <a:pt x="296375" y="59103"/>
                  </a:lnTo>
                  <a:lnTo>
                    <a:pt x="292950" y="55063"/>
                  </a:lnTo>
                  <a:lnTo>
                    <a:pt x="289400" y="51134"/>
                  </a:lnTo>
                  <a:lnTo>
                    <a:pt x="285726" y="47320"/>
                  </a:lnTo>
                  <a:lnTo>
                    <a:pt x="281934" y="43623"/>
                  </a:lnTo>
                  <a:lnTo>
                    <a:pt x="278026" y="40049"/>
                  </a:lnTo>
                  <a:lnTo>
                    <a:pt x="274007" y="36600"/>
                  </a:lnTo>
                  <a:lnTo>
                    <a:pt x="269881" y="33280"/>
                  </a:lnTo>
                  <a:lnTo>
                    <a:pt x="265652" y="30093"/>
                  </a:lnTo>
                  <a:lnTo>
                    <a:pt x="261324" y="27041"/>
                  </a:lnTo>
                  <a:lnTo>
                    <a:pt x="256901" y="24128"/>
                  </a:lnTo>
                  <a:lnTo>
                    <a:pt x="252389" y="21356"/>
                  </a:lnTo>
                  <a:lnTo>
                    <a:pt x="247791" y="18729"/>
                  </a:lnTo>
                  <a:lnTo>
                    <a:pt x="243112" y="16248"/>
                  </a:lnTo>
                  <a:lnTo>
                    <a:pt x="238357" y="13918"/>
                  </a:lnTo>
                  <a:lnTo>
                    <a:pt x="233530" y="11738"/>
                  </a:lnTo>
                  <a:lnTo>
                    <a:pt x="228637" y="9713"/>
                  </a:lnTo>
                  <a:lnTo>
                    <a:pt x="223682" y="7844"/>
                  </a:lnTo>
                  <a:lnTo>
                    <a:pt x="218670" y="6133"/>
                  </a:lnTo>
                  <a:lnTo>
                    <a:pt x="213607" y="4581"/>
                  </a:lnTo>
                  <a:lnTo>
                    <a:pt x="208497" y="3191"/>
                  </a:lnTo>
                  <a:lnTo>
                    <a:pt x="203345" y="1963"/>
                  </a:lnTo>
                  <a:lnTo>
                    <a:pt x="198157" y="899"/>
                  </a:lnTo>
                  <a:lnTo>
                    <a:pt x="192938" y="0"/>
                  </a:lnTo>
                  <a:lnTo>
                    <a:pt x="167165" y="16516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86215" y="5399291"/>
              <a:ext cx="25773" cy="167167"/>
            </a:xfrm>
            <a:custGeom>
              <a:avLst/>
              <a:pathLst>
                <a:path w="25773" h="167167">
                  <a:moveTo>
                    <a:pt x="25773" y="1998"/>
                  </a:moveTo>
                  <a:lnTo>
                    <a:pt x="17220" y="889"/>
                  </a:lnTo>
                  <a:lnTo>
                    <a:pt x="8621" y="22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4856381" y="5399291"/>
              <a:ext cx="167162" cy="282106"/>
            </a:xfrm>
            <a:custGeom>
              <a:avLst/>
              <a:pathLst>
                <a:path w="167162" h="282106">
                  <a:moveTo>
                    <a:pt x="167162" y="0"/>
                  </a:moveTo>
                  <a:lnTo>
                    <a:pt x="161830" y="85"/>
                  </a:lnTo>
                  <a:lnTo>
                    <a:pt x="156503" y="340"/>
                  </a:lnTo>
                  <a:lnTo>
                    <a:pt x="151187" y="765"/>
                  </a:lnTo>
                  <a:lnTo>
                    <a:pt x="145887" y="1359"/>
                  </a:lnTo>
                  <a:lnTo>
                    <a:pt x="140609" y="2122"/>
                  </a:lnTo>
                  <a:lnTo>
                    <a:pt x="135358" y="3053"/>
                  </a:lnTo>
                  <a:lnTo>
                    <a:pt x="130140" y="4151"/>
                  </a:lnTo>
                  <a:lnTo>
                    <a:pt x="124959" y="5415"/>
                  </a:lnTo>
                  <a:lnTo>
                    <a:pt x="119820" y="6843"/>
                  </a:lnTo>
                  <a:lnTo>
                    <a:pt x="114731" y="8435"/>
                  </a:lnTo>
                  <a:lnTo>
                    <a:pt x="109694" y="10188"/>
                  </a:lnTo>
                  <a:lnTo>
                    <a:pt x="104716" y="12101"/>
                  </a:lnTo>
                  <a:lnTo>
                    <a:pt x="99802" y="14172"/>
                  </a:lnTo>
                  <a:lnTo>
                    <a:pt x="94956" y="16398"/>
                  </a:lnTo>
                  <a:lnTo>
                    <a:pt x="90183" y="18778"/>
                  </a:lnTo>
                  <a:lnTo>
                    <a:pt x="85489" y="21309"/>
                  </a:lnTo>
                  <a:lnTo>
                    <a:pt x="80878" y="23989"/>
                  </a:lnTo>
                  <a:lnTo>
                    <a:pt x="76355" y="26814"/>
                  </a:lnTo>
                  <a:lnTo>
                    <a:pt x="71924" y="29782"/>
                  </a:lnTo>
                  <a:lnTo>
                    <a:pt x="67590" y="32890"/>
                  </a:lnTo>
                  <a:lnTo>
                    <a:pt x="63358" y="36134"/>
                  </a:lnTo>
                  <a:lnTo>
                    <a:pt x="59231" y="39512"/>
                  </a:lnTo>
                  <a:lnTo>
                    <a:pt x="55214" y="43019"/>
                  </a:lnTo>
                  <a:lnTo>
                    <a:pt x="51311" y="46654"/>
                  </a:lnTo>
                  <a:lnTo>
                    <a:pt x="47526" y="50410"/>
                  </a:lnTo>
                  <a:lnTo>
                    <a:pt x="43863" y="54286"/>
                  </a:lnTo>
                  <a:lnTo>
                    <a:pt x="40325" y="58276"/>
                  </a:lnTo>
                  <a:lnTo>
                    <a:pt x="36916" y="62377"/>
                  </a:lnTo>
                  <a:lnTo>
                    <a:pt x="33640" y="66585"/>
                  </a:lnTo>
                  <a:lnTo>
                    <a:pt x="30499" y="70896"/>
                  </a:lnTo>
                  <a:lnTo>
                    <a:pt x="27498" y="75304"/>
                  </a:lnTo>
                  <a:lnTo>
                    <a:pt x="24639" y="79806"/>
                  </a:lnTo>
                  <a:lnTo>
                    <a:pt x="21925" y="84396"/>
                  </a:lnTo>
                  <a:lnTo>
                    <a:pt x="19358" y="89071"/>
                  </a:lnTo>
                  <a:lnTo>
                    <a:pt x="16942" y="93825"/>
                  </a:lnTo>
                  <a:lnTo>
                    <a:pt x="14679" y="98654"/>
                  </a:lnTo>
                  <a:lnTo>
                    <a:pt x="12572" y="103553"/>
                  </a:lnTo>
                  <a:lnTo>
                    <a:pt x="10621" y="108517"/>
                  </a:lnTo>
                  <a:lnTo>
                    <a:pt x="8830" y="113540"/>
                  </a:lnTo>
                  <a:lnTo>
                    <a:pt x="7200" y="118617"/>
                  </a:lnTo>
                  <a:lnTo>
                    <a:pt x="5733" y="123745"/>
                  </a:lnTo>
                  <a:lnTo>
                    <a:pt x="4430" y="128916"/>
                  </a:lnTo>
                  <a:lnTo>
                    <a:pt x="3293" y="134126"/>
                  </a:lnTo>
                  <a:lnTo>
                    <a:pt x="2322" y="139370"/>
                  </a:lnTo>
                  <a:lnTo>
                    <a:pt x="1519" y="144642"/>
                  </a:lnTo>
                  <a:lnTo>
                    <a:pt x="885" y="149937"/>
                  </a:lnTo>
                  <a:lnTo>
                    <a:pt x="420" y="155250"/>
                  </a:lnTo>
                  <a:lnTo>
                    <a:pt x="125" y="160575"/>
                  </a:lnTo>
                  <a:lnTo>
                    <a:pt x="0" y="165906"/>
                  </a:lnTo>
                  <a:lnTo>
                    <a:pt x="44" y="171239"/>
                  </a:lnTo>
                  <a:lnTo>
                    <a:pt x="259" y="176568"/>
                  </a:lnTo>
                  <a:lnTo>
                    <a:pt x="644" y="181887"/>
                  </a:lnTo>
                  <a:lnTo>
                    <a:pt x="1198" y="187191"/>
                  </a:lnTo>
                  <a:lnTo>
                    <a:pt x="1921" y="192474"/>
                  </a:lnTo>
                  <a:lnTo>
                    <a:pt x="2813" y="197732"/>
                  </a:lnTo>
                  <a:lnTo>
                    <a:pt x="3871" y="202959"/>
                  </a:lnTo>
                  <a:lnTo>
                    <a:pt x="5096" y="208149"/>
                  </a:lnTo>
                  <a:lnTo>
                    <a:pt x="6486" y="213298"/>
                  </a:lnTo>
                  <a:lnTo>
                    <a:pt x="8039" y="218400"/>
                  </a:lnTo>
                  <a:lnTo>
                    <a:pt x="9754" y="223449"/>
                  </a:lnTo>
                  <a:lnTo>
                    <a:pt x="11630" y="228442"/>
                  </a:lnTo>
                  <a:lnTo>
                    <a:pt x="13663" y="233372"/>
                  </a:lnTo>
                  <a:lnTo>
                    <a:pt x="15853" y="238234"/>
                  </a:lnTo>
                  <a:lnTo>
                    <a:pt x="18197" y="243025"/>
                  </a:lnTo>
                  <a:lnTo>
                    <a:pt x="20693" y="247738"/>
                  </a:lnTo>
                  <a:lnTo>
                    <a:pt x="23337" y="252369"/>
                  </a:lnTo>
                  <a:lnTo>
                    <a:pt x="26128" y="256913"/>
                  </a:lnTo>
                  <a:lnTo>
                    <a:pt x="29063" y="261366"/>
                  </a:lnTo>
                  <a:lnTo>
                    <a:pt x="32138" y="265723"/>
                  </a:lnTo>
                  <a:lnTo>
                    <a:pt x="35350" y="269980"/>
                  </a:lnTo>
                  <a:lnTo>
                    <a:pt x="38697" y="274132"/>
                  </a:lnTo>
                  <a:lnTo>
                    <a:pt x="42174" y="278175"/>
                  </a:lnTo>
                  <a:lnTo>
                    <a:pt x="45778" y="282106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4902160" y="5566459"/>
              <a:ext cx="121383" cy="114938"/>
            </a:xfrm>
            <a:custGeom>
              <a:avLst/>
              <a:pathLst>
                <a:path w="121383" h="114938">
                  <a:moveTo>
                    <a:pt x="0" y="114938"/>
                  </a:moveTo>
                  <a:lnTo>
                    <a:pt x="12138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4902160" y="5566459"/>
              <a:ext cx="121383" cy="114938"/>
            </a:xfrm>
            <a:custGeom>
              <a:avLst/>
              <a:pathLst>
                <a:path w="121383" h="114938">
                  <a:moveTo>
                    <a:pt x="0" y="114938"/>
                  </a:moveTo>
                  <a:lnTo>
                    <a:pt x="12138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4902160" y="5566459"/>
              <a:ext cx="121383" cy="114938"/>
            </a:xfrm>
            <a:custGeom>
              <a:avLst/>
              <a:pathLst>
                <a:path w="121383" h="114938">
                  <a:moveTo>
                    <a:pt x="0" y="114938"/>
                  </a:moveTo>
                  <a:lnTo>
                    <a:pt x="12138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4902160" y="5566459"/>
              <a:ext cx="121383" cy="114938"/>
            </a:xfrm>
            <a:custGeom>
              <a:avLst/>
              <a:pathLst>
                <a:path w="121383" h="114938">
                  <a:moveTo>
                    <a:pt x="0" y="114938"/>
                  </a:moveTo>
                  <a:lnTo>
                    <a:pt x="12138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4902160" y="5566459"/>
              <a:ext cx="121383" cy="114938"/>
            </a:xfrm>
            <a:custGeom>
              <a:avLst/>
              <a:pathLst>
                <a:path w="121383" h="114938">
                  <a:moveTo>
                    <a:pt x="0" y="114938"/>
                  </a:moveTo>
                  <a:lnTo>
                    <a:pt x="12138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4902160" y="5566459"/>
              <a:ext cx="121383" cy="154358"/>
            </a:xfrm>
            <a:custGeom>
              <a:avLst/>
              <a:pathLst>
                <a:path w="121383" h="154358">
                  <a:moveTo>
                    <a:pt x="0" y="114938"/>
                  </a:moveTo>
                  <a:lnTo>
                    <a:pt x="4082" y="119102"/>
                  </a:lnTo>
                  <a:lnTo>
                    <a:pt x="8308" y="123121"/>
                  </a:lnTo>
                  <a:lnTo>
                    <a:pt x="12671" y="126990"/>
                  </a:lnTo>
                  <a:lnTo>
                    <a:pt x="17167" y="130705"/>
                  </a:lnTo>
                  <a:lnTo>
                    <a:pt x="21789" y="134261"/>
                  </a:lnTo>
                  <a:lnTo>
                    <a:pt x="26533" y="137653"/>
                  </a:lnTo>
                  <a:lnTo>
                    <a:pt x="31392" y="140877"/>
                  </a:lnTo>
                  <a:lnTo>
                    <a:pt x="36361" y="143930"/>
                  </a:lnTo>
                  <a:lnTo>
                    <a:pt x="41433" y="146808"/>
                  </a:lnTo>
                  <a:lnTo>
                    <a:pt x="46602" y="149508"/>
                  </a:lnTo>
                  <a:lnTo>
                    <a:pt x="51862" y="152025"/>
                  </a:lnTo>
                  <a:lnTo>
                    <a:pt x="57207" y="154358"/>
                  </a:lnTo>
                  <a:lnTo>
                    <a:pt x="121383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4959368" y="5399291"/>
              <a:ext cx="231334" cy="334323"/>
            </a:xfrm>
            <a:custGeom>
              <a:avLst/>
              <a:pathLst>
                <a:path w="231334" h="334323">
                  <a:moveTo>
                    <a:pt x="0" y="321525"/>
                  </a:moveTo>
                  <a:lnTo>
                    <a:pt x="4948" y="323491"/>
                  </a:lnTo>
                  <a:lnTo>
                    <a:pt x="9956" y="325297"/>
                  </a:lnTo>
                  <a:lnTo>
                    <a:pt x="15020" y="326944"/>
                  </a:lnTo>
                  <a:lnTo>
                    <a:pt x="20133" y="328428"/>
                  </a:lnTo>
                  <a:lnTo>
                    <a:pt x="25291" y="329749"/>
                  </a:lnTo>
                  <a:lnTo>
                    <a:pt x="30489" y="330905"/>
                  </a:lnTo>
                  <a:lnTo>
                    <a:pt x="35720" y="331895"/>
                  </a:lnTo>
                  <a:lnTo>
                    <a:pt x="40981" y="332717"/>
                  </a:lnTo>
                  <a:lnTo>
                    <a:pt x="46265" y="333372"/>
                  </a:lnTo>
                  <a:lnTo>
                    <a:pt x="51567" y="333858"/>
                  </a:lnTo>
                  <a:lnTo>
                    <a:pt x="56882" y="334175"/>
                  </a:lnTo>
                  <a:lnTo>
                    <a:pt x="62205" y="334323"/>
                  </a:lnTo>
                  <a:lnTo>
                    <a:pt x="67529" y="334301"/>
                  </a:lnTo>
                  <a:lnTo>
                    <a:pt x="72850" y="334109"/>
                  </a:lnTo>
                  <a:lnTo>
                    <a:pt x="78162" y="333748"/>
                  </a:lnTo>
                  <a:lnTo>
                    <a:pt x="83460" y="333218"/>
                  </a:lnTo>
                  <a:lnTo>
                    <a:pt x="88739" y="332520"/>
                  </a:lnTo>
                  <a:lnTo>
                    <a:pt x="93992" y="331654"/>
                  </a:lnTo>
                  <a:lnTo>
                    <a:pt x="99215" y="330621"/>
                  </a:lnTo>
                  <a:lnTo>
                    <a:pt x="104403" y="329422"/>
                  </a:lnTo>
                  <a:lnTo>
                    <a:pt x="109550" y="328058"/>
                  </a:lnTo>
                  <a:lnTo>
                    <a:pt x="114651" y="326532"/>
                  </a:lnTo>
                  <a:lnTo>
                    <a:pt x="119701" y="324844"/>
                  </a:lnTo>
                  <a:lnTo>
                    <a:pt x="124694" y="322995"/>
                  </a:lnTo>
                  <a:lnTo>
                    <a:pt x="129626" y="320989"/>
                  </a:lnTo>
                  <a:lnTo>
                    <a:pt x="134492" y="318826"/>
                  </a:lnTo>
                  <a:lnTo>
                    <a:pt x="139286" y="316510"/>
                  </a:lnTo>
                  <a:lnTo>
                    <a:pt x="144004" y="314042"/>
                  </a:lnTo>
                  <a:lnTo>
                    <a:pt x="148641" y="311426"/>
                  </a:lnTo>
                  <a:lnTo>
                    <a:pt x="153192" y="308662"/>
                  </a:lnTo>
                  <a:lnTo>
                    <a:pt x="157653" y="305756"/>
                  </a:lnTo>
                  <a:lnTo>
                    <a:pt x="162019" y="302708"/>
                  </a:lnTo>
                  <a:lnTo>
                    <a:pt x="166286" y="299524"/>
                  </a:lnTo>
                  <a:lnTo>
                    <a:pt x="170450" y="296205"/>
                  </a:lnTo>
                  <a:lnTo>
                    <a:pt x="174505" y="292755"/>
                  </a:lnTo>
                  <a:lnTo>
                    <a:pt x="178449" y="289177"/>
                  </a:lnTo>
                  <a:lnTo>
                    <a:pt x="182277" y="285476"/>
                  </a:lnTo>
                  <a:lnTo>
                    <a:pt x="185985" y="281655"/>
                  </a:lnTo>
                  <a:lnTo>
                    <a:pt x="189569" y="277718"/>
                  </a:lnTo>
                  <a:lnTo>
                    <a:pt x="193026" y="273668"/>
                  </a:lnTo>
                  <a:lnTo>
                    <a:pt x="196352" y="269511"/>
                  </a:lnTo>
                  <a:lnTo>
                    <a:pt x="199545" y="265249"/>
                  </a:lnTo>
                  <a:lnTo>
                    <a:pt x="202600" y="260888"/>
                  </a:lnTo>
                  <a:lnTo>
                    <a:pt x="205514" y="256432"/>
                  </a:lnTo>
                  <a:lnTo>
                    <a:pt x="208285" y="251886"/>
                  </a:lnTo>
                  <a:lnTo>
                    <a:pt x="210910" y="247254"/>
                  </a:lnTo>
                  <a:lnTo>
                    <a:pt x="213386" y="242540"/>
                  </a:lnTo>
                  <a:lnTo>
                    <a:pt x="215711" y="237750"/>
                  </a:lnTo>
                  <a:lnTo>
                    <a:pt x="217882" y="232888"/>
                  </a:lnTo>
                  <a:lnTo>
                    <a:pt x="219897" y="227960"/>
                  </a:lnTo>
                  <a:lnTo>
                    <a:pt x="221754" y="222969"/>
                  </a:lnTo>
                  <a:lnTo>
                    <a:pt x="223451" y="217923"/>
                  </a:lnTo>
                  <a:lnTo>
                    <a:pt x="224987" y="212825"/>
                  </a:lnTo>
                  <a:lnTo>
                    <a:pt x="226359" y="207680"/>
                  </a:lnTo>
                  <a:lnTo>
                    <a:pt x="227567" y="202494"/>
                  </a:lnTo>
                  <a:lnTo>
                    <a:pt x="228610" y="197273"/>
                  </a:lnTo>
                  <a:lnTo>
                    <a:pt x="229485" y="192021"/>
                  </a:lnTo>
                  <a:lnTo>
                    <a:pt x="230193" y="186744"/>
                  </a:lnTo>
                  <a:lnTo>
                    <a:pt x="230732" y="181447"/>
                  </a:lnTo>
                  <a:lnTo>
                    <a:pt x="231102" y="176135"/>
                  </a:lnTo>
                  <a:lnTo>
                    <a:pt x="231303" y="170814"/>
                  </a:lnTo>
                  <a:lnTo>
                    <a:pt x="231334" y="165490"/>
                  </a:lnTo>
                  <a:lnTo>
                    <a:pt x="231196" y="160167"/>
                  </a:lnTo>
                  <a:lnTo>
                    <a:pt x="230889" y="154852"/>
                  </a:lnTo>
                  <a:lnTo>
                    <a:pt x="230412" y="149549"/>
                  </a:lnTo>
                  <a:lnTo>
                    <a:pt x="229766" y="144264"/>
                  </a:lnTo>
                  <a:lnTo>
                    <a:pt x="228953" y="139002"/>
                  </a:lnTo>
                  <a:lnTo>
                    <a:pt x="227972" y="133768"/>
                  </a:lnTo>
                  <a:lnTo>
                    <a:pt x="226826" y="128569"/>
                  </a:lnTo>
                  <a:lnTo>
                    <a:pt x="225514" y="123408"/>
                  </a:lnTo>
                  <a:lnTo>
                    <a:pt x="224039" y="118293"/>
                  </a:lnTo>
                  <a:lnTo>
                    <a:pt x="222401" y="113226"/>
                  </a:lnTo>
                  <a:lnTo>
                    <a:pt x="220603" y="108214"/>
                  </a:lnTo>
                  <a:lnTo>
                    <a:pt x="218646" y="103263"/>
                  </a:lnTo>
                  <a:lnTo>
                    <a:pt x="216533" y="98376"/>
                  </a:lnTo>
                  <a:lnTo>
                    <a:pt x="214265" y="93558"/>
                  </a:lnTo>
                  <a:lnTo>
                    <a:pt x="211844" y="88816"/>
                  </a:lnTo>
                  <a:lnTo>
                    <a:pt x="209274" y="84153"/>
                  </a:lnTo>
                  <a:lnTo>
                    <a:pt x="206557" y="79574"/>
                  </a:lnTo>
                  <a:lnTo>
                    <a:pt x="203695" y="75084"/>
                  </a:lnTo>
                  <a:lnTo>
                    <a:pt x="200692" y="70687"/>
                  </a:lnTo>
                  <a:lnTo>
                    <a:pt x="197550" y="66389"/>
                  </a:lnTo>
                  <a:lnTo>
                    <a:pt x="194273" y="62192"/>
                  </a:lnTo>
                  <a:lnTo>
                    <a:pt x="190863" y="58102"/>
                  </a:lnTo>
                  <a:lnTo>
                    <a:pt x="187326" y="54123"/>
                  </a:lnTo>
                  <a:lnTo>
                    <a:pt x="183663" y="50258"/>
                  </a:lnTo>
                  <a:lnTo>
                    <a:pt x="179879" y="46512"/>
                  </a:lnTo>
                  <a:lnTo>
                    <a:pt x="175978" y="42889"/>
                  </a:lnTo>
                  <a:lnTo>
                    <a:pt x="171964" y="39391"/>
                  </a:lnTo>
                  <a:lnTo>
                    <a:pt x="167840" y="36023"/>
                  </a:lnTo>
                  <a:lnTo>
                    <a:pt x="163611" y="32788"/>
                  </a:lnTo>
                  <a:lnTo>
                    <a:pt x="159281" y="29690"/>
                  </a:lnTo>
                  <a:lnTo>
                    <a:pt x="154854" y="26731"/>
                  </a:lnTo>
                  <a:lnTo>
                    <a:pt x="150336" y="23914"/>
                  </a:lnTo>
                  <a:lnTo>
                    <a:pt x="145730" y="21243"/>
                  </a:lnTo>
                  <a:lnTo>
                    <a:pt x="141041" y="18720"/>
                  </a:lnTo>
                  <a:lnTo>
                    <a:pt x="136275" y="16347"/>
                  </a:lnTo>
                  <a:lnTo>
                    <a:pt x="131435" y="14127"/>
                  </a:lnTo>
                  <a:lnTo>
                    <a:pt x="126527" y="12063"/>
                  </a:lnTo>
                  <a:lnTo>
                    <a:pt x="121556" y="10156"/>
                  </a:lnTo>
                  <a:lnTo>
                    <a:pt x="116526" y="8408"/>
                  </a:lnTo>
                  <a:lnTo>
                    <a:pt x="111444" y="6822"/>
                  </a:lnTo>
                  <a:lnTo>
                    <a:pt x="106313" y="5398"/>
                  </a:lnTo>
                  <a:lnTo>
                    <a:pt x="101140" y="4138"/>
                  </a:lnTo>
                  <a:lnTo>
                    <a:pt x="95929" y="3043"/>
                  </a:lnTo>
                  <a:lnTo>
                    <a:pt x="90686" y="2115"/>
                  </a:lnTo>
                  <a:lnTo>
                    <a:pt x="85417" y="1354"/>
                  </a:lnTo>
                  <a:lnTo>
                    <a:pt x="80125" y="762"/>
                  </a:lnTo>
                  <a:lnTo>
                    <a:pt x="74818" y="339"/>
                  </a:lnTo>
                  <a:lnTo>
                    <a:pt x="69499" y="84"/>
                  </a:lnTo>
                  <a:lnTo>
                    <a:pt x="64175" y="0"/>
                  </a:lnTo>
                  <a:lnTo>
                    <a:pt x="6417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379052" y="5269756"/>
              <a:ext cx="166206" cy="167167"/>
            </a:xfrm>
            <a:custGeom>
              <a:avLst/>
              <a:pathLst>
                <a:path w="166206" h="167167">
                  <a:moveTo>
                    <a:pt x="166206" y="0"/>
                  </a:moveTo>
                  <a:lnTo>
                    <a:pt x="160770" y="88"/>
                  </a:lnTo>
                  <a:lnTo>
                    <a:pt x="155340" y="353"/>
                  </a:lnTo>
                  <a:lnTo>
                    <a:pt x="149921" y="795"/>
                  </a:lnTo>
                  <a:lnTo>
                    <a:pt x="144520" y="1412"/>
                  </a:lnTo>
                  <a:lnTo>
                    <a:pt x="139142" y="2205"/>
                  </a:lnTo>
                  <a:lnTo>
                    <a:pt x="133792" y="3172"/>
                  </a:lnTo>
                  <a:lnTo>
                    <a:pt x="128477" y="4313"/>
                  </a:lnTo>
                  <a:lnTo>
                    <a:pt x="123201" y="5626"/>
                  </a:lnTo>
                  <a:lnTo>
                    <a:pt x="117971" y="7109"/>
                  </a:lnTo>
                  <a:lnTo>
                    <a:pt x="112792" y="8762"/>
                  </a:lnTo>
                  <a:lnTo>
                    <a:pt x="107670" y="10583"/>
                  </a:lnTo>
                  <a:lnTo>
                    <a:pt x="102609" y="12569"/>
                  </a:lnTo>
                  <a:lnTo>
                    <a:pt x="97616" y="14719"/>
                  </a:lnTo>
                  <a:lnTo>
                    <a:pt x="92695" y="17030"/>
                  </a:lnTo>
                  <a:lnTo>
                    <a:pt x="87852" y="19499"/>
                  </a:lnTo>
                  <a:lnTo>
                    <a:pt x="83092" y="22125"/>
                  </a:lnTo>
                  <a:lnTo>
                    <a:pt x="78420" y="24905"/>
                  </a:lnTo>
                  <a:lnTo>
                    <a:pt x="73840" y="27834"/>
                  </a:lnTo>
                  <a:lnTo>
                    <a:pt x="69358" y="30911"/>
                  </a:lnTo>
                  <a:lnTo>
                    <a:pt x="64979" y="34132"/>
                  </a:lnTo>
                  <a:lnTo>
                    <a:pt x="60707" y="37494"/>
                  </a:lnTo>
                  <a:lnTo>
                    <a:pt x="56546" y="40993"/>
                  </a:lnTo>
                  <a:lnTo>
                    <a:pt x="52501" y="44626"/>
                  </a:lnTo>
                  <a:lnTo>
                    <a:pt x="48577" y="48388"/>
                  </a:lnTo>
                  <a:lnTo>
                    <a:pt x="44777" y="52276"/>
                  </a:lnTo>
                  <a:lnTo>
                    <a:pt x="41105" y="56285"/>
                  </a:lnTo>
                  <a:lnTo>
                    <a:pt x="37566" y="60411"/>
                  </a:lnTo>
                  <a:lnTo>
                    <a:pt x="34163" y="64651"/>
                  </a:lnTo>
                  <a:lnTo>
                    <a:pt x="30899" y="68998"/>
                  </a:lnTo>
                  <a:lnTo>
                    <a:pt x="27778" y="73450"/>
                  </a:lnTo>
                  <a:lnTo>
                    <a:pt x="24804" y="78001"/>
                  </a:lnTo>
                  <a:lnTo>
                    <a:pt x="21980" y="82646"/>
                  </a:lnTo>
                  <a:lnTo>
                    <a:pt x="19308" y="87380"/>
                  </a:lnTo>
                  <a:lnTo>
                    <a:pt x="16791" y="92199"/>
                  </a:lnTo>
                  <a:lnTo>
                    <a:pt x="14432" y="97097"/>
                  </a:lnTo>
                  <a:lnTo>
                    <a:pt x="12234" y="102069"/>
                  </a:lnTo>
                  <a:lnTo>
                    <a:pt x="10199" y="107110"/>
                  </a:lnTo>
                  <a:lnTo>
                    <a:pt x="8328" y="112215"/>
                  </a:lnTo>
                  <a:lnTo>
                    <a:pt x="6625" y="117377"/>
                  </a:lnTo>
                  <a:lnTo>
                    <a:pt x="5090" y="122593"/>
                  </a:lnTo>
                  <a:lnTo>
                    <a:pt x="3726" y="127855"/>
                  </a:lnTo>
                  <a:lnTo>
                    <a:pt x="2534" y="133159"/>
                  </a:lnTo>
                  <a:lnTo>
                    <a:pt x="1515" y="138499"/>
                  </a:lnTo>
                  <a:lnTo>
                    <a:pt x="670" y="143869"/>
                  </a:lnTo>
                  <a:lnTo>
                    <a:pt x="0" y="149264"/>
                  </a:lnTo>
                  <a:lnTo>
                    <a:pt x="16620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379052" y="5419021"/>
              <a:ext cx="166206" cy="17902"/>
            </a:xfrm>
            <a:custGeom>
              <a:avLst/>
              <a:pathLst>
                <a:path w="166206" h="17902">
                  <a:moveTo>
                    <a:pt x="0" y="0"/>
                  </a:moveTo>
                  <a:lnTo>
                    <a:pt x="166206" y="179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379052" y="5419021"/>
              <a:ext cx="166206" cy="17902"/>
            </a:xfrm>
            <a:custGeom>
              <a:avLst/>
              <a:pathLst>
                <a:path w="166206" h="17902">
                  <a:moveTo>
                    <a:pt x="0" y="0"/>
                  </a:moveTo>
                  <a:lnTo>
                    <a:pt x="166206" y="179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379052" y="5419021"/>
              <a:ext cx="166206" cy="17902"/>
            </a:xfrm>
            <a:custGeom>
              <a:avLst/>
              <a:pathLst>
                <a:path w="166206" h="17902">
                  <a:moveTo>
                    <a:pt x="0" y="0"/>
                  </a:moveTo>
                  <a:lnTo>
                    <a:pt x="166206" y="1790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379052" y="5419021"/>
              <a:ext cx="166206" cy="17902"/>
            </a:xfrm>
            <a:custGeom>
              <a:avLst/>
              <a:pathLst>
                <a:path w="166206" h="17902">
                  <a:moveTo>
                    <a:pt x="0" y="0"/>
                  </a:moveTo>
                  <a:lnTo>
                    <a:pt x="166206" y="1790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378102" y="5419021"/>
              <a:ext cx="167155" cy="46287"/>
            </a:xfrm>
            <a:custGeom>
              <a:avLst/>
              <a:pathLst>
                <a:path w="167155" h="46287">
                  <a:moveTo>
                    <a:pt x="949" y="0"/>
                  </a:moveTo>
                  <a:lnTo>
                    <a:pt x="370" y="6611"/>
                  </a:lnTo>
                  <a:lnTo>
                    <a:pt x="53" y="13240"/>
                  </a:lnTo>
                  <a:lnTo>
                    <a:pt x="0" y="19876"/>
                  </a:lnTo>
                  <a:lnTo>
                    <a:pt x="210" y="26510"/>
                  </a:lnTo>
                  <a:lnTo>
                    <a:pt x="683" y="33130"/>
                  </a:lnTo>
                  <a:lnTo>
                    <a:pt x="1418" y="39725"/>
                  </a:lnTo>
                  <a:lnTo>
                    <a:pt x="2415" y="46287"/>
                  </a:lnTo>
                  <a:lnTo>
                    <a:pt x="167155" y="179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380518" y="5269756"/>
              <a:ext cx="331889" cy="334334"/>
            </a:xfrm>
            <a:custGeom>
              <a:avLst/>
              <a:pathLst>
                <a:path w="331889" h="334334">
                  <a:moveTo>
                    <a:pt x="0" y="195552"/>
                  </a:moveTo>
                  <a:lnTo>
                    <a:pt x="984" y="200769"/>
                  </a:lnTo>
                  <a:lnTo>
                    <a:pt x="2134" y="205952"/>
                  </a:lnTo>
                  <a:lnTo>
                    <a:pt x="3447" y="211096"/>
                  </a:lnTo>
                  <a:lnTo>
                    <a:pt x="4923" y="216195"/>
                  </a:lnTo>
                  <a:lnTo>
                    <a:pt x="6561" y="221246"/>
                  </a:lnTo>
                  <a:lnTo>
                    <a:pt x="8358" y="226241"/>
                  </a:lnTo>
                  <a:lnTo>
                    <a:pt x="10313" y="231178"/>
                  </a:lnTo>
                  <a:lnTo>
                    <a:pt x="12423" y="236049"/>
                  </a:lnTo>
                  <a:lnTo>
                    <a:pt x="14688" y="240851"/>
                  </a:lnTo>
                  <a:lnTo>
                    <a:pt x="17103" y="245579"/>
                  </a:lnTo>
                  <a:lnTo>
                    <a:pt x="19668" y="250228"/>
                  </a:lnTo>
                  <a:lnTo>
                    <a:pt x="22378" y="254793"/>
                  </a:lnTo>
                  <a:lnTo>
                    <a:pt x="25233" y="259269"/>
                  </a:lnTo>
                  <a:lnTo>
                    <a:pt x="28228" y="263653"/>
                  </a:lnTo>
                  <a:lnTo>
                    <a:pt x="31361" y="267939"/>
                  </a:lnTo>
                  <a:lnTo>
                    <a:pt x="34628" y="272124"/>
                  </a:lnTo>
                  <a:lnTo>
                    <a:pt x="38026" y="276203"/>
                  </a:lnTo>
                  <a:lnTo>
                    <a:pt x="41553" y="280171"/>
                  </a:lnTo>
                  <a:lnTo>
                    <a:pt x="45203" y="284026"/>
                  </a:lnTo>
                  <a:lnTo>
                    <a:pt x="48975" y="287763"/>
                  </a:lnTo>
                  <a:lnTo>
                    <a:pt x="52863" y="291378"/>
                  </a:lnTo>
                  <a:lnTo>
                    <a:pt x="56863" y="294869"/>
                  </a:lnTo>
                  <a:lnTo>
                    <a:pt x="60973" y="298230"/>
                  </a:lnTo>
                  <a:lnTo>
                    <a:pt x="65187" y="301459"/>
                  </a:lnTo>
                  <a:lnTo>
                    <a:pt x="69502" y="304552"/>
                  </a:lnTo>
                  <a:lnTo>
                    <a:pt x="73913" y="307507"/>
                  </a:lnTo>
                  <a:lnTo>
                    <a:pt x="78415" y="310321"/>
                  </a:lnTo>
                  <a:lnTo>
                    <a:pt x="83004" y="312990"/>
                  </a:lnTo>
                  <a:lnTo>
                    <a:pt x="87676" y="315512"/>
                  </a:lnTo>
                  <a:lnTo>
                    <a:pt x="92426" y="317884"/>
                  </a:lnTo>
                  <a:lnTo>
                    <a:pt x="97248" y="320105"/>
                  </a:lnTo>
                  <a:lnTo>
                    <a:pt x="102139" y="322171"/>
                  </a:lnTo>
                  <a:lnTo>
                    <a:pt x="107093" y="324080"/>
                  </a:lnTo>
                  <a:lnTo>
                    <a:pt x="112105" y="325832"/>
                  </a:lnTo>
                  <a:lnTo>
                    <a:pt x="117170" y="327423"/>
                  </a:lnTo>
                  <a:lnTo>
                    <a:pt x="122283" y="328853"/>
                  </a:lnTo>
                  <a:lnTo>
                    <a:pt x="127438" y="330120"/>
                  </a:lnTo>
                  <a:lnTo>
                    <a:pt x="132632" y="331222"/>
                  </a:lnTo>
                  <a:lnTo>
                    <a:pt x="137858" y="332159"/>
                  </a:lnTo>
                  <a:lnTo>
                    <a:pt x="143111" y="332929"/>
                  </a:lnTo>
                  <a:lnTo>
                    <a:pt x="148385" y="333532"/>
                  </a:lnTo>
                  <a:lnTo>
                    <a:pt x="153677" y="333968"/>
                  </a:lnTo>
                  <a:lnTo>
                    <a:pt x="158979" y="334235"/>
                  </a:lnTo>
                  <a:lnTo>
                    <a:pt x="164287" y="334334"/>
                  </a:lnTo>
                  <a:lnTo>
                    <a:pt x="169596" y="334264"/>
                  </a:lnTo>
                  <a:lnTo>
                    <a:pt x="174900" y="334025"/>
                  </a:lnTo>
                  <a:lnTo>
                    <a:pt x="180193" y="333619"/>
                  </a:lnTo>
                  <a:lnTo>
                    <a:pt x="185471" y="333044"/>
                  </a:lnTo>
                  <a:lnTo>
                    <a:pt x="190728" y="332302"/>
                  </a:lnTo>
                  <a:lnTo>
                    <a:pt x="195959" y="331393"/>
                  </a:lnTo>
                  <a:lnTo>
                    <a:pt x="201158" y="330319"/>
                  </a:lnTo>
                  <a:lnTo>
                    <a:pt x="206321" y="329080"/>
                  </a:lnTo>
                  <a:lnTo>
                    <a:pt x="211441" y="327678"/>
                  </a:lnTo>
                  <a:lnTo>
                    <a:pt x="216515" y="326114"/>
                  </a:lnTo>
                  <a:lnTo>
                    <a:pt x="221536" y="324390"/>
                  </a:lnTo>
                  <a:lnTo>
                    <a:pt x="226500" y="322507"/>
                  </a:lnTo>
                  <a:lnTo>
                    <a:pt x="231402" y="320468"/>
                  </a:lnTo>
                  <a:lnTo>
                    <a:pt x="236236" y="318273"/>
                  </a:lnTo>
                  <a:lnTo>
                    <a:pt x="240999" y="315927"/>
                  </a:lnTo>
                  <a:lnTo>
                    <a:pt x="245684" y="313430"/>
                  </a:lnTo>
                  <a:lnTo>
                    <a:pt x="250288" y="310786"/>
                  </a:lnTo>
                  <a:lnTo>
                    <a:pt x="254805" y="307997"/>
                  </a:lnTo>
                  <a:lnTo>
                    <a:pt x="259232" y="305066"/>
                  </a:lnTo>
                  <a:lnTo>
                    <a:pt x="263563" y="301996"/>
                  </a:lnTo>
                  <a:lnTo>
                    <a:pt x="267795" y="298789"/>
                  </a:lnTo>
                  <a:lnTo>
                    <a:pt x="271923" y="295451"/>
                  </a:lnTo>
                  <a:lnTo>
                    <a:pt x="275943" y="291982"/>
                  </a:lnTo>
                  <a:lnTo>
                    <a:pt x="279850" y="288388"/>
                  </a:lnTo>
                  <a:lnTo>
                    <a:pt x="283641" y="284671"/>
                  </a:lnTo>
                  <a:lnTo>
                    <a:pt x="287313" y="280836"/>
                  </a:lnTo>
                  <a:lnTo>
                    <a:pt x="290861" y="276887"/>
                  </a:lnTo>
                  <a:lnTo>
                    <a:pt x="294281" y="272826"/>
                  </a:lnTo>
                  <a:lnTo>
                    <a:pt x="297571" y="268660"/>
                  </a:lnTo>
                  <a:lnTo>
                    <a:pt x="300727" y="264390"/>
                  </a:lnTo>
                  <a:lnTo>
                    <a:pt x="303746" y="260023"/>
                  </a:lnTo>
                  <a:lnTo>
                    <a:pt x="306624" y="255562"/>
                  </a:lnTo>
                  <a:lnTo>
                    <a:pt x="309360" y="251012"/>
                  </a:lnTo>
                  <a:lnTo>
                    <a:pt x="311949" y="246377"/>
                  </a:lnTo>
                  <a:lnTo>
                    <a:pt x="314390" y="241662"/>
                  </a:lnTo>
                  <a:lnTo>
                    <a:pt x="316681" y="236873"/>
                  </a:lnTo>
                  <a:lnTo>
                    <a:pt x="318817" y="232012"/>
                  </a:lnTo>
                  <a:lnTo>
                    <a:pt x="320799" y="227087"/>
                  </a:lnTo>
                  <a:lnTo>
                    <a:pt x="322623" y="222101"/>
                  </a:lnTo>
                  <a:lnTo>
                    <a:pt x="324288" y="217060"/>
                  </a:lnTo>
                  <a:lnTo>
                    <a:pt x="325792" y="211968"/>
                  </a:lnTo>
                  <a:lnTo>
                    <a:pt x="327133" y="206831"/>
                  </a:lnTo>
                  <a:lnTo>
                    <a:pt x="328311" y="201654"/>
                  </a:lnTo>
                  <a:lnTo>
                    <a:pt x="329323" y="196443"/>
                  </a:lnTo>
                  <a:lnTo>
                    <a:pt x="330170" y="191202"/>
                  </a:lnTo>
                  <a:lnTo>
                    <a:pt x="330850" y="185936"/>
                  </a:lnTo>
                  <a:lnTo>
                    <a:pt x="331362" y="180652"/>
                  </a:lnTo>
                  <a:lnTo>
                    <a:pt x="331706" y="175354"/>
                  </a:lnTo>
                  <a:lnTo>
                    <a:pt x="331882" y="170048"/>
                  </a:lnTo>
                  <a:lnTo>
                    <a:pt x="331889" y="164739"/>
                  </a:lnTo>
                  <a:lnTo>
                    <a:pt x="331728" y="159432"/>
                  </a:lnTo>
                  <a:lnTo>
                    <a:pt x="331398" y="154133"/>
                  </a:lnTo>
                  <a:lnTo>
                    <a:pt x="330900" y="148847"/>
                  </a:lnTo>
                  <a:lnTo>
                    <a:pt x="330235" y="143580"/>
                  </a:lnTo>
                  <a:lnTo>
                    <a:pt x="329402" y="138337"/>
                  </a:lnTo>
                  <a:lnTo>
                    <a:pt x="328404" y="133122"/>
                  </a:lnTo>
                  <a:lnTo>
                    <a:pt x="327240" y="127942"/>
                  </a:lnTo>
                  <a:lnTo>
                    <a:pt x="325912" y="122802"/>
                  </a:lnTo>
                  <a:lnTo>
                    <a:pt x="324422" y="117706"/>
                  </a:lnTo>
                  <a:lnTo>
                    <a:pt x="322771" y="112660"/>
                  </a:lnTo>
                  <a:lnTo>
                    <a:pt x="320960" y="107669"/>
                  </a:lnTo>
                  <a:lnTo>
                    <a:pt x="318992" y="102739"/>
                  </a:lnTo>
                  <a:lnTo>
                    <a:pt x="316869" y="97873"/>
                  </a:lnTo>
                  <a:lnTo>
                    <a:pt x="314591" y="93077"/>
                  </a:lnTo>
                  <a:lnTo>
                    <a:pt x="312163" y="88356"/>
                  </a:lnTo>
                  <a:lnTo>
                    <a:pt x="309586" y="83714"/>
                  </a:lnTo>
                  <a:lnTo>
                    <a:pt x="306863" y="79156"/>
                  </a:lnTo>
                  <a:lnTo>
                    <a:pt x="303996" y="74688"/>
                  </a:lnTo>
                  <a:lnTo>
                    <a:pt x="300990" y="70312"/>
                  </a:lnTo>
                  <a:lnTo>
                    <a:pt x="297845" y="66034"/>
                  </a:lnTo>
                  <a:lnTo>
                    <a:pt x="294567" y="61858"/>
                  </a:lnTo>
                  <a:lnTo>
                    <a:pt x="291157" y="57789"/>
                  </a:lnTo>
                  <a:lnTo>
                    <a:pt x="287620" y="53830"/>
                  </a:lnTo>
                  <a:lnTo>
                    <a:pt x="283959" y="49985"/>
                  </a:lnTo>
                  <a:lnTo>
                    <a:pt x="280178" y="46258"/>
                  </a:lnTo>
                  <a:lnTo>
                    <a:pt x="276280" y="42653"/>
                  </a:lnTo>
                  <a:lnTo>
                    <a:pt x="272270" y="39174"/>
                  </a:lnTo>
                  <a:lnTo>
                    <a:pt x="268151" y="35824"/>
                  </a:lnTo>
                  <a:lnTo>
                    <a:pt x="263928" y="32606"/>
                  </a:lnTo>
                  <a:lnTo>
                    <a:pt x="259605" y="29524"/>
                  </a:lnTo>
                  <a:lnTo>
                    <a:pt x="255186" y="26581"/>
                  </a:lnTo>
                  <a:lnTo>
                    <a:pt x="250676" y="23780"/>
                  </a:lnTo>
                  <a:lnTo>
                    <a:pt x="246080" y="21123"/>
                  </a:lnTo>
                  <a:lnTo>
                    <a:pt x="241401" y="18614"/>
                  </a:lnTo>
                  <a:lnTo>
                    <a:pt x="236645" y="16255"/>
                  </a:lnTo>
                  <a:lnTo>
                    <a:pt x="231816" y="14047"/>
                  </a:lnTo>
                  <a:lnTo>
                    <a:pt x="226920" y="11994"/>
                  </a:lnTo>
                  <a:lnTo>
                    <a:pt x="221961" y="10098"/>
                  </a:lnTo>
                  <a:lnTo>
                    <a:pt x="216945" y="8360"/>
                  </a:lnTo>
                  <a:lnTo>
                    <a:pt x="211875" y="6783"/>
                  </a:lnTo>
                  <a:lnTo>
                    <a:pt x="206759" y="5367"/>
                  </a:lnTo>
                  <a:lnTo>
                    <a:pt x="201599" y="4114"/>
                  </a:lnTo>
                  <a:lnTo>
                    <a:pt x="196403" y="3026"/>
                  </a:lnTo>
                  <a:lnTo>
                    <a:pt x="191175" y="2103"/>
                  </a:lnTo>
                  <a:lnTo>
                    <a:pt x="185920" y="1347"/>
                  </a:lnTo>
                  <a:lnTo>
                    <a:pt x="180643" y="758"/>
                  </a:lnTo>
                  <a:lnTo>
                    <a:pt x="175351" y="337"/>
                  </a:lnTo>
                  <a:lnTo>
                    <a:pt x="170048" y="84"/>
                  </a:lnTo>
                  <a:lnTo>
                    <a:pt x="164740" y="0"/>
                  </a:lnTo>
                  <a:lnTo>
                    <a:pt x="16474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5895687" y="5018213"/>
              <a:ext cx="125351" cy="167167"/>
            </a:xfrm>
            <a:custGeom>
              <a:avLst/>
              <a:pathLst>
                <a:path w="125351" h="167167">
                  <a:moveTo>
                    <a:pt x="125351" y="0"/>
                  </a:moveTo>
                  <a:lnTo>
                    <a:pt x="119683" y="96"/>
                  </a:lnTo>
                  <a:lnTo>
                    <a:pt x="114021" y="384"/>
                  </a:lnTo>
                  <a:lnTo>
                    <a:pt x="108372" y="864"/>
                  </a:lnTo>
                  <a:lnTo>
                    <a:pt x="102743" y="1535"/>
                  </a:lnTo>
                  <a:lnTo>
                    <a:pt x="97140" y="2397"/>
                  </a:lnTo>
                  <a:lnTo>
                    <a:pt x="91569" y="3448"/>
                  </a:lnTo>
                  <a:lnTo>
                    <a:pt x="86038" y="4688"/>
                  </a:lnTo>
                  <a:lnTo>
                    <a:pt x="80551" y="6114"/>
                  </a:lnTo>
                  <a:lnTo>
                    <a:pt x="75116" y="7726"/>
                  </a:lnTo>
                  <a:lnTo>
                    <a:pt x="69739" y="9521"/>
                  </a:lnTo>
                  <a:lnTo>
                    <a:pt x="64425" y="11497"/>
                  </a:lnTo>
                  <a:lnTo>
                    <a:pt x="59182" y="13653"/>
                  </a:lnTo>
                  <a:lnTo>
                    <a:pt x="54015" y="15985"/>
                  </a:lnTo>
                  <a:lnTo>
                    <a:pt x="48930" y="18490"/>
                  </a:lnTo>
                  <a:lnTo>
                    <a:pt x="43932" y="21167"/>
                  </a:lnTo>
                  <a:lnTo>
                    <a:pt x="39029" y="24012"/>
                  </a:lnTo>
                  <a:lnTo>
                    <a:pt x="34224" y="27021"/>
                  </a:lnTo>
                  <a:lnTo>
                    <a:pt x="29525" y="30191"/>
                  </a:lnTo>
                  <a:lnTo>
                    <a:pt x="24935" y="33519"/>
                  </a:lnTo>
                  <a:lnTo>
                    <a:pt x="20462" y="37001"/>
                  </a:lnTo>
                  <a:lnTo>
                    <a:pt x="16108" y="40632"/>
                  </a:lnTo>
                  <a:lnTo>
                    <a:pt x="11881" y="44409"/>
                  </a:lnTo>
                  <a:lnTo>
                    <a:pt x="7784" y="48327"/>
                  </a:lnTo>
                  <a:lnTo>
                    <a:pt x="3822" y="52382"/>
                  </a:lnTo>
                  <a:lnTo>
                    <a:pt x="0" y="56569"/>
                  </a:lnTo>
                  <a:lnTo>
                    <a:pt x="12535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5895687" y="5074782"/>
              <a:ext cx="125351" cy="110598"/>
            </a:xfrm>
            <a:custGeom>
              <a:avLst/>
              <a:pathLst>
                <a:path w="125351" h="110598">
                  <a:moveTo>
                    <a:pt x="0" y="0"/>
                  </a:moveTo>
                  <a:lnTo>
                    <a:pt x="125351" y="1105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5895687" y="5074782"/>
              <a:ext cx="125351" cy="110598"/>
            </a:xfrm>
            <a:custGeom>
              <a:avLst/>
              <a:pathLst>
                <a:path w="125351" h="110598">
                  <a:moveTo>
                    <a:pt x="0" y="0"/>
                  </a:moveTo>
                  <a:lnTo>
                    <a:pt x="125351" y="1105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5895687" y="5074782"/>
              <a:ext cx="125351" cy="110598"/>
            </a:xfrm>
            <a:custGeom>
              <a:avLst/>
              <a:pathLst>
                <a:path w="125351" h="110598">
                  <a:moveTo>
                    <a:pt x="0" y="0"/>
                  </a:moveTo>
                  <a:lnTo>
                    <a:pt x="125351" y="1105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5882064" y="5074782"/>
              <a:ext cx="138974" cy="110598"/>
            </a:xfrm>
            <a:custGeom>
              <a:avLst/>
              <a:pathLst>
                <a:path w="138974" h="110598">
                  <a:moveTo>
                    <a:pt x="13622" y="0"/>
                  </a:moveTo>
                  <a:lnTo>
                    <a:pt x="8820" y="5693"/>
                  </a:lnTo>
                  <a:lnTo>
                    <a:pt x="4276" y="11595"/>
                  </a:lnTo>
                  <a:lnTo>
                    <a:pt x="0" y="17694"/>
                  </a:lnTo>
                  <a:lnTo>
                    <a:pt x="138974" y="1105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5853887" y="5018213"/>
              <a:ext cx="334299" cy="334334"/>
            </a:xfrm>
            <a:custGeom>
              <a:avLst/>
              <a:pathLst>
                <a:path w="334299" h="334334">
                  <a:moveTo>
                    <a:pt x="28177" y="74263"/>
                  </a:moveTo>
                  <a:lnTo>
                    <a:pt x="25298" y="78721"/>
                  </a:lnTo>
                  <a:lnTo>
                    <a:pt x="22562" y="83268"/>
                  </a:lnTo>
                  <a:lnTo>
                    <a:pt x="19972" y="87900"/>
                  </a:lnTo>
                  <a:lnTo>
                    <a:pt x="17530" y="92612"/>
                  </a:lnTo>
                  <a:lnTo>
                    <a:pt x="15239" y="97398"/>
                  </a:lnTo>
                  <a:lnTo>
                    <a:pt x="13101" y="102255"/>
                  </a:lnTo>
                  <a:lnTo>
                    <a:pt x="11118" y="107178"/>
                  </a:lnTo>
                  <a:lnTo>
                    <a:pt x="9292" y="112161"/>
                  </a:lnTo>
                  <a:lnTo>
                    <a:pt x="7626" y="117199"/>
                  </a:lnTo>
                  <a:lnTo>
                    <a:pt x="6120" y="122288"/>
                  </a:lnTo>
                  <a:lnTo>
                    <a:pt x="4777" y="127421"/>
                  </a:lnTo>
                  <a:lnTo>
                    <a:pt x="3597" y="132595"/>
                  </a:lnTo>
                  <a:lnTo>
                    <a:pt x="2582" y="137804"/>
                  </a:lnTo>
                  <a:lnTo>
                    <a:pt x="1733" y="143043"/>
                  </a:lnTo>
                  <a:lnTo>
                    <a:pt x="1051" y="148305"/>
                  </a:lnTo>
                  <a:lnTo>
                    <a:pt x="536" y="153587"/>
                  </a:lnTo>
                  <a:lnTo>
                    <a:pt x="189" y="158882"/>
                  </a:lnTo>
                  <a:lnTo>
                    <a:pt x="10" y="164186"/>
                  </a:lnTo>
                  <a:lnTo>
                    <a:pt x="0" y="169493"/>
                  </a:lnTo>
                  <a:lnTo>
                    <a:pt x="158" y="174797"/>
                  </a:lnTo>
                  <a:lnTo>
                    <a:pt x="484" y="180094"/>
                  </a:lnTo>
                  <a:lnTo>
                    <a:pt x="978" y="185378"/>
                  </a:lnTo>
                  <a:lnTo>
                    <a:pt x="1640" y="190643"/>
                  </a:lnTo>
                  <a:lnTo>
                    <a:pt x="2468" y="195885"/>
                  </a:lnTo>
                  <a:lnTo>
                    <a:pt x="3463" y="201097"/>
                  </a:lnTo>
                  <a:lnTo>
                    <a:pt x="4622" y="206276"/>
                  </a:lnTo>
                  <a:lnTo>
                    <a:pt x="5946" y="211415"/>
                  </a:lnTo>
                  <a:lnTo>
                    <a:pt x="7431" y="216510"/>
                  </a:lnTo>
                  <a:lnTo>
                    <a:pt x="9078" y="221554"/>
                  </a:lnTo>
                  <a:lnTo>
                    <a:pt x="10884" y="226544"/>
                  </a:lnTo>
                  <a:lnTo>
                    <a:pt x="12848" y="231475"/>
                  </a:lnTo>
                  <a:lnTo>
                    <a:pt x="14966" y="236340"/>
                  </a:lnTo>
                  <a:lnTo>
                    <a:pt x="17239" y="241136"/>
                  </a:lnTo>
                  <a:lnTo>
                    <a:pt x="19662" y="245857"/>
                  </a:lnTo>
                  <a:lnTo>
                    <a:pt x="22234" y="250498"/>
                  </a:lnTo>
                  <a:lnTo>
                    <a:pt x="24952" y="255056"/>
                  </a:lnTo>
                  <a:lnTo>
                    <a:pt x="27814" y="259526"/>
                  </a:lnTo>
                  <a:lnTo>
                    <a:pt x="30815" y="263902"/>
                  </a:lnTo>
                  <a:lnTo>
                    <a:pt x="33955" y="268180"/>
                  </a:lnTo>
                  <a:lnTo>
                    <a:pt x="37228" y="272357"/>
                  </a:lnTo>
                  <a:lnTo>
                    <a:pt x="40632" y="276428"/>
                  </a:lnTo>
                  <a:lnTo>
                    <a:pt x="44164" y="280389"/>
                  </a:lnTo>
                  <a:lnTo>
                    <a:pt x="47820" y="284236"/>
                  </a:lnTo>
                  <a:lnTo>
                    <a:pt x="51596" y="287964"/>
                  </a:lnTo>
                  <a:lnTo>
                    <a:pt x="55488" y="291571"/>
                  </a:lnTo>
                  <a:lnTo>
                    <a:pt x="59493" y="295053"/>
                  </a:lnTo>
                  <a:lnTo>
                    <a:pt x="63607" y="298406"/>
                  </a:lnTo>
                  <a:lnTo>
                    <a:pt x="67825" y="301626"/>
                  </a:lnTo>
                  <a:lnTo>
                    <a:pt x="72143" y="304711"/>
                  </a:lnTo>
                  <a:lnTo>
                    <a:pt x="76556" y="307657"/>
                  </a:lnTo>
                  <a:lnTo>
                    <a:pt x="81061" y="310462"/>
                  </a:lnTo>
                  <a:lnTo>
                    <a:pt x="85653" y="313123"/>
                  </a:lnTo>
                  <a:lnTo>
                    <a:pt x="90327" y="315636"/>
                  </a:lnTo>
                  <a:lnTo>
                    <a:pt x="95078" y="318000"/>
                  </a:lnTo>
                  <a:lnTo>
                    <a:pt x="99902" y="320211"/>
                  </a:lnTo>
                  <a:lnTo>
                    <a:pt x="104794" y="322269"/>
                  </a:lnTo>
                  <a:lnTo>
                    <a:pt x="109748" y="324170"/>
                  </a:lnTo>
                  <a:lnTo>
                    <a:pt x="114761" y="325913"/>
                  </a:lnTo>
                  <a:lnTo>
                    <a:pt x="119826" y="327496"/>
                  </a:lnTo>
                  <a:lnTo>
                    <a:pt x="124939" y="328917"/>
                  </a:lnTo>
                  <a:lnTo>
                    <a:pt x="130094" y="330175"/>
                  </a:lnTo>
                  <a:lnTo>
                    <a:pt x="135287" y="331269"/>
                  </a:lnTo>
                  <a:lnTo>
                    <a:pt x="140512" y="332198"/>
                  </a:lnTo>
                  <a:lnTo>
                    <a:pt x="145763" y="332961"/>
                  </a:lnTo>
                  <a:lnTo>
                    <a:pt x="151037" y="333556"/>
                  </a:lnTo>
                  <a:lnTo>
                    <a:pt x="156326" y="333984"/>
                  </a:lnTo>
                  <a:lnTo>
                    <a:pt x="161626" y="334243"/>
                  </a:lnTo>
                  <a:lnTo>
                    <a:pt x="166932" y="334334"/>
                  </a:lnTo>
                  <a:lnTo>
                    <a:pt x="172239" y="334257"/>
                  </a:lnTo>
                  <a:lnTo>
                    <a:pt x="177540" y="334011"/>
                  </a:lnTo>
                  <a:lnTo>
                    <a:pt x="182830" y="333597"/>
                  </a:lnTo>
                  <a:lnTo>
                    <a:pt x="188105" y="333016"/>
                  </a:lnTo>
                  <a:lnTo>
                    <a:pt x="193359" y="332267"/>
                  </a:lnTo>
                  <a:lnTo>
                    <a:pt x="198586" y="331352"/>
                  </a:lnTo>
                  <a:lnTo>
                    <a:pt x="203782" y="330272"/>
                  </a:lnTo>
                  <a:lnTo>
                    <a:pt x="208940" y="329027"/>
                  </a:lnTo>
                  <a:lnTo>
                    <a:pt x="214057" y="327619"/>
                  </a:lnTo>
                  <a:lnTo>
                    <a:pt x="219126" y="326049"/>
                  </a:lnTo>
                  <a:lnTo>
                    <a:pt x="224143" y="324319"/>
                  </a:lnTo>
                  <a:lnTo>
                    <a:pt x="229102" y="322431"/>
                  </a:lnTo>
                  <a:lnTo>
                    <a:pt x="233999" y="320386"/>
                  </a:lnTo>
                  <a:lnTo>
                    <a:pt x="238829" y="318187"/>
                  </a:lnTo>
                  <a:lnTo>
                    <a:pt x="243587" y="315836"/>
                  </a:lnTo>
                  <a:lnTo>
                    <a:pt x="248267" y="313335"/>
                  </a:lnTo>
                  <a:lnTo>
                    <a:pt x="252866" y="310687"/>
                  </a:lnTo>
                  <a:lnTo>
                    <a:pt x="257378" y="307894"/>
                  </a:lnTo>
                  <a:lnTo>
                    <a:pt x="261799" y="304959"/>
                  </a:lnTo>
                  <a:lnTo>
                    <a:pt x="266125" y="301885"/>
                  </a:lnTo>
                  <a:lnTo>
                    <a:pt x="270352" y="298676"/>
                  </a:lnTo>
                  <a:lnTo>
                    <a:pt x="274474" y="295334"/>
                  </a:lnTo>
                  <a:lnTo>
                    <a:pt x="278488" y="291863"/>
                  </a:lnTo>
                  <a:lnTo>
                    <a:pt x="282390" y="288266"/>
                  </a:lnTo>
                  <a:lnTo>
                    <a:pt x="286175" y="284547"/>
                  </a:lnTo>
                  <a:lnTo>
                    <a:pt x="289841" y="280710"/>
                  </a:lnTo>
                  <a:lnTo>
                    <a:pt x="293383" y="276758"/>
                  </a:lnTo>
                  <a:lnTo>
                    <a:pt x="296798" y="272696"/>
                  </a:lnTo>
                  <a:lnTo>
                    <a:pt x="300083" y="268528"/>
                  </a:lnTo>
                  <a:lnTo>
                    <a:pt x="303233" y="264257"/>
                  </a:lnTo>
                  <a:lnTo>
                    <a:pt x="306246" y="259889"/>
                  </a:lnTo>
                  <a:lnTo>
                    <a:pt x="309119" y="255427"/>
                  </a:lnTo>
                  <a:lnTo>
                    <a:pt x="311849" y="250877"/>
                  </a:lnTo>
                  <a:lnTo>
                    <a:pt x="314433" y="246242"/>
                  </a:lnTo>
                  <a:lnTo>
                    <a:pt x="316869" y="241527"/>
                  </a:lnTo>
                  <a:lnTo>
                    <a:pt x="319154" y="236737"/>
                  </a:lnTo>
                  <a:lnTo>
                    <a:pt x="321285" y="231877"/>
                  </a:lnTo>
                  <a:lnTo>
                    <a:pt x="323262" y="226952"/>
                  </a:lnTo>
                  <a:lnTo>
                    <a:pt x="325081" y="221967"/>
                  </a:lnTo>
                  <a:lnTo>
                    <a:pt x="326741" y="216927"/>
                  </a:lnTo>
                  <a:lnTo>
                    <a:pt x="328240" y="211836"/>
                  </a:lnTo>
                  <a:lnTo>
                    <a:pt x="329576" y="206700"/>
                  </a:lnTo>
                  <a:lnTo>
                    <a:pt x="330749" y="201525"/>
                  </a:lnTo>
                  <a:lnTo>
                    <a:pt x="331757" y="196315"/>
                  </a:lnTo>
                  <a:lnTo>
                    <a:pt x="332600" y="191075"/>
                  </a:lnTo>
                  <a:lnTo>
                    <a:pt x="333275" y="185812"/>
                  </a:lnTo>
                  <a:lnTo>
                    <a:pt x="333783" y="180529"/>
                  </a:lnTo>
                  <a:lnTo>
                    <a:pt x="334123" y="175233"/>
                  </a:lnTo>
                  <a:lnTo>
                    <a:pt x="334295" y="169929"/>
                  </a:lnTo>
                  <a:lnTo>
                    <a:pt x="334299" y="164623"/>
                  </a:lnTo>
                  <a:lnTo>
                    <a:pt x="334134" y="159319"/>
                  </a:lnTo>
                  <a:lnTo>
                    <a:pt x="333801" y="154022"/>
                  </a:lnTo>
                  <a:lnTo>
                    <a:pt x="333299" y="148739"/>
                  </a:lnTo>
                  <a:lnTo>
                    <a:pt x="332631" y="143475"/>
                  </a:lnTo>
                  <a:lnTo>
                    <a:pt x="331795" y="138234"/>
                  </a:lnTo>
                  <a:lnTo>
                    <a:pt x="330794" y="133023"/>
                  </a:lnTo>
                  <a:lnTo>
                    <a:pt x="329628" y="127846"/>
                  </a:lnTo>
                  <a:lnTo>
                    <a:pt x="328298" y="122708"/>
                  </a:lnTo>
                  <a:lnTo>
                    <a:pt x="326805" y="117616"/>
                  </a:lnTo>
                  <a:lnTo>
                    <a:pt x="325152" y="112573"/>
                  </a:lnTo>
                  <a:lnTo>
                    <a:pt x="323340" y="107585"/>
                  </a:lnTo>
                  <a:lnTo>
                    <a:pt x="321370" y="102658"/>
                  </a:lnTo>
                  <a:lnTo>
                    <a:pt x="319245" y="97795"/>
                  </a:lnTo>
                  <a:lnTo>
                    <a:pt x="316966" y="93003"/>
                  </a:lnTo>
                  <a:lnTo>
                    <a:pt x="314536" y="88285"/>
                  </a:lnTo>
                  <a:lnTo>
                    <a:pt x="311958" y="83646"/>
                  </a:lnTo>
                  <a:lnTo>
                    <a:pt x="309234" y="79092"/>
                  </a:lnTo>
                  <a:lnTo>
                    <a:pt x="306367" y="74626"/>
                  </a:lnTo>
                  <a:lnTo>
                    <a:pt x="303360" y="70254"/>
                  </a:lnTo>
                  <a:lnTo>
                    <a:pt x="300215" y="65980"/>
                  </a:lnTo>
                  <a:lnTo>
                    <a:pt x="296936" y="61807"/>
                  </a:lnTo>
                  <a:lnTo>
                    <a:pt x="293526" y="57741"/>
                  </a:lnTo>
                  <a:lnTo>
                    <a:pt x="289989" y="53784"/>
                  </a:lnTo>
                  <a:lnTo>
                    <a:pt x="286329" y="49942"/>
                  </a:lnTo>
                  <a:lnTo>
                    <a:pt x="282548" y="46219"/>
                  </a:lnTo>
                  <a:lnTo>
                    <a:pt x="278651" y="42617"/>
                  </a:lnTo>
                  <a:lnTo>
                    <a:pt x="274641" y="39140"/>
                  </a:lnTo>
                  <a:lnTo>
                    <a:pt x="270523" y="35793"/>
                  </a:lnTo>
                  <a:lnTo>
                    <a:pt x="266301" y="32578"/>
                  </a:lnTo>
                  <a:lnTo>
                    <a:pt x="261979" y="29499"/>
                  </a:lnTo>
                  <a:lnTo>
                    <a:pt x="257562" y="26558"/>
                  </a:lnTo>
                  <a:lnTo>
                    <a:pt x="253053" y="23759"/>
                  </a:lnTo>
                  <a:lnTo>
                    <a:pt x="248458" y="21105"/>
                  </a:lnTo>
                  <a:lnTo>
                    <a:pt x="243781" y="18598"/>
                  </a:lnTo>
                  <a:lnTo>
                    <a:pt x="239026" y="16240"/>
                  </a:lnTo>
                  <a:lnTo>
                    <a:pt x="234200" y="14035"/>
                  </a:lnTo>
                  <a:lnTo>
                    <a:pt x="229305" y="11984"/>
                  </a:lnTo>
                  <a:lnTo>
                    <a:pt x="224348" y="10089"/>
                  </a:lnTo>
                  <a:lnTo>
                    <a:pt x="219334" y="8353"/>
                  </a:lnTo>
                  <a:lnTo>
                    <a:pt x="214266" y="6777"/>
                  </a:lnTo>
                  <a:lnTo>
                    <a:pt x="209152" y="5362"/>
                  </a:lnTo>
                  <a:lnTo>
                    <a:pt x="203995" y="4110"/>
                  </a:lnTo>
                  <a:lnTo>
                    <a:pt x="198800" y="3023"/>
                  </a:lnTo>
                  <a:lnTo>
                    <a:pt x="193574" y="2101"/>
                  </a:lnTo>
                  <a:lnTo>
                    <a:pt x="188322" y="1346"/>
                  </a:lnTo>
                  <a:lnTo>
                    <a:pt x="183048" y="757"/>
                  </a:lnTo>
                  <a:lnTo>
                    <a:pt x="177758" y="336"/>
                  </a:lnTo>
                  <a:lnTo>
                    <a:pt x="172457" y="84"/>
                  </a:lnTo>
                  <a:lnTo>
                    <a:pt x="167151" y="0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256082" y="4659281"/>
              <a:ext cx="334313" cy="334333"/>
            </a:xfrm>
            <a:custGeom>
              <a:avLst/>
              <a:pathLst>
                <a:path w="334313" h="334333">
                  <a:moveTo>
                    <a:pt x="167152" y="0"/>
                  </a:moveTo>
                  <a:lnTo>
                    <a:pt x="161856" y="83"/>
                  </a:lnTo>
                  <a:lnTo>
                    <a:pt x="156565" y="335"/>
                  </a:lnTo>
                  <a:lnTo>
                    <a:pt x="151285" y="754"/>
                  </a:lnTo>
                  <a:lnTo>
                    <a:pt x="146021" y="1340"/>
                  </a:lnTo>
                  <a:lnTo>
                    <a:pt x="140778" y="2093"/>
                  </a:lnTo>
                  <a:lnTo>
                    <a:pt x="135562" y="3011"/>
                  </a:lnTo>
                  <a:lnTo>
                    <a:pt x="130378" y="4095"/>
                  </a:lnTo>
                  <a:lnTo>
                    <a:pt x="125230" y="5341"/>
                  </a:lnTo>
                  <a:lnTo>
                    <a:pt x="120124" y="6751"/>
                  </a:lnTo>
                  <a:lnTo>
                    <a:pt x="115066" y="8321"/>
                  </a:lnTo>
                  <a:lnTo>
                    <a:pt x="110060" y="10051"/>
                  </a:lnTo>
                  <a:lnTo>
                    <a:pt x="105111" y="11938"/>
                  </a:lnTo>
                  <a:lnTo>
                    <a:pt x="100224" y="13982"/>
                  </a:lnTo>
                  <a:lnTo>
                    <a:pt x="95405" y="16179"/>
                  </a:lnTo>
                  <a:lnTo>
                    <a:pt x="90658" y="18528"/>
                  </a:lnTo>
                  <a:lnTo>
                    <a:pt x="85987" y="21026"/>
                  </a:lnTo>
                  <a:lnTo>
                    <a:pt x="81398" y="23670"/>
                  </a:lnTo>
                  <a:lnTo>
                    <a:pt x="76895" y="26459"/>
                  </a:lnTo>
                  <a:lnTo>
                    <a:pt x="72483" y="29389"/>
                  </a:lnTo>
                  <a:lnTo>
                    <a:pt x="68166" y="32457"/>
                  </a:lnTo>
                  <a:lnTo>
                    <a:pt x="63948" y="35661"/>
                  </a:lnTo>
                  <a:lnTo>
                    <a:pt x="59833" y="38996"/>
                  </a:lnTo>
                  <a:lnTo>
                    <a:pt x="55827" y="42461"/>
                  </a:lnTo>
                  <a:lnTo>
                    <a:pt x="51932" y="46050"/>
                  </a:lnTo>
                  <a:lnTo>
                    <a:pt x="48153" y="49761"/>
                  </a:lnTo>
                  <a:lnTo>
                    <a:pt x="44493" y="53590"/>
                  </a:lnTo>
                  <a:lnTo>
                    <a:pt x="40956" y="57533"/>
                  </a:lnTo>
                  <a:lnTo>
                    <a:pt x="37546" y="61586"/>
                  </a:lnTo>
                  <a:lnTo>
                    <a:pt x="34267" y="65745"/>
                  </a:lnTo>
                  <a:lnTo>
                    <a:pt x="31120" y="70005"/>
                  </a:lnTo>
                  <a:lnTo>
                    <a:pt x="28110" y="74364"/>
                  </a:lnTo>
                  <a:lnTo>
                    <a:pt x="25240" y="78815"/>
                  </a:lnTo>
                  <a:lnTo>
                    <a:pt x="22512" y="83355"/>
                  </a:lnTo>
                  <a:lnTo>
                    <a:pt x="19930" y="87979"/>
                  </a:lnTo>
                  <a:lnTo>
                    <a:pt x="17495" y="92683"/>
                  </a:lnTo>
                  <a:lnTo>
                    <a:pt x="15211" y="97462"/>
                  </a:lnTo>
                  <a:lnTo>
                    <a:pt x="13079" y="102310"/>
                  </a:lnTo>
                  <a:lnTo>
                    <a:pt x="11101" y="107224"/>
                  </a:lnTo>
                  <a:lnTo>
                    <a:pt x="9281" y="112198"/>
                  </a:lnTo>
                  <a:lnTo>
                    <a:pt x="7618" y="117227"/>
                  </a:lnTo>
                  <a:lnTo>
                    <a:pt x="6116" y="122306"/>
                  </a:lnTo>
                  <a:lnTo>
                    <a:pt x="4776" y="127430"/>
                  </a:lnTo>
                  <a:lnTo>
                    <a:pt x="3599" y="132594"/>
                  </a:lnTo>
                  <a:lnTo>
                    <a:pt x="2585" y="137793"/>
                  </a:lnTo>
                  <a:lnTo>
                    <a:pt x="1737" y="143021"/>
                  </a:lnTo>
                  <a:lnTo>
                    <a:pt x="1055" y="148273"/>
                  </a:lnTo>
                  <a:lnTo>
                    <a:pt x="540" y="153545"/>
                  </a:lnTo>
                  <a:lnTo>
                    <a:pt x="192" y="158830"/>
                  </a:lnTo>
                  <a:lnTo>
                    <a:pt x="12" y="164123"/>
                  </a:lnTo>
                  <a:lnTo>
                    <a:pt x="0" y="169420"/>
                  </a:lnTo>
                  <a:lnTo>
                    <a:pt x="155" y="174714"/>
                  </a:lnTo>
                  <a:lnTo>
                    <a:pt x="478" y="180001"/>
                  </a:lnTo>
                  <a:lnTo>
                    <a:pt x="968" y="185275"/>
                  </a:lnTo>
                  <a:lnTo>
                    <a:pt x="1625" y="190530"/>
                  </a:lnTo>
                  <a:lnTo>
                    <a:pt x="2448" y="195763"/>
                  </a:lnTo>
                  <a:lnTo>
                    <a:pt x="3437" y="200966"/>
                  </a:lnTo>
                  <a:lnTo>
                    <a:pt x="4590" y="206136"/>
                  </a:lnTo>
                  <a:lnTo>
                    <a:pt x="5906" y="211266"/>
                  </a:lnTo>
                  <a:lnTo>
                    <a:pt x="7384" y="216352"/>
                  </a:lnTo>
                  <a:lnTo>
                    <a:pt x="9022" y="221389"/>
                  </a:lnTo>
                  <a:lnTo>
                    <a:pt x="10819" y="226371"/>
                  </a:lnTo>
                  <a:lnTo>
                    <a:pt x="12774" y="231294"/>
                  </a:lnTo>
                  <a:lnTo>
                    <a:pt x="14883" y="236153"/>
                  </a:lnTo>
                  <a:lnTo>
                    <a:pt x="17145" y="240942"/>
                  </a:lnTo>
                  <a:lnTo>
                    <a:pt x="19557" y="245657"/>
                  </a:lnTo>
                  <a:lnTo>
                    <a:pt x="22118" y="250294"/>
                  </a:lnTo>
                  <a:lnTo>
                    <a:pt x="24824" y="254847"/>
                  </a:lnTo>
                  <a:lnTo>
                    <a:pt x="27673" y="259312"/>
                  </a:lnTo>
                  <a:lnTo>
                    <a:pt x="30662" y="263684"/>
                  </a:lnTo>
                  <a:lnTo>
                    <a:pt x="33788" y="267960"/>
                  </a:lnTo>
                  <a:lnTo>
                    <a:pt x="37049" y="272134"/>
                  </a:lnTo>
                  <a:lnTo>
                    <a:pt x="40439" y="276203"/>
                  </a:lnTo>
                  <a:lnTo>
                    <a:pt x="43957" y="280163"/>
                  </a:lnTo>
                  <a:lnTo>
                    <a:pt x="47599" y="284009"/>
                  </a:lnTo>
                  <a:lnTo>
                    <a:pt x="51360" y="287738"/>
                  </a:lnTo>
                  <a:lnTo>
                    <a:pt x="55238" y="291345"/>
                  </a:lnTo>
                  <a:lnTo>
                    <a:pt x="59228" y="294828"/>
                  </a:lnTo>
                  <a:lnTo>
                    <a:pt x="63327" y="298183"/>
                  </a:lnTo>
                  <a:lnTo>
                    <a:pt x="67530" y="301407"/>
                  </a:lnTo>
                  <a:lnTo>
                    <a:pt x="71832" y="304496"/>
                  </a:lnTo>
                  <a:lnTo>
                    <a:pt x="76231" y="307446"/>
                  </a:lnTo>
                  <a:lnTo>
                    <a:pt x="80720" y="310256"/>
                  </a:lnTo>
                  <a:lnTo>
                    <a:pt x="85297" y="312923"/>
                  </a:lnTo>
                  <a:lnTo>
                    <a:pt x="89956" y="315443"/>
                  </a:lnTo>
                  <a:lnTo>
                    <a:pt x="94692" y="317814"/>
                  </a:lnTo>
                  <a:lnTo>
                    <a:pt x="99501" y="320034"/>
                  </a:lnTo>
                  <a:lnTo>
                    <a:pt x="104377" y="322100"/>
                  </a:lnTo>
                  <a:lnTo>
                    <a:pt x="109317" y="324011"/>
                  </a:lnTo>
                  <a:lnTo>
                    <a:pt x="114315" y="325765"/>
                  </a:lnTo>
                  <a:lnTo>
                    <a:pt x="119366" y="327359"/>
                  </a:lnTo>
                  <a:lnTo>
                    <a:pt x="124465" y="328792"/>
                  </a:lnTo>
                  <a:lnTo>
                    <a:pt x="129607" y="330064"/>
                  </a:lnTo>
                  <a:lnTo>
                    <a:pt x="134786" y="331171"/>
                  </a:lnTo>
                  <a:lnTo>
                    <a:pt x="139998" y="332114"/>
                  </a:lnTo>
                  <a:lnTo>
                    <a:pt x="145237" y="332892"/>
                  </a:lnTo>
                  <a:lnTo>
                    <a:pt x="150498" y="333503"/>
                  </a:lnTo>
                  <a:lnTo>
                    <a:pt x="155776" y="333947"/>
                  </a:lnTo>
                  <a:lnTo>
                    <a:pt x="161066" y="334224"/>
                  </a:lnTo>
                  <a:lnTo>
                    <a:pt x="166361" y="334333"/>
                  </a:lnTo>
                  <a:lnTo>
                    <a:pt x="171657" y="334274"/>
                  </a:lnTo>
                  <a:lnTo>
                    <a:pt x="176949" y="334047"/>
                  </a:lnTo>
                  <a:lnTo>
                    <a:pt x="182231" y="333653"/>
                  </a:lnTo>
                  <a:lnTo>
                    <a:pt x="187498" y="333092"/>
                  </a:lnTo>
                  <a:lnTo>
                    <a:pt x="192744" y="332364"/>
                  </a:lnTo>
                  <a:lnTo>
                    <a:pt x="197965" y="331470"/>
                  </a:lnTo>
                  <a:lnTo>
                    <a:pt x="203154" y="330411"/>
                  </a:lnTo>
                  <a:lnTo>
                    <a:pt x="208308" y="329189"/>
                  </a:lnTo>
                  <a:lnTo>
                    <a:pt x="213420" y="327804"/>
                  </a:lnTo>
                  <a:lnTo>
                    <a:pt x="218486" y="326257"/>
                  </a:lnTo>
                  <a:lnTo>
                    <a:pt x="223500" y="324551"/>
                  </a:lnTo>
                  <a:lnTo>
                    <a:pt x="228458" y="322687"/>
                  </a:lnTo>
                  <a:lnTo>
                    <a:pt x="233354" y="320667"/>
                  </a:lnTo>
                  <a:lnTo>
                    <a:pt x="238184" y="318493"/>
                  </a:lnTo>
                  <a:lnTo>
                    <a:pt x="242942" y="316166"/>
                  </a:lnTo>
                  <a:lnTo>
                    <a:pt x="247624" y="313690"/>
                  </a:lnTo>
                  <a:lnTo>
                    <a:pt x="252226" y="311067"/>
                  </a:lnTo>
                  <a:lnTo>
                    <a:pt x="256742" y="308300"/>
                  </a:lnTo>
                  <a:lnTo>
                    <a:pt x="261168" y="305391"/>
                  </a:lnTo>
                  <a:lnTo>
                    <a:pt x="265500" y="302343"/>
                  </a:lnTo>
                  <a:lnTo>
                    <a:pt x="269733" y="299160"/>
                  </a:lnTo>
                  <a:lnTo>
                    <a:pt x="273863" y="295844"/>
                  </a:lnTo>
                  <a:lnTo>
                    <a:pt x="277886" y="292398"/>
                  </a:lnTo>
                  <a:lnTo>
                    <a:pt x="281798" y="288827"/>
                  </a:lnTo>
                  <a:lnTo>
                    <a:pt x="285594" y="285134"/>
                  </a:lnTo>
                  <a:lnTo>
                    <a:pt x="289272" y="281323"/>
                  </a:lnTo>
                  <a:lnTo>
                    <a:pt x="292827" y="277397"/>
                  </a:lnTo>
                  <a:lnTo>
                    <a:pt x="296256" y="273360"/>
                  </a:lnTo>
                  <a:lnTo>
                    <a:pt x="299556" y="269217"/>
                  </a:lnTo>
                  <a:lnTo>
                    <a:pt x="302722" y="264971"/>
                  </a:lnTo>
                  <a:lnTo>
                    <a:pt x="305753" y="260627"/>
                  </a:lnTo>
                  <a:lnTo>
                    <a:pt x="308644" y="256189"/>
                  </a:lnTo>
                  <a:lnTo>
                    <a:pt x="311393" y="251662"/>
                  </a:lnTo>
                  <a:lnTo>
                    <a:pt x="313997" y="247050"/>
                  </a:lnTo>
                  <a:lnTo>
                    <a:pt x="316454" y="242358"/>
                  </a:lnTo>
                  <a:lnTo>
                    <a:pt x="318762" y="237590"/>
                  </a:lnTo>
                  <a:lnTo>
                    <a:pt x="320917" y="232752"/>
                  </a:lnTo>
                  <a:lnTo>
                    <a:pt x="322917" y="227847"/>
                  </a:lnTo>
                  <a:lnTo>
                    <a:pt x="324761" y="222882"/>
                  </a:lnTo>
                  <a:lnTo>
                    <a:pt x="326447" y="217861"/>
                  </a:lnTo>
                  <a:lnTo>
                    <a:pt x="327973" y="212789"/>
                  </a:lnTo>
                  <a:lnTo>
                    <a:pt x="329338" y="207672"/>
                  </a:lnTo>
                  <a:lnTo>
                    <a:pt x="330540" y="202513"/>
                  </a:lnTo>
                  <a:lnTo>
                    <a:pt x="331577" y="197319"/>
                  </a:lnTo>
                  <a:lnTo>
                    <a:pt x="332450" y="192095"/>
                  </a:lnTo>
                  <a:lnTo>
                    <a:pt x="333157" y="186846"/>
                  </a:lnTo>
                  <a:lnTo>
                    <a:pt x="333697" y="181577"/>
                  </a:lnTo>
                  <a:lnTo>
                    <a:pt x="334070" y="176294"/>
                  </a:lnTo>
                  <a:lnTo>
                    <a:pt x="334275" y="171001"/>
                  </a:lnTo>
                  <a:lnTo>
                    <a:pt x="334313" y="165705"/>
                  </a:lnTo>
                  <a:lnTo>
                    <a:pt x="334183" y="160410"/>
                  </a:lnTo>
                  <a:lnTo>
                    <a:pt x="333885" y="155121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814403"/>
              <a:ext cx="166732" cy="12045"/>
            </a:xfrm>
            <a:custGeom>
              <a:avLst/>
              <a:pathLst>
                <a:path w="166732" h="12045">
                  <a:moveTo>
                    <a:pt x="166732" y="0"/>
                  </a:moveTo>
                  <a:lnTo>
                    <a:pt x="0" y="1204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814403"/>
              <a:ext cx="166732" cy="12045"/>
            </a:xfrm>
            <a:custGeom>
              <a:avLst/>
              <a:pathLst>
                <a:path w="166732" h="12045">
                  <a:moveTo>
                    <a:pt x="166732" y="0"/>
                  </a:moveTo>
                  <a:lnTo>
                    <a:pt x="0" y="1204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745082"/>
              <a:ext cx="166732" cy="81367"/>
            </a:xfrm>
            <a:custGeom>
              <a:avLst/>
              <a:pathLst>
                <a:path w="166732" h="81367">
                  <a:moveTo>
                    <a:pt x="166732" y="69321"/>
                  </a:moveTo>
                  <a:lnTo>
                    <a:pt x="166184" y="63269"/>
                  </a:lnTo>
                  <a:lnTo>
                    <a:pt x="165417" y="57241"/>
                  </a:lnTo>
                  <a:lnTo>
                    <a:pt x="164431" y="51245"/>
                  </a:lnTo>
                  <a:lnTo>
                    <a:pt x="163227" y="45289"/>
                  </a:lnTo>
                  <a:lnTo>
                    <a:pt x="161808" y="39380"/>
                  </a:lnTo>
                  <a:lnTo>
                    <a:pt x="160175" y="33527"/>
                  </a:lnTo>
                  <a:lnTo>
                    <a:pt x="158331" y="27737"/>
                  </a:lnTo>
                  <a:lnTo>
                    <a:pt x="156277" y="22018"/>
                  </a:lnTo>
                  <a:lnTo>
                    <a:pt x="154017" y="16377"/>
                  </a:lnTo>
                  <a:lnTo>
                    <a:pt x="151553" y="10822"/>
                  </a:lnTo>
                  <a:lnTo>
                    <a:pt x="148889" y="5361"/>
                  </a:lnTo>
                  <a:lnTo>
                    <a:pt x="146028" y="0"/>
                  </a:lnTo>
                  <a:lnTo>
                    <a:pt x="0" y="813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146028" cy="167167"/>
            </a:xfrm>
            <a:custGeom>
              <a:avLst/>
              <a:pathLst>
                <a:path w="146028" h="167167">
                  <a:moveTo>
                    <a:pt x="146028" y="85800"/>
                  </a:moveTo>
                  <a:lnTo>
                    <a:pt x="143247" y="80997"/>
                  </a:lnTo>
                  <a:lnTo>
                    <a:pt x="140307" y="76290"/>
                  </a:lnTo>
                  <a:lnTo>
                    <a:pt x="137213" y="71682"/>
                  </a:lnTo>
                  <a:lnTo>
                    <a:pt x="133968" y="67180"/>
                  </a:lnTo>
                  <a:lnTo>
                    <a:pt x="130575" y="62788"/>
                  </a:lnTo>
                  <a:lnTo>
                    <a:pt x="127038" y="58511"/>
                  </a:lnTo>
                  <a:lnTo>
                    <a:pt x="123361" y="54354"/>
                  </a:lnTo>
                  <a:lnTo>
                    <a:pt x="119548" y="50321"/>
                  </a:lnTo>
                  <a:lnTo>
                    <a:pt x="115604" y="46417"/>
                  </a:lnTo>
                  <a:lnTo>
                    <a:pt x="111532" y="42646"/>
                  </a:lnTo>
                  <a:lnTo>
                    <a:pt x="107337" y="39012"/>
                  </a:lnTo>
                  <a:lnTo>
                    <a:pt x="103024" y="35520"/>
                  </a:lnTo>
                  <a:lnTo>
                    <a:pt x="98597" y="32172"/>
                  </a:lnTo>
                  <a:lnTo>
                    <a:pt x="94061" y="28974"/>
                  </a:lnTo>
                  <a:lnTo>
                    <a:pt x="89422" y="25928"/>
                  </a:lnTo>
                  <a:lnTo>
                    <a:pt x="84684" y="23037"/>
                  </a:lnTo>
                  <a:lnTo>
                    <a:pt x="79853" y="20305"/>
                  </a:lnTo>
                  <a:lnTo>
                    <a:pt x="74934" y="17735"/>
                  </a:lnTo>
                  <a:lnTo>
                    <a:pt x="69932" y="15330"/>
                  </a:lnTo>
                  <a:lnTo>
                    <a:pt x="64854" y="13093"/>
                  </a:lnTo>
                  <a:lnTo>
                    <a:pt x="59703" y="11025"/>
                  </a:lnTo>
                  <a:lnTo>
                    <a:pt x="54487" y="9129"/>
                  </a:lnTo>
                  <a:lnTo>
                    <a:pt x="49211" y="7407"/>
                  </a:lnTo>
                  <a:lnTo>
                    <a:pt x="43881" y="5862"/>
                  </a:lnTo>
                  <a:lnTo>
                    <a:pt x="38502" y="4494"/>
                  </a:lnTo>
                  <a:lnTo>
                    <a:pt x="33081" y="3305"/>
                  </a:lnTo>
                  <a:lnTo>
                    <a:pt x="27623" y="2298"/>
                  </a:lnTo>
                  <a:lnTo>
                    <a:pt x="22135" y="1472"/>
                  </a:lnTo>
                  <a:lnTo>
                    <a:pt x="16623" y="828"/>
                  </a:lnTo>
                  <a:lnTo>
                    <a:pt x="11092" y="368"/>
                  </a:lnTo>
                  <a:lnTo>
                    <a:pt x="5549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561309" y="4213821"/>
              <a:ext cx="167162" cy="278206"/>
            </a:xfrm>
            <a:custGeom>
              <a:avLst/>
              <a:pathLst>
                <a:path w="167162" h="278206">
                  <a:moveTo>
                    <a:pt x="167162" y="0"/>
                  </a:moveTo>
                  <a:lnTo>
                    <a:pt x="161830" y="85"/>
                  </a:lnTo>
                  <a:lnTo>
                    <a:pt x="156502" y="340"/>
                  </a:lnTo>
                  <a:lnTo>
                    <a:pt x="151186" y="765"/>
                  </a:lnTo>
                  <a:lnTo>
                    <a:pt x="145885" y="1359"/>
                  </a:lnTo>
                  <a:lnTo>
                    <a:pt x="140607" y="2122"/>
                  </a:lnTo>
                  <a:lnTo>
                    <a:pt x="135355" y="3053"/>
                  </a:lnTo>
                  <a:lnTo>
                    <a:pt x="130136" y="4152"/>
                  </a:lnTo>
                  <a:lnTo>
                    <a:pt x="124954" y="5416"/>
                  </a:lnTo>
                  <a:lnTo>
                    <a:pt x="119816" y="6845"/>
                  </a:lnTo>
                  <a:lnTo>
                    <a:pt x="114726" y="8437"/>
                  </a:lnTo>
                  <a:lnTo>
                    <a:pt x="109689" y="10190"/>
                  </a:lnTo>
                  <a:lnTo>
                    <a:pt x="104710" y="12104"/>
                  </a:lnTo>
                  <a:lnTo>
                    <a:pt x="99795" y="14175"/>
                  </a:lnTo>
                  <a:lnTo>
                    <a:pt x="94949" y="16402"/>
                  </a:lnTo>
                  <a:lnTo>
                    <a:pt x="90176" y="18782"/>
                  </a:lnTo>
                  <a:lnTo>
                    <a:pt x="85482" y="21314"/>
                  </a:lnTo>
                  <a:lnTo>
                    <a:pt x="80870" y="23994"/>
                  </a:lnTo>
                  <a:lnTo>
                    <a:pt x="76347" y="26819"/>
                  </a:lnTo>
                  <a:lnTo>
                    <a:pt x="71916" y="29788"/>
                  </a:lnTo>
                  <a:lnTo>
                    <a:pt x="67582" y="32896"/>
                  </a:lnTo>
                  <a:lnTo>
                    <a:pt x="63349" y="36141"/>
                  </a:lnTo>
                  <a:lnTo>
                    <a:pt x="59222" y="39520"/>
                  </a:lnTo>
                  <a:lnTo>
                    <a:pt x="55205" y="43028"/>
                  </a:lnTo>
                  <a:lnTo>
                    <a:pt x="51302" y="46663"/>
                  </a:lnTo>
                  <a:lnTo>
                    <a:pt x="47516" y="50420"/>
                  </a:lnTo>
                  <a:lnTo>
                    <a:pt x="43853" y="54297"/>
                  </a:lnTo>
                  <a:lnTo>
                    <a:pt x="40315" y="58288"/>
                  </a:lnTo>
                  <a:lnTo>
                    <a:pt x="36906" y="62390"/>
                  </a:lnTo>
                  <a:lnTo>
                    <a:pt x="33630" y="66598"/>
                  </a:lnTo>
                  <a:lnTo>
                    <a:pt x="30490" y="70909"/>
                  </a:lnTo>
                  <a:lnTo>
                    <a:pt x="27489" y="75318"/>
                  </a:lnTo>
                  <a:lnTo>
                    <a:pt x="24630" y="79821"/>
                  </a:lnTo>
                  <a:lnTo>
                    <a:pt x="21916" y="84412"/>
                  </a:lnTo>
                  <a:lnTo>
                    <a:pt x="19350" y="89088"/>
                  </a:lnTo>
                  <a:lnTo>
                    <a:pt x="16934" y="93843"/>
                  </a:lnTo>
                  <a:lnTo>
                    <a:pt x="14671" y="98673"/>
                  </a:lnTo>
                  <a:lnTo>
                    <a:pt x="12564" y="103572"/>
                  </a:lnTo>
                  <a:lnTo>
                    <a:pt x="10614" y="108536"/>
                  </a:lnTo>
                  <a:lnTo>
                    <a:pt x="8823" y="113560"/>
                  </a:lnTo>
                  <a:lnTo>
                    <a:pt x="7194" y="118639"/>
                  </a:lnTo>
                  <a:lnTo>
                    <a:pt x="5727" y="123767"/>
                  </a:lnTo>
                  <a:lnTo>
                    <a:pt x="4425" y="128939"/>
                  </a:lnTo>
                  <a:lnTo>
                    <a:pt x="3288" y="134150"/>
                  </a:lnTo>
                  <a:lnTo>
                    <a:pt x="2318" y="139394"/>
                  </a:lnTo>
                  <a:lnTo>
                    <a:pt x="1516" y="144667"/>
                  </a:lnTo>
                  <a:lnTo>
                    <a:pt x="883" y="149963"/>
                  </a:lnTo>
                  <a:lnTo>
                    <a:pt x="418" y="155276"/>
                  </a:lnTo>
                  <a:lnTo>
                    <a:pt x="124" y="160602"/>
                  </a:lnTo>
                  <a:lnTo>
                    <a:pt x="0" y="165934"/>
                  </a:lnTo>
                  <a:lnTo>
                    <a:pt x="45" y="171267"/>
                  </a:lnTo>
                  <a:lnTo>
                    <a:pt x="261" y="176596"/>
                  </a:lnTo>
                  <a:lnTo>
                    <a:pt x="647" y="181916"/>
                  </a:lnTo>
                  <a:lnTo>
                    <a:pt x="1202" y="187220"/>
                  </a:lnTo>
                  <a:lnTo>
                    <a:pt x="1926" y="192504"/>
                  </a:lnTo>
                  <a:lnTo>
                    <a:pt x="2819" y="197762"/>
                  </a:lnTo>
                  <a:lnTo>
                    <a:pt x="3878" y="202990"/>
                  </a:lnTo>
                  <a:lnTo>
                    <a:pt x="5104" y="208180"/>
                  </a:lnTo>
                  <a:lnTo>
                    <a:pt x="6495" y="213329"/>
                  </a:lnTo>
                  <a:lnTo>
                    <a:pt x="8049" y="218431"/>
                  </a:lnTo>
                  <a:lnTo>
                    <a:pt x="9766" y="223481"/>
                  </a:lnTo>
                  <a:lnTo>
                    <a:pt x="11642" y="228474"/>
                  </a:lnTo>
                  <a:lnTo>
                    <a:pt x="13677" y="233404"/>
                  </a:lnTo>
                  <a:lnTo>
                    <a:pt x="15868" y="238266"/>
                  </a:lnTo>
                  <a:lnTo>
                    <a:pt x="18214" y="243056"/>
                  </a:lnTo>
                  <a:lnTo>
                    <a:pt x="20710" y="247769"/>
                  </a:lnTo>
                  <a:lnTo>
                    <a:pt x="23356" y="252400"/>
                  </a:lnTo>
                  <a:lnTo>
                    <a:pt x="26148" y="256945"/>
                  </a:lnTo>
                  <a:lnTo>
                    <a:pt x="29084" y="261397"/>
                  </a:lnTo>
                  <a:lnTo>
                    <a:pt x="32161" y="265754"/>
                  </a:lnTo>
                  <a:lnTo>
                    <a:pt x="35374" y="270011"/>
                  </a:lnTo>
                  <a:lnTo>
                    <a:pt x="38722" y="274163"/>
                  </a:lnTo>
                  <a:lnTo>
                    <a:pt x="42201" y="278206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603510" y="4380988"/>
              <a:ext cx="124961" cy="111038"/>
            </a:xfrm>
            <a:custGeom>
              <a:avLst/>
              <a:pathLst>
                <a:path w="124961" h="111038">
                  <a:moveTo>
                    <a:pt x="0" y="111038"/>
                  </a:moveTo>
                  <a:lnTo>
                    <a:pt x="12496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603510" y="4380988"/>
              <a:ext cx="124961" cy="135792"/>
            </a:xfrm>
            <a:custGeom>
              <a:avLst/>
              <a:pathLst>
                <a:path w="124961" h="135792">
                  <a:moveTo>
                    <a:pt x="0" y="111038"/>
                  </a:moveTo>
                  <a:lnTo>
                    <a:pt x="4185" y="115577"/>
                  </a:lnTo>
                  <a:lnTo>
                    <a:pt x="8536" y="119959"/>
                  </a:lnTo>
                  <a:lnTo>
                    <a:pt x="13046" y="124177"/>
                  </a:lnTo>
                  <a:lnTo>
                    <a:pt x="17708" y="128225"/>
                  </a:lnTo>
                  <a:lnTo>
                    <a:pt x="22517" y="132099"/>
                  </a:lnTo>
                  <a:lnTo>
                    <a:pt x="27465" y="135792"/>
                  </a:lnTo>
                  <a:lnTo>
                    <a:pt x="12496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630976" y="4213821"/>
              <a:ext cx="264658" cy="334315"/>
            </a:xfrm>
            <a:custGeom>
              <a:avLst/>
              <a:pathLst>
                <a:path w="264658" h="334315">
                  <a:moveTo>
                    <a:pt x="0" y="302959"/>
                  </a:moveTo>
                  <a:lnTo>
                    <a:pt x="4380" y="306000"/>
                  </a:lnTo>
                  <a:lnTo>
                    <a:pt x="8856" y="308899"/>
                  </a:lnTo>
                  <a:lnTo>
                    <a:pt x="13421" y="311654"/>
                  </a:lnTo>
                  <a:lnTo>
                    <a:pt x="18073" y="314262"/>
                  </a:lnTo>
                  <a:lnTo>
                    <a:pt x="22805" y="316721"/>
                  </a:lnTo>
                  <a:lnTo>
                    <a:pt x="27613" y="319027"/>
                  </a:lnTo>
                  <a:lnTo>
                    <a:pt x="32492" y="321178"/>
                  </a:lnTo>
                  <a:lnTo>
                    <a:pt x="37437" y="323173"/>
                  </a:lnTo>
                  <a:lnTo>
                    <a:pt x="42444" y="325010"/>
                  </a:lnTo>
                  <a:lnTo>
                    <a:pt x="47506" y="326685"/>
                  </a:lnTo>
                  <a:lnTo>
                    <a:pt x="52619" y="328198"/>
                  </a:lnTo>
                  <a:lnTo>
                    <a:pt x="57778" y="329548"/>
                  </a:lnTo>
                  <a:lnTo>
                    <a:pt x="62978" y="330732"/>
                  </a:lnTo>
                  <a:lnTo>
                    <a:pt x="68212" y="331750"/>
                  </a:lnTo>
                  <a:lnTo>
                    <a:pt x="73477" y="332600"/>
                  </a:lnTo>
                  <a:lnTo>
                    <a:pt x="78765" y="333282"/>
                  </a:lnTo>
                  <a:lnTo>
                    <a:pt x="84073" y="333795"/>
                  </a:lnTo>
                  <a:lnTo>
                    <a:pt x="89395" y="334138"/>
                  </a:lnTo>
                  <a:lnTo>
                    <a:pt x="94724" y="334311"/>
                  </a:lnTo>
                  <a:lnTo>
                    <a:pt x="100057" y="334315"/>
                  </a:lnTo>
                  <a:lnTo>
                    <a:pt x="105387" y="334148"/>
                  </a:lnTo>
                  <a:lnTo>
                    <a:pt x="110709" y="333811"/>
                  </a:lnTo>
                  <a:lnTo>
                    <a:pt x="116017" y="333305"/>
                  </a:lnTo>
                  <a:lnTo>
                    <a:pt x="121307" y="332630"/>
                  </a:lnTo>
                  <a:lnTo>
                    <a:pt x="126572" y="331786"/>
                  </a:lnTo>
                  <a:lnTo>
                    <a:pt x="131808" y="330775"/>
                  </a:lnTo>
                  <a:lnTo>
                    <a:pt x="137009" y="329597"/>
                  </a:lnTo>
                  <a:lnTo>
                    <a:pt x="142169" y="328254"/>
                  </a:lnTo>
                  <a:lnTo>
                    <a:pt x="147285" y="326748"/>
                  </a:lnTo>
                  <a:lnTo>
                    <a:pt x="152349" y="325078"/>
                  </a:lnTo>
                  <a:lnTo>
                    <a:pt x="157358" y="323248"/>
                  </a:lnTo>
                  <a:lnTo>
                    <a:pt x="162306" y="321260"/>
                  </a:lnTo>
                  <a:lnTo>
                    <a:pt x="167188" y="319114"/>
                  </a:lnTo>
                  <a:lnTo>
                    <a:pt x="171998" y="316814"/>
                  </a:lnTo>
                  <a:lnTo>
                    <a:pt x="176734" y="314361"/>
                  </a:lnTo>
                  <a:lnTo>
                    <a:pt x="181388" y="311759"/>
                  </a:lnTo>
                  <a:lnTo>
                    <a:pt x="185957" y="309010"/>
                  </a:lnTo>
                  <a:lnTo>
                    <a:pt x="190436" y="306116"/>
                  </a:lnTo>
                  <a:lnTo>
                    <a:pt x="194821" y="303081"/>
                  </a:lnTo>
                  <a:lnTo>
                    <a:pt x="199106" y="299908"/>
                  </a:lnTo>
                  <a:lnTo>
                    <a:pt x="203289" y="296599"/>
                  </a:lnTo>
                  <a:lnTo>
                    <a:pt x="207363" y="293159"/>
                  </a:lnTo>
                  <a:lnTo>
                    <a:pt x="211326" y="289591"/>
                  </a:lnTo>
                  <a:lnTo>
                    <a:pt x="215172" y="285898"/>
                  </a:lnTo>
                  <a:lnTo>
                    <a:pt x="218900" y="282084"/>
                  </a:lnTo>
                  <a:lnTo>
                    <a:pt x="222503" y="278153"/>
                  </a:lnTo>
                  <a:lnTo>
                    <a:pt x="225979" y="274110"/>
                  </a:lnTo>
                  <a:lnTo>
                    <a:pt x="229325" y="269957"/>
                  </a:lnTo>
                  <a:lnTo>
                    <a:pt x="232536" y="265700"/>
                  </a:lnTo>
                  <a:lnTo>
                    <a:pt x="235611" y="261343"/>
                  </a:lnTo>
                  <a:lnTo>
                    <a:pt x="238544" y="256890"/>
                  </a:lnTo>
                  <a:lnTo>
                    <a:pt x="241334" y="252345"/>
                  </a:lnTo>
                  <a:lnTo>
                    <a:pt x="243978" y="247714"/>
                  </a:lnTo>
                  <a:lnTo>
                    <a:pt x="246472" y="243001"/>
                  </a:lnTo>
                  <a:lnTo>
                    <a:pt x="248815" y="238211"/>
                  </a:lnTo>
                  <a:lnTo>
                    <a:pt x="251004" y="233348"/>
                  </a:lnTo>
                  <a:lnTo>
                    <a:pt x="253037" y="228419"/>
                  </a:lnTo>
                  <a:lnTo>
                    <a:pt x="254911" y="223426"/>
                  </a:lnTo>
                  <a:lnTo>
                    <a:pt x="256626" y="218377"/>
                  </a:lnTo>
                  <a:lnTo>
                    <a:pt x="258178" y="213275"/>
                  </a:lnTo>
                  <a:lnTo>
                    <a:pt x="259567" y="208127"/>
                  </a:lnTo>
                  <a:lnTo>
                    <a:pt x="260791" y="202937"/>
                  </a:lnTo>
                  <a:lnTo>
                    <a:pt x="261849" y="197710"/>
                  </a:lnTo>
                  <a:lnTo>
                    <a:pt x="262739" y="192452"/>
                  </a:lnTo>
                  <a:lnTo>
                    <a:pt x="263462" y="187169"/>
                  </a:lnTo>
                  <a:lnTo>
                    <a:pt x="264015" y="181865"/>
                  </a:lnTo>
                  <a:lnTo>
                    <a:pt x="264399" y="176547"/>
                  </a:lnTo>
                  <a:lnTo>
                    <a:pt x="264614" y="171218"/>
                  </a:lnTo>
                  <a:lnTo>
                    <a:pt x="264658" y="165886"/>
                  </a:lnTo>
                  <a:lnTo>
                    <a:pt x="264532" y="160555"/>
                  </a:lnTo>
                  <a:lnTo>
                    <a:pt x="264236" y="155231"/>
                  </a:lnTo>
                  <a:lnTo>
                    <a:pt x="263770" y="149919"/>
                  </a:lnTo>
                  <a:lnTo>
                    <a:pt x="263136" y="144624"/>
                  </a:lnTo>
                  <a:lnTo>
                    <a:pt x="262332" y="139352"/>
                  </a:lnTo>
                  <a:lnTo>
                    <a:pt x="261361" y="134109"/>
                  </a:lnTo>
                  <a:lnTo>
                    <a:pt x="260224" y="128899"/>
                  </a:lnTo>
                  <a:lnTo>
                    <a:pt x="258920" y="123728"/>
                  </a:lnTo>
                  <a:lnTo>
                    <a:pt x="257453" y="118602"/>
                  </a:lnTo>
                  <a:lnTo>
                    <a:pt x="255822" y="113525"/>
                  </a:lnTo>
                  <a:lnTo>
                    <a:pt x="254031" y="108502"/>
                  </a:lnTo>
                  <a:lnTo>
                    <a:pt x="252080" y="103539"/>
                  </a:lnTo>
                  <a:lnTo>
                    <a:pt x="249972" y="98641"/>
                  </a:lnTo>
                  <a:lnTo>
                    <a:pt x="247709" y="93813"/>
                  </a:lnTo>
                  <a:lnTo>
                    <a:pt x="245293" y="89059"/>
                  </a:lnTo>
                  <a:lnTo>
                    <a:pt x="242726" y="84384"/>
                  </a:lnTo>
                  <a:lnTo>
                    <a:pt x="240012" y="79794"/>
                  </a:lnTo>
                  <a:lnTo>
                    <a:pt x="237153" y="75293"/>
                  </a:lnTo>
                  <a:lnTo>
                    <a:pt x="234151" y="70886"/>
                  </a:lnTo>
                  <a:lnTo>
                    <a:pt x="231011" y="66576"/>
                  </a:lnTo>
                  <a:lnTo>
                    <a:pt x="227734" y="62369"/>
                  </a:lnTo>
                  <a:lnTo>
                    <a:pt x="224326" y="58268"/>
                  </a:lnTo>
                  <a:lnTo>
                    <a:pt x="220788" y="54278"/>
                  </a:lnTo>
                  <a:lnTo>
                    <a:pt x="217124" y="50403"/>
                  </a:lnTo>
                  <a:lnTo>
                    <a:pt x="213339" y="46647"/>
                  </a:lnTo>
                  <a:lnTo>
                    <a:pt x="209436" y="43013"/>
                  </a:lnTo>
                  <a:lnTo>
                    <a:pt x="205419" y="39506"/>
                  </a:lnTo>
                  <a:lnTo>
                    <a:pt x="201293" y="36129"/>
                  </a:lnTo>
                  <a:lnTo>
                    <a:pt x="197060" y="32885"/>
                  </a:lnTo>
                  <a:lnTo>
                    <a:pt x="192727" y="29777"/>
                  </a:lnTo>
                  <a:lnTo>
                    <a:pt x="188296" y="26810"/>
                  </a:lnTo>
                  <a:lnTo>
                    <a:pt x="183773" y="23985"/>
                  </a:lnTo>
                  <a:lnTo>
                    <a:pt x="179163" y="21306"/>
                  </a:lnTo>
                  <a:lnTo>
                    <a:pt x="174469" y="18775"/>
                  </a:lnTo>
                  <a:lnTo>
                    <a:pt x="169697" y="16396"/>
                  </a:lnTo>
                  <a:lnTo>
                    <a:pt x="164851" y="14170"/>
                  </a:lnTo>
                  <a:lnTo>
                    <a:pt x="159937" y="12099"/>
                  </a:lnTo>
                  <a:lnTo>
                    <a:pt x="154959" y="10187"/>
                  </a:lnTo>
                  <a:lnTo>
                    <a:pt x="149923" y="8434"/>
                  </a:lnTo>
                  <a:lnTo>
                    <a:pt x="144833" y="6842"/>
                  </a:lnTo>
                  <a:lnTo>
                    <a:pt x="139696" y="5414"/>
                  </a:lnTo>
                  <a:lnTo>
                    <a:pt x="134515" y="4150"/>
                  </a:lnTo>
                  <a:lnTo>
                    <a:pt x="129297" y="3052"/>
                  </a:lnTo>
                  <a:lnTo>
                    <a:pt x="124046" y="2121"/>
                  </a:lnTo>
                  <a:lnTo>
                    <a:pt x="118768" y="1359"/>
                  </a:lnTo>
                  <a:lnTo>
                    <a:pt x="113469" y="764"/>
                  </a:lnTo>
                  <a:lnTo>
                    <a:pt x="108154" y="340"/>
                  </a:lnTo>
                  <a:lnTo>
                    <a:pt x="102827" y="85"/>
                  </a:lnTo>
                  <a:lnTo>
                    <a:pt x="97495" y="0"/>
                  </a:lnTo>
                  <a:lnTo>
                    <a:pt x="9749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751849" y="3707720"/>
              <a:ext cx="216970" cy="334314"/>
            </a:xfrm>
            <a:custGeom>
              <a:avLst/>
              <a:pathLst>
                <a:path w="216970" h="334314">
                  <a:moveTo>
                    <a:pt x="167161" y="0"/>
                  </a:moveTo>
                  <a:lnTo>
                    <a:pt x="161831" y="84"/>
                  </a:lnTo>
                  <a:lnTo>
                    <a:pt x="156507" y="339"/>
                  </a:lnTo>
                  <a:lnTo>
                    <a:pt x="151193" y="764"/>
                  </a:lnTo>
                  <a:lnTo>
                    <a:pt x="145895" y="1358"/>
                  </a:lnTo>
                  <a:lnTo>
                    <a:pt x="140619" y="2120"/>
                  </a:lnTo>
                  <a:lnTo>
                    <a:pt x="135370" y="3050"/>
                  </a:lnTo>
                  <a:lnTo>
                    <a:pt x="130153" y="4147"/>
                  </a:lnTo>
                  <a:lnTo>
                    <a:pt x="124974" y="5410"/>
                  </a:lnTo>
                  <a:lnTo>
                    <a:pt x="119838" y="6838"/>
                  </a:lnTo>
                  <a:lnTo>
                    <a:pt x="114750" y="8428"/>
                  </a:lnTo>
                  <a:lnTo>
                    <a:pt x="109716" y="10180"/>
                  </a:lnTo>
                  <a:lnTo>
                    <a:pt x="104739" y="12091"/>
                  </a:lnTo>
                  <a:lnTo>
                    <a:pt x="99826" y="14161"/>
                  </a:lnTo>
                  <a:lnTo>
                    <a:pt x="94982" y="16385"/>
                  </a:lnTo>
                  <a:lnTo>
                    <a:pt x="90211" y="18763"/>
                  </a:lnTo>
                  <a:lnTo>
                    <a:pt x="85519" y="21292"/>
                  </a:lnTo>
                  <a:lnTo>
                    <a:pt x="80909" y="23970"/>
                  </a:lnTo>
                  <a:lnTo>
                    <a:pt x="76387" y="26793"/>
                  </a:lnTo>
                  <a:lnTo>
                    <a:pt x="71957" y="29758"/>
                  </a:lnTo>
                  <a:lnTo>
                    <a:pt x="67624" y="32864"/>
                  </a:lnTo>
                  <a:lnTo>
                    <a:pt x="63393" y="36106"/>
                  </a:lnTo>
                  <a:lnTo>
                    <a:pt x="59267" y="39481"/>
                  </a:lnTo>
                  <a:lnTo>
                    <a:pt x="55250" y="42986"/>
                  </a:lnTo>
                  <a:lnTo>
                    <a:pt x="51348" y="46618"/>
                  </a:lnTo>
                  <a:lnTo>
                    <a:pt x="47563" y="50372"/>
                  </a:lnTo>
                  <a:lnTo>
                    <a:pt x="43900" y="54244"/>
                  </a:lnTo>
                  <a:lnTo>
                    <a:pt x="40362" y="58232"/>
                  </a:lnTo>
                  <a:lnTo>
                    <a:pt x="36953" y="62330"/>
                  </a:lnTo>
                  <a:lnTo>
                    <a:pt x="33676" y="66535"/>
                  </a:lnTo>
                  <a:lnTo>
                    <a:pt x="30536" y="70843"/>
                  </a:lnTo>
                  <a:lnTo>
                    <a:pt x="27534" y="75248"/>
                  </a:lnTo>
                  <a:lnTo>
                    <a:pt x="24674" y="79747"/>
                  </a:lnTo>
                  <a:lnTo>
                    <a:pt x="21959" y="84334"/>
                  </a:lnTo>
                  <a:lnTo>
                    <a:pt x="19392" y="89006"/>
                  </a:lnTo>
                  <a:lnTo>
                    <a:pt x="16975" y="93757"/>
                  </a:lnTo>
                  <a:lnTo>
                    <a:pt x="14711" y="98583"/>
                  </a:lnTo>
                  <a:lnTo>
                    <a:pt x="12601" y="103479"/>
                  </a:lnTo>
                  <a:lnTo>
                    <a:pt x="10649" y="108440"/>
                  </a:lnTo>
                  <a:lnTo>
                    <a:pt x="8856" y="113460"/>
                  </a:lnTo>
                  <a:lnTo>
                    <a:pt x="7224" y="118535"/>
                  </a:lnTo>
                  <a:lnTo>
                    <a:pt x="5755" y="123659"/>
                  </a:lnTo>
                  <a:lnTo>
                    <a:pt x="4450" y="128827"/>
                  </a:lnTo>
                  <a:lnTo>
                    <a:pt x="3310" y="134035"/>
                  </a:lnTo>
                  <a:lnTo>
                    <a:pt x="2337" y="139276"/>
                  </a:lnTo>
                  <a:lnTo>
                    <a:pt x="1532" y="144546"/>
                  </a:lnTo>
                  <a:lnTo>
                    <a:pt x="894" y="149838"/>
                  </a:lnTo>
                  <a:lnTo>
                    <a:pt x="427" y="155149"/>
                  </a:lnTo>
                  <a:lnTo>
                    <a:pt x="128" y="160471"/>
                  </a:lnTo>
                  <a:lnTo>
                    <a:pt x="0" y="165800"/>
                  </a:lnTo>
                  <a:lnTo>
                    <a:pt x="41" y="171131"/>
                  </a:lnTo>
                  <a:lnTo>
                    <a:pt x="252" y="176457"/>
                  </a:lnTo>
                  <a:lnTo>
                    <a:pt x="633" y="181775"/>
                  </a:lnTo>
                  <a:lnTo>
                    <a:pt x="1184" y="187077"/>
                  </a:lnTo>
                  <a:lnTo>
                    <a:pt x="1903" y="192359"/>
                  </a:lnTo>
                  <a:lnTo>
                    <a:pt x="2790" y="197615"/>
                  </a:lnTo>
                  <a:lnTo>
                    <a:pt x="3845" y="202841"/>
                  </a:lnTo>
                  <a:lnTo>
                    <a:pt x="5065" y="208030"/>
                  </a:lnTo>
                  <a:lnTo>
                    <a:pt x="6450" y="213178"/>
                  </a:lnTo>
                  <a:lnTo>
                    <a:pt x="7999" y="218278"/>
                  </a:lnTo>
                  <a:lnTo>
                    <a:pt x="9710" y="223327"/>
                  </a:lnTo>
                  <a:lnTo>
                    <a:pt x="11581" y="228319"/>
                  </a:lnTo>
                  <a:lnTo>
                    <a:pt x="13609" y="233249"/>
                  </a:lnTo>
                  <a:lnTo>
                    <a:pt x="15795" y="238111"/>
                  </a:lnTo>
                  <a:lnTo>
                    <a:pt x="18134" y="242901"/>
                  </a:lnTo>
                  <a:lnTo>
                    <a:pt x="20624" y="247614"/>
                  </a:lnTo>
                  <a:lnTo>
                    <a:pt x="23264" y="252246"/>
                  </a:lnTo>
                  <a:lnTo>
                    <a:pt x="26050" y="256791"/>
                  </a:lnTo>
                  <a:lnTo>
                    <a:pt x="28979" y="261244"/>
                  </a:lnTo>
                  <a:lnTo>
                    <a:pt x="32049" y="265603"/>
                  </a:lnTo>
                  <a:lnTo>
                    <a:pt x="35256" y="269860"/>
                  </a:lnTo>
                  <a:lnTo>
                    <a:pt x="38598" y="274014"/>
                  </a:lnTo>
                  <a:lnTo>
                    <a:pt x="42070" y="278059"/>
                  </a:lnTo>
                  <a:lnTo>
                    <a:pt x="45669" y="281991"/>
                  </a:lnTo>
                  <a:lnTo>
                    <a:pt x="49392" y="285806"/>
                  </a:lnTo>
                  <a:lnTo>
                    <a:pt x="53235" y="289501"/>
                  </a:lnTo>
                  <a:lnTo>
                    <a:pt x="57193" y="293072"/>
                  </a:lnTo>
                  <a:lnTo>
                    <a:pt x="61264" y="296514"/>
                  </a:lnTo>
                  <a:lnTo>
                    <a:pt x="65442" y="299825"/>
                  </a:lnTo>
                  <a:lnTo>
                    <a:pt x="69723" y="303000"/>
                  </a:lnTo>
                  <a:lnTo>
                    <a:pt x="74104" y="306038"/>
                  </a:lnTo>
                  <a:lnTo>
                    <a:pt x="78579" y="308935"/>
                  </a:lnTo>
                  <a:lnTo>
                    <a:pt x="83144" y="311687"/>
                  </a:lnTo>
                  <a:lnTo>
                    <a:pt x="87795" y="314292"/>
                  </a:lnTo>
                  <a:lnTo>
                    <a:pt x="92526" y="316748"/>
                  </a:lnTo>
                  <a:lnTo>
                    <a:pt x="97334" y="319052"/>
                  </a:lnTo>
                  <a:lnTo>
                    <a:pt x="102212" y="321201"/>
                  </a:lnTo>
                  <a:lnTo>
                    <a:pt x="107156" y="323194"/>
                  </a:lnTo>
                  <a:lnTo>
                    <a:pt x="112162" y="325028"/>
                  </a:lnTo>
                  <a:lnTo>
                    <a:pt x="117223" y="326701"/>
                  </a:lnTo>
                  <a:lnTo>
                    <a:pt x="122335" y="328212"/>
                  </a:lnTo>
                  <a:lnTo>
                    <a:pt x="127493" y="329560"/>
                  </a:lnTo>
                  <a:lnTo>
                    <a:pt x="132691" y="330742"/>
                  </a:lnTo>
                  <a:lnTo>
                    <a:pt x="137924" y="331758"/>
                  </a:lnTo>
                  <a:lnTo>
                    <a:pt x="143187" y="332606"/>
                  </a:lnTo>
                  <a:lnTo>
                    <a:pt x="148474" y="333287"/>
                  </a:lnTo>
                  <a:lnTo>
                    <a:pt x="153780" y="333798"/>
                  </a:lnTo>
                  <a:lnTo>
                    <a:pt x="159100" y="334140"/>
                  </a:lnTo>
                  <a:lnTo>
                    <a:pt x="164428" y="334312"/>
                  </a:lnTo>
                  <a:lnTo>
                    <a:pt x="169759" y="334314"/>
                  </a:lnTo>
                  <a:lnTo>
                    <a:pt x="175087" y="334146"/>
                  </a:lnTo>
                  <a:lnTo>
                    <a:pt x="180407" y="333809"/>
                  </a:lnTo>
                  <a:lnTo>
                    <a:pt x="185714" y="333302"/>
                  </a:lnTo>
                  <a:lnTo>
                    <a:pt x="191001" y="332626"/>
                  </a:lnTo>
                  <a:lnTo>
                    <a:pt x="196265" y="331781"/>
                  </a:lnTo>
                  <a:lnTo>
                    <a:pt x="201499" y="330770"/>
                  </a:lnTo>
                  <a:lnTo>
                    <a:pt x="206698" y="329592"/>
                  </a:lnTo>
                  <a:lnTo>
                    <a:pt x="211856" y="328249"/>
                  </a:lnTo>
                  <a:lnTo>
                    <a:pt x="216970" y="326742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37"/>
              <a:ext cx="167146" cy="326725"/>
            </a:xfrm>
            <a:custGeom>
              <a:avLst/>
              <a:pathLst>
                <a:path w="167146" h="326725">
                  <a:moveTo>
                    <a:pt x="49808" y="326725"/>
                  </a:moveTo>
                  <a:lnTo>
                    <a:pt x="54904" y="325044"/>
                  </a:lnTo>
                  <a:lnTo>
                    <a:pt x="59944" y="323201"/>
                  </a:lnTo>
                  <a:lnTo>
                    <a:pt x="64921" y="321196"/>
                  </a:lnTo>
                  <a:lnTo>
                    <a:pt x="69832" y="319033"/>
                  </a:lnTo>
                  <a:lnTo>
                    <a:pt x="74671" y="316713"/>
                  </a:lnTo>
                  <a:lnTo>
                    <a:pt x="79433" y="314240"/>
                  </a:lnTo>
                  <a:lnTo>
                    <a:pt x="84113" y="311614"/>
                  </a:lnTo>
                  <a:lnTo>
                    <a:pt x="88707" y="308840"/>
                  </a:lnTo>
                  <a:lnTo>
                    <a:pt x="93209" y="305920"/>
                  </a:lnTo>
                  <a:lnTo>
                    <a:pt x="97615" y="302857"/>
                  </a:lnTo>
                  <a:lnTo>
                    <a:pt x="101920" y="299654"/>
                  </a:lnTo>
                  <a:lnTo>
                    <a:pt x="106120" y="296314"/>
                  </a:lnTo>
                  <a:lnTo>
                    <a:pt x="110211" y="292842"/>
                  </a:lnTo>
                  <a:lnTo>
                    <a:pt x="114189" y="289239"/>
                  </a:lnTo>
                  <a:lnTo>
                    <a:pt x="118049" y="285511"/>
                  </a:lnTo>
                  <a:lnTo>
                    <a:pt x="121787" y="281662"/>
                  </a:lnTo>
                  <a:lnTo>
                    <a:pt x="125399" y="277694"/>
                  </a:lnTo>
                  <a:lnTo>
                    <a:pt x="128883" y="273612"/>
                  </a:lnTo>
                  <a:lnTo>
                    <a:pt x="132234" y="269420"/>
                  </a:lnTo>
                  <a:lnTo>
                    <a:pt x="135448" y="265123"/>
                  </a:lnTo>
                  <a:lnTo>
                    <a:pt x="138523" y="260725"/>
                  </a:lnTo>
                  <a:lnTo>
                    <a:pt x="141455" y="256231"/>
                  </a:lnTo>
                  <a:lnTo>
                    <a:pt x="144241" y="251645"/>
                  </a:lnTo>
                  <a:lnTo>
                    <a:pt x="146879" y="246972"/>
                  </a:lnTo>
                  <a:lnTo>
                    <a:pt x="149365" y="242216"/>
                  </a:lnTo>
                  <a:lnTo>
                    <a:pt x="151697" y="237384"/>
                  </a:lnTo>
                  <a:lnTo>
                    <a:pt x="153873" y="232478"/>
                  </a:lnTo>
                  <a:lnTo>
                    <a:pt x="155891" y="227506"/>
                  </a:lnTo>
                  <a:lnTo>
                    <a:pt x="157748" y="222471"/>
                  </a:lnTo>
                  <a:lnTo>
                    <a:pt x="159442" y="217380"/>
                  </a:lnTo>
                  <a:lnTo>
                    <a:pt x="160972" y="212236"/>
                  </a:lnTo>
                  <a:lnTo>
                    <a:pt x="162336" y="207046"/>
                  </a:lnTo>
                  <a:lnTo>
                    <a:pt x="163533" y="201815"/>
                  </a:lnTo>
                  <a:lnTo>
                    <a:pt x="164562" y="196549"/>
                  </a:lnTo>
                  <a:lnTo>
                    <a:pt x="165420" y="191252"/>
                  </a:lnTo>
                  <a:lnTo>
                    <a:pt x="166109" y="185930"/>
                  </a:lnTo>
                  <a:lnTo>
                    <a:pt x="166626" y="180589"/>
                  </a:lnTo>
                  <a:lnTo>
                    <a:pt x="166971" y="175234"/>
                  </a:lnTo>
                  <a:lnTo>
                    <a:pt x="167145" y="169870"/>
                  </a:lnTo>
                  <a:lnTo>
                    <a:pt x="167146" y="164504"/>
                  </a:lnTo>
                  <a:lnTo>
                    <a:pt x="166975" y="159141"/>
                  </a:lnTo>
                  <a:lnTo>
                    <a:pt x="166632" y="153785"/>
                  </a:lnTo>
                  <a:lnTo>
                    <a:pt x="166117" y="148444"/>
                  </a:lnTo>
                  <a:lnTo>
                    <a:pt x="165431" y="143122"/>
                  </a:lnTo>
                  <a:lnTo>
                    <a:pt x="164575" y="137824"/>
                  </a:lnTo>
                  <a:lnTo>
                    <a:pt x="163548" y="132557"/>
                  </a:lnTo>
                  <a:lnTo>
                    <a:pt x="162354" y="127326"/>
                  </a:lnTo>
                  <a:lnTo>
                    <a:pt x="160992" y="122135"/>
                  </a:lnTo>
                  <a:lnTo>
                    <a:pt x="159464" y="116991"/>
                  </a:lnTo>
                  <a:lnTo>
                    <a:pt x="157772" y="111899"/>
                  </a:lnTo>
                  <a:lnTo>
                    <a:pt x="155918" y="106863"/>
                  </a:lnTo>
                  <a:lnTo>
                    <a:pt x="153902" y="101890"/>
                  </a:lnTo>
                  <a:lnTo>
                    <a:pt x="151728" y="96984"/>
                  </a:lnTo>
                  <a:lnTo>
                    <a:pt x="149398" y="92150"/>
                  </a:lnTo>
                  <a:lnTo>
                    <a:pt x="146914" y="87394"/>
                  </a:lnTo>
                  <a:lnTo>
                    <a:pt x="144278" y="82719"/>
                  </a:lnTo>
                  <a:lnTo>
                    <a:pt x="141494" y="78132"/>
                  </a:lnTo>
                  <a:lnTo>
                    <a:pt x="138564" y="73636"/>
                  </a:lnTo>
                  <a:lnTo>
                    <a:pt x="135491" y="69237"/>
                  </a:lnTo>
                  <a:lnTo>
                    <a:pt x="132279" y="64939"/>
                  </a:lnTo>
                  <a:lnTo>
                    <a:pt x="128930" y="60746"/>
                  </a:lnTo>
                  <a:lnTo>
                    <a:pt x="125448" y="56662"/>
                  </a:lnTo>
                  <a:lnTo>
                    <a:pt x="121837" y="52693"/>
                  </a:lnTo>
                  <a:lnTo>
                    <a:pt x="118101" y="48841"/>
                  </a:lnTo>
                  <a:lnTo>
                    <a:pt x="114243" y="45112"/>
                  </a:lnTo>
                  <a:lnTo>
                    <a:pt x="110267" y="41508"/>
                  </a:lnTo>
                  <a:lnTo>
                    <a:pt x="106177" y="38033"/>
                  </a:lnTo>
                  <a:lnTo>
                    <a:pt x="101978" y="34692"/>
                  </a:lnTo>
                  <a:lnTo>
                    <a:pt x="97674" y="31487"/>
                  </a:lnTo>
                  <a:lnTo>
                    <a:pt x="93270" y="28422"/>
                  </a:lnTo>
                  <a:lnTo>
                    <a:pt x="88769" y="25500"/>
                  </a:lnTo>
                  <a:lnTo>
                    <a:pt x="84177" y="22723"/>
                  </a:lnTo>
                  <a:lnTo>
                    <a:pt x="79498" y="20096"/>
                  </a:lnTo>
                  <a:lnTo>
                    <a:pt x="74737" y="17620"/>
                  </a:lnTo>
                  <a:lnTo>
                    <a:pt x="69899" y="15298"/>
                  </a:lnTo>
                  <a:lnTo>
                    <a:pt x="64989" y="13133"/>
                  </a:lnTo>
                  <a:lnTo>
                    <a:pt x="60012" y="11127"/>
                  </a:lnTo>
                  <a:lnTo>
                    <a:pt x="54973" y="9281"/>
                  </a:lnTo>
                  <a:lnTo>
                    <a:pt x="49878" y="7598"/>
                  </a:lnTo>
                  <a:lnTo>
                    <a:pt x="44731" y="6079"/>
                  </a:lnTo>
                  <a:lnTo>
                    <a:pt x="39538" y="4726"/>
                  </a:lnTo>
                  <a:lnTo>
                    <a:pt x="34305" y="3541"/>
                  </a:lnTo>
                  <a:lnTo>
                    <a:pt x="29036" y="2524"/>
                  </a:lnTo>
                  <a:lnTo>
                    <a:pt x="23737" y="1677"/>
                  </a:lnTo>
                  <a:lnTo>
                    <a:pt x="18414" y="1000"/>
                  </a:lnTo>
                  <a:lnTo>
                    <a:pt x="13071" y="495"/>
                  </a:lnTo>
                  <a:lnTo>
                    <a:pt x="7716" y="161"/>
                  </a:lnTo>
                  <a:lnTo>
                    <a:pt x="2352" y="0"/>
                  </a:lnTo>
                  <a:lnTo>
                    <a:pt x="0" y="1671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2352" cy="167167"/>
            </a:xfrm>
            <a:custGeom>
              <a:avLst/>
              <a:pathLst>
                <a:path w="2352" h="167167">
                  <a:moveTo>
                    <a:pt x="2352" y="1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tx807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08" name="tx808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09" name="tx809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0" name="tx810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1" name="tx811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12" name="tx812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2025-06-05T13:01:22Z</dcterms:modified>
  <cp:category/>
</cp:coreProperties>
</file>