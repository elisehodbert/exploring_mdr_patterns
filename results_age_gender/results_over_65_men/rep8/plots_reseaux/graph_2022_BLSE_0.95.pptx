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5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03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96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42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5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73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5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5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5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54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1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53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8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4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3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1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2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98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42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36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76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68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1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03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96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36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76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3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6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43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56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03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96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8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3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82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6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3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5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03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6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3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76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1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3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96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30613" y="3170392"/>
              <a:ext cx="53165" cy="167167"/>
            </a:xfrm>
            <a:custGeom>
              <a:avLst/>
              <a:pathLst>
                <a:path w="53165" h="167167">
                  <a:moveTo>
                    <a:pt x="53165" y="0"/>
                  </a:moveTo>
                  <a:lnTo>
                    <a:pt x="47154" y="108"/>
                  </a:lnTo>
                  <a:lnTo>
                    <a:pt x="41152" y="432"/>
                  </a:lnTo>
                  <a:lnTo>
                    <a:pt x="35165" y="971"/>
                  </a:lnTo>
                  <a:lnTo>
                    <a:pt x="29201" y="1726"/>
                  </a:lnTo>
                  <a:lnTo>
                    <a:pt x="23268" y="2695"/>
                  </a:lnTo>
                  <a:lnTo>
                    <a:pt x="17374" y="3876"/>
                  </a:lnTo>
                  <a:lnTo>
                    <a:pt x="11526" y="5268"/>
                  </a:lnTo>
                  <a:lnTo>
                    <a:pt x="5732" y="6870"/>
                  </a:lnTo>
                  <a:lnTo>
                    <a:pt x="0" y="8679"/>
                  </a:lnTo>
                  <a:lnTo>
                    <a:pt x="53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0613" y="3179072"/>
              <a:ext cx="53165" cy="158487"/>
            </a:xfrm>
            <a:custGeom>
              <a:avLst/>
              <a:pathLst>
                <a:path w="53165" h="158487">
                  <a:moveTo>
                    <a:pt x="0" y="0"/>
                  </a:moveTo>
                  <a:lnTo>
                    <a:pt x="53165" y="1584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16621" y="3170476"/>
              <a:ext cx="334308" cy="334250"/>
            </a:xfrm>
            <a:custGeom>
              <a:avLst/>
              <a:pathLst>
                <a:path w="334308" h="334250">
                  <a:moveTo>
                    <a:pt x="113992" y="8595"/>
                  </a:moveTo>
                  <a:lnTo>
                    <a:pt x="108995" y="10360"/>
                  </a:lnTo>
                  <a:lnTo>
                    <a:pt x="104057" y="12282"/>
                  </a:lnTo>
                  <a:lnTo>
                    <a:pt x="99183" y="14360"/>
                  </a:lnTo>
                  <a:lnTo>
                    <a:pt x="94376" y="16591"/>
                  </a:lnTo>
                  <a:lnTo>
                    <a:pt x="89643" y="18973"/>
                  </a:lnTo>
                  <a:lnTo>
                    <a:pt x="84988" y="21505"/>
                  </a:lnTo>
                  <a:lnTo>
                    <a:pt x="80415" y="24182"/>
                  </a:lnTo>
                  <a:lnTo>
                    <a:pt x="75929" y="27003"/>
                  </a:lnTo>
                  <a:lnTo>
                    <a:pt x="71535" y="29965"/>
                  </a:lnTo>
                  <a:lnTo>
                    <a:pt x="67238" y="33064"/>
                  </a:lnTo>
                  <a:lnTo>
                    <a:pt x="63040" y="36299"/>
                  </a:lnTo>
                  <a:lnTo>
                    <a:pt x="58947" y="39664"/>
                  </a:lnTo>
                  <a:lnTo>
                    <a:pt x="54963" y="43158"/>
                  </a:lnTo>
                  <a:lnTo>
                    <a:pt x="51092" y="46776"/>
                  </a:lnTo>
                  <a:lnTo>
                    <a:pt x="47337" y="50515"/>
                  </a:lnTo>
                  <a:lnTo>
                    <a:pt x="43703" y="54371"/>
                  </a:lnTo>
                  <a:lnTo>
                    <a:pt x="40192" y="58341"/>
                  </a:lnTo>
                  <a:lnTo>
                    <a:pt x="36810" y="62420"/>
                  </a:lnTo>
                  <a:lnTo>
                    <a:pt x="33558" y="66603"/>
                  </a:lnTo>
                  <a:lnTo>
                    <a:pt x="30440" y="70888"/>
                  </a:lnTo>
                  <a:lnTo>
                    <a:pt x="27460" y="75270"/>
                  </a:lnTo>
                  <a:lnTo>
                    <a:pt x="24620" y="79744"/>
                  </a:lnTo>
                  <a:lnTo>
                    <a:pt x="21924" y="84305"/>
                  </a:lnTo>
                  <a:lnTo>
                    <a:pt x="19373" y="88950"/>
                  </a:lnTo>
                  <a:lnTo>
                    <a:pt x="16971" y="93673"/>
                  </a:lnTo>
                  <a:lnTo>
                    <a:pt x="14720" y="98470"/>
                  </a:lnTo>
                  <a:lnTo>
                    <a:pt x="12622" y="103336"/>
                  </a:lnTo>
                  <a:lnTo>
                    <a:pt x="10679" y="108266"/>
                  </a:lnTo>
                  <a:lnTo>
                    <a:pt x="8893" y="113255"/>
                  </a:lnTo>
                  <a:lnTo>
                    <a:pt x="7267" y="118298"/>
                  </a:lnTo>
                  <a:lnTo>
                    <a:pt x="5801" y="123390"/>
                  </a:lnTo>
                  <a:lnTo>
                    <a:pt x="4497" y="128526"/>
                  </a:lnTo>
                  <a:lnTo>
                    <a:pt x="3357" y="133701"/>
                  </a:lnTo>
                  <a:lnTo>
                    <a:pt x="2381" y="138909"/>
                  </a:lnTo>
                  <a:lnTo>
                    <a:pt x="1571" y="144146"/>
                  </a:lnTo>
                  <a:lnTo>
                    <a:pt x="927" y="149406"/>
                  </a:lnTo>
                  <a:lnTo>
                    <a:pt x="450" y="154683"/>
                  </a:lnTo>
                  <a:lnTo>
                    <a:pt x="141" y="159973"/>
                  </a:lnTo>
                  <a:lnTo>
                    <a:pt x="0" y="165270"/>
                  </a:lnTo>
                  <a:lnTo>
                    <a:pt x="26" y="170569"/>
                  </a:lnTo>
                  <a:lnTo>
                    <a:pt x="220" y="175864"/>
                  </a:lnTo>
                  <a:lnTo>
                    <a:pt x="583" y="181151"/>
                  </a:lnTo>
                  <a:lnTo>
                    <a:pt x="1112" y="186423"/>
                  </a:lnTo>
                  <a:lnTo>
                    <a:pt x="1809" y="191676"/>
                  </a:lnTo>
                  <a:lnTo>
                    <a:pt x="2671" y="196905"/>
                  </a:lnTo>
                  <a:lnTo>
                    <a:pt x="3699" y="202103"/>
                  </a:lnTo>
                  <a:lnTo>
                    <a:pt x="4891" y="207266"/>
                  </a:lnTo>
                  <a:lnTo>
                    <a:pt x="6246" y="212389"/>
                  </a:lnTo>
                  <a:lnTo>
                    <a:pt x="7763" y="217466"/>
                  </a:lnTo>
                  <a:lnTo>
                    <a:pt x="9440" y="222493"/>
                  </a:lnTo>
                  <a:lnTo>
                    <a:pt x="11275" y="227464"/>
                  </a:lnTo>
                  <a:lnTo>
                    <a:pt x="13267" y="232374"/>
                  </a:lnTo>
                  <a:lnTo>
                    <a:pt x="15414" y="237219"/>
                  </a:lnTo>
                  <a:lnTo>
                    <a:pt x="17713" y="241993"/>
                  </a:lnTo>
                  <a:lnTo>
                    <a:pt x="20162" y="246692"/>
                  </a:lnTo>
                  <a:lnTo>
                    <a:pt x="22759" y="251311"/>
                  </a:lnTo>
                  <a:lnTo>
                    <a:pt x="25502" y="255845"/>
                  </a:lnTo>
                  <a:lnTo>
                    <a:pt x="28386" y="260290"/>
                  </a:lnTo>
                  <a:lnTo>
                    <a:pt x="31410" y="264641"/>
                  </a:lnTo>
                  <a:lnTo>
                    <a:pt x="34570" y="268895"/>
                  </a:lnTo>
                  <a:lnTo>
                    <a:pt x="37864" y="273046"/>
                  </a:lnTo>
                  <a:lnTo>
                    <a:pt x="41287" y="277091"/>
                  </a:lnTo>
                  <a:lnTo>
                    <a:pt x="44837" y="281025"/>
                  </a:lnTo>
                  <a:lnTo>
                    <a:pt x="48510" y="284844"/>
                  </a:lnTo>
                  <a:lnTo>
                    <a:pt x="52302" y="288546"/>
                  </a:lnTo>
                  <a:lnTo>
                    <a:pt x="56209" y="292125"/>
                  </a:lnTo>
                  <a:lnTo>
                    <a:pt x="60228" y="295579"/>
                  </a:lnTo>
                  <a:lnTo>
                    <a:pt x="64354" y="298903"/>
                  </a:lnTo>
                  <a:lnTo>
                    <a:pt x="68584" y="302095"/>
                  </a:lnTo>
                  <a:lnTo>
                    <a:pt x="72913" y="305152"/>
                  </a:lnTo>
                  <a:lnTo>
                    <a:pt x="77336" y="308069"/>
                  </a:lnTo>
                  <a:lnTo>
                    <a:pt x="81849" y="310845"/>
                  </a:lnTo>
                  <a:lnTo>
                    <a:pt x="86449" y="313477"/>
                  </a:lnTo>
                  <a:lnTo>
                    <a:pt x="91129" y="315961"/>
                  </a:lnTo>
                  <a:lnTo>
                    <a:pt x="95886" y="318296"/>
                  </a:lnTo>
                  <a:lnTo>
                    <a:pt x="100714" y="320479"/>
                  </a:lnTo>
                  <a:lnTo>
                    <a:pt x="105610" y="322508"/>
                  </a:lnTo>
                  <a:lnTo>
                    <a:pt x="110567" y="324381"/>
                  </a:lnTo>
                  <a:lnTo>
                    <a:pt x="115581" y="326095"/>
                  </a:lnTo>
                  <a:lnTo>
                    <a:pt x="120646" y="327650"/>
                  </a:lnTo>
                  <a:lnTo>
                    <a:pt x="125759" y="329043"/>
                  </a:lnTo>
                  <a:lnTo>
                    <a:pt x="130913" y="330274"/>
                  </a:lnTo>
                  <a:lnTo>
                    <a:pt x="136103" y="331341"/>
                  </a:lnTo>
                  <a:lnTo>
                    <a:pt x="141325" y="332243"/>
                  </a:lnTo>
                  <a:lnTo>
                    <a:pt x="146573" y="332978"/>
                  </a:lnTo>
                  <a:lnTo>
                    <a:pt x="151841" y="333547"/>
                  </a:lnTo>
                  <a:lnTo>
                    <a:pt x="157125" y="333949"/>
                  </a:lnTo>
                  <a:lnTo>
                    <a:pt x="162418" y="334183"/>
                  </a:lnTo>
                  <a:lnTo>
                    <a:pt x="167717" y="334250"/>
                  </a:lnTo>
                  <a:lnTo>
                    <a:pt x="173015" y="334148"/>
                  </a:lnTo>
                  <a:lnTo>
                    <a:pt x="178307" y="333878"/>
                  </a:lnTo>
                  <a:lnTo>
                    <a:pt x="183588" y="333441"/>
                  </a:lnTo>
                  <a:lnTo>
                    <a:pt x="188852" y="332837"/>
                  </a:lnTo>
                  <a:lnTo>
                    <a:pt x="194095" y="332066"/>
                  </a:lnTo>
                  <a:lnTo>
                    <a:pt x="199310" y="331129"/>
                  </a:lnTo>
                  <a:lnTo>
                    <a:pt x="204494" y="330028"/>
                  </a:lnTo>
                  <a:lnTo>
                    <a:pt x="209639" y="328763"/>
                  </a:lnTo>
                  <a:lnTo>
                    <a:pt x="214742" y="327335"/>
                  </a:lnTo>
                  <a:lnTo>
                    <a:pt x="219797" y="325746"/>
                  </a:lnTo>
                  <a:lnTo>
                    <a:pt x="224800" y="323998"/>
                  </a:lnTo>
                  <a:lnTo>
                    <a:pt x="229744" y="322092"/>
                  </a:lnTo>
                  <a:lnTo>
                    <a:pt x="234626" y="320031"/>
                  </a:lnTo>
                  <a:lnTo>
                    <a:pt x="239439" y="317815"/>
                  </a:lnTo>
                  <a:lnTo>
                    <a:pt x="244180" y="315449"/>
                  </a:lnTo>
                  <a:lnTo>
                    <a:pt x="248844" y="312933"/>
                  </a:lnTo>
                  <a:lnTo>
                    <a:pt x="253426" y="310271"/>
                  </a:lnTo>
                  <a:lnTo>
                    <a:pt x="257921" y="307465"/>
                  </a:lnTo>
                  <a:lnTo>
                    <a:pt x="262324" y="304517"/>
                  </a:lnTo>
                  <a:lnTo>
                    <a:pt x="266632" y="301432"/>
                  </a:lnTo>
                  <a:lnTo>
                    <a:pt x="270841" y="298212"/>
                  </a:lnTo>
                  <a:lnTo>
                    <a:pt x="274945" y="294860"/>
                  </a:lnTo>
                  <a:lnTo>
                    <a:pt x="278940" y="291379"/>
                  </a:lnTo>
                  <a:lnTo>
                    <a:pt x="282824" y="287774"/>
                  </a:lnTo>
                  <a:lnTo>
                    <a:pt x="286591" y="284047"/>
                  </a:lnTo>
                  <a:lnTo>
                    <a:pt x="290238" y="280203"/>
                  </a:lnTo>
                  <a:lnTo>
                    <a:pt x="293761" y="276245"/>
                  </a:lnTo>
                  <a:lnTo>
                    <a:pt x="297157" y="272178"/>
                  </a:lnTo>
                  <a:lnTo>
                    <a:pt x="300423" y="268005"/>
                  </a:lnTo>
                  <a:lnTo>
                    <a:pt x="303555" y="263730"/>
                  </a:lnTo>
                  <a:lnTo>
                    <a:pt x="306549" y="259359"/>
                  </a:lnTo>
                  <a:lnTo>
                    <a:pt x="309404" y="254894"/>
                  </a:lnTo>
                  <a:lnTo>
                    <a:pt x="312116" y="250342"/>
                  </a:lnTo>
                  <a:lnTo>
                    <a:pt x="314682" y="245705"/>
                  </a:lnTo>
                  <a:lnTo>
                    <a:pt x="317099" y="240990"/>
                  </a:lnTo>
                  <a:lnTo>
                    <a:pt x="319367" y="236201"/>
                  </a:lnTo>
                  <a:lnTo>
                    <a:pt x="321481" y="231342"/>
                  </a:lnTo>
                  <a:lnTo>
                    <a:pt x="323440" y="226418"/>
                  </a:lnTo>
                  <a:lnTo>
                    <a:pt x="325242" y="221435"/>
                  </a:lnTo>
                  <a:lnTo>
                    <a:pt x="326885" y="216397"/>
                  </a:lnTo>
                  <a:lnTo>
                    <a:pt x="328368" y="211310"/>
                  </a:lnTo>
                  <a:lnTo>
                    <a:pt x="329689" y="206178"/>
                  </a:lnTo>
                  <a:lnTo>
                    <a:pt x="330846" y="201007"/>
                  </a:lnTo>
                  <a:lnTo>
                    <a:pt x="331839" y="195802"/>
                  </a:lnTo>
                  <a:lnTo>
                    <a:pt x="332667" y="190568"/>
                  </a:lnTo>
                  <a:lnTo>
                    <a:pt x="333328" y="185311"/>
                  </a:lnTo>
                  <a:lnTo>
                    <a:pt x="333822" y="180035"/>
                  </a:lnTo>
                  <a:lnTo>
                    <a:pt x="334149" y="174746"/>
                  </a:lnTo>
                  <a:lnTo>
                    <a:pt x="334308" y="169450"/>
                  </a:lnTo>
                  <a:lnTo>
                    <a:pt x="334299" y="164151"/>
                  </a:lnTo>
                  <a:lnTo>
                    <a:pt x="334122" y="158855"/>
                  </a:lnTo>
                  <a:lnTo>
                    <a:pt x="333777" y="153567"/>
                  </a:lnTo>
                  <a:lnTo>
                    <a:pt x="333265" y="148293"/>
                  </a:lnTo>
                  <a:lnTo>
                    <a:pt x="332586" y="143038"/>
                  </a:lnTo>
                  <a:lnTo>
                    <a:pt x="331741" y="137806"/>
                  </a:lnTo>
                  <a:lnTo>
                    <a:pt x="330730" y="132605"/>
                  </a:lnTo>
                  <a:lnTo>
                    <a:pt x="329555" y="127438"/>
                  </a:lnTo>
                  <a:lnTo>
                    <a:pt x="328217" y="122310"/>
                  </a:lnTo>
                  <a:lnTo>
                    <a:pt x="326717" y="117228"/>
                  </a:lnTo>
                  <a:lnTo>
                    <a:pt x="325057" y="112196"/>
                  </a:lnTo>
                  <a:lnTo>
                    <a:pt x="323238" y="107219"/>
                  </a:lnTo>
                  <a:lnTo>
                    <a:pt x="321262" y="102302"/>
                  </a:lnTo>
                  <a:lnTo>
                    <a:pt x="319132" y="97451"/>
                  </a:lnTo>
                  <a:lnTo>
                    <a:pt x="316848" y="92669"/>
                  </a:lnTo>
                  <a:lnTo>
                    <a:pt x="314415" y="87962"/>
                  </a:lnTo>
                  <a:lnTo>
                    <a:pt x="311833" y="83334"/>
                  </a:lnTo>
                  <a:lnTo>
                    <a:pt x="309106" y="78791"/>
                  </a:lnTo>
                  <a:lnTo>
                    <a:pt x="306236" y="74336"/>
                  </a:lnTo>
                  <a:lnTo>
                    <a:pt x="303227" y="69975"/>
                  </a:lnTo>
                  <a:lnTo>
                    <a:pt x="300081" y="65711"/>
                  </a:lnTo>
                  <a:lnTo>
                    <a:pt x="296801" y="61549"/>
                  </a:lnTo>
                  <a:lnTo>
                    <a:pt x="293391" y="57493"/>
                  </a:lnTo>
                  <a:lnTo>
                    <a:pt x="289854" y="53547"/>
                  </a:lnTo>
                  <a:lnTo>
                    <a:pt x="286194" y="49715"/>
                  </a:lnTo>
                  <a:lnTo>
                    <a:pt x="282414" y="46001"/>
                  </a:lnTo>
                  <a:lnTo>
                    <a:pt x="278519" y="42409"/>
                  </a:lnTo>
                  <a:lnTo>
                    <a:pt x="274511" y="38942"/>
                  </a:lnTo>
                  <a:lnTo>
                    <a:pt x="270396" y="35604"/>
                  </a:lnTo>
                  <a:lnTo>
                    <a:pt x="266177" y="32398"/>
                  </a:lnTo>
                  <a:lnTo>
                    <a:pt x="261858" y="29327"/>
                  </a:lnTo>
                  <a:lnTo>
                    <a:pt x="257445" y="26395"/>
                  </a:lnTo>
                  <a:lnTo>
                    <a:pt x="252940" y="23604"/>
                  </a:lnTo>
                  <a:lnTo>
                    <a:pt x="248350" y="20957"/>
                  </a:lnTo>
                  <a:lnTo>
                    <a:pt x="243678" y="18458"/>
                  </a:lnTo>
                  <a:lnTo>
                    <a:pt x="238928" y="16107"/>
                  </a:lnTo>
                  <a:lnTo>
                    <a:pt x="234107" y="13908"/>
                  </a:lnTo>
                  <a:lnTo>
                    <a:pt x="229219" y="11863"/>
                  </a:lnTo>
                  <a:lnTo>
                    <a:pt x="224268" y="9974"/>
                  </a:lnTo>
                  <a:lnTo>
                    <a:pt x="219260" y="8243"/>
                  </a:lnTo>
                  <a:lnTo>
                    <a:pt x="214199" y="6671"/>
                  </a:lnTo>
                  <a:lnTo>
                    <a:pt x="209091" y="5261"/>
                  </a:lnTo>
                  <a:lnTo>
                    <a:pt x="203942" y="4013"/>
                  </a:lnTo>
                  <a:lnTo>
                    <a:pt x="198755" y="2929"/>
                  </a:lnTo>
                  <a:lnTo>
                    <a:pt x="193536" y="2010"/>
                  </a:lnTo>
                  <a:lnTo>
                    <a:pt x="188291" y="1257"/>
                  </a:lnTo>
                  <a:lnTo>
                    <a:pt x="183024" y="670"/>
                  </a:lnTo>
                  <a:lnTo>
                    <a:pt x="177742" y="251"/>
                  </a:lnTo>
                  <a:lnTo>
                    <a:pt x="172449" y="0"/>
                  </a:lnTo>
                  <a:lnTo>
                    <a:pt x="167157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83779" y="3170392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44" y="2633064"/>
              <a:ext cx="167167" cy="188574"/>
            </a:xfrm>
            <a:custGeom>
              <a:avLst/>
              <a:pathLst>
                <a:path w="167167" h="188574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3" y="772"/>
                  </a:lnTo>
                  <a:lnTo>
                    <a:pt x="145788" y="1372"/>
                  </a:lnTo>
                  <a:lnTo>
                    <a:pt x="140484" y="2143"/>
                  </a:lnTo>
                  <a:lnTo>
                    <a:pt x="135208" y="3083"/>
                  </a:lnTo>
                  <a:lnTo>
                    <a:pt x="129965" y="4192"/>
                  </a:lnTo>
                  <a:lnTo>
                    <a:pt x="124760" y="5468"/>
                  </a:lnTo>
                  <a:lnTo>
                    <a:pt x="119598" y="6910"/>
                  </a:lnTo>
                  <a:lnTo>
                    <a:pt x="114486" y="8518"/>
                  </a:lnTo>
                  <a:lnTo>
                    <a:pt x="109427" y="10288"/>
                  </a:lnTo>
                  <a:lnTo>
                    <a:pt x="104428" y="12219"/>
                  </a:lnTo>
                  <a:lnTo>
                    <a:pt x="99494" y="14310"/>
                  </a:lnTo>
                  <a:lnTo>
                    <a:pt x="94629" y="16558"/>
                  </a:lnTo>
                  <a:lnTo>
                    <a:pt x="89838" y="18960"/>
                  </a:lnTo>
                  <a:lnTo>
                    <a:pt x="85127" y="21515"/>
                  </a:lnTo>
                  <a:lnTo>
                    <a:pt x="80500" y="24220"/>
                  </a:lnTo>
                  <a:lnTo>
                    <a:pt x="75963" y="27071"/>
                  </a:lnTo>
                  <a:lnTo>
                    <a:pt x="71519" y="30067"/>
                  </a:lnTo>
                  <a:lnTo>
                    <a:pt x="67173" y="33203"/>
                  </a:lnTo>
                  <a:lnTo>
                    <a:pt x="62930" y="36478"/>
                  </a:lnTo>
                  <a:lnTo>
                    <a:pt x="58795" y="39886"/>
                  </a:lnTo>
                  <a:lnTo>
                    <a:pt x="54770" y="43425"/>
                  </a:lnTo>
                  <a:lnTo>
                    <a:pt x="50862" y="47092"/>
                  </a:lnTo>
                  <a:lnTo>
                    <a:pt x="47072" y="50882"/>
                  </a:lnTo>
                  <a:lnTo>
                    <a:pt x="43407" y="54791"/>
                  </a:lnTo>
                  <a:lnTo>
                    <a:pt x="39868" y="58816"/>
                  </a:lnTo>
                  <a:lnTo>
                    <a:pt x="36460" y="62952"/>
                  </a:lnTo>
                  <a:lnTo>
                    <a:pt x="33187" y="67195"/>
                  </a:lnTo>
                  <a:lnTo>
                    <a:pt x="30051" y="71542"/>
                  </a:lnTo>
                  <a:lnTo>
                    <a:pt x="27056" y="75986"/>
                  </a:lnTo>
                  <a:lnTo>
                    <a:pt x="24206" y="80524"/>
                  </a:lnTo>
                  <a:lnTo>
                    <a:pt x="21502" y="85151"/>
                  </a:lnTo>
                  <a:lnTo>
                    <a:pt x="18947" y="89863"/>
                  </a:lnTo>
                  <a:lnTo>
                    <a:pt x="16546" y="94654"/>
                  </a:lnTo>
                  <a:lnTo>
                    <a:pt x="14299" y="99519"/>
                  </a:lnTo>
                  <a:lnTo>
                    <a:pt x="12209" y="104454"/>
                  </a:lnTo>
                  <a:lnTo>
                    <a:pt x="10278" y="109453"/>
                  </a:lnTo>
                  <a:lnTo>
                    <a:pt x="8509" y="114512"/>
                  </a:lnTo>
                  <a:lnTo>
                    <a:pt x="6902" y="119625"/>
                  </a:lnTo>
                  <a:lnTo>
                    <a:pt x="5461" y="124787"/>
                  </a:lnTo>
                  <a:lnTo>
                    <a:pt x="4185" y="129992"/>
                  </a:lnTo>
                  <a:lnTo>
                    <a:pt x="3078" y="135235"/>
                  </a:lnTo>
                  <a:lnTo>
                    <a:pt x="2138" y="140512"/>
                  </a:lnTo>
                  <a:lnTo>
                    <a:pt x="1369" y="145815"/>
                  </a:lnTo>
                  <a:lnTo>
                    <a:pt x="769" y="151141"/>
                  </a:lnTo>
                  <a:lnTo>
                    <a:pt x="341" y="156483"/>
                  </a:lnTo>
                  <a:lnTo>
                    <a:pt x="85" y="161836"/>
                  </a:lnTo>
                  <a:lnTo>
                    <a:pt x="0" y="167195"/>
                  </a:lnTo>
                  <a:lnTo>
                    <a:pt x="86" y="172553"/>
                  </a:lnTo>
                  <a:lnTo>
                    <a:pt x="345" y="177906"/>
                  </a:lnTo>
                  <a:lnTo>
                    <a:pt x="775" y="183248"/>
                  </a:lnTo>
                  <a:lnTo>
                    <a:pt x="1376" y="18857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220" y="2800231"/>
              <a:ext cx="165791" cy="21406"/>
            </a:xfrm>
            <a:custGeom>
              <a:avLst/>
              <a:pathLst>
                <a:path w="165791" h="21406">
                  <a:moveTo>
                    <a:pt x="0" y="21406"/>
                  </a:moveTo>
                  <a:lnTo>
                    <a:pt x="1657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220" y="2650504"/>
              <a:ext cx="332958" cy="316875"/>
            </a:xfrm>
            <a:custGeom>
              <a:avLst/>
              <a:pathLst>
                <a:path w="332958" h="316875">
                  <a:moveTo>
                    <a:pt x="0" y="171133"/>
                  </a:moveTo>
                  <a:lnTo>
                    <a:pt x="762" y="176380"/>
                  </a:lnTo>
                  <a:lnTo>
                    <a:pt x="1690" y="181599"/>
                  </a:lnTo>
                  <a:lnTo>
                    <a:pt x="2783" y="186787"/>
                  </a:lnTo>
                  <a:lnTo>
                    <a:pt x="4040" y="191938"/>
                  </a:lnTo>
                  <a:lnTo>
                    <a:pt x="5460" y="197046"/>
                  </a:lnTo>
                  <a:lnTo>
                    <a:pt x="7041" y="202106"/>
                  </a:lnTo>
                  <a:lnTo>
                    <a:pt x="8782" y="207114"/>
                  </a:lnTo>
                  <a:lnTo>
                    <a:pt x="10681" y="212064"/>
                  </a:lnTo>
                  <a:lnTo>
                    <a:pt x="12736" y="216951"/>
                  </a:lnTo>
                  <a:lnTo>
                    <a:pt x="14945" y="221771"/>
                  </a:lnTo>
                  <a:lnTo>
                    <a:pt x="17305" y="226518"/>
                  </a:lnTo>
                  <a:lnTo>
                    <a:pt x="19815" y="231188"/>
                  </a:lnTo>
                  <a:lnTo>
                    <a:pt x="22472" y="235776"/>
                  </a:lnTo>
                  <a:lnTo>
                    <a:pt x="25272" y="240278"/>
                  </a:lnTo>
                  <a:lnTo>
                    <a:pt x="28215" y="244688"/>
                  </a:lnTo>
                  <a:lnTo>
                    <a:pt x="31295" y="249003"/>
                  </a:lnTo>
                  <a:lnTo>
                    <a:pt x="34511" y="253218"/>
                  </a:lnTo>
                  <a:lnTo>
                    <a:pt x="37859" y="257329"/>
                  </a:lnTo>
                  <a:lnTo>
                    <a:pt x="41335" y="261332"/>
                  </a:lnTo>
                  <a:lnTo>
                    <a:pt x="44937" y="265222"/>
                  </a:lnTo>
                  <a:lnTo>
                    <a:pt x="48660" y="268997"/>
                  </a:lnTo>
                  <a:lnTo>
                    <a:pt x="52501" y="272651"/>
                  </a:lnTo>
                  <a:lnTo>
                    <a:pt x="56456" y="276182"/>
                  </a:lnTo>
                  <a:lnTo>
                    <a:pt x="60521" y="279585"/>
                  </a:lnTo>
                  <a:lnTo>
                    <a:pt x="64692" y="282858"/>
                  </a:lnTo>
                  <a:lnTo>
                    <a:pt x="68965" y="285997"/>
                  </a:lnTo>
                  <a:lnTo>
                    <a:pt x="73335" y="288999"/>
                  </a:lnTo>
                  <a:lnTo>
                    <a:pt x="77798" y="291861"/>
                  </a:lnTo>
                  <a:lnTo>
                    <a:pt x="82349" y="294580"/>
                  </a:lnTo>
                  <a:lnTo>
                    <a:pt x="86985" y="297153"/>
                  </a:lnTo>
                  <a:lnTo>
                    <a:pt x="91699" y="299578"/>
                  </a:lnTo>
                  <a:lnTo>
                    <a:pt x="96489" y="301852"/>
                  </a:lnTo>
                  <a:lnTo>
                    <a:pt x="101348" y="303973"/>
                  </a:lnTo>
                  <a:lnTo>
                    <a:pt x="106271" y="305939"/>
                  </a:lnTo>
                  <a:lnTo>
                    <a:pt x="111255" y="307748"/>
                  </a:lnTo>
                  <a:lnTo>
                    <a:pt x="116293" y="309398"/>
                  </a:lnTo>
                  <a:lnTo>
                    <a:pt x="121382" y="310887"/>
                  </a:lnTo>
                  <a:lnTo>
                    <a:pt x="126514" y="312214"/>
                  </a:lnTo>
                  <a:lnTo>
                    <a:pt x="131687" y="313378"/>
                  </a:lnTo>
                  <a:lnTo>
                    <a:pt x="136894" y="314377"/>
                  </a:lnTo>
                  <a:lnTo>
                    <a:pt x="142129" y="315211"/>
                  </a:lnTo>
                  <a:lnTo>
                    <a:pt x="147389" y="315878"/>
                  </a:lnTo>
                  <a:lnTo>
                    <a:pt x="152667" y="316378"/>
                  </a:lnTo>
                  <a:lnTo>
                    <a:pt x="157958" y="316710"/>
                  </a:lnTo>
                  <a:lnTo>
                    <a:pt x="163257" y="316875"/>
                  </a:lnTo>
                  <a:lnTo>
                    <a:pt x="168559" y="316871"/>
                  </a:lnTo>
                  <a:lnTo>
                    <a:pt x="173858" y="316699"/>
                  </a:lnTo>
                  <a:lnTo>
                    <a:pt x="179149" y="316359"/>
                  </a:lnTo>
                  <a:lnTo>
                    <a:pt x="184426" y="315852"/>
                  </a:lnTo>
                  <a:lnTo>
                    <a:pt x="189685" y="315177"/>
                  </a:lnTo>
                  <a:lnTo>
                    <a:pt x="194919" y="314336"/>
                  </a:lnTo>
                  <a:lnTo>
                    <a:pt x="200125" y="313330"/>
                  </a:lnTo>
                  <a:lnTo>
                    <a:pt x="205296" y="312159"/>
                  </a:lnTo>
                  <a:lnTo>
                    <a:pt x="210427" y="310824"/>
                  </a:lnTo>
                  <a:lnTo>
                    <a:pt x="215513" y="309328"/>
                  </a:lnTo>
                  <a:lnTo>
                    <a:pt x="220549" y="307671"/>
                  </a:lnTo>
                  <a:lnTo>
                    <a:pt x="225530" y="305855"/>
                  </a:lnTo>
                  <a:lnTo>
                    <a:pt x="230451" y="303882"/>
                  </a:lnTo>
                  <a:lnTo>
                    <a:pt x="235307" y="301754"/>
                  </a:lnTo>
                  <a:lnTo>
                    <a:pt x="240093" y="299473"/>
                  </a:lnTo>
                  <a:lnTo>
                    <a:pt x="244804" y="297042"/>
                  </a:lnTo>
                  <a:lnTo>
                    <a:pt x="249436" y="294462"/>
                  </a:lnTo>
                  <a:lnTo>
                    <a:pt x="253983" y="291737"/>
                  </a:lnTo>
                  <a:lnTo>
                    <a:pt x="258442" y="288869"/>
                  </a:lnTo>
                  <a:lnTo>
                    <a:pt x="262808" y="285861"/>
                  </a:lnTo>
                  <a:lnTo>
                    <a:pt x="267076" y="282716"/>
                  </a:lnTo>
                  <a:lnTo>
                    <a:pt x="271243" y="279437"/>
                  </a:lnTo>
                  <a:lnTo>
                    <a:pt x="275303" y="276028"/>
                  </a:lnTo>
                  <a:lnTo>
                    <a:pt x="279253" y="272492"/>
                  </a:lnTo>
                  <a:lnTo>
                    <a:pt x="283089" y="268832"/>
                  </a:lnTo>
                  <a:lnTo>
                    <a:pt x="286807" y="265052"/>
                  </a:lnTo>
                  <a:lnTo>
                    <a:pt x="290403" y="261157"/>
                  </a:lnTo>
                  <a:lnTo>
                    <a:pt x="293874" y="257149"/>
                  </a:lnTo>
                  <a:lnTo>
                    <a:pt x="297216" y="253033"/>
                  </a:lnTo>
                  <a:lnTo>
                    <a:pt x="300426" y="248814"/>
                  </a:lnTo>
                  <a:lnTo>
                    <a:pt x="303500" y="244495"/>
                  </a:lnTo>
                  <a:lnTo>
                    <a:pt x="306436" y="240080"/>
                  </a:lnTo>
                  <a:lnTo>
                    <a:pt x="309231" y="235575"/>
                  </a:lnTo>
                  <a:lnTo>
                    <a:pt x="311881" y="230983"/>
                  </a:lnTo>
                  <a:lnTo>
                    <a:pt x="314384" y="226309"/>
                  </a:lnTo>
                  <a:lnTo>
                    <a:pt x="316738" y="221559"/>
                  </a:lnTo>
                  <a:lnTo>
                    <a:pt x="318940" y="216736"/>
                  </a:lnTo>
                  <a:lnTo>
                    <a:pt x="320988" y="211846"/>
                  </a:lnTo>
                  <a:lnTo>
                    <a:pt x="322880" y="206893"/>
                  </a:lnTo>
                  <a:lnTo>
                    <a:pt x="324613" y="201883"/>
                  </a:lnTo>
                  <a:lnTo>
                    <a:pt x="326187" y="196820"/>
                  </a:lnTo>
                  <a:lnTo>
                    <a:pt x="327600" y="191710"/>
                  </a:lnTo>
                  <a:lnTo>
                    <a:pt x="328850" y="186558"/>
                  </a:lnTo>
                  <a:lnTo>
                    <a:pt x="329936" y="181369"/>
                  </a:lnTo>
                  <a:lnTo>
                    <a:pt x="330857" y="176147"/>
                  </a:lnTo>
                  <a:lnTo>
                    <a:pt x="331612" y="170900"/>
                  </a:lnTo>
                  <a:lnTo>
                    <a:pt x="332200" y="165631"/>
                  </a:lnTo>
                  <a:lnTo>
                    <a:pt x="332620" y="160346"/>
                  </a:lnTo>
                  <a:lnTo>
                    <a:pt x="332873" y="155050"/>
                  </a:lnTo>
                  <a:lnTo>
                    <a:pt x="332958" y="149749"/>
                  </a:lnTo>
                  <a:lnTo>
                    <a:pt x="332875" y="144448"/>
                  </a:lnTo>
                  <a:lnTo>
                    <a:pt x="332623" y="139152"/>
                  </a:lnTo>
                  <a:lnTo>
                    <a:pt x="332204" y="133867"/>
                  </a:lnTo>
                  <a:lnTo>
                    <a:pt x="331618" y="128598"/>
                  </a:lnTo>
                  <a:lnTo>
                    <a:pt x="330864" y="123350"/>
                  </a:lnTo>
                  <a:lnTo>
                    <a:pt x="329945" y="118129"/>
                  </a:lnTo>
                  <a:lnTo>
                    <a:pt x="328860" y="112939"/>
                  </a:lnTo>
                  <a:lnTo>
                    <a:pt x="327612" y="107786"/>
                  </a:lnTo>
                  <a:lnTo>
                    <a:pt x="326200" y="102676"/>
                  </a:lnTo>
                  <a:lnTo>
                    <a:pt x="324628" y="97613"/>
                  </a:lnTo>
                  <a:lnTo>
                    <a:pt x="322895" y="92602"/>
                  </a:lnTo>
                  <a:lnTo>
                    <a:pt x="321005" y="87649"/>
                  </a:lnTo>
                  <a:lnTo>
                    <a:pt x="318958" y="82758"/>
                  </a:lnTo>
                  <a:lnTo>
                    <a:pt x="316757" y="77935"/>
                  </a:lnTo>
                  <a:lnTo>
                    <a:pt x="314405" y="73184"/>
                  </a:lnTo>
                  <a:lnTo>
                    <a:pt x="311903" y="68509"/>
                  </a:lnTo>
                  <a:lnTo>
                    <a:pt x="309254" y="63917"/>
                  </a:lnTo>
                  <a:lnTo>
                    <a:pt x="306461" y="59411"/>
                  </a:lnTo>
                  <a:lnTo>
                    <a:pt x="303526" y="54995"/>
                  </a:lnTo>
                  <a:lnTo>
                    <a:pt x="300453" y="50675"/>
                  </a:lnTo>
                  <a:lnTo>
                    <a:pt x="297244" y="46455"/>
                  </a:lnTo>
                  <a:lnTo>
                    <a:pt x="293903" y="42338"/>
                  </a:lnTo>
                  <a:lnTo>
                    <a:pt x="290433" y="38330"/>
                  </a:lnTo>
                  <a:lnTo>
                    <a:pt x="286838" y="34433"/>
                  </a:lnTo>
                  <a:lnTo>
                    <a:pt x="283121" y="30653"/>
                  </a:lnTo>
                  <a:lnTo>
                    <a:pt x="279286" y="26992"/>
                  </a:lnTo>
                  <a:lnTo>
                    <a:pt x="275337" y="23455"/>
                  </a:lnTo>
                  <a:lnTo>
                    <a:pt x="271278" y="20044"/>
                  </a:lnTo>
                  <a:lnTo>
                    <a:pt x="267112" y="16764"/>
                  </a:lnTo>
                  <a:lnTo>
                    <a:pt x="262845" y="13618"/>
                  </a:lnTo>
                  <a:lnTo>
                    <a:pt x="258480" y="10609"/>
                  </a:lnTo>
                  <a:lnTo>
                    <a:pt x="254022" y="7740"/>
                  </a:lnTo>
                  <a:lnTo>
                    <a:pt x="249475" y="5013"/>
                  </a:lnTo>
                  <a:lnTo>
                    <a:pt x="244844" y="2432"/>
                  </a:lnTo>
                  <a:lnTo>
                    <a:pt x="240133" y="0"/>
                  </a:lnTo>
                  <a:lnTo>
                    <a:pt x="165791" y="1497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19011" y="2633064"/>
              <a:ext cx="74342" cy="167167"/>
            </a:xfrm>
            <a:custGeom>
              <a:avLst/>
              <a:pathLst>
                <a:path w="74342" h="167167">
                  <a:moveTo>
                    <a:pt x="74342" y="17440"/>
                  </a:moveTo>
                  <a:lnTo>
                    <a:pt x="68989" y="14899"/>
                  </a:lnTo>
                  <a:lnTo>
                    <a:pt x="63548" y="12550"/>
                  </a:lnTo>
                  <a:lnTo>
                    <a:pt x="58028" y="10394"/>
                  </a:lnTo>
                  <a:lnTo>
                    <a:pt x="52435" y="8436"/>
                  </a:lnTo>
                  <a:lnTo>
                    <a:pt x="46776" y="6677"/>
                  </a:lnTo>
                  <a:lnTo>
                    <a:pt x="41059" y="5120"/>
                  </a:lnTo>
                  <a:lnTo>
                    <a:pt x="35289" y="3767"/>
                  </a:lnTo>
                  <a:lnTo>
                    <a:pt x="29476" y="2619"/>
                  </a:lnTo>
                  <a:lnTo>
                    <a:pt x="23625" y="1677"/>
                  </a:lnTo>
                  <a:lnTo>
                    <a:pt x="17745" y="944"/>
                  </a:lnTo>
                  <a:lnTo>
                    <a:pt x="11842" y="420"/>
                  </a:lnTo>
                  <a:lnTo>
                    <a:pt x="592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9442" y="2126963"/>
              <a:ext cx="69030" cy="167167"/>
            </a:xfrm>
            <a:custGeom>
              <a:avLst/>
              <a:pathLst>
                <a:path w="69030" h="167167">
                  <a:moveTo>
                    <a:pt x="69030" y="0"/>
                  </a:moveTo>
                  <a:lnTo>
                    <a:pt x="63101" y="105"/>
                  </a:lnTo>
                  <a:lnTo>
                    <a:pt x="57180" y="420"/>
                  </a:lnTo>
                  <a:lnTo>
                    <a:pt x="51273" y="945"/>
                  </a:lnTo>
                  <a:lnTo>
                    <a:pt x="45389" y="1680"/>
                  </a:lnTo>
                  <a:lnTo>
                    <a:pt x="39535" y="2622"/>
                  </a:lnTo>
                  <a:lnTo>
                    <a:pt x="33718" y="3772"/>
                  </a:lnTo>
                  <a:lnTo>
                    <a:pt x="27945" y="5127"/>
                  </a:lnTo>
                  <a:lnTo>
                    <a:pt x="22224" y="6686"/>
                  </a:lnTo>
                  <a:lnTo>
                    <a:pt x="16562" y="8447"/>
                  </a:lnTo>
                  <a:lnTo>
                    <a:pt x="10966" y="10408"/>
                  </a:lnTo>
                  <a:lnTo>
                    <a:pt x="5443" y="12565"/>
                  </a:lnTo>
                  <a:lnTo>
                    <a:pt x="0" y="14918"/>
                  </a:lnTo>
                  <a:lnTo>
                    <a:pt x="690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9442" y="2141882"/>
              <a:ext cx="69030" cy="152249"/>
            </a:xfrm>
            <a:custGeom>
              <a:avLst/>
              <a:pathLst>
                <a:path w="69030" h="152249">
                  <a:moveTo>
                    <a:pt x="0" y="0"/>
                  </a:moveTo>
                  <a:lnTo>
                    <a:pt x="69030" y="1522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561323" y="2141882"/>
              <a:ext cx="167148" cy="278568"/>
            </a:xfrm>
            <a:custGeom>
              <a:avLst/>
              <a:pathLst>
                <a:path w="167148" h="278568">
                  <a:moveTo>
                    <a:pt x="98118" y="0"/>
                  </a:moveTo>
                  <a:lnTo>
                    <a:pt x="93239" y="2307"/>
                  </a:lnTo>
                  <a:lnTo>
                    <a:pt x="88437" y="4771"/>
                  </a:lnTo>
                  <a:lnTo>
                    <a:pt x="83718" y="7389"/>
                  </a:lnTo>
                  <a:lnTo>
                    <a:pt x="79085" y="10158"/>
                  </a:lnTo>
                  <a:lnTo>
                    <a:pt x="74544" y="13074"/>
                  </a:lnTo>
                  <a:lnTo>
                    <a:pt x="70100" y="16136"/>
                  </a:lnTo>
                  <a:lnTo>
                    <a:pt x="65756" y="19340"/>
                  </a:lnTo>
                  <a:lnTo>
                    <a:pt x="61519" y="22682"/>
                  </a:lnTo>
                  <a:lnTo>
                    <a:pt x="57391" y="26160"/>
                  </a:lnTo>
                  <a:lnTo>
                    <a:pt x="53378" y="29768"/>
                  </a:lnTo>
                  <a:lnTo>
                    <a:pt x="49484" y="33505"/>
                  </a:lnTo>
                  <a:lnTo>
                    <a:pt x="45712" y="37365"/>
                  </a:lnTo>
                  <a:lnTo>
                    <a:pt x="42067" y="41345"/>
                  </a:lnTo>
                  <a:lnTo>
                    <a:pt x="38552" y="45440"/>
                  </a:lnTo>
                  <a:lnTo>
                    <a:pt x="35171" y="49647"/>
                  </a:lnTo>
                  <a:lnTo>
                    <a:pt x="31928" y="53961"/>
                  </a:lnTo>
                  <a:lnTo>
                    <a:pt x="28825" y="58377"/>
                  </a:lnTo>
                  <a:lnTo>
                    <a:pt x="25867" y="62891"/>
                  </a:lnTo>
                  <a:lnTo>
                    <a:pt x="23056" y="67498"/>
                  </a:lnTo>
                  <a:lnTo>
                    <a:pt x="20396" y="72194"/>
                  </a:lnTo>
                  <a:lnTo>
                    <a:pt x="17888" y="76973"/>
                  </a:lnTo>
                  <a:lnTo>
                    <a:pt x="15536" y="81830"/>
                  </a:lnTo>
                  <a:lnTo>
                    <a:pt x="13342" y="86761"/>
                  </a:lnTo>
                  <a:lnTo>
                    <a:pt x="11308" y="91760"/>
                  </a:lnTo>
                  <a:lnTo>
                    <a:pt x="9436" y="96822"/>
                  </a:lnTo>
                  <a:lnTo>
                    <a:pt x="7729" y="101942"/>
                  </a:lnTo>
                  <a:lnTo>
                    <a:pt x="6189" y="107115"/>
                  </a:lnTo>
                  <a:lnTo>
                    <a:pt x="4816" y="112334"/>
                  </a:lnTo>
                  <a:lnTo>
                    <a:pt x="3612" y="117595"/>
                  </a:lnTo>
                  <a:lnTo>
                    <a:pt x="2578" y="122892"/>
                  </a:lnTo>
                  <a:lnTo>
                    <a:pt x="1716" y="128220"/>
                  </a:lnTo>
                  <a:lnTo>
                    <a:pt x="1027" y="133573"/>
                  </a:lnTo>
                  <a:lnTo>
                    <a:pt x="511" y="138945"/>
                  </a:lnTo>
                  <a:lnTo>
                    <a:pt x="168" y="144331"/>
                  </a:lnTo>
                  <a:lnTo>
                    <a:pt x="0" y="149726"/>
                  </a:lnTo>
                  <a:lnTo>
                    <a:pt x="5" y="155123"/>
                  </a:lnTo>
                  <a:lnTo>
                    <a:pt x="185" y="160517"/>
                  </a:lnTo>
                  <a:lnTo>
                    <a:pt x="539" y="165902"/>
                  </a:lnTo>
                  <a:lnTo>
                    <a:pt x="1067" y="171273"/>
                  </a:lnTo>
                  <a:lnTo>
                    <a:pt x="1767" y="176624"/>
                  </a:lnTo>
                  <a:lnTo>
                    <a:pt x="2640" y="181950"/>
                  </a:lnTo>
                  <a:lnTo>
                    <a:pt x="3685" y="187245"/>
                  </a:lnTo>
                  <a:lnTo>
                    <a:pt x="4900" y="192504"/>
                  </a:lnTo>
                  <a:lnTo>
                    <a:pt x="6284" y="197720"/>
                  </a:lnTo>
                  <a:lnTo>
                    <a:pt x="7835" y="202889"/>
                  </a:lnTo>
                  <a:lnTo>
                    <a:pt x="9553" y="208006"/>
                  </a:lnTo>
                  <a:lnTo>
                    <a:pt x="11435" y="213064"/>
                  </a:lnTo>
                  <a:lnTo>
                    <a:pt x="13479" y="218059"/>
                  </a:lnTo>
                  <a:lnTo>
                    <a:pt x="15684" y="222985"/>
                  </a:lnTo>
                  <a:lnTo>
                    <a:pt x="18046" y="227837"/>
                  </a:lnTo>
                  <a:lnTo>
                    <a:pt x="20564" y="232611"/>
                  </a:lnTo>
                  <a:lnTo>
                    <a:pt x="23235" y="237301"/>
                  </a:lnTo>
                  <a:lnTo>
                    <a:pt x="26055" y="241902"/>
                  </a:lnTo>
                  <a:lnTo>
                    <a:pt x="29023" y="246410"/>
                  </a:lnTo>
                  <a:lnTo>
                    <a:pt x="32134" y="250820"/>
                  </a:lnTo>
                  <a:lnTo>
                    <a:pt x="35387" y="255127"/>
                  </a:lnTo>
                  <a:lnTo>
                    <a:pt x="38776" y="259327"/>
                  </a:lnTo>
                  <a:lnTo>
                    <a:pt x="42300" y="263415"/>
                  </a:lnTo>
                  <a:lnTo>
                    <a:pt x="45953" y="267387"/>
                  </a:lnTo>
                  <a:lnTo>
                    <a:pt x="49733" y="271239"/>
                  </a:lnTo>
                  <a:lnTo>
                    <a:pt x="53636" y="274967"/>
                  </a:lnTo>
                  <a:lnTo>
                    <a:pt x="57656" y="278568"/>
                  </a:lnTo>
                  <a:lnTo>
                    <a:pt x="167148" y="1522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18980" y="2126963"/>
              <a:ext cx="276651" cy="334320"/>
            </a:xfrm>
            <a:custGeom>
              <a:avLst/>
              <a:pathLst>
                <a:path w="276651" h="334320">
                  <a:moveTo>
                    <a:pt x="0" y="293486"/>
                  </a:moveTo>
                  <a:lnTo>
                    <a:pt x="4080" y="296910"/>
                  </a:lnTo>
                  <a:lnTo>
                    <a:pt x="8267" y="300203"/>
                  </a:lnTo>
                  <a:lnTo>
                    <a:pt x="12557" y="303361"/>
                  </a:lnTo>
                  <a:lnTo>
                    <a:pt x="16945" y="306380"/>
                  </a:lnTo>
                  <a:lnTo>
                    <a:pt x="21428" y="309258"/>
                  </a:lnTo>
                  <a:lnTo>
                    <a:pt x="25999" y="311991"/>
                  </a:lnTo>
                  <a:lnTo>
                    <a:pt x="30656" y="314578"/>
                  </a:lnTo>
                  <a:lnTo>
                    <a:pt x="35392" y="317015"/>
                  </a:lnTo>
                  <a:lnTo>
                    <a:pt x="40204" y="319299"/>
                  </a:lnTo>
                  <a:lnTo>
                    <a:pt x="45086" y="321430"/>
                  </a:lnTo>
                  <a:lnTo>
                    <a:pt x="50034" y="323403"/>
                  </a:lnTo>
                  <a:lnTo>
                    <a:pt x="55042" y="325218"/>
                  </a:lnTo>
                  <a:lnTo>
                    <a:pt x="60105" y="326873"/>
                  </a:lnTo>
                  <a:lnTo>
                    <a:pt x="65218" y="328365"/>
                  </a:lnTo>
                  <a:lnTo>
                    <a:pt x="70377" y="329694"/>
                  </a:lnTo>
                  <a:lnTo>
                    <a:pt x="75575" y="330858"/>
                  </a:lnTo>
                  <a:lnTo>
                    <a:pt x="80807" y="331855"/>
                  </a:lnTo>
                  <a:lnTo>
                    <a:pt x="86069" y="332685"/>
                  </a:lnTo>
                  <a:lnTo>
                    <a:pt x="91354" y="333348"/>
                  </a:lnTo>
                  <a:lnTo>
                    <a:pt x="96658" y="333841"/>
                  </a:lnTo>
                  <a:lnTo>
                    <a:pt x="101975" y="334165"/>
                  </a:lnTo>
                  <a:lnTo>
                    <a:pt x="107299" y="334320"/>
                  </a:lnTo>
                  <a:lnTo>
                    <a:pt x="112626" y="334305"/>
                  </a:lnTo>
                  <a:lnTo>
                    <a:pt x="117949" y="334120"/>
                  </a:lnTo>
                  <a:lnTo>
                    <a:pt x="123264" y="333766"/>
                  </a:lnTo>
                  <a:lnTo>
                    <a:pt x="128565" y="333243"/>
                  </a:lnTo>
                  <a:lnTo>
                    <a:pt x="133847" y="332551"/>
                  </a:lnTo>
                  <a:lnTo>
                    <a:pt x="139103" y="331691"/>
                  </a:lnTo>
                  <a:lnTo>
                    <a:pt x="144330" y="330664"/>
                  </a:lnTo>
                  <a:lnTo>
                    <a:pt x="149522" y="329471"/>
                  </a:lnTo>
                  <a:lnTo>
                    <a:pt x="154672" y="328113"/>
                  </a:lnTo>
                  <a:lnTo>
                    <a:pt x="159777" y="326592"/>
                  </a:lnTo>
                  <a:lnTo>
                    <a:pt x="164831" y="324909"/>
                  </a:lnTo>
                  <a:lnTo>
                    <a:pt x="169829" y="323065"/>
                  </a:lnTo>
                  <a:lnTo>
                    <a:pt x="174765" y="321064"/>
                  </a:lnTo>
                  <a:lnTo>
                    <a:pt x="179635" y="318906"/>
                  </a:lnTo>
                  <a:lnTo>
                    <a:pt x="184434" y="316594"/>
                  </a:lnTo>
                  <a:lnTo>
                    <a:pt x="189157" y="314131"/>
                  </a:lnTo>
                  <a:lnTo>
                    <a:pt x="193798" y="311518"/>
                  </a:lnTo>
                  <a:lnTo>
                    <a:pt x="198355" y="308759"/>
                  </a:lnTo>
                  <a:lnTo>
                    <a:pt x="202821" y="305856"/>
                  </a:lnTo>
                  <a:lnTo>
                    <a:pt x="207192" y="302812"/>
                  </a:lnTo>
                  <a:lnTo>
                    <a:pt x="211464" y="299630"/>
                  </a:lnTo>
                  <a:lnTo>
                    <a:pt x="215633" y="296314"/>
                  </a:lnTo>
                  <a:lnTo>
                    <a:pt x="219693" y="292867"/>
                  </a:lnTo>
                  <a:lnTo>
                    <a:pt x="223642" y="289292"/>
                  </a:lnTo>
                  <a:lnTo>
                    <a:pt x="227475" y="285593"/>
                  </a:lnTo>
                  <a:lnTo>
                    <a:pt x="231188" y="281774"/>
                  </a:lnTo>
                  <a:lnTo>
                    <a:pt x="234778" y="277838"/>
                  </a:lnTo>
                  <a:lnTo>
                    <a:pt x="238241" y="273790"/>
                  </a:lnTo>
                  <a:lnTo>
                    <a:pt x="241572" y="269634"/>
                  </a:lnTo>
                  <a:lnTo>
                    <a:pt x="244770" y="265374"/>
                  </a:lnTo>
                  <a:lnTo>
                    <a:pt x="247830" y="261014"/>
                  </a:lnTo>
                  <a:lnTo>
                    <a:pt x="250750" y="256559"/>
                  </a:lnTo>
                  <a:lnTo>
                    <a:pt x="253526" y="252013"/>
                  </a:lnTo>
                  <a:lnTo>
                    <a:pt x="256156" y="247381"/>
                  </a:lnTo>
                  <a:lnTo>
                    <a:pt x="258637" y="242667"/>
                  </a:lnTo>
                  <a:lnTo>
                    <a:pt x="260967" y="237877"/>
                  </a:lnTo>
                  <a:lnTo>
                    <a:pt x="263143" y="233015"/>
                  </a:lnTo>
                  <a:lnTo>
                    <a:pt x="265163" y="228086"/>
                  </a:lnTo>
                  <a:lnTo>
                    <a:pt x="267025" y="223096"/>
                  </a:lnTo>
                  <a:lnTo>
                    <a:pt x="268727" y="218048"/>
                  </a:lnTo>
                  <a:lnTo>
                    <a:pt x="270267" y="212949"/>
                  </a:lnTo>
                  <a:lnTo>
                    <a:pt x="271644" y="207804"/>
                  </a:lnTo>
                  <a:lnTo>
                    <a:pt x="272857" y="202617"/>
                  </a:lnTo>
                  <a:lnTo>
                    <a:pt x="273903" y="197394"/>
                  </a:lnTo>
                  <a:lnTo>
                    <a:pt x="274783" y="192140"/>
                  </a:lnTo>
                  <a:lnTo>
                    <a:pt x="275494" y="186861"/>
                  </a:lnTo>
                  <a:lnTo>
                    <a:pt x="276038" y="181562"/>
                  </a:lnTo>
                  <a:lnTo>
                    <a:pt x="276412" y="176249"/>
                  </a:lnTo>
                  <a:lnTo>
                    <a:pt x="276616" y="170926"/>
                  </a:lnTo>
                  <a:lnTo>
                    <a:pt x="276651" y="165600"/>
                  </a:lnTo>
                  <a:lnTo>
                    <a:pt x="276516" y="160275"/>
                  </a:lnTo>
                  <a:lnTo>
                    <a:pt x="276212" y="154957"/>
                  </a:lnTo>
                  <a:lnTo>
                    <a:pt x="275738" y="149651"/>
                  </a:lnTo>
                  <a:lnTo>
                    <a:pt x="275096" y="144363"/>
                  </a:lnTo>
                  <a:lnTo>
                    <a:pt x="274285" y="139099"/>
                  </a:lnTo>
                  <a:lnTo>
                    <a:pt x="273307" y="133862"/>
                  </a:lnTo>
                  <a:lnTo>
                    <a:pt x="272163" y="128660"/>
                  </a:lnTo>
                  <a:lnTo>
                    <a:pt x="270854" y="123497"/>
                  </a:lnTo>
                  <a:lnTo>
                    <a:pt x="269380" y="118378"/>
                  </a:lnTo>
                  <a:lnTo>
                    <a:pt x="267745" y="113309"/>
                  </a:lnTo>
                  <a:lnTo>
                    <a:pt x="265948" y="108294"/>
                  </a:lnTo>
                  <a:lnTo>
                    <a:pt x="263993" y="103339"/>
                  </a:lnTo>
                  <a:lnTo>
                    <a:pt x="261881" y="98449"/>
                  </a:lnTo>
                  <a:lnTo>
                    <a:pt x="259615" y="93629"/>
                  </a:lnTo>
                  <a:lnTo>
                    <a:pt x="257195" y="88883"/>
                  </a:lnTo>
                  <a:lnTo>
                    <a:pt x="254626" y="84217"/>
                  </a:lnTo>
                  <a:lnTo>
                    <a:pt x="251910" y="79635"/>
                  </a:lnTo>
                  <a:lnTo>
                    <a:pt x="249049" y="75142"/>
                  </a:lnTo>
                  <a:lnTo>
                    <a:pt x="246046" y="70742"/>
                  </a:lnTo>
                  <a:lnTo>
                    <a:pt x="242904" y="66440"/>
                  </a:lnTo>
                  <a:lnTo>
                    <a:pt x="239628" y="62241"/>
                  </a:lnTo>
                  <a:lnTo>
                    <a:pt x="236218" y="58148"/>
                  </a:lnTo>
                  <a:lnTo>
                    <a:pt x="232681" y="54166"/>
                  </a:lnTo>
                  <a:lnTo>
                    <a:pt x="229018" y="50298"/>
                  </a:lnTo>
                  <a:lnTo>
                    <a:pt x="225234" y="46549"/>
                  </a:lnTo>
                  <a:lnTo>
                    <a:pt x="221332" y="42923"/>
                  </a:lnTo>
                  <a:lnTo>
                    <a:pt x="217317" y="39423"/>
                  </a:lnTo>
                  <a:lnTo>
                    <a:pt x="213192" y="36052"/>
                  </a:lnTo>
                  <a:lnTo>
                    <a:pt x="208962" y="32815"/>
                  </a:lnTo>
                  <a:lnTo>
                    <a:pt x="204631" y="29714"/>
                  </a:lnTo>
                  <a:lnTo>
                    <a:pt x="200204" y="26753"/>
                  </a:lnTo>
                  <a:lnTo>
                    <a:pt x="195684" y="23934"/>
                  </a:lnTo>
                  <a:lnTo>
                    <a:pt x="191077" y="21260"/>
                  </a:lnTo>
                  <a:lnTo>
                    <a:pt x="186387" y="18735"/>
                  </a:lnTo>
                  <a:lnTo>
                    <a:pt x="181619" y="16361"/>
                  </a:lnTo>
                  <a:lnTo>
                    <a:pt x="176777" y="14139"/>
                  </a:lnTo>
                  <a:lnTo>
                    <a:pt x="171868" y="12073"/>
                  </a:lnTo>
                  <a:lnTo>
                    <a:pt x="166895" y="10164"/>
                  </a:lnTo>
                  <a:lnTo>
                    <a:pt x="161863" y="8415"/>
                  </a:lnTo>
                  <a:lnTo>
                    <a:pt x="156779" y="6827"/>
                  </a:lnTo>
                  <a:lnTo>
                    <a:pt x="151646" y="5402"/>
                  </a:lnTo>
                  <a:lnTo>
                    <a:pt x="146471" y="4141"/>
                  </a:lnTo>
                  <a:lnTo>
                    <a:pt x="141258" y="3046"/>
                  </a:lnTo>
                  <a:lnTo>
                    <a:pt x="136013" y="2117"/>
                  </a:lnTo>
                  <a:lnTo>
                    <a:pt x="130741" y="1356"/>
                  </a:lnTo>
                  <a:lnTo>
                    <a:pt x="125447" y="763"/>
                  </a:lnTo>
                  <a:lnTo>
                    <a:pt x="120138" y="339"/>
                  </a:lnTo>
                  <a:lnTo>
                    <a:pt x="114817" y="84"/>
                  </a:lnTo>
                  <a:lnTo>
                    <a:pt x="109491" y="0"/>
                  </a:lnTo>
                  <a:lnTo>
                    <a:pt x="1094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9637" y="1681503"/>
              <a:ext cx="43597" cy="167167"/>
            </a:xfrm>
            <a:custGeom>
              <a:avLst/>
              <a:pathLst>
                <a:path w="43597" h="167167">
                  <a:moveTo>
                    <a:pt x="43597" y="0"/>
                  </a:moveTo>
                  <a:lnTo>
                    <a:pt x="37297" y="118"/>
                  </a:lnTo>
                  <a:lnTo>
                    <a:pt x="31007" y="474"/>
                  </a:lnTo>
                  <a:lnTo>
                    <a:pt x="24734" y="1067"/>
                  </a:lnTo>
                  <a:lnTo>
                    <a:pt x="18488" y="1896"/>
                  </a:lnTo>
                  <a:lnTo>
                    <a:pt x="12278" y="2960"/>
                  </a:lnTo>
                  <a:lnTo>
                    <a:pt x="6112" y="4256"/>
                  </a:lnTo>
                  <a:lnTo>
                    <a:pt x="0" y="5785"/>
                  </a:lnTo>
                  <a:lnTo>
                    <a:pt x="4359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9637" y="1687288"/>
              <a:ext cx="43597" cy="161382"/>
            </a:xfrm>
            <a:custGeom>
              <a:avLst/>
              <a:pathLst>
                <a:path w="43597" h="161382">
                  <a:moveTo>
                    <a:pt x="0" y="0"/>
                  </a:moveTo>
                  <a:lnTo>
                    <a:pt x="43597" y="1613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256078" y="1687288"/>
              <a:ext cx="334319" cy="328549"/>
            </a:xfrm>
            <a:custGeom>
              <a:avLst/>
              <a:pathLst>
                <a:path w="334319" h="328549">
                  <a:moveTo>
                    <a:pt x="123559" y="0"/>
                  </a:moveTo>
                  <a:lnTo>
                    <a:pt x="118482" y="1458"/>
                  </a:lnTo>
                  <a:lnTo>
                    <a:pt x="113453" y="3075"/>
                  </a:lnTo>
                  <a:lnTo>
                    <a:pt x="108478" y="4851"/>
                  </a:lnTo>
                  <a:lnTo>
                    <a:pt x="103562" y="6783"/>
                  </a:lnTo>
                  <a:lnTo>
                    <a:pt x="98709" y="8870"/>
                  </a:lnTo>
                  <a:lnTo>
                    <a:pt x="93924" y="11109"/>
                  </a:lnTo>
                  <a:lnTo>
                    <a:pt x="89213" y="13498"/>
                  </a:lnTo>
                  <a:lnTo>
                    <a:pt x="84579" y="16034"/>
                  </a:lnTo>
                  <a:lnTo>
                    <a:pt x="80028" y="18716"/>
                  </a:lnTo>
                  <a:lnTo>
                    <a:pt x="75564" y="21540"/>
                  </a:lnTo>
                  <a:lnTo>
                    <a:pt x="71191" y="24504"/>
                  </a:lnTo>
                  <a:lnTo>
                    <a:pt x="66914" y="27604"/>
                  </a:lnTo>
                  <a:lnTo>
                    <a:pt x="62737" y="30838"/>
                  </a:lnTo>
                  <a:lnTo>
                    <a:pt x="58665" y="34203"/>
                  </a:lnTo>
                  <a:lnTo>
                    <a:pt x="54701" y="37694"/>
                  </a:lnTo>
                  <a:lnTo>
                    <a:pt x="50849" y="41309"/>
                  </a:lnTo>
                  <a:lnTo>
                    <a:pt x="47113" y="45044"/>
                  </a:lnTo>
                  <a:lnTo>
                    <a:pt x="43497" y="48895"/>
                  </a:lnTo>
                  <a:lnTo>
                    <a:pt x="40005" y="52858"/>
                  </a:lnTo>
                  <a:lnTo>
                    <a:pt x="36639" y="56930"/>
                  </a:lnTo>
                  <a:lnTo>
                    <a:pt x="33404" y="61105"/>
                  </a:lnTo>
                  <a:lnTo>
                    <a:pt x="30303" y="65382"/>
                  </a:lnTo>
                  <a:lnTo>
                    <a:pt x="27338" y="69754"/>
                  </a:lnTo>
                  <a:lnTo>
                    <a:pt x="24512" y="74217"/>
                  </a:lnTo>
                  <a:lnTo>
                    <a:pt x="21830" y="78767"/>
                  </a:lnTo>
                  <a:lnTo>
                    <a:pt x="19292" y="83400"/>
                  </a:lnTo>
                  <a:lnTo>
                    <a:pt x="16902" y="88111"/>
                  </a:lnTo>
                  <a:lnTo>
                    <a:pt x="14662" y="92895"/>
                  </a:lnTo>
                  <a:lnTo>
                    <a:pt x="12574" y="97748"/>
                  </a:lnTo>
                  <a:lnTo>
                    <a:pt x="10641" y="102664"/>
                  </a:lnTo>
                  <a:lnTo>
                    <a:pt x="8864" y="107638"/>
                  </a:lnTo>
                  <a:lnTo>
                    <a:pt x="7245" y="112666"/>
                  </a:lnTo>
                  <a:lnTo>
                    <a:pt x="5785" y="117743"/>
                  </a:lnTo>
                  <a:lnTo>
                    <a:pt x="4487" y="122864"/>
                  </a:lnTo>
                  <a:lnTo>
                    <a:pt x="3351" y="128023"/>
                  </a:lnTo>
                  <a:lnTo>
                    <a:pt x="2379" y="133215"/>
                  </a:lnTo>
                  <a:lnTo>
                    <a:pt x="1571" y="138435"/>
                  </a:lnTo>
                  <a:lnTo>
                    <a:pt x="929" y="143679"/>
                  </a:lnTo>
                  <a:lnTo>
                    <a:pt x="453" y="148939"/>
                  </a:lnTo>
                  <a:lnTo>
                    <a:pt x="143" y="154213"/>
                  </a:lnTo>
                  <a:lnTo>
                    <a:pt x="0" y="159493"/>
                  </a:lnTo>
                  <a:lnTo>
                    <a:pt x="23" y="164776"/>
                  </a:lnTo>
                  <a:lnTo>
                    <a:pt x="214" y="170055"/>
                  </a:lnTo>
                  <a:lnTo>
                    <a:pt x="571" y="175325"/>
                  </a:lnTo>
                  <a:lnTo>
                    <a:pt x="1095" y="180582"/>
                  </a:lnTo>
                  <a:lnTo>
                    <a:pt x="1785" y="185819"/>
                  </a:lnTo>
                  <a:lnTo>
                    <a:pt x="2639" y="191032"/>
                  </a:lnTo>
                  <a:lnTo>
                    <a:pt x="3658" y="196215"/>
                  </a:lnTo>
                  <a:lnTo>
                    <a:pt x="4841" y="201364"/>
                  </a:lnTo>
                  <a:lnTo>
                    <a:pt x="6185" y="206472"/>
                  </a:lnTo>
                  <a:lnTo>
                    <a:pt x="7690" y="211536"/>
                  </a:lnTo>
                  <a:lnTo>
                    <a:pt x="9354" y="216549"/>
                  </a:lnTo>
                  <a:lnTo>
                    <a:pt x="11176" y="221507"/>
                  </a:lnTo>
                  <a:lnTo>
                    <a:pt x="13154" y="226406"/>
                  </a:lnTo>
                  <a:lnTo>
                    <a:pt x="15285" y="231239"/>
                  </a:lnTo>
                  <a:lnTo>
                    <a:pt x="17568" y="236003"/>
                  </a:lnTo>
                  <a:lnTo>
                    <a:pt x="20000" y="240692"/>
                  </a:lnTo>
                  <a:lnTo>
                    <a:pt x="22580" y="245302"/>
                  </a:lnTo>
                  <a:lnTo>
                    <a:pt x="25303" y="249828"/>
                  </a:lnTo>
                  <a:lnTo>
                    <a:pt x="28169" y="254266"/>
                  </a:lnTo>
                  <a:lnTo>
                    <a:pt x="31173" y="258611"/>
                  </a:lnTo>
                  <a:lnTo>
                    <a:pt x="34313" y="262859"/>
                  </a:lnTo>
                  <a:lnTo>
                    <a:pt x="37586" y="267005"/>
                  </a:lnTo>
                  <a:lnTo>
                    <a:pt x="40987" y="271047"/>
                  </a:lnTo>
                  <a:lnTo>
                    <a:pt x="44515" y="274978"/>
                  </a:lnTo>
                  <a:lnTo>
                    <a:pt x="48166" y="278797"/>
                  </a:lnTo>
                  <a:lnTo>
                    <a:pt x="51935" y="282497"/>
                  </a:lnTo>
                  <a:lnTo>
                    <a:pt x="55819" y="286078"/>
                  </a:lnTo>
                  <a:lnTo>
                    <a:pt x="59815" y="289533"/>
                  </a:lnTo>
                  <a:lnTo>
                    <a:pt x="63917" y="292861"/>
                  </a:lnTo>
                  <a:lnTo>
                    <a:pt x="68123" y="296057"/>
                  </a:lnTo>
                  <a:lnTo>
                    <a:pt x="72428" y="299119"/>
                  </a:lnTo>
                  <a:lnTo>
                    <a:pt x="76827" y="302043"/>
                  </a:lnTo>
                  <a:lnTo>
                    <a:pt x="81317" y="304827"/>
                  </a:lnTo>
                  <a:lnTo>
                    <a:pt x="85892" y="307467"/>
                  </a:lnTo>
                  <a:lnTo>
                    <a:pt x="90548" y="309962"/>
                  </a:lnTo>
                  <a:lnTo>
                    <a:pt x="95281" y="312308"/>
                  </a:lnTo>
                  <a:lnTo>
                    <a:pt x="100085" y="314504"/>
                  </a:lnTo>
                  <a:lnTo>
                    <a:pt x="104957" y="316547"/>
                  </a:lnTo>
                  <a:lnTo>
                    <a:pt x="109890" y="318435"/>
                  </a:lnTo>
                  <a:lnTo>
                    <a:pt x="114881" y="320165"/>
                  </a:lnTo>
                  <a:lnTo>
                    <a:pt x="119924" y="321738"/>
                  </a:lnTo>
                  <a:lnTo>
                    <a:pt x="125014" y="323150"/>
                  </a:lnTo>
                  <a:lnTo>
                    <a:pt x="130147" y="324401"/>
                  </a:lnTo>
                  <a:lnTo>
                    <a:pt x="135316" y="325489"/>
                  </a:lnTo>
                  <a:lnTo>
                    <a:pt x="140517" y="326413"/>
                  </a:lnTo>
                  <a:lnTo>
                    <a:pt x="145745" y="327172"/>
                  </a:lnTo>
                  <a:lnTo>
                    <a:pt x="150994" y="327766"/>
                  </a:lnTo>
                  <a:lnTo>
                    <a:pt x="156259" y="328194"/>
                  </a:lnTo>
                  <a:lnTo>
                    <a:pt x="161535" y="328455"/>
                  </a:lnTo>
                  <a:lnTo>
                    <a:pt x="166816" y="328549"/>
                  </a:lnTo>
                  <a:lnTo>
                    <a:pt x="172098" y="328476"/>
                  </a:lnTo>
                  <a:lnTo>
                    <a:pt x="177375" y="328237"/>
                  </a:lnTo>
                  <a:lnTo>
                    <a:pt x="182642" y="327830"/>
                  </a:lnTo>
                  <a:lnTo>
                    <a:pt x="187894" y="327258"/>
                  </a:lnTo>
                  <a:lnTo>
                    <a:pt x="193124" y="326520"/>
                  </a:lnTo>
                  <a:lnTo>
                    <a:pt x="198329" y="325617"/>
                  </a:lnTo>
                  <a:lnTo>
                    <a:pt x="203503" y="324550"/>
                  </a:lnTo>
                  <a:lnTo>
                    <a:pt x="208640" y="323320"/>
                  </a:lnTo>
                  <a:lnTo>
                    <a:pt x="213736" y="321929"/>
                  </a:lnTo>
                  <a:lnTo>
                    <a:pt x="218785" y="320377"/>
                  </a:lnTo>
                  <a:lnTo>
                    <a:pt x="223783" y="318666"/>
                  </a:lnTo>
                  <a:lnTo>
                    <a:pt x="228724" y="316798"/>
                  </a:lnTo>
                  <a:lnTo>
                    <a:pt x="233604" y="314776"/>
                  </a:lnTo>
                  <a:lnTo>
                    <a:pt x="238417" y="312599"/>
                  </a:lnTo>
                  <a:lnTo>
                    <a:pt x="243160" y="310272"/>
                  </a:lnTo>
                  <a:lnTo>
                    <a:pt x="247826" y="307797"/>
                  </a:lnTo>
                  <a:lnTo>
                    <a:pt x="252412" y="305175"/>
                  </a:lnTo>
                  <a:lnTo>
                    <a:pt x="256913" y="302409"/>
                  </a:lnTo>
                  <a:lnTo>
                    <a:pt x="261324" y="299503"/>
                  </a:lnTo>
                  <a:lnTo>
                    <a:pt x="265641" y="296459"/>
                  </a:lnTo>
                  <a:lnTo>
                    <a:pt x="269859" y="293279"/>
                  </a:lnTo>
                  <a:lnTo>
                    <a:pt x="273976" y="289969"/>
                  </a:lnTo>
                  <a:lnTo>
                    <a:pt x="277985" y="286529"/>
                  </a:lnTo>
                  <a:lnTo>
                    <a:pt x="281884" y="282965"/>
                  </a:lnTo>
                  <a:lnTo>
                    <a:pt x="285668" y="279279"/>
                  </a:lnTo>
                  <a:lnTo>
                    <a:pt x="289334" y="275476"/>
                  </a:lnTo>
                  <a:lnTo>
                    <a:pt x="292878" y="271559"/>
                  </a:lnTo>
                  <a:lnTo>
                    <a:pt x="296296" y="267532"/>
                  </a:lnTo>
                  <a:lnTo>
                    <a:pt x="299586" y="263398"/>
                  </a:lnTo>
                  <a:lnTo>
                    <a:pt x="302743" y="259163"/>
                  </a:lnTo>
                  <a:lnTo>
                    <a:pt x="305765" y="254830"/>
                  </a:lnTo>
                  <a:lnTo>
                    <a:pt x="308648" y="250404"/>
                  </a:lnTo>
                  <a:lnTo>
                    <a:pt x="311390" y="245889"/>
                  </a:lnTo>
                  <a:lnTo>
                    <a:pt x="313988" y="241290"/>
                  </a:lnTo>
                  <a:lnTo>
                    <a:pt x="316440" y="236611"/>
                  </a:lnTo>
                  <a:lnTo>
                    <a:pt x="318742" y="231856"/>
                  </a:lnTo>
                  <a:lnTo>
                    <a:pt x="320893" y="227032"/>
                  </a:lnTo>
                  <a:lnTo>
                    <a:pt x="322891" y="222141"/>
                  </a:lnTo>
                  <a:lnTo>
                    <a:pt x="324733" y="217190"/>
                  </a:lnTo>
                  <a:lnTo>
                    <a:pt x="326417" y="212184"/>
                  </a:lnTo>
                  <a:lnTo>
                    <a:pt x="327943" y="207126"/>
                  </a:lnTo>
                  <a:lnTo>
                    <a:pt x="329308" y="202023"/>
                  </a:lnTo>
                  <a:lnTo>
                    <a:pt x="330511" y="196880"/>
                  </a:lnTo>
                  <a:lnTo>
                    <a:pt x="331551" y="191701"/>
                  </a:lnTo>
                  <a:lnTo>
                    <a:pt x="332427" y="186491"/>
                  </a:lnTo>
                  <a:lnTo>
                    <a:pt x="333138" y="181257"/>
                  </a:lnTo>
                  <a:lnTo>
                    <a:pt x="333683" y="176003"/>
                  </a:lnTo>
                  <a:lnTo>
                    <a:pt x="334062" y="170734"/>
                  </a:lnTo>
                  <a:lnTo>
                    <a:pt x="334274" y="165456"/>
                  </a:lnTo>
                  <a:lnTo>
                    <a:pt x="334319" y="160173"/>
                  </a:lnTo>
                  <a:lnTo>
                    <a:pt x="334198" y="154892"/>
                  </a:lnTo>
                  <a:lnTo>
                    <a:pt x="333909" y="149618"/>
                  </a:lnTo>
                  <a:lnTo>
                    <a:pt x="333454" y="144355"/>
                  </a:lnTo>
                  <a:lnTo>
                    <a:pt x="332833" y="139109"/>
                  </a:lnTo>
                  <a:lnTo>
                    <a:pt x="332047" y="133885"/>
                  </a:lnTo>
                  <a:lnTo>
                    <a:pt x="331096" y="128689"/>
                  </a:lnTo>
                  <a:lnTo>
                    <a:pt x="329981" y="123526"/>
                  </a:lnTo>
                  <a:lnTo>
                    <a:pt x="328704" y="118400"/>
                  </a:lnTo>
                  <a:lnTo>
                    <a:pt x="327265" y="113317"/>
                  </a:lnTo>
                  <a:lnTo>
                    <a:pt x="325666" y="108282"/>
                  </a:lnTo>
                  <a:lnTo>
                    <a:pt x="323909" y="103301"/>
                  </a:lnTo>
                  <a:lnTo>
                    <a:pt x="321996" y="98377"/>
                  </a:lnTo>
                  <a:lnTo>
                    <a:pt x="319928" y="93516"/>
                  </a:lnTo>
                  <a:lnTo>
                    <a:pt x="317707" y="88723"/>
                  </a:lnTo>
                  <a:lnTo>
                    <a:pt x="315337" y="84002"/>
                  </a:lnTo>
                  <a:lnTo>
                    <a:pt x="312818" y="79359"/>
                  </a:lnTo>
                  <a:lnTo>
                    <a:pt x="310153" y="74798"/>
                  </a:lnTo>
                  <a:lnTo>
                    <a:pt x="307346" y="70323"/>
                  </a:lnTo>
                  <a:lnTo>
                    <a:pt x="304399" y="65939"/>
                  </a:lnTo>
                  <a:lnTo>
                    <a:pt x="301315" y="61650"/>
                  </a:lnTo>
                  <a:lnTo>
                    <a:pt x="298097" y="57461"/>
                  </a:lnTo>
                  <a:lnTo>
                    <a:pt x="294748" y="53376"/>
                  </a:lnTo>
                  <a:lnTo>
                    <a:pt x="291272" y="49398"/>
                  </a:lnTo>
                  <a:lnTo>
                    <a:pt x="287672" y="45533"/>
                  </a:lnTo>
                  <a:lnTo>
                    <a:pt x="283951" y="41783"/>
                  </a:lnTo>
                  <a:lnTo>
                    <a:pt x="280114" y="38152"/>
                  </a:lnTo>
                  <a:lnTo>
                    <a:pt x="276164" y="34645"/>
                  </a:lnTo>
                  <a:lnTo>
                    <a:pt x="272105" y="31264"/>
                  </a:lnTo>
                  <a:lnTo>
                    <a:pt x="267942" y="28013"/>
                  </a:lnTo>
                  <a:lnTo>
                    <a:pt x="263678" y="24895"/>
                  </a:lnTo>
                  <a:lnTo>
                    <a:pt x="259317" y="21914"/>
                  </a:lnTo>
                  <a:lnTo>
                    <a:pt x="254864" y="19071"/>
                  </a:lnTo>
                  <a:lnTo>
                    <a:pt x="167156" y="1613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23235" y="1681503"/>
              <a:ext cx="87708" cy="167167"/>
            </a:xfrm>
            <a:custGeom>
              <a:avLst/>
              <a:pathLst>
                <a:path w="87708" h="167167">
                  <a:moveTo>
                    <a:pt x="87708" y="24857"/>
                  </a:moveTo>
                  <a:lnTo>
                    <a:pt x="82744" y="21914"/>
                  </a:lnTo>
                  <a:lnTo>
                    <a:pt x="77681" y="19145"/>
                  </a:lnTo>
                  <a:lnTo>
                    <a:pt x="72526" y="16552"/>
                  </a:lnTo>
                  <a:lnTo>
                    <a:pt x="67285" y="14139"/>
                  </a:lnTo>
                  <a:lnTo>
                    <a:pt x="61963" y="11907"/>
                  </a:lnTo>
                  <a:lnTo>
                    <a:pt x="56567" y="9861"/>
                  </a:lnTo>
                  <a:lnTo>
                    <a:pt x="51104" y="8003"/>
                  </a:lnTo>
                  <a:lnTo>
                    <a:pt x="45581" y="6334"/>
                  </a:lnTo>
                  <a:lnTo>
                    <a:pt x="40003" y="4856"/>
                  </a:lnTo>
                  <a:lnTo>
                    <a:pt x="34377" y="3572"/>
                  </a:lnTo>
                  <a:lnTo>
                    <a:pt x="28710" y="2483"/>
                  </a:lnTo>
                  <a:lnTo>
                    <a:pt x="23009" y="1591"/>
                  </a:lnTo>
                  <a:lnTo>
                    <a:pt x="17281" y="895"/>
                  </a:lnTo>
                  <a:lnTo>
                    <a:pt x="11532" y="398"/>
                  </a:lnTo>
                  <a:lnTo>
                    <a:pt x="576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853890" y="1322571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0" y="2097"/>
                  </a:lnTo>
                  <a:lnTo>
                    <a:pt x="135529" y="3017"/>
                  </a:lnTo>
                  <a:lnTo>
                    <a:pt x="130339" y="4102"/>
                  </a:lnTo>
                  <a:lnTo>
                    <a:pt x="125187" y="5352"/>
                  </a:lnTo>
                  <a:lnTo>
                    <a:pt x="120077" y="6764"/>
                  </a:lnTo>
                  <a:lnTo>
                    <a:pt x="115014" y="8337"/>
                  </a:lnTo>
                  <a:lnTo>
                    <a:pt x="110004" y="10070"/>
                  </a:lnTo>
                  <a:lnTo>
                    <a:pt x="105051" y="11961"/>
                  </a:lnTo>
                  <a:lnTo>
                    <a:pt x="100160" y="14008"/>
                  </a:lnTo>
                  <a:lnTo>
                    <a:pt x="95337" y="16209"/>
                  </a:lnTo>
                  <a:lnTo>
                    <a:pt x="90587" y="18562"/>
                  </a:lnTo>
                  <a:lnTo>
                    <a:pt x="85913" y="21065"/>
                  </a:lnTo>
                  <a:lnTo>
                    <a:pt x="81321" y="23715"/>
                  </a:lnTo>
                  <a:lnTo>
                    <a:pt x="76815" y="26508"/>
                  </a:lnTo>
                  <a:lnTo>
                    <a:pt x="72400" y="29444"/>
                  </a:lnTo>
                  <a:lnTo>
                    <a:pt x="68080" y="32517"/>
                  </a:lnTo>
                  <a:lnTo>
                    <a:pt x="63860" y="35726"/>
                  </a:lnTo>
                  <a:lnTo>
                    <a:pt x="59744" y="39068"/>
                  </a:lnTo>
                  <a:lnTo>
                    <a:pt x="55736" y="42538"/>
                  </a:lnTo>
                  <a:lnTo>
                    <a:pt x="51840" y="46134"/>
                  </a:lnTo>
                  <a:lnTo>
                    <a:pt x="48060" y="49851"/>
                  </a:lnTo>
                  <a:lnTo>
                    <a:pt x="44400" y="53686"/>
                  </a:lnTo>
                  <a:lnTo>
                    <a:pt x="40863" y="57636"/>
                  </a:lnTo>
                  <a:lnTo>
                    <a:pt x="37453" y="61696"/>
                  </a:lnTo>
                  <a:lnTo>
                    <a:pt x="34174" y="65861"/>
                  </a:lnTo>
                  <a:lnTo>
                    <a:pt x="31028" y="70129"/>
                  </a:lnTo>
                  <a:lnTo>
                    <a:pt x="28020" y="74494"/>
                  </a:lnTo>
                  <a:lnTo>
                    <a:pt x="25151" y="78952"/>
                  </a:lnTo>
                  <a:lnTo>
                    <a:pt x="22425" y="83500"/>
                  </a:lnTo>
                  <a:lnTo>
                    <a:pt x="19845" y="88131"/>
                  </a:lnTo>
                  <a:lnTo>
                    <a:pt x="17413" y="92842"/>
                  </a:lnTo>
                  <a:lnTo>
                    <a:pt x="15131" y="97627"/>
                  </a:lnTo>
                  <a:lnTo>
                    <a:pt x="13002" y="102483"/>
                  </a:lnTo>
                  <a:lnTo>
                    <a:pt x="11029" y="107403"/>
                  </a:lnTo>
                  <a:lnTo>
                    <a:pt x="9212" y="112384"/>
                  </a:lnTo>
                  <a:lnTo>
                    <a:pt x="7554" y="117420"/>
                  </a:lnTo>
                  <a:lnTo>
                    <a:pt x="6057" y="122506"/>
                  </a:lnTo>
                  <a:lnTo>
                    <a:pt x="4722" y="127636"/>
                  </a:lnTo>
                  <a:lnTo>
                    <a:pt x="3550" y="132807"/>
                  </a:lnTo>
                  <a:lnTo>
                    <a:pt x="2543" y="138012"/>
                  </a:lnTo>
                  <a:lnTo>
                    <a:pt x="1701" y="143246"/>
                  </a:lnTo>
                  <a:lnTo>
                    <a:pt x="1026" y="148505"/>
                  </a:lnTo>
                  <a:lnTo>
                    <a:pt x="517" y="153782"/>
                  </a:lnTo>
                  <a:lnTo>
                    <a:pt x="177" y="159073"/>
                  </a:lnTo>
                  <a:lnTo>
                    <a:pt x="4" y="164371"/>
                  </a:lnTo>
                  <a:lnTo>
                    <a:pt x="0" y="169673"/>
                  </a:lnTo>
                  <a:lnTo>
                    <a:pt x="163" y="174972"/>
                  </a:lnTo>
                  <a:lnTo>
                    <a:pt x="495" y="180263"/>
                  </a:lnTo>
                  <a:lnTo>
                    <a:pt x="994" y="185541"/>
                  </a:lnTo>
                  <a:lnTo>
                    <a:pt x="1660" y="190801"/>
                  </a:lnTo>
                  <a:lnTo>
                    <a:pt x="2493" y="196037"/>
                  </a:lnTo>
                  <a:lnTo>
                    <a:pt x="3491" y="201244"/>
                  </a:lnTo>
                  <a:lnTo>
                    <a:pt x="4654" y="206416"/>
                  </a:lnTo>
                  <a:lnTo>
                    <a:pt x="5980" y="211549"/>
                  </a:lnTo>
                  <a:lnTo>
                    <a:pt x="7468" y="216638"/>
                  </a:lnTo>
                  <a:lnTo>
                    <a:pt x="9117" y="221676"/>
                  </a:lnTo>
                  <a:lnTo>
                    <a:pt x="10925" y="226660"/>
                  </a:lnTo>
                  <a:lnTo>
                    <a:pt x="12891" y="231584"/>
                  </a:lnTo>
                  <a:lnTo>
                    <a:pt x="15011" y="236443"/>
                  </a:lnTo>
                  <a:lnTo>
                    <a:pt x="17284" y="241233"/>
                  </a:lnTo>
                  <a:lnTo>
                    <a:pt x="19708" y="245948"/>
                  </a:lnTo>
                  <a:lnTo>
                    <a:pt x="22280" y="250583"/>
                  </a:lnTo>
                  <a:lnTo>
                    <a:pt x="24999" y="255135"/>
                  </a:lnTo>
                  <a:lnTo>
                    <a:pt x="27860" y="259599"/>
                  </a:lnTo>
                  <a:lnTo>
                    <a:pt x="30861" y="263969"/>
                  </a:lnTo>
                  <a:lnTo>
                    <a:pt x="33999" y="268242"/>
                  </a:lnTo>
                  <a:lnTo>
                    <a:pt x="37271" y="272414"/>
                  </a:lnTo>
                  <a:lnTo>
                    <a:pt x="40674" y="276479"/>
                  </a:lnTo>
                  <a:lnTo>
                    <a:pt x="44204" y="280435"/>
                  </a:lnTo>
                  <a:lnTo>
                    <a:pt x="47857" y="284276"/>
                  </a:lnTo>
                  <a:lnTo>
                    <a:pt x="51631" y="288000"/>
                  </a:lnTo>
                  <a:lnTo>
                    <a:pt x="55521" y="291603"/>
                  </a:lnTo>
                  <a:lnTo>
                    <a:pt x="59523" y="295080"/>
                  </a:lnTo>
                  <a:lnTo>
                    <a:pt x="63633" y="298428"/>
                  </a:lnTo>
                  <a:lnTo>
                    <a:pt x="67847" y="301645"/>
                  </a:lnTo>
                  <a:lnTo>
                    <a:pt x="72162" y="304726"/>
                  </a:lnTo>
                  <a:lnTo>
                    <a:pt x="76571" y="307669"/>
                  </a:lnTo>
                  <a:lnTo>
                    <a:pt x="81072" y="310470"/>
                  </a:lnTo>
                  <a:lnTo>
                    <a:pt x="85660" y="313128"/>
                  </a:lnTo>
                  <a:lnTo>
                    <a:pt x="90329" y="315639"/>
                  </a:lnTo>
                  <a:lnTo>
                    <a:pt x="95076" y="318000"/>
                  </a:lnTo>
                  <a:lnTo>
                    <a:pt x="99895" y="320209"/>
                  </a:lnTo>
                  <a:lnTo>
                    <a:pt x="104782" y="322265"/>
                  </a:lnTo>
                  <a:lnTo>
                    <a:pt x="109732" y="324165"/>
                  </a:lnTo>
                  <a:lnTo>
                    <a:pt x="114739" y="325906"/>
                  </a:lnTo>
                  <a:lnTo>
                    <a:pt x="119799" y="327489"/>
                  </a:lnTo>
                  <a:lnTo>
                    <a:pt x="124907" y="328909"/>
                  </a:lnTo>
                  <a:lnTo>
                    <a:pt x="130057" y="330168"/>
                  </a:lnTo>
                  <a:lnTo>
                    <a:pt x="135244" y="331262"/>
                  </a:lnTo>
                  <a:lnTo>
                    <a:pt x="140464" y="332191"/>
                  </a:lnTo>
                  <a:lnTo>
                    <a:pt x="145710" y="332954"/>
                  </a:lnTo>
                  <a:lnTo>
                    <a:pt x="150978" y="333551"/>
                  </a:lnTo>
                  <a:lnTo>
                    <a:pt x="156263" y="333980"/>
                  </a:lnTo>
                  <a:lnTo>
                    <a:pt x="161558" y="334241"/>
                  </a:lnTo>
                  <a:lnTo>
                    <a:pt x="166859" y="334334"/>
                  </a:lnTo>
                  <a:lnTo>
                    <a:pt x="172160" y="334259"/>
                  </a:lnTo>
                  <a:lnTo>
                    <a:pt x="177456" y="334016"/>
                  </a:lnTo>
                  <a:lnTo>
                    <a:pt x="182741" y="333606"/>
                  </a:lnTo>
                  <a:lnTo>
                    <a:pt x="188011" y="333027"/>
                  </a:lnTo>
                  <a:lnTo>
                    <a:pt x="193260" y="332282"/>
                  </a:lnTo>
                  <a:lnTo>
                    <a:pt x="198483" y="331371"/>
                  </a:lnTo>
                  <a:lnTo>
                    <a:pt x="203674" y="330295"/>
                  </a:lnTo>
                  <a:lnTo>
                    <a:pt x="208829" y="329055"/>
                  </a:lnTo>
                  <a:lnTo>
                    <a:pt x="213941" y="327652"/>
                  </a:lnTo>
                  <a:lnTo>
                    <a:pt x="219007" y="326087"/>
                  </a:lnTo>
                  <a:lnTo>
                    <a:pt x="224020" y="324363"/>
                  </a:lnTo>
                  <a:lnTo>
                    <a:pt x="228976" y="322480"/>
                  </a:lnTo>
                  <a:lnTo>
                    <a:pt x="233870" y="320441"/>
                  </a:lnTo>
                  <a:lnTo>
                    <a:pt x="238697" y="318249"/>
                  </a:lnTo>
                  <a:lnTo>
                    <a:pt x="243452" y="315904"/>
                  </a:lnTo>
                  <a:lnTo>
                    <a:pt x="248130" y="313409"/>
                  </a:lnTo>
                  <a:lnTo>
                    <a:pt x="252727" y="310768"/>
                  </a:lnTo>
                  <a:lnTo>
                    <a:pt x="257238" y="307982"/>
                  </a:lnTo>
                  <a:lnTo>
                    <a:pt x="261658" y="305054"/>
                  </a:lnTo>
                  <a:lnTo>
                    <a:pt x="265983" y="301988"/>
                  </a:lnTo>
                  <a:lnTo>
                    <a:pt x="270208" y="298786"/>
                  </a:lnTo>
                  <a:lnTo>
                    <a:pt x="274330" y="295452"/>
                  </a:lnTo>
                  <a:lnTo>
                    <a:pt x="278344" y="291989"/>
                  </a:lnTo>
                  <a:lnTo>
                    <a:pt x="282246" y="288400"/>
                  </a:lnTo>
                  <a:lnTo>
                    <a:pt x="286033" y="284689"/>
                  </a:lnTo>
                  <a:lnTo>
                    <a:pt x="289700" y="280860"/>
                  </a:lnTo>
                  <a:lnTo>
                    <a:pt x="293243" y="276917"/>
                  </a:lnTo>
                  <a:lnTo>
                    <a:pt x="296660" y="272863"/>
                  </a:lnTo>
                  <a:lnTo>
                    <a:pt x="299947" y="268703"/>
                  </a:lnTo>
                  <a:lnTo>
                    <a:pt x="303100" y="264441"/>
                  </a:lnTo>
                  <a:lnTo>
                    <a:pt x="306116" y="260081"/>
                  </a:lnTo>
                  <a:lnTo>
                    <a:pt x="308992" y="255627"/>
                  </a:lnTo>
                  <a:lnTo>
                    <a:pt x="311726" y="251085"/>
                  </a:lnTo>
                  <a:lnTo>
                    <a:pt x="314314" y="246458"/>
                  </a:lnTo>
                  <a:lnTo>
                    <a:pt x="316755" y="241751"/>
                  </a:lnTo>
                  <a:lnTo>
                    <a:pt x="319045" y="236970"/>
                  </a:lnTo>
                  <a:lnTo>
                    <a:pt x="321182" y="232118"/>
                  </a:lnTo>
                  <a:lnTo>
                    <a:pt x="323164" y="227201"/>
                  </a:lnTo>
                  <a:lnTo>
                    <a:pt x="324989" y="222223"/>
                  </a:lnTo>
                  <a:lnTo>
                    <a:pt x="326656" y="217190"/>
                  </a:lnTo>
                  <a:lnTo>
                    <a:pt x="328162" y="212107"/>
                  </a:lnTo>
                  <a:lnTo>
                    <a:pt x="329506" y="206979"/>
                  </a:lnTo>
                  <a:lnTo>
                    <a:pt x="330686" y="201810"/>
                  </a:lnTo>
                  <a:lnTo>
                    <a:pt x="331703" y="196607"/>
                  </a:lnTo>
                  <a:lnTo>
                    <a:pt x="332554" y="191374"/>
                  </a:lnTo>
                  <a:lnTo>
                    <a:pt x="333238" y="186117"/>
                  </a:lnTo>
                  <a:lnTo>
                    <a:pt x="333755" y="180841"/>
                  </a:lnTo>
                  <a:lnTo>
                    <a:pt x="334105" y="175551"/>
                  </a:lnTo>
                  <a:lnTo>
                    <a:pt x="334287" y="170252"/>
                  </a:lnTo>
                  <a:lnTo>
                    <a:pt x="334301" y="164950"/>
                  </a:lnTo>
                  <a:lnTo>
                    <a:pt x="334147" y="159651"/>
                  </a:lnTo>
                  <a:lnTo>
                    <a:pt x="333824" y="154359"/>
                  </a:lnTo>
                  <a:lnTo>
                    <a:pt x="333334" y="149080"/>
                  </a:lnTo>
                  <a:lnTo>
                    <a:pt x="332677" y="143820"/>
                  </a:lnTo>
                  <a:lnTo>
                    <a:pt x="331854" y="138582"/>
                  </a:lnTo>
                  <a:lnTo>
                    <a:pt x="330864" y="133374"/>
                  </a:lnTo>
                  <a:lnTo>
                    <a:pt x="329710" y="128199"/>
                  </a:lnTo>
                  <a:lnTo>
                    <a:pt x="328393" y="123064"/>
                  </a:lnTo>
                  <a:lnTo>
                    <a:pt x="326913" y="117973"/>
                  </a:lnTo>
                  <a:lnTo>
                    <a:pt x="325273" y="112932"/>
                  </a:lnTo>
                  <a:lnTo>
                    <a:pt x="323474" y="107945"/>
                  </a:lnTo>
                  <a:lnTo>
                    <a:pt x="321517" y="103017"/>
                  </a:lnTo>
                  <a:lnTo>
                    <a:pt x="319405" y="98154"/>
                  </a:lnTo>
                  <a:lnTo>
                    <a:pt x="317140" y="93361"/>
                  </a:lnTo>
                  <a:lnTo>
                    <a:pt x="314724" y="88642"/>
                  </a:lnTo>
                  <a:lnTo>
                    <a:pt x="312160" y="84002"/>
                  </a:lnTo>
                  <a:lnTo>
                    <a:pt x="309450" y="79445"/>
                  </a:lnTo>
                  <a:lnTo>
                    <a:pt x="306597" y="74977"/>
                  </a:lnTo>
                  <a:lnTo>
                    <a:pt x="303603" y="70601"/>
                  </a:lnTo>
                  <a:lnTo>
                    <a:pt x="300472" y="66323"/>
                  </a:lnTo>
                  <a:lnTo>
                    <a:pt x="297208" y="62145"/>
                  </a:lnTo>
                  <a:lnTo>
                    <a:pt x="293812" y="58074"/>
                  </a:lnTo>
                  <a:lnTo>
                    <a:pt x="290289" y="54112"/>
                  </a:lnTo>
                  <a:lnTo>
                    <a:pt x="286642" y="50264"/>
                  </a:lnTo>
                  <a:lnTo>
                    <a:pt x="282875" y="46534"/>
                  </a:lnTo>
                  <a:lnTo>
                    <a:pt x="278991" y="42925"/>
                  </a:lnTo>
                  <a:lnTo>
                    <a:pt x="274995" y="39441"/>
                  </a:lnTo>
                  <a:lnTo>
                    <a:pt x="270891" y="36085"/>
                  </a:lnTo>
                  <a:lnTo>
                    <a:pt x="266682" y="32861"/>
                  </a:lnTo>
                  <a:lnTo>
                    <a:pt x="262373" y="29773"/>
                  </a:lnTo>
                  <a:lnTo>
                    <a:pt x="257968" y="26822"/>
                  </a:lnTo>
                  <a:lnTo>
                    <a:pt x="253472" y="24013"/>
                  </a:lnTo>
                  <a:lnTo>
                    <a:pt x="248889" y="21347"/>
                  </a:lnTo>
                  <a:lnTo>
                    <a:pt x="244224" y="18829"/>
                  </a:lnTo>
                  <a:lnTo>
                    <a:pt x="239481" y="16459"/>
                  </a:lnTo>
                  <a:lnTo>
                    <a:pt x="234666" y="14241"/>
                  </a:lnTo>
                  <a:lnTo>
                    <a:pt x="229783" y="12177"/>
                  </a:lnTo>
                  <a:lnTo>
                    <a:pt x="224836" y="10269"/>
                  </a:lnTo>
                  <a:lnTo>
                    <a:pt x="219832" y="8518"/>
                  </a:lnTo>
                  <a:lnTo>
                    <a:pt x="214775" y="6928"/>
                  </a:lnTo>
                  <a:lnTo>
                    <a:pt x="209670" y="5498"/>
                  </a:lnTo>
                  <a:lnTo>
                    <a:pt x="204522" y="4231"/>
                  </a:lnTo>
                  <a:lnTo>
                    <a:pt x="199336" y="3128"/>
                  </a:lnTo>
                  <a:lnTo>
                    <a:pt x="194118" y="2189"/>
                  </a:lnTo>
                  <a:lnTo>
                    <a:pt x="188873" y="1417"/>
                  </a:lnTo>
                  <a:lnTo>
                    <a:pt x="183606" y="812"/>
                  </a:lnTo>
                  <a:lnTo>
                    <a:pt x="178323" y="373"/>
                  </a:lnTo>
                  <a:lnTo>
                    <a:pt x="173028" y="10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5879" cy="167167"/>
            </a:xfrm>
            <a:custGeom>
              <a:avLst/>
              <a:pathLst>
                <a:path w="5879" h="167167">
                  <a:moveTo>
                    <a:pt x="5879" y="10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378111" y="1071028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1" y="756"/>
                  </a:lnTo>
                  <a:lnTo>
                    <a:pt x="145990" y="1344"/>
                  </a:lnTo>
                  <a:lnTo>
                    <a:pt x="140741" y="2098"/>
                  </a:lnTo>
                  <a:lnTo>
                    <a:pt x="135518" y="3019"/>
                  </a:lnTo>
                  <a:lnTo>
                    <a:pt x="130327" y="4105"/>
                  </a:lnTo>
                  <a:lnTo>
                    <a:pt x="125173" y="5355"/>
                  </a:lnTo>
                  <a:lnTo>
                    <a:pt x="120062" y="6768"/>
                  </a:lnTo>
                  <a:lnTo>
                    <a:pt x="114998" y="8342"/>
                  </a:lnTo>
                  <a:lnTo>
                    <a:pt x="109986" y="10076"/>
                  </a:lnTo>
                  <a:lnTo>
                    <a:pt x="105032" y="11968"/>
                  </a:lnTo>
                  <a:lnTo>
                    <a:pt x="100140" y="14017"/>
                  </a:lnTo>
                  <a:lnTo>
                    <a:pt x="95316" y="16219"/>
                  </a:lnTo>
                  <a:lnTo>
                    <a:pt x="90564" y="18574"/>
                  </a:lnTo>
                  <a:lnTo>
                    <a:pt x="85889" y="21078"/>
                  </a:lnTo>
                  <a:lnTo>
                    <a:pt x="81296" y="23729"/>
                  </a:lnTo>
                  <a:lnTo>
                    <a:pt x="76789" y="26524"/>
                  </a:lnTo>
                  <a:lnTo>
                    <a:pt x="72374" y="29461"/>
                  </a:lnTo>
                  <a:lnTo>
                    <a:pt x="68053" y="32536"/>
                  </a:lnTo>
                  <a:lnTo>
                    <a:pt x="63833" y="35747"/>
                  </a:lnTo>
                  <a:lnTo>
                    <a:pt x="59716" y="39091"/>
                  </a:lnTo>
                  <a:lnTo>
                    <a:pt x="55707" y="42563"/>
                  </a:lnTo>
                  <a:lnTo>
                    <a:pt x="51811" y="46160"/>
                  </a:lnTo>
                  <a:lnTo>
                    <a:pt x="48031" y="49880"/>
                  </a:lnTo>
                  <a:lnTo>
                    <a:pt x="44370" y="53717"/>
                  </a:lnTo>
                  <a:lnTo>
                    <a:pt x="40833" y="57669"/>
                  </a:lnTo>
                  <a:lnTo>
                    <a:pt x="37424" y="61730"/>
                  </a:lnTo>
                  <a:lnTo>
                    <a:pt x="34145" y="65898"/>
                  </a:lnTo>
                  <a:lnTo>
                    <a:pt x="30999" y="70168"/>
                  </a:lnTo>
                  <a:lnTo>
                    <a:pt x="27991" y="74536"/>
                  </a:lnTo>
                  <a:lnTo>
                    <a:pt x="25123" y="78996"/>
                  </a:lnTo>
                  <a:lnTo>
                    <a:pt x="22397" y="83546"/>
                  </a:lnTo>
                  <a:lnTo>
                    <a:pt x="19818" y="88179"/>
                  </a:lnTo>
                  <a:lnTo>
                    <a:pt x="17386" y="92892"/>
                  </a:lnTo>
                  <a:lnTo>
                    <a:pt x="15106" y="97680"/>
                  </a:lnTo>
                  <a:lnTo>
                    <a:pt x="12978" y="102538"/>
                  </a:lnTo>
                  <a:lnTo>
                    <a:pt x="11006" y="107460"/>
                  </a:lnTo>
                  <a:lnTo>
                    <a:pt x="9190" y="112443"/>
                  </a:lnTo>
                  <a:lnTo>
                    <a:pt x="7534" y="117481"/>
                  </a:lnTo>
                  <a:lnTo>
                    <a:pt x="6038" y="122569"/>
                  </a:lnTo>
                  <a:lnTo>
                    <a:pt x="4705" y="127702"/>
                  </a:lnTo>
                  <a:lnTo>
                    <a:pt x="3535" y="132875"/>
                  </a:lnTo>
                  <a:lnTo>
                    <a:pt x="2529" y="138082"/>
                  </a:lnTo>
                  <a:lnTo>
                    <a:pt x="1689" y="143318"/>
                  </a:lnTo>
                  <a:lnTo>
                    <a:pt x="1016" y="148578"/>
                  </a:lnTo>
                  <a:lnTo>
                    <a:pt x="510" y="153857"/>
                  </a:lnTo>
                  <a:lnTo>
                    <a:pt x="172" y="159150"/>
                  </a:lnTo>
                  <a:lnTo>
                    <a:pt x="2" y="164450"/>
                  </a:lnTo>
                  <a:lnTo>
                    <a:pt x="0" y="169753"/>
                  </a:lnTo>
                  <a:lnTo>
                    <a:pt x="166" y="175054"/>
                  </a:lnTo>
                  <a:lnTo>
                    <a:pt x="500" y="180347"/>
                  </a:lnTo>
                  <a:lnTo>
                    <a:pt x="1002" y="185626"/>
                  </a:lnTo>
                  <a:lnTo>
                    <a:pt x="1671" y="190887"/>
                  </a:lnTo>
                  <a:lnTo>
                    <a:pt x="2507" y="196124"/>
                  </a:lnTo>
                  <a:lnTo>
                    <a:pt x="3508" y="201332"/>
                  </a:lnTo>
                  <a:lnTo>
                    <a:pt x="4674" y="206505"/>
                  </a:lnTo>
                  <a:lnTo>
                    <a:pt x="6004" y="211639"/>
                  </a:lnTo>
                  <a:lnTo>
                    <a:pt x="7495" y="216728"/>
                  </a:lnTo>
                  <a:lnTo>
                    <a:pt x="9148" y="221767"/>
                  </a:lnTo>
                  <a:lnTo>
                    <a:pt x="10959" y="226752"/>
                  </a:lnTo>
                  <a:lnTo>
                    <a:pt x="12928" y="231676"/>
                  </a:lnTo>
                  <a:lnTo>
                    <a:pt x="15052" y="236535"/>
                  </a:lnTo>
                  <a:lnTo>
                    <a:pt x="17329" y="241325"/>
                  </a:lnTo>
                  <a:lnTo>
                    <a:pt x="19756" y="246040"/>
                  </a:lnTo>
                  <a:lnTo>
                    <a:pt x="22332" y="250675"/>
                  </a:lnTo>
                  <a:lnTo>
                    <a:pt x="25054" y="255227"/>
                  </a:lnTo>
                  <a:lnTo>
                    <a:pt x="27919" y="259690"/>
                  </a:lnTo>
                  <a:lnTo>
                    <a:pt x="30924" y="264060"/>
                  </a:lnTo>
                  <a:lnTo>
                    <a:pt x="34066" y="268332"/>
                  </a:lnTo>
                  <a:lnTo>
                    <a:pt x="37342" y="272502"/>
                  </a:lnTo>
                  <a:lnTo>
                    <a:pt x="40748" y="276567"/>
                  </a:lnTo>
                  <a:lnTo>
                    <a:pt x="44282" y="280521"/>
                  </a:lnTo>
                  <a:lnTo>
                    <a:pt x="47939" y="284361"/>
                  </a:lnTo>
                  <a:lnTo>
                    <a:pt x="51717" y="288084"/>
                  </a:lnTo>
                  <a:lnTo>
                    <a:pt x="55610" y="291684"/>
                  </a:lnTo>
                  <a:lnTo>
                    <a:pt x="59616" y="295159"/>
                  </a:lnTo>
                  <a:lnTo>
                    <a:pt x="63730" y="298506"/>
                  </a:lnTo>
                  <a:lnTo>
                    <a:pt x="67948" y="301720"/>
                  </a:lnTo>
                  <a:lnTo>
                    <a:pt x="72266" y="304799"/>
                  </a:lnTo>
                  <a:lnTo>
                    <a:pt x="76680" y="307739"/>
                  </a:lnTo>
                  <a:lnTo>
                    <a:pt x="81184" y="310538"/>
                  </a:lnTo>
                  <a:lnTo>
                    <a:pt x="85775" y="313193"/>
                  </a:lnTo>
                  <a:lnTo>
                    <a:pt x="90448" y="315701"/>
                  </a:lnTo>
                  <a:lnTo>
                    <a:pt x="95198" y="318059"/>
                  </a:lnTo>
                  <a:lnTo>
                    <a:pt x="100021" y="320265"/>
                  </a:lnTo>
                  <a:lnTo>
                    <a:pt x="104911" y="322317"/>
                  </a:lnTo>
                  <a:lnTo>
                    <a:pt x="109863" y="324213"/>
                  </a:lnTo>
                  <a:lnTo>
                    <a:pt x="114874" y="325951"/>
                  </a:lnTo>
                  <a:lnTo>
                    <a:pt x="119937" y="327530"/>
                  </a:lnTo>
                  <a:lnTo>
                    <a:pt x="125047" y="328946"/>
                  </a:lnTo>
                  <a:lnTo>
                    <a:pt x="130200" y="330200"/>
                  </a:lnTo>
                  <a:lnTo>
                    <a:pt x="135390" y="331290"/>
                  </a:lnTo>
                  <a:lnTo>
                    <a:pt x="140612" y="332215"/>
                  </a:lnTo>
                  <a:lnTo>
                    <a:pt x="145861" y="332974"/>
                  </a:lnTo>
                  <a:lnTo>
                    <a:pt x="151131" y="333565"/>
                  </a:lnTo>
                  <a:lnTo>
                    <a:pt x="156417" y="333990"/>
                  </a:lnTo>
                  <a:lnTo>
                    <a:pt x="161714" y="334246"/>
                  </a:lnTo>
                  <a:lnTo>
                    <a:pt x="167017" y="334334"/>
                  </a:lnTo>
                  <a:lnTo>
                    <a:pt x="172319" y="334254"/>
                  </a:lnTo>
                  <a:lnTo>
                    <a:pt x="177617" y="334006"/>
                  </a:lnTo>
                  <a:lnTo>
                    <a:pt x="182904" y="333590"/>
                  </a:lnTo>
                  <a:lnTo>
                    <a:pt x="188175" y="333007"/>
                  </a:lnTo>
                  <a:lnTo>
                    <a:pt x="193424" y="332256"/>
                  </a:lnTo>
                  <a:lnTo>
                    <a:pt x="198648" y="331340"/>
                  </a:lnTo>
                  <a:lnTo>
                    <a:pt x="203840" y="330258"/>
                  </a:lnTo>
                  <a:lnTo>
                    <a:pt x="208994" y="329012"/>
                  </a:lnTo>
                  <a:lnTo>
                    <a:pt x="214107" y="327603"/>
                  </a:lnTo>
                  <a:lnTo>
                    <a:pt x="219172" y="326033"/>
                  </a:lnTo>
                  <a:lnTo>
                    <a:pt x="224185" y="324302"/>
                  </a:lnTo>
                  <a:lnTo>
                    <a:pt x="229141" y="322414"/>
                  </a:lnTo>
                  <a:lnTo>
                    <a:pt x="234034" y="320369"/>
                  </a:lnTo>
                  <a:lnTo>
                    <a:pt x="238860" y="318171"/>
                  </a:lnTo>
                  <a:lnTo>
                    <a:pt x="243614" y="315820"/>
                  </a:lnTo>
                  <a:lnTo>
                    <a:pt x="248291" y="313320"/>
                  </a:lnTo>
                  <a:lnTo>
                    <a:pt x="252886" y="310672"/>
                  </a:lnTo>
                  <a:lnTo>
                    <a:pt x="257395" y="307880"/>
                  </a:lnTo>
                  <a:lnTo>
                    <a:pt x="261813" y="304947"/>
                  </a:lnTo>
                  <a:lnTo>
                    <a:pt x="266136" y="301875"/>
                  </a:lnTo>
                  <a:lnTo>
                    <a:pt x="270359" y="298667"/>
                  </a:lnTo>
                  <a:lnTo>
                    <a:pt x="274478" y="295327"/>
                  </a:lnTo>
                  <a:lnTo>
                    <a:pt x="278489" y="291858"/>
                  </a:lnTo>
                  <a:lnTo>
                    <a:pt x="282388" y="288263"/>
                  </a:lnTo>
                  <a:lnTo>
                    <a:pt x="286172" y="284547"/>
                  </a:lnTo>
                  <a:lnTo>
                    <a:pt x="289835" y="280712"/>
                  </a:lnTo>
                  <a:lnTo>
                    <a:pt x="293375" y="276764"/>
                  </a:lnTo>
                  <a:lnTo>
                    <a:pt x="296788" y="272704"/>
                  </a:lnTo>
                  <a:lnTo>
                    <a:pt x="300070" y="268539"/>
                  </a:lnTo>
                  <a:lnTo>
                    <a:pt x="303219" y="264272"/>
                  </a:lnTo>
                  <a:lnTo>
                    <a:pt x="306231" y="259907"/>
                  </a:lnTo>
                  <a:lnTo>
                    <a:pt x="309102" y="255448"/>
                  </a:lnTo>
                  <a:lnTo>
                    <a:pt x="311831" y="250901"/>
                  </a:lnTo>
                  <a:lnTo>
                    <a:pt x="314414" y="246270"/>
                  </a:lnTo>
                  <a:lnTo>
                    <a:pt x="316850" y="241558"/>
                  </a:lnTo>
                  <a:lnTo>
                    <a:pt x="319134" y="236772"/>
                  </a:lnTo>
                  <a:lnTo>
                    <a:pt x="321265" y="231916"/>
                  </a:lnTo>
                  <a:lnTo>
                    <a:pt x="323242" y="226995"/>
                  </a:lnTo>
                  <a:lnTo>
                    <a:pt x="325061" y="222014"/>
                  </a:lnTo>
                  <a:lnTo>
                    <a:pt x="326721" y="216977"/>
                  </a:lnTo>
                  <a:lnTo>
                    <a:pt x="328221" y="211890"/>
                  </a:lnTo>
                  <a:lnTo>
                    <a:pt x="329558" y="206758"/>
                  </a:lnTo>
                  <a:lnTo>
                    <a:pt x="330732" y="201587"/>
                  </a:lnTo>
                  <a:lnTo>
                    <a:pt x="331742" y="196381"/>
                  </a:lnTo>
                  <a:lnTo>
                    <a:pt x="332586" y="191145"/>
                  </a:lnTo>
                  <a:lnTo>
                    <a:pt x="333263" y="185885"/>
                  </a:lnTo>
                  <a:lnTo>
                    <a:pt x="333773" y="180606"/>
                  </a:lnTo>
                  <a:lnTo>
                    <a:pt x="334116" y="175314"/>
                  </a:lnTo>
                  <a:lnTo>
                    <a:pt x="334290" y="170014"/>
                  </a:lnTo>
                  <a:lnTo>
                    <a:pt x="334296" y="164711"/>
                  </a:lnTo>
                  <a:lnTo>
                    <a:pt x="334134" y="159410"/>
                  </a:lnTo>
                  <a:lnTo>
                    <a:pt x="333804" y="154117"/>
                  </a:lnTo>
                  <a:lnTo>
                    <a:pt x="333306" y="148837"/>
                  </a:lnTo>
                  <a:lnTo>
                    <a:pt x="332641" y="143576"/>
                  </a:lnTo>
                  <a:lnTo>
                    <a:pt x="331810" y="138338"/>
                  </a:lnTo>
                  <a:lnTo>
                    <a:pt x="330812" y="133130"/>
                  </a:lnTo>
                  <a:lnTo>
                    <a:pt x="329650" y="127955"/>
                  </a:lnTo>
                  <a:lnTo>
                    <a:pt x="328325" y="122820"/>
                  </a:lnTo>
                  <a:lnTo>
                    <a:pt x="326837" y="117730"/>
                  </a:lnTo>
                  <a:lnTo>
                    <a:pt x="325189" y="112690"/>
                  </a:lnTo>
                  <a:lnTo>
                    <a:pt x="323381" y="107704"/>
                  </a:lnTo>
                  <a:lnTo>
                    <a:pt x="321416" y="102778"/>
                  </a:lnTo>
                  <a:lnTo>
                    <a:pt x="319296" y="97917"/>
                  </a:lnTo>
                  <a:lnTo>
                    <a:pt x="317023" y="93126"/>
                  </a:lnTo>
                  <a:lnTo>
                    <a:pt x="314599" y="88409"/>
                  </a:lnTo>
                  <a:lnTo>
                    <a:pt x="312027" y="83771"/>
                  </a:lnTo>
                  <a:lnTo>
                    <a:pt x="309308" y="79218"/>
                  </a:lnTo>
                  <a:lnTo>
                    <a:pt x="306447" y="7475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5781"/>
              <a:ext cx="139300" cy="92414"/>
            </a:xfrm>
            <a:custGeom>
              <a:avLst/>
              <a:pathLst>
                <a:path w="139300" h="92414">
                  <a:moveTo>
                    <a:pt x="139300" y="0"/>
                  </a:moveTo>
                  <a:lnTo>
                    <a:pt x="0" y="924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4316"/>
              <a:ext cx="139300" cy="93879"/>
            </a:xfrm>
            <a:custGeom>
              <a:avLst/>
              <a:pathLst>
                <a:path w="139300" h="93879">
                  <a:moveTo>
                    <a:pt x="139300" y="1465"/>
                  </a:moveTo>
                  <a:lnTo>
                    <a:pt x="138317" y="0"/>
                  </a:lnTo>
                  <a:lnTo>
                    <a:pt x="0" y="938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071028"/>
              <a:ext cx="138317" cy="167167"/>
            </a:xfrm>
            <a:custGeom>
              <a:avLst/>
              <a:pathLst>
                <a:path w="138317" h="167167">
                  <a:moveTo>
                    <a:pt x="138317" y="73288"/>
                  </a:moveTo>
                  <a:lnTo>
                    <a:pt x="135195" y="68845"/>
                  </a:lnTo>
                  <a:lnTo>
                    <a:pt x="131930" y="64506"/>
                  </a:lnTo>
                  <a:lnTo>
                    <a:pt x="128526" y="60275"/>
                  </a:lnTo>
                  <a:lnTo>
                    <a:pt x="124987" y="56158"/>
                  </a:lnTo>
                  <a:lnTo>
                    <a:pt x="121316" y="52157"/>
                  </a:lnTo>
                  <a:lnTo>
                    <a:pt x="117517" y="48278"/>
                  </a:lnTo>
                  <a:lnTo>
                    <a:pt x="113593" y="44524"/>
                  </a:lnTo>
                  <a:lnTo>
                    <a:pt x="109550" y="40899"/>
                  </a:lnTo>
                  <a:lnTo>
                    <a:pt x="105392" y="37408"/>
                  </a:lnTo>
                  <a:lnTo>
                    <a:pt x="101122" y="34053"/>
                  </a:lnTo>
                  <a:lnTo>
                    <a:pt x="96745" y="30839"/>
                  </a:lnTo>
                  <a:lnTo>
                    <a:pt x="92267" y="27769"/>
                  </a:lnTo>
                  <a:lnTo>
                    <a:pt x="87691" y="24846"/>
                  </a:lnTo>
                  <a:lnTo>
                    <a:pt x="83022" y="22073"/>
                  </a:lnTo>
                  <a:lnTo>
                    <a:pt x="78266" y="19453"/>
                  </a:lnTo>
                  <a:lnTo>
                    <a:pt x="73428" y="16990"/>
                  </a:lnTo>
                  <a:lnTo>
                    <a:pt x="68512" y="14684"/>
                  </a:lnTo>
                  <a:lnTo>
                    <a:pt x="63523" y="12539"/>
                  </a:lnTo>
                  <a:lnTo>
                    <a:pt x="58468" y="10558"/>
                  </a:lnTo>
                  <a:lnTo>
                    <a:pt x="53351" y="8742"/>
                  </a:lnTo>
                  <a:lnTo>
                    <a:pt x="48177" y="7092"/>
                  </a:lnTo>
                  <a:lnTo>
                    <a:pt x="42953" y="5612"/>
                  </a:lnTo>
                  <a:lnTo>
                    <a:pt x="37684" y="4302"/>
                  </a:lnTo>
                  <a:lnTo>
                    <a:pt x="32374" y="3164"/>
                  </a:lnTo>
                  <a:lnTo>
                    <a:pt x="27031" y="2199"/>
                  </a:lnTo>
                  <a:lnTo>
                    <a:pt x="21659" y="1409"/>
                  </a:lnTo>
                  <a:lnTo>
                    <a:pt x="16264" y="793"/>
                  </a:lnTo>
                  <a:lnTo>
                    <a:pt x="10852" y="352"/>
                  </a:lnTo>
                  <a:lnTo>
                    <a:pt x="542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3166" y="941493"/>
              <a:ext cx="110377" cy="167167"/>
            </a:xfrm>
            <a:custGeom>
              <a:avLst/>
              <a:pathLst>
                <a:path w="110377" h="167167">
                  <a:moveTo>
                    <a:pt x="110377" y="0"/>
                  </a:moveTo>
                  <a:lnTo>
                    <a:pt x="104637" y="98"/>
                  </a:lnTo>
                  <a:lnTo>
                    <a:pt x="98904" y="394"/>
                  </a:lnTo>
                  <a:lnTo>
                    <a:pt x="93185" y="886"/>
                  </a:lnTo>
                  <a:lnTo>
                    <a:pt x="87485" y="1574"/>
                  </a:lnTo>
                  <a:lnTo>
                    <a:pt x="81813" y="2458"/>
                  </a:lnTo>
                  <a:lnTo>
                    <a:pt x="76175" y="3536"/>
                  </a:lnTo>
                  <a:lnTo>
                    <a:pt x="70576" y="4807"/>
                  </a:lnTo>
                  <a:lnTo>
                    <a:pt x="65025" y="6269"/>
                  </a:lnTo>
                  <a:lnTo>
                    <a:pt x="59527" y="7921"/>
                  </a:lnTo>
                  <a:lnTo>
                    <a:pt x="54089" y="9761"/>
                  </a:lnTo>
                  <a:lnTo>
                    <a:pt x="48718" y="11786"/>
                  </a:lnTo>
                  <a:lnTo>
                    <a:pt x="43419" y="13995"/>
                  </a:lnTo>
                  <a:lnTo>
                    <a:pt x="38199" y="16385"/>
                  </a:lnTo>
                  <a:lnTo>
                    <a:pt x="33065" y="18952"/>
                  </a:lnTo>
                  <a:lnTo>
                    <a:pt x="28021" y="21694"/>
                  </a:lnTo>
                  <a:lnTo>
                    <a:pt x="23075" y="24607"/>
                  </a:lnTo>
                  <a:lnTo>
                    <a:pt x="18231" y="27689"/>
                  </a:lnTo>
                  <a:lnTo>
                    <a:pt x="13497" y="30935"/>
                  </a:lnTo>
                  <a:lnTo>
                    <a:pt x="8876" y="34342"/>
                  </a:lnTo>
                  <a:lnTo>
                    <a:pt x="4375" y="37905"/>
                  </a:lnTo>
                  <a:lnTo>
                    <a:pt x="0" y="41621"/>
                  </a:lnTo>
                  <a:lnTo>
                    <a:pt x="11037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3166" y="983115"/>
              <a:ext cx="110377" cy="125545"/>
            </a:xfrm>
            <a:custGeom>
              <a:avLst/>
              <a:pathLst>
                <a:path w="110377" h="125545">
                  <a:moveTo>
                    <a:pt x="0" y="0"/>
                  </a:moveTo>
                  <a:lnTo>
                    <a:pt x="110377" y="1255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56378" y="979683"/>
              <a:ext cx="334331" cy="296123"/>
            </a:xfrm>
            <a:custGeom>
              <a:avLst/>
              <a:pathLst>
                <a:path w="334331" h="296123">
                  <a:moveTo>
                    <a:pt x="56787" y="3431"/>
                  </a:moveTo>
                  <a:lnTo>
                    <a:pt x="52871" y="6985"/>
                  </a:lnTo>
                  <a:lnTo>
                    <a:pt x="49069" y="10662"/>
                  </a:lnTo>
                  <a:lnTo>
                    <a:pt x="45386" y="14457"/>
                  </a:lnTo>
                  <a:lnTo>
                    <a:pt x="41824" y="18367"/>
                  </a:lnTo>
                  <a:lnTo>
                    <a:pt x="38388" y="22387"/>
                  </a:lnTo>
                  <a:lnTo>
                    <a:pt x="35080" y="26514"/>
                  </a:lnTo>
                  <a:lnTo>
                    <a:pt x="31905" y="30744"/>
                  </a:lnTo>
                  <a:lnTo>
                    <a:pt x="28865" y="35072"/>
                  </a:lnTo>
                  <a:lnTo>
                    <a:pt x="25964" y="39494"/>
                  </a:lnTo>
                  <a:lnTo>
                    <a:pt x="23204" y="44005"/>
                  </a:lnTo>
                  <a:lnTo>
                    <a:pt x="20588" y="48602"/>
                  </a:lnTo>
                  <a:lnTo>
                    <a:pt x="18119" y="53279"/>
                  </a:lnTo>
                  <a:lnTo>
                    <a:pt x="15799" y="58032"/>
                  </a:lnTo>
                  <a:lnTo>
                    <a:pt x="13630" y="62856"/>
                  </a:lnTo>
                  <a:lnTo>
                    <a:pt x="11615" y="67746"/>
                  </a:lnTo>
                  <a:lnTo>
                    <a:pt x="9756" y="72697"/>
                  </a:lnTo>
                  <a:lnTo>
                    <a:pt x="8055" y="77705"/>
                  </a:lnTo>
                  <a:lnTo>
                    <a:pt x="6512" y="82764"/>
                  </a:lnTo>
                  <a:lnTo>
                    <a:pt x="5131" y="87869"/>
                  </a:lnTo>
                  <a:lnTo>
                    <a:pt x="3911" y="93015"/>
                  </a:lnTo>
                  <a:lnTo>
                    <a:pt x="2856" y="98198"/>
                  </a:lnTo>
                  <a:lnTo>
                    <a:pt x="1964" y="103411"/>
                  </a:lnTo>
                  <a:lnTo>
                    <a:pt x="1238" y="108650"/>
                  </a:lnTo>
                  <a:lnTo>
                    <a:pt x="678" y="113909"/>
                  </a:lnTo>
                  <a:lnTo>
                    <a:pt x="285" y="119183"/>
                  </a:lnTo>
                  <a:lnTo>
                    <a:pt x="59" y="124467"/>
                  </a:lnTo>
                  <a:lnTo>
                    <a:pt x="0" y="129756"/>
                  </a:lnTo>
                  <a:lnTo>
                    <a:pt x="108" y="135043"/>
                  </a:lnTo>
                  <a:lnTo>
                    <a:pt x="383" y="140325"/>
                  </a:lnTo>
                  <a:lnTo>
                    <a:pt x="826" y="145595"/>
                  </a:lnTo>
                  <a:lnTo>
                    <a:pt x="1435" y="150849"/>
                  </a:lnTo>
                  <a:lnTo>
                    <a:pt x="2210" y="156081"/>
                  </a:lnTo>
                  <a:lnTo>
                    <a:pt x="3150" y="161285"/>
                  </a:lnTo>
                  <a:lnTo>
                    <a:pt x="4254" y="166458"/>
                  </a:lnTo>
                  <a:lnTo>
                    <a:pt x="5521" y="171592"/>
                  </a:lnTo>
                  <a:lnTo>
                    <a:pt x="6950" y="176685"/>
                  </a:lnTo>
                  <a:lnTo>
                    <a:pt x="8539" y="181729"/>
                  </a:lnTo>
                  <a:lnTo>
                    <a:pt x="10288" y="186721"/>
                  </a:lnTo>
                  <a:lnTo>
                    <a:pt x="12193" y="191654"/>
                  </a:lnTo>
                  <a:lnTo>
                    <a:pt x="14253" y="196525"/>
                  </a:lnTo>
                  <a:lnTo>
                    <a:pt x="16466" y="201329"/>
                  </a:lnTo>
                  <a:lnTo>
                    <a:pt x="18831" y="206060"/>
                  </a:lnTo>
                  <a:lnTo>
                    <a:pt x="21343" y="210714"/>
                  </a:lnTo>
                  <a:lnTo>
                    <a:pt x="24002" y="215286"/>
                  </a:lnTo>
                  <a:lnTo>
                    <a:pt x="26804" y="219771"/>
                  </a:lnTo>
                  <a:lnTo>
                    <a:pt x="29746" y="224166"/>
                  </a:lnTo>
                  <a:lnTo>
                    <a:pt x="32826" y="228466"/>
                  </a:lnTo>
                  <a:lnTo>
                    <a:pt x="36041" y="232665"/>
                  </a:lnTo>
                  <a:lnTo>
                    <a:pt x="39387" y="236761"/>
                  </a:lnTo>
                  <a:lnTo>
                    <a:pt x="42860" y="240750"/>
                  </a:lnTo>
                  <a:lnTo>
                    <a:pt x="46458" y="244626"/>
                  </a:lnTo>
                  <a:lnTo>
                    <a:pt x="50177" y="248387"/>
                  </a:lnTo>
                  <a:lnTo>
                    <a:pt x="54013" y="252028"/>
                  </a:lnTo>
                  <a:lnTo>
                    <a:pt x="57962" y="255546"/>
                  </a:lnTo>
                  <a:lnTo>
                    <a:pt x="62021" y="258937"/>
                  </a:lnTo>
                  <a:lnTo>
                    <a:pt x="66185" y="262198"/>
                  </a:lnTo>
                  <a:lnTo>
                    <a:pt x="70450" y="265326"/>
                  </a:lnTo>
                  <a:lnTo>
                    <a:pt x="74811" y="268317"/>
                  </a:lnTo>
                  <a:lnTo>
                    <a:pt x="79265" y="271169"/>
                  </a:lnTo>
                  <a:lnTo>
                    <a:pt x="83807" y="273878"/>
                  </a:lnTo>
                  <a:lnTo>
                    <a:pt x="88433" y="276442"/>
                  </a:lnTo>
                  <a:lnTo>
                    <a:pt x="93137" y="278859"/>
                  </a:lnTo>
                  <a:lnTo>
                    <a:pt x="97916" y="281126"/>
                  </a:lnTo>
                  <a:lnTo>
                    <a:pt x="102764" y="283241"/>
                  </a:lnTo>
                  <a:lnTo>
                    <a:pt x="107676" y="285201"/>
                  </a:lnTo>
                  <a:lnTo>
                    <a:pt x="112648" y="287004"/>
                  </a:lnTo>
                  <a:lnTo>
                    <a:pt x="117674" y="288650"/>
                  </a:lnTo>
                  <a:lnTo>
                    <a:pt x="122750" y="290136"/>
                  </a:lnTo>
                  <a:lnTo>
                    <a:pt x="127870" y="291460"/>
                  </a:lnTo>
                  <a:lnTo>
                    <a:pt x="133030" y="292622"/>
                  </a:lnTo>
                  <a:lnTo>
                    <a:pt x="138224" y="293620"/>
                  </a:lnTo>
                  <a:lnTo>
                    <a:pt x="143447" y="294453"/>
                  </a:lnTo>
                  <a:lnTo>
                    <a:pt x="148693" y="295120"/>
                  </a:lnTo>
                  <a:lnTo>
                    <a:pt x="153958" y="295621"/>
                  </a:lnTo>
                  <a:lnTo>
                    <a:pt x="159236" y="295956"/>
                  </a:lnTo>
                  <a:lnTo>
                    <a:pt x="164523" y="296123"/>
                  </a:lnTo>
                  <a:lnTo>
                    <a:pt x="169811" y="296123"/>
                  </a:lnTo>
                  <a:lnTo>
                    <a:pt x="175098" y="295956"/>
                  </a:lnTo>
                  <a:lnTo>
                    <a:pt x="180376" y="295621"/>
                  </a:lnTo>
                  <a:lnTo>
                    <a:pt x="185641" y="295120"/>
                  </a:lnTo>
                  <a:lnTo>
                    <a:pt x="190887" y="294452"/>
                  </a:lnTo>
                  <a:lnTo>
                    <a:pt x="196110" y="293619"/>
                  </a:lnTo>
                  <a:lnTo>
                    <a:pt x="201304" y="292621"/>
                  </a:lnTo>
                  <a:lnTo>
                    <a:pt x="206464" y="291459"/>
                  </a:lnTo>
                  <a:lnTo>
                    <a:pt x="211584" y="290135"/>
                  </a:lnTo>
                  <a:lnTo>
                    <a:pt x="216660" y="288649"/>
                  </a:lnTo>
                  <a:lnTo>
                    <a:pt x="221686" y="287003"/>
                  </a:lnTo>
                  <a:lnTo>
                    <a:pt x="226658" y="285199"/>
                  </a:lnTo>
                  <a:lnTo>
                    <a:pt x="231570" y="283239"/>
                  </a:lnTo>
                  <a:lnTo>
                    <a:pt x="236418" y="281124"/>
                  </a:lnTo>
                  <a:lnTo>
                    <a:pt x="241196" y="278858"/>
                  </a:lnTo>
                  <a:lnTo>
                    <a:pt x="245901" y="276441"/>
                  </a:lnTo>
                  <a:lnTo>
                    <a:pt x="250526" y="273876"/>
                  </a:lnTo>
                  <a:lnTo>
                    <a:pt x="255068" y="271167"/>
                  </a:lnTo>
                  <a:lnTo>
                    <a:pt x="259522" y="268315"/>
                  </a:lnTo>
                  <a:lnTo>
                    <a:pt x="263884" y="265323"/>
                  </a:lnTo>
                  <a:lnTo>
                    <a:pt x="268149" y="262195"/>
                  </a:lnTo>
                  <a:lnTo>
                    <a:pt x="272312" y="258934"/>
                  </a:lnTo>
                  <a:lnTo>
                    <a:pt x="276371" y="255543"/>
                  </a:lnTo>
                  <a:lnTo>
                    <a:pt x="280320" y="252025"/>
                  </a:lnTo>
                  <a:lnTo>
                    <a:pt x="284156" y="248384"/>
                  </a:lnTo>
                  <a:lnTo>
                    <a:pt x="287875" y="244623"/>
                  </a:lnTo>
                  <a:lnTo>
                    <a:pt x="291473" y="240747"/>
                  </a:lnTo>
                  <a:lnTo>
                    <a:pt x="294946" y="236759"/>
                  </a:lnTo>
                  <a:lnTo>
                    <a:pt x="298292" y="232662"/>
                  </a:lnTo>
                  <a:lnTo>
                    <a:pt x="301506" y="228462"/>
                  </a:lnTo>
                  <a:lnTo>
                    <a:pt x="304586" y="224163"/>
                  </a:lnTo>
                  <a:lnTo>
                    <a:pt x="307528" y="219768"/>
                  </a:lnTo>
                  <a:lnTo>
                    <a:pt x="310330" y="215282"/>
                  </a:lnTo>
                  <a:lnTo>
                    <a:pt x="312989" y="210710"/>
                  </a:lnTo>
                  <a:lnTo>
                    <a:pt x="315501" y="206056"/>
                  </a:lnTo>
                  <a:lnTo>
                    <a:pt x="317865" y="201325"/>
                  </a:lnTo>
                  <a:lnTo>
                    <a:pt x="320079" y="196522"/>
                  </a:lnTo>
                  <a:lnTo>
                    <a:pt x="322139" y="191651"/>
                  </a:lnTo>
                  <a:lnTo>
                    <a:pt x="324044" y="186717"/>
                  </a:lnTo>
                  <a:lnTo>
                    <a:pt x="325792" y="181725"/>
                  </a:lnTo>
                  <a:lnTo>
                    <a:pt x="327381" y="176681"/>
                  </a:lnTo>
                  <a:lnTo>
                    <a:pt x="328810" y="171589"/>
                  </a:lnTo>
                  <a:lnTo>
                    <a:pt x="330077" y="166454"/>
                  </a:lnTo>
                  <a:lnTo>
                    <a:pt x="331181" y="161282"/>
                  </a:lnTo>
                  <a:lnTo>
                    <a:pt x="332121" y="156077"/>
                  </a:lnTo>
                  <a:lnTo>
                    <a:pt x="332896" y="150845"/>
                  </a:lnTo>
                  <a:lnTo>
                    <a:pt x="333505" y="145591"/>
                  </a:lnTo>
                  <a:lnTo>
                    <a:pt x="333947" y="140321"/>
                  </a:lnTo>
                  <a:lnTo>
                    <a:pt x="334223" y="135039"/>
                  </a:lnTo>
                  <a:lnTo>
                    <a:pt x="334331" y="129752"/>
                  </a:lnTo>
                  <a:lnTo>
                    <a:pt x="334272" y="124463"/>
                  </a:lnTo>
                  <a:lnTo>
                    <a:pt x="334045" y="119179"/>
                  </a:lnTo>
                  <a:lnTo>
                    <a:pt x="333652" y="113905"/>
                  </a:lnTo>
                  <a:lnTo>
                    <a:pt x="333092" y="108646"/>
                  </a:lnTo>
                  <a:lnTo>
                    <a:pt x="332365" y="103407"/>
                  </a:lnTo>
                  <a:lnTo>
                    <a:pt x="331474" y="98194"/>
                  </a:lnTo>
                  <a:lnTo>
                    <a:pt x="330418" y="93012"/>
                  </a:lnTo>
                  <a:lnTo>
                    <a:pt x="329199" y="87865"/>
                  </a:lnTo>
                  <a:lnTo>
                    <a:pt x="327817" y="82760"/>
                  </a:lnTo>
                  <a:lnTo>
                    <a:pt x="326274" y="77701"/>
                  </a:lnTo>
                  <a:lnTo>
                    <a:pt x="324573" y="72694"/>
                  </a:lnTo>
                  <a:lnTo>
                    <a:pt x="322714" y="67742"/>
                  </a:lnTo>
                  <a:lnTo>
                    <a:pt x="320699" y="62852"/>
                  </a:lnTo>
                  <a:lnTo>
                    <a:pt x="318530" y="58028"/>
                  </a:lnTo>
                  <a:lnTo>
                    <a:pt x="316210" y="53276"/>
                  </a:lnTo>
                  <a:lnTo>
                    <a:pt x="313741" y="48599"/>
                  </a:lnTo>
                  <a:lnTo>
                    <a:pt x="311125" y="44002"/>
                  </a:lnTo>
                  <a:lnTo>
                    <a:pt x="308364" y="39491"/>
                  </a:lnTo>
                  <a:lnTo>
                    <a:pt x="305463" y="35069"/>
                  </a:lnTo>
                  <a:lnTo>
                    <a:pt x="302423" y="30741"/>
                  </a:lnTo>
                  <a:lnTo>
                    <a:pt x="299248" y="26511"/>
                  </a:lnTo>
                  <a:lnTo>
                    <a:pt x="295940" y="22384"/>
                  </a:lnTo>
                  <a:lnTo>
                    <a:pt x="292504" y="18364"/>
                  </a:lnTo>
                  <a:lnTo>
                    <a:pt x="288942" y="14454"/>
                  </a:lnTo>
                  <a:lnTo>
                    <a:pt x="285258" y="10659"/>
                  </a:lnTo>
                  <a:lnTo>
                    <a:pt x="281456" y="6983"/>
                  </a:lnTo>
                  <a:lnTo>
                    <a:pt x="277540" y="3428"/>
                  </a:lnTo>
                  <a:lnTo>
                    <a:pt x="273513" y="0"/>
                  </a:lnTo>
                  <a:lnTo>
                    <a:pt x="167165" y="1289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023544" y="941493"/>
              <a:ext cx="106347" cy="167167"/>
            </a:xfrm>
            <a:custGeom>
              <a:avLst/>
              <a:pathLst>
                <a:path w="106347" h="167167">
                  <a:moveTo>
                    <a:pt x="106347" y="38190"/>
                  </a:moveTo>
                  <a:lnTo>
                    <a:pt x="101838" y="34601"/>
                  </a:lnTo>
                  <a:lnTo>
                    <a:pt x="97208" y="31169"/>
                  </a:lnTo>
                  <a:lnTo>
                    <a:pt x="92463" y="27899"/>
                  </a:lnTo>
                  <a:lnTo>
                    <a:pt x="87607" y="24795"/>
                  </a:lnTo>
                  <a:lnTo>
                    <a:pt x="82648" y="21860"/>
                  </a:lnTo>
                  <a:lnTo>
                    <a:pt x="77590" y="19097"/>
                  </a:lnTo>
                  <a:lnTo>
                    <a:pt x="72440" y="16511"/>
                  </a:lnTo>
                  <a:lnTo>
                    <a:pt x="67204" y="14103"/>
                  </a:lnTo>
                  <a:lnTo>
                    <a:pt x="61888" y="11878"/>
                  </a:lnTo>
                  <a:lnTo>
                    <a:pt x="56498" y="9837"/>
                  </a:lnTo>
                  <a:lnTo>
                    <a:pt x="51041" y="7983"/>
                  </a:lnTo>
                  <a:lnTo>
                    <a:pt x="45524" y="6318"/>
                  </a:lnTo>
                  <a:lnTo>
                    <a:pt x="39953" y="4844"/>
                  </a:lnTo>
                  <a:lnTo>
                    <a:pt x="34334" y="3563"/>
                  </a:lnTo>
                  <a:lnTo>
                    <a:pt x="28674" y="2477"/>
                  </a:lnTo>
                  <a:lnTo>
                    <a:pt x="22980" y="1587"/>
                  </a:lnTo>
                  <a:lnTo>
                    <a:pt x="17259" y="893"/>
                  </a:lnTo>
                  <a:lnTo>
                    <a:pt x="11517" y="397"/>
                  </a:lnTo>
                  <a:lnTo>
                    <a:pt x="5762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048" y="941493"/>
              <a:ext cx="167167" cy="199022"/>
            </a:xfrm>
            <a:custGeom>
              <a:avLst/>
              <a:pathLst>
                <a:path w="167167" h="199022">
                  <a:moveTo>
                    <a:pt x="167167" y="0"/>
                  </a:moveTo>
                  <a:lnTo>
                    <a:pt x="161811" y="85"/>
                  </a:lnTo>
                  <a:lnTo>
                    <a:pt x="156460" y="343"/>
                  </a:lnTo>
                  <a:lnTo>
                    <a:pt x="151121" y="771"/>
                  </a:lnTo>
                  <a:lnTo>
                    <a:pt x="145797" y="1371"/>
                  </a:lnTo>
                  <a:lnTo>
                    <a:pt x="140496" y="2141"/>
                  </a:lnTo>
                  <a:lnTo>
                    <a:pt x="135222" y="3080"/>
                  </a:lnTo>
                  <a:lnTo>
                    <a:pt x="129981" y="4188"/>
                  </a:lnTo>
                  <a:lnTo>
                    <a:pt x="124778" y="5463"/>
                  </a:lnTo>
                  <a:lnTo>
                    <a:pt x="119619" y="6904"/>
                  </a:lnTo>
                  <a:lnTo>
                    <a:pt x="114509" y="8510"/>
                  </a:lnTo>
                  <a:lnTo>
                    <a:pt x="109452" y="10279"/>
                  </a:lnTo>
                  <a:lnTo>
                    <a:pt x="104455" y="12208"/>
                  </a:lnTo>
                  <a:lnTo>
                    <a:pt x="99522" y="14297"/>
                  </a:lnTo>
                  <a:lnTo>
                    <a:pt x="94659" y="16543"/>
                  </a:lnTo>
                  <a:lnTo>
                    <a:pt x="89870" y="18944"/>
                  </a:lnTo>
                  <a:lnTo>
                    <a:pt x="85161" y="21496"/>
                  </a:lnTo>
                  <a:lnTo>
                    <a:pt x="80536" y="24199"/>
                  </a:lnTo>
                  <a:lnTo>
                    <a:pt x="75999" y="27048"/>
                  </a:lnTo>
                  <a:lnTo>
                    <a:pt x="71557" y="30041"/>
                  </a:lnTo>
                  <a:lnTo>
                    <a:pt x="67212" y="33174"/>
                  </a:lnTo>
                  <a:lnTo>
                    <a:pt x="62970" y="36446"/>
                  </a:lnTo>
                  <a:lnTo>
                    <a:pt x="58835" y="39852"/>
                  </a:lnTo>
                  <a:lnTo>
                    <a:pt x="54812" y="43388"/>
                  </a:lnTo>
                  <a:lnTo>
                    <a:pt x="50903" y="47051"/>
                  </a:lnTo>
                  <a:lnTo>
                    <a:pt x="47115" y="50838"/>
                  </a:lnTo>
                  <a:lnTo>
                    <a:pt x="43449" y="54744"/>
                  </a:lnTo>
                  <a:lnTo>
                    <a:pt x="39910" y="58766"/>
                  </a:lnTo>
                  <a:lnTo>
                    <a:pt x="36503" y="62899"/>
                  </a:lnTo>
                  <a:lnTo>
                    <a:pt x="33229" y="67139"/>
                  </a:lnTo>
                  <a:lnTo>
                    <a:pt x="30093" y="71482"/>
                  </a:lnTo>
                  <a:lnTo>
                    <a:pt x="27097" y="75923"/>
                  </a:lnTo>
                  <a:lnTo>
                    <a:pt x="24246" y="80458"/>
                  </a:lnTo>
                  <a:lnTo>
                    <a:pt x="21541" y="85082"/>
                  </a:lnTo>
                  <a:lnTo>
                    <a:pt x="18986" y="89790"/>
                  </a:lnTo>
                  <a:lnTo>
                    <a:pt x="16582" y="94577"/>
                  </a:lnTo>
                  <a:lnTo>
                    <a:pt x="14334" y="99439"/>
                  </a:lnTo>
                  <a:lnTo>
                    <a:pt x="12242" y="104371"/>
                  </a:lnTo>
                  <a:lnTo>
                    <a:pt x="10310" y="109367"/>
                  </a:lnTo>
                  <a:lnTo>
                    <a:pt x="8539" y="114422"/>
                  </a:lnTo>
                  <a:lnTo>
                    <a:pt x="6930" y="119532"/>
                  </a:lnTo>
                  <a:lnTo>
                    <a:pt x="5486" y="124691"/>
                  </a:lnTo>
                  <a:lnTo>
                    <a:pt x="4208" y="129893"/>
                  </a:lnTo>
                  <a:lnTo>
                    <a:pt x="3097" y="135133"/>
                  </a:lnTo>
                  <a:lnTo>
                    <a:pt x="2155" y="140406"/>
                  </a:lnTo>
                  <a:lnTo>
                    <a:pt x="1383" y="145707"/>
                  </a:lnTo>
                  <a:lnTo>
                    <a:pt x="780" y="151030"/>
                  </a:lnTo>
                  <a:lnTo>
                    <a:pt x="349" y="156369"/>
                  </a:lnTo>
                  <a:lnTo>
                    <a:pt x="88" y="161720"/>
                  </a:lnTo>
                  <a:lnTo>
                    <a:pt x="0" y="167076"/>
                  </a:lnTo>
                  <a:lnTo>
                    <a:pt x="82" y="172432"/>
                  </a:lnTo>
                  <a:lnTo>
                    <a:pt x="337" y="177783"/>
                  </a:lnTo>
                  <a:lnTo>
                    <a:pt x="763" y="183123"/>
                  </a:lnTo>
                  <a:lnTo>
                    <a:pt x="1359" y="188446"/>
                  </a:lnTo>
                  <a:lnTo>
                    <a:pt x="2126" y="193748"/>
                  </a:lnTo>
                  <a:lnTo>
                    <a:pt x="3063" y="19902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2111" y="1108660"/>
              <a:ext cx="164104" cy="31855"/>
            </a:xfrm>
            <a:custGeom>
              <a:avLst/>
              <a:pathLst>
                <a:path w="164104" h="31855">
                  <a:moveTo>
                    <a:pt x="0" y="31855"/>
                  </a:moveTo>
                  <a:lnTo>
                    <a:pt x="1641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2111" y="1108660"/>
              <a:ext cx="164104" cy="151011"/>
            </a:xfrm>
            <a:custGeom>
              <a:avLst/>
              <a:pathLst>
                <a:path w="164104" h="151011">
                  <a:moveTo>
                    <a:pt x="0" y="31855"/>
                  </a:moveTo>
                  <a:lnTo>
                    <a:pt x="1156" y="37321"/>
                  </a:lnTo>
                  <a:lnTo>
                    <a:pt x="2494" y="42745"/>
                  </a:lnTo>
                  <a:lnTo>
                    <a:pt x="4012" y="48121"/>
                  </a:lnTo>
                  <a:lnTo>
                    <a:pt x="5710" y="53444"/>
                  </a:lnTo>
                  <a:lnTo>
                    <a:pt x="7584" y="58706"/>
                  </a:lnTo>
                  <a:lnTo>
                    <a:pt x="9633" y="63904"/>
                  </a:lnTo>
                  <a:lnTo>
                    <a:pt x="11855" y="69030"/>
                  </a:lnTo>
                  <a:lnTo>
                    <a:pt x="14246" y="74079"/>
                  </a:lnTo>
                  <a:lnTo>
                    <a:pt x="16805" y="79045"/>
                  </a:lnTo>
                  <a:lnTo>
                    <a:pt x="19529" y="83923"/>
                  </a:lnTo>
                  <a:lnTo>
                    <a:pt x="22414" y="88707"/>
                  </a:lnTo>
                  <a:lnTo>
                    <a:pt x="25457" y="93392"/>
                  </a:lnTo>
                  <a:lnTo>
                    <a:pt x="28655" y="97972"/>
                  </a:lnTo>
                  <a:lnTo>
                    <a:pt x="32005" y="102444"/>
                  </a:lnTo>
                  <a:lnTo>
                    <a:pt x="35502" y="106801"/>
                  </a:lnTo>
                  <a:lnTo>
                    <a:pt x="39142" y="111038"/>
                  </a:lnTo>
                  <a:lnTo>
                    <a:pt x="42922" y="115152"/>
                  </a:lnTo>
                  <a:lnTo>
                    <a:pt x="46838" y="119137"/>
                  </a:lnTo>
                  <a:lnTo>
                    <a:pt x="50884" y="122989"/>
                  </a:lnTo>
                  <a:lnTo>
                    <a:pt x="55057" y="126703"/>
                  </a:lnTo>
                  <a:lnTo>
                    <a:pt x="59352" y="130276"/>
                  </a:lnTo>
                  <a:lnTo>
                    <a:pt x="63764" y="133704"/>
                  </a:lnTo>
                  <a:lnTo>
                    <a:pt x="68287" y="136982"/>
                  </a:lnTo>
                  <a:lnTo>
                    <a:pt x="72918" y="140107"/>
                  </a:lnTo>
                  <a:lnTo>
                    <a:pt x="77651" y="143076"/>
                  </a:lnTo>
                  <a:lnTo>
                    <a:pt x="82480" y="145885"/>
                  </a:lnTo>
                  <a:lnTo>
                    <a:pt x="87400" y="148531"/>
                  </a:lnTo>
                  <a:lnTo>
                    <a:pt x="92406" y="151011"/>
                  </a:lnTo>
                  <a:lnTo>
                    <a:pt x="16410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14518" y="941493"/>
              <a:ext cx="238845" cy="334334"/>
            </a:xfrm>
            <a:custGeom>
              <a:avLst/>
              <a:pathLst>
                <a:path w="238845" h="334334">
                  <a:moveTo>
                    <a:pt x="0" y="318178"/>
                  </a:moveTo>
                  <a:lnTo>
                    <a:pt x="4826" y="320376"/>
                  </a:lnTo>
                  <a:lnTo>
                    <a:pt x="9719" y="322420"/>
                  </a:lnTo>
                  <a:lnTo>
                    <a:pt x="14675" y="324308"/>
                  </a:lnTo>
                  <a:lnTo>
                    <a:pt x="19688" y="326038"/>
                  </a:lnTo>
                  <a:lnTo>
                    <a:pt x="24753" y="327608"/>
                  </a:lnTo>
                  <a:lnTo>
                    <a:pt x="29866" y="329016"/>
                  </a:lnTo>
                  <a:lnTo>
                    <a:pt x="35020" y="330261"/>
                  </a:lnTo>
                  <a:lnTo>
                    <a:pt x="40212" y="331343"/>
                  </a:lnTo>
                  <a:lnTo>
                    <a:pt x="45435" y="332259"/>
                  </a:lnTo>
                  <a:lnTo>
                    <a:pt x="50685" y="333009"/>
                  </a:lnTo>
                  <a:lnTo>
                    <a:pt x="55956" y="333592"/>
                  </a:lnTo>
                  <a:lnTo>
                    <a:pt x="61243" y="334007"/>
                  </a:lnTo>
                  <a:lnTo>
                    <a:pt x="66540" y="334255"/>
                  </a:lnTo>
                  <a:lnTo>
                    <a:pt x="71843" y="334334"/>
                  </a:lnTo>
                  <a:lnTo>
                    <a:pt x="77145" y="334246"/>
                  </a:lnTo>
                  <a:lnTo>
                    <a:pt x="82442" y="333989"/>
                  </a:lnTo>
                  <a:lnTo>
                    <a:pt x="87728" y="333564"/>
                  </a:lnTo>
                  <a:lnTo>
                    <a:pt x="92998" y="332972"/>
                  </a:lnTo>
                  <a:lnTo>
                    <a:pt x="98246" y="332213"/>
                  </a:lnTo>
                  <a:lnTo>
                    <a:pt x="103468" y="331287"/>
                  </a:lnTo>
                  <a:lnTo>
                    <a:pt x="108658" y="330197"/>
                  </a:lnTo>
                  <a:lnTo>
                    <a:pt x="113810" y="328943"/>
                  </a:lnTo>
                  <a:lnTo>
                    <a:pt x="118921" y="327526"/>
                  </a:lnTo>
                  <a:lnTo>
                    <a:pt x="123983" y="325947"/>
                  </a:lnTo>
                  <a:lnTo>
                    <a:pt x="128993" y="324209"/>
                  </a:lnTo>
                  <a:lnTo>
                    <a:pt x="133946" y="322312"/>
                  </a:lnTo>
                  <a:lnTo>
                    <a:pt x="138835" y="320260"/>
                  </a:lnTo>
                  <a:lnTo>
                    <a:pt x="143658" y="318053"/>
                  </a:lnTo>
                  <a:lnTo>
                    <a:pt x="148407" y="315695"/>
                  </a:lnTo>
                  <a:lnTo>
                    <a:pt x="153080" y="313187"/>
                  </a:lnTo>
                  <a:lnTo>
                    <a:pt x="157671" y="310532"/>
                  </a:lnTo>
                  <a:lnTo>
                    <a:pt x="162175" y="307733"/>
                  </a:lnTo>
                  <a:lnTo>
                    <a:pt x="166588" y="304792"/>
                  </a:lnTo>
                  <a:lnTo>
                    <a:pt x="170906" y="301713"/>
                  </a:lnTo>
                  <a:lnTo>
                    <a:pt x="175123" y="298498"/>
                  </a:lnTo>
                  <a:lnTo>
                    <a:pt x="179237" y="295152"/>
                  </a:lnTo>
                  <a:lnTo>
                    <a:pt x="183242" y="291676"/>
                  </a:lnTo>
                  <a:lnTo>
                    <a:pt x="187136" y="288076"/>
                  </a:lnTo>
                  <a:lnTo>
                    <a:pt x="190913" y="284353"/>
                  </a:lnTo>
                  <a:lnTo>
                    <a:pt x="194570" y="280513"/>
                  </a:lnTo>
                  <a:lnTo>
                    <a:pt x="198103" y="276558"/>
                  </a:lnTo>
                  <a:lnTo>
                    <a:pt x="201509" y="272494"/>
                  </a:lnTo>
                  <a:lnTo>
                    <a:pt x="204785" y="268323"/>
                  </a:lnTo>
                  <a:lnTo>
                    <a:pt x="207926" y="264051"/>
                  </a:lnTo>
                  <a:lnTo>
                    <a:pt x="210931" y="259681"/>
                  </a:lnTo>
                  <a:lnTo>
                    <a:pt x="213795" y="255218"/>
                  </a:lnTo>
                  <a:lnTo>
                    <a:pt x="216517" y="250667"/>
                  </a:lnTo>
                  <a:lnTo>
                    <a:pt x="219092" y="246031"/>
                  </a:lnTo>
                  <a:lnTo>
                    <a:pt x="221520" y="241316"/>
                  </a:lnTo>
                  <a:lnTo>
                    <a:pt x="223796" y="236526"/>
                  </a:lnTo>
                  <a:lnTo>
                    <a:pt x="225920" y="231667"/>
                  </a:lnTo>
                  <a:lnTo>
                    <a:pt x="227888" y="226743"/>
                  </a:lnTo>
                  <a:lnTo>
                    <a:pt x="229699" y="221759"/>
                  </a:lnTo>
                  <a:lnTo>
                    <a:pt x="231351" y="216719"/>
                  </a:lnTo>
                  <a:lnTo>
                    <a:pt x="232843" y="211630"/>
                  </a:lnTo>
                  <a:lnTo>
                    <a:pt x="234172" y="206497"/>
                  </a:lnTo>
                  <a:lnTo>
                    <a:pt x="235338" y="201323"/>
                  </a:lnTo>
                  <a:lnTo>
                    <a:pt x="236339" y="196116"/>
                  </a:lnTo>
                  <a:lnTo>
                    <a:pt x="237174" y="190879"/>
                  </a:lnTo>
                  <a:lnTo>
                    <a:pt x="237843" y="185618"/>
                  </a:lnTo>
                  <a:lnTo>
                    <a:pt x="238345" y="180339"/>
                  </a:lnTo>
                  <a:lnTo>
                    <a:pt x="238679" y="175046"/>
                  </a:lnTo>
                  <a:lnTo>
                    <a:pt x="238845" y="169746"/>
                  </a:lnTo>
                  <a:lnTo>
                    <a:pt x="238842" y="164443"/>
                  </a:lnTo>
                  <a:lnTo>
                    <a:pt x="238672" y="159142"/>
                  </a:lnTo>
                  <a:lnTo>
                    <a:pt x="238333" y="153850"/>
                  </a:lnTo>
                  <a:lnTo>
                    <a:pt x="237827" y="148571"/>
                  </a:lnTo>
                  <a:lnTo>
                    <a:pt x="237153" y="143311"/>
                  </a:lnTo>
                  <a:lnTo>
                    <a:pt x="236314" y="138075"/>
                  </a:lnTo>
                  <a:lnTo>
                    <a:pt x="235308" y="132868"/>
                  </a:lnTo>
                  <a:lnTo>
                    <a:pt x="234138" y="127696"/>
                  </a:lnTo>
                  <a:lnTo>
                    <a:pt x="232804" y="122563"/>
                  </a:lnTo>
                  <a:lnTo>
                    <a:pt x="231308" y="117475"/>
                  </a:lnTo>
                  <a:lnTo>
                    <a:pt x="229652" y="112438"/>
                  </a:lnTo>
                  <a:lnTo>
                    <a:pt x="227836" y="107455"/>
                  </a:lnTo>
                  <a:lnTo>
                    <a:pt x="225864" y="102532"/>
                  </a:lnTo>
                  <a:lnTo>
                    <a:pt x="223736" y="97675"/>
                  </a:lnTo>
                  <a:lnTo>
                    <a:pt x="221455" y="92887"/>
                  </a:lnTo>
                  <a:lnTo>
                    <a:pt x="219024" y="88174"/>
                  </a:lnTo>
                  <a:lnTo>
                    <a:pt x="216444" y="83541"/>
                  </a:lnTo>
                  <a:lnTo>
                    <a:pt x="213719" y="78992"/>
                  </a:lnTo>
                  <a:lnTo>
                    <a:pt x="210850" y="74532"/>
                  </a:lnTo>
                  <a:lnTo>
                    <a:pt x="207842" y="70164"/>
                  </a:lnTo>
                  <a:lnTo>
                    <a:pt x="204697" y="65895"/>
                  </a:lnTo>
                  <a:lnTo>
                    <a:pt x="201417" y="61727"/>
                  </a:lnTo>
                  <a:lnTo>
                    <a:pt x="198008" y="57666"/>
                  </a:lnTo>
                  <a:lnTo>
                    <a:pt x="194471" y="53714"/>
                  </a:lnTo>
                  <a:lnTo>
                    <a:pt x="190810" y="49877"/>
                  </a:lnTo>
                  <a:lnTo>
                    <a:pt x="187030" y="46158"/>
                  </a:lnTo>
                  <a:lnTo>
                    <a:pt x="183134" y="42560"/>
                  </a:lnTo>
                  <a:lnTo>
                    <a:pt x="179125" y="39088"/>
                  </a:lnTo>
                  <a:lnTo>
                    <a:pt x="175009" y="35745"/>
                  </a:lnTo>
                  <a:lnTo>
                    <a:pt x="170788" y="32535"/>
                  </a:lnTo>
                  <a:lnTo>
                    <a:pt x="166468" y="29459"/>
                  </a:lnTo>
                  <a:lnTo>
                    <a:pt x="162052" y="26522"/>
                  </a:lnTo>
                  <a:lnTo>
                    <a:pt x="157546" y="23727"/>
                  </a:lnTo>
                  <a:lnTo>
                    <a:pt x="152953" y="21076"/>
                  </a:lnTo>
                  <a:lnTo>
                    <a:pt x="148278" y="18572"/>
                  </a:lnTo>
                  <a:lnTo>
                    <a:pt x="143526" y="16218"/>
                  </a:lnTo>
                  <a:lnTo>
                    <a:pt x="138702" y="14016"/>
                  </a:lnTo>
                  <a:lnTo>
                    <a:pt x="133810" y="11967"/>
                  </a:lnTo>
                  <a:lnTo>
                    <a:pt x="128856" y="10075"/>
                  </a:lnTo>
                  <a:lnTo>
                    <a:pt x="123845" y="8341"/>
                  </a:lnTo>
                  <a:lnTo>
                    <a:pt x="118781" y="6767"/>
                  </a:lnTo>
                  <a:lnTo>
                    <a:pt x="113669" y="5354"/>
                  </a:lnTo>
                  <a:lnTo>
                    <a:pt x="108516" y="4105"/>
                  </a:lnTo>
                  <a:lnTo>
                    <a:pt x="103325" y="3019"/>
                  </a:lnTo>
                  <a:lnTo>
                    <a:pt x="98102" y="2098"/>
                  </a:lnTo>
                  <a:lnTo>
                    <a:pt x="92853" y="1344"/>
                  </a:lnTo>
                  <a:lnTo>
                    <a:pt x="87583" y="756"/>
                  </a:lnTo>
                  <a:lnTo>
                    <a:pt x="82296" y="336"/>
                  </a:lnTo>
                  <a:lnTo>
                    <a:pt x="76999" y="84"/>
                  </a:lnTo>
                  <a:lnTo>
                    <a:pt x="71697" y="0"/>
                  </a:lnTo>
                  <a:lnTo>
                    <a:pt x="716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797344" y="1071028"/>
              <a:ext cx="205623" cy="334327"/>
            </a:xfrm>
            <a:custGeom>
              <a:avLst/>
              <a:pathLst>
                <a:path w="205623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8"/>
                  </a:lnTo>
                  <a:lnTo>
                    <a:pt x="130219" y="4131"/>
                  </a:lnTo>
                  <a:lnTo>
                    <a:pt x="125050" y="5389"/>
                  </a:lnTo>
                  <a:lnTo>
                    <a:pt x="119923" y="6811"/>
                  </a:lnTo>
                  <a:lnTo>
                    <a:pt x="114844" y="8396"/>
                  </a:lnTo>
                  <a:lnTo>
                    <a:pt x="109818" y="10141"/>
                  </a:lnTo>
                  <a:lnTo>
                    <a:pt x="104850" y="12045"/>
                  </a:lnTo>
                  <a:lnTo>
                    <a:pt x="99945" y="14106"/>
                  </a:lnTo>
                  <a:lnTo>
                    <a:pt x="95108" y="16323"/>
                  </a:lnTo>
                  <a:lnTo>
                    <a:pt x="90344" y="18692"/>
                  </a:lnTo>
                  <a:lnTo>
                    <a:pt x="85659" y="21211"/>
                  </a:lnTo>
                  <a:lnTo>
                    <a:pt x="81055" y="23879"/>
                  </a:lnTo>
                  <a:lnTo>
                    <a:pt x="76539" y="26691"/>
                  </a:lnTo>
                  <a:lnTo>
                    <a:pt x="72114" y="29646"/>
                  </a:lnTo>
                  <a:lnTo>
                    <a:pt x="67786" y="32740"/>
                  </a:lnTo>
                  <a:lnTo>
                    <a:pt x="63559" y="35971"/>
                  </a:lnTo>
                  <a:lnTo>
                    <a:pt x="59436" y="39334"/>
                  </a:lnTo>
                  <a:lnTo>
                    <a:pt x="55423" y="42827"/>
                  </a:lnTo>
                  <a:lnTo>
                    <a:pt x="51523" y="46445"/>
                  </a:lnTo>
                  <a:lnTo>
                    <a:pt x="47739" y="50186"/>
                  </a:lnTo>
                  <a:lnTo>
                    <a:pt x="44077" y="54046"/>
                  </a:lnTo>
                  <a:lnTo>
                    <a:pt x="40540" y="58020"/>
                  </a:lnTo>
                  <a:lnTo>
                    <a:pt x="37130" y="62104"/>
                  </a:lnTo>
                  <a:lnTo>
                    <a:pt x="33853" y="66295"/>
                  </a:lnTo>
                  <a:lnTo>
                    <a:pt x="30710" y="70588"/>
                  </a:lnTo>
                  <a:lnTo>
                    <a:pt x="27706" y="74979"/>
                  </a:lnTo>
                  <a:lnTo>
                    <a:pt x="24843" y="79464"/>
                  </a:lnTo>
                  <a:lnTo>
                    <a:pt x="22124" y="84037"/>
                  </a:lnTo>
                  <a:lnTo>
                    <a:pt x="19552" y="88694"/>
                  </a:lnTo>
                  <a:lnTo>
                    <a:pt x="17130" y="93431"/>
                  </a:lnTo>
                  <a:lnTo>
                    <a:pt x="14859" y="98243"/>
                  </a:lnTo>
                  <a:lnTo>
                    <a:pt x="12743" y="103124"/>
                  </a:lnTo>
                  <a:lnTo>
                    <a:pt x="10783" y="108071"/>
                  </a:lnTo>
                  <a:lnTo>
                    <a:pt x="8982" y="113077"/>
                  </a:lnTo>
                  <a:lnTo>
                    <a:pt x="7341" y="118138"/>
                  </a:lnTo>
                  <a:lnTo>
                    <a:pt x="5861" y="123248"/>
                  </a:lnTo>
                  <a:lnTo>
                    <a:pt x="4545" y="128403"/>
                  </a:lnTo>
                  <a:lnTo>
                    <a:pt x="3394" y="133598"/>
                  </a:lnTo>
                  <a:lnTo>
                    <a:pt x="2409" y="138826"/>
                  </a:lnTo>
                  <a:lnTo>
                    <a:pt x="1590" y="144083"/>
                  </a:lnTo>
                  <a:lnTo>
                    <a:pt x="940" y="149364"/>
                  </a:lnTo>
                  <a:lnTo>
                    <a:pt x="457" y="154662"/>
                  </a:lnTo>
                  <a:lnTo>
                    <a:pt x="144" y="159973"/>
                  </a:lnTo>
                  <a:lnTo>
                    <a:pt x="0" y="165292"/>
                  </a:lnTo>
                  <a:lnTo>
                    <a:pt x="24" y="170612"/>
                  </a:lnTo>
                  <a:lnTo>
                    <a:pt x="219" y="175929"/>
                  </a:lnTo>
                  <a:lnTo>
                    <a:pt x="582" y="181237"/>
                  </a:lnTo>
                  <a:lnTo>
                    <a:pt x="1114" y="186531"/>
                  </a:lnTo>
                  <a:lnTo>
                    <a:pt x="1815" y="191805"/>
                  </a:lnTo>
                  <a:lnTo>
                    <a:pt x="2682" y="197054"/>
                  </a:lnTo>
                  <a:lnTo>
                    <a:pt x="3717" y="202273"/>
                  </a:lnTo>
                  <a:lnTo>
                    <a:pt x="4917" y="207456"/>
                  </a:lnTo>
                  <a:lnTo>
                    <a:pt x="6281" y="212599"/>
                  </a:lnTo>
                  <a:lnTo>
                    <a:pt x="7808" y="217695"/>
                  </a:lnTo>
                  <a:lnTo>
                    <a:pt x="9497" y="222740"/>
                  </a:lnTo>
                  <a:lnTo>
                    <a:pt x="11345" y="227729"/>
                  </a:lnTo>
                  <a:lnTo>
                    <a:pt x="13351" y="232657"/>
                  </a:lnTo>
                  <a:lnTo>
                    <a:pt x="15513" y="237518"/>
                  </a:lnTo>
                  <a:lnTo>
                    <a:pt x="17829" y="242309"/>
                  </a:lnTo>
                  <a:lnTo>
                    <a:pt x="20296" y="247022"/>
                  </a:lnTo>
                  <a:lnTo>
                    <a:pt x="22911" y="251656"/>
                  </a:lnTo>
                  <a:lnTo>
                    <a:pt x="25673" y="256203"/>
                  </a:lnTo>
                  <a:lnTo>
                    <a:pt x="28578" y="260660"/>
                  </a:lnTo>
                  <a:lnTo>
                    <a:pt x="31624" y="265023"/>
                  </a:lnTo>
                  <a:lnTo>
                    <a:pt x="34806" y="269286"/>
                  </a:lnTo>
                  <a:lnTo>
                    <a:pt x="38123" y="273446"/>
                  </a:lnTo>
                  <a:lnTo>
                    <a:pt x="41570" y="277499"/>
                  </a:lnTo>
                  <a:lnTo>
                    <a:pt x="45145" y="281439"/>
                  </a:lnTo>
                  <a:lnTo>
                    <a:pt x="48843" y="285264"/>
                  </a:lnTo>
                  <a:lnTo>
                    <a:pt x="52661" y="288969"/>
                  </a:lnTo>
                  <a:lnTo>
                    <a:pt x="56596" y="292551"/>
                  </a:lnTo>
                  <a:lnTo>
                    <a:pt x="60642" y="296006"/>
                  </a:lnTo>
                  <a:lnTo>
                    <a:pt x="64796" y="299331"/>
                  </a:lnTo>
                  <a:lnTo>
                    <a:pt x="69053" y="302521"/>
                  </a:lnTo>
                  <a:lnTo>
                    <a:pt x="73410" y="305574"/>
                  </a:lnTo>
                  <a:lnTo>
                    <a:pt x="77862" y="308488"/>
                  </a:lnTo>
                  <a:lnTo>
                    <a:pt x="82405" y="311258"/>
                  </a:lnTo>
                  <a:lnTo>
                    <a:pt x="87033" y="313882"/>
                  </a:lnTo>
                  <a:lnTo>
                    <a:pt x="91742" y="316357"/>
                  </a:lnTo>
                  <a:lnTo>
                    <a:pt x="96528" y="318681"/>
                  </a:lnTo>
                  <a:lnTo>
                    <a:pt x="101386" y="320852"/>
                  </a:lnTo>
                  <a:lnTo>
                    <a:pt x="106310" y="322867"/>
                  </a:lnTo>
                  <a:lnTo>
                    <a:pt x="111295" y="324725"/>
                  </a:lnTo>
                  <a:lnTo>
                    <a:pt x="116337" y="326423"/>
                  </a:lnTo>
                  <a:lnTo>
                    <a:pt x="121431" y="327959"/>
                  </a:lnTo>
                  <a:lnTo>
                    <a:pt x="126571" y="329333"/>
                  </a:lnTo>
                  <a:lnTo>
                    <a:pt x="131752" y="330542"/>
                  </a:lnTo>
                  <a:lnTo>
                    <a:pt x="136969" y="331586"/>
                  </a:lnTo>
                  <a:lnTo>
                    <a:pt x="142217" y="332464"/>
                  </a:lnTo>
                  <a:lnTo>
                    <a:pt x="147490" y="333173"/>
                  </a:lnTo>
                  <a:lnTo>
                    <a:pt x="152782" y="333715"/>
                  </a:lnTo>
                  <a:lnTo>
                    <a:pt x="158090" y="334088"/>
                  </a:lnTo>
                  <a:lnTo>
                    <a:pt x="163406" y="334292"/>
                  </a:lnTo>
                  <a:lnTo>
                    <a:pt x="168727" y="334327"/>
                  </a:lnTo>
                  <a:lnTo>
                    <a:pt x="174045" y="334192"/>
                  </a:lnTo>
                  <a:lnTo>
                    <a:pt x="179357" y="333889"/>
                  </a:lnTo>
                  <a:lnTo>
                    <a:pt x="184656" y="333416"/>
                  </a:lnTo>
                  <a:lnTo>
                    <a:pt x="189938" y="332775"/>
                  </a:lnTo>
                  <a:lnTo>
                    <a:pt x="195196" y="331966"/>
                  </a:lnTo>
                  <a:lnTo>
                    <a:pt x="200427" y="330990"/>
                  </a:lnTo>
                  <a:lnTo>
                    <a:pt x="205623" y="32984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38466" cy="162681"/>
            </a:xfrm>
            <a:custGeom>
              <a:avLst/>
              <a:pathLst>
                <a:path w="38466" h="162681">
                  <a:moveTo>
                    <a:pt x="38466" y="16268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2599"/>
              <a:ext cx="167167" cy="328277"/>
            </a:xfrm>
            <a:custGeom>
              <a:avLst/>
              <a:pathLst>
                <a:path w="167167" h="328277">
                  <a:moveTo>
                    <a:pt x="38466" y="328277"/>
                  </a:moveTo>
                  <a:lnTo>
                    <a:pt x="43630" y="326969"/>
                  </a:lnTo>
                  <a:lnTo>
                    <a:pt x="48749" y="325497"/>
                  </a:lnTo>
                  <a:lnTo>
                    <a:pt x="53818" y="323863"/>
                  </a:lnTo>
                  <a:lnTo>
                    <a:pt x="58833" y="322068"/>
                  </a:lnTo>
                  <a:lnTo>
                    <a:pt x="63788" y="320114"/>
                  </a:lnTo>
                  <a:lnTo>
                    <a:pt x="68679" y="318004"/>
                  </a:lnTo>
                  <a:lnTo>
                    <a:pt x="73499" y="315738"/>
                  </a:lnTo>
                  <a:lnTo>
                    <a:pt x="78245" y="313320"/>
                  </a:lnTo>
                  <a:lnTo>
                    <a:pt x="82912" y="310753"/>
                  </a:lnTo>
                  <a:lnTo>
                    <a:pt x="87494" y="308037"/>
                  </a:lnTo>
                  <a:lnTo>
                    <a:pt x="91988" y="305178"/>
                  </a:lnTo>
                  <a:lnTo>
                    <a:pt x="96388" y="302176"/>
                  </a:lnTo>
                  <a:lnTo>
                    <a:pt x="100691" y="299036"/>
                  </a:lnTo>
                  <a:lnTo>
                    <a:pt x="104891" y="295760"/>
                  </a:lnTo>
                  <a:lnTo>
                    <a:pt x="108985" y="292353"/>
                  </a:lnTo>
                  <a:lnTo>
                    <a:pt x="112968" y="288816"/>
                  </a:lnTo>
                  <a:lnTo>
                    <a:pt x="116836" y="285154"/>
                  </a:lnTo>
                  <a:lnTo>
                    <a:pt x="120586" y="281371"/>
                  </a:lnTo>
                  <a:lnTo>
                    <a:pt x="124213" y="277471"/>
                  </a:lnTo>
                  <a:lnTo>
                    <a:pt x="127714" y="273457"/>
                  </a:lnTo>
                  <a:lnTo>
                    <a:pt x="131086" y="269333"/>
                  </a:lnTo>
                  <a:lnTo>
                    <a:pt x="134324" y="265104"/>
                  </a:lnTo>
                  <a:lnTo>
                    <a:pt x="137426" y="260774"/>
                  </a:lnTo>
                  <a:lnTo>
                    <a:pt x="140388" y="256348"/>
                  </a:lnTo>
                  <a:lnTo>
                    <a:pt x="143208" y="251829"/>
                  </a:lnTo>
                  <a:lnTo>
                    <a:pt x="145883" y="247223"/>
                  </a:lnTo>
                  <a:lnTo>
                    <a:pt x="148410" y="242534"/>
                  </a:lnTo>
                  <a:lnTo>
                    <a:pt x="150785" y="237766"/>
                  </a:lnTo>
                  <a:lnTo>
                    <a:pt x="153008" y="232926"/>
                  </a:lnTo>
                  <a:lnTo>
                    <a:pt x="155076" y="228017"/>
                  </a:lnTo>
                  <a:lnTo>
                    <a:pt x="156985" y="223045"/>
                  </a:lnTo>
                  <a:lnTo>
                    <a:pt x="158736" y="218014"/>
                  </a:lnTo>
                  <a:lnTo>
                    <a:pt x="160325" y="212930"/>
                  </a:lnTo>
                  <a:lnTo>
                    <a:pt x="161752" y="207799"/>
                  </a:lnTo>
                  <a:lnTo>
                    <a:pt x="163015" y="202624"/>
                  </a:lnTo>
                  <a:lnTo>
                    <a:pt x="164111" y="197412"/>
                  </a:lnTo>
                  <a:lnTo>
                    <a:pt x="165042" y="192167"/>
                  </a:lnTo>
                  <a:lnTo>
                    <a:pt x="165804" y="186895"/>
                  </a:lnTo>
                  <a:lnTo>
                    <a:pt x="166399" y="181602"/>
                  </a:lnTo>
                  <a:lnTo>
                    <a:pt x="166824" y="176293"/>
                  </a:lnTo>
                  <a:lnTo>
                    <a:pt x="167080" y="170972"/>
                  </a:lnTo>
                  <a:lnTo>
                    <a:pt x="167167" y="165647"/>
                  </a:lnTo>
                  <a:lnTo>
                    <a:pt x="167084" y="160321"/>
                  </a:lnTo>
                  <a:lnTo>
                    <a:pt x="166831" y="155000"/>
                  </a:lnTo>
                  <a:lnTo>
                    <a:pt x="166409" y="149691"/>
                  </a:lnTo>
                  <a:lnTo>
                    <a:pt x="165817" y="144397"/>
                  </a:lnTo>
                  <a:lnTo>
                    <a:pt x="165058" y="139125"/>
                  </a:lnTo>
                  <a:lnTo>
                    <a:pt x="164131" y="133880"/>
                  </a:lnTo>
                  <a:lnTo>
                    <a:pt x="163037" y="128667"/>
                  </a:lnTo>
                  <a:lnTo>
                    <a:pt x="161778" y="123492"/>
                  </a:lnTo>
                  <a:lnTo>
                    <a:pt x="160354" y="118359"/>
                  </a:lnTo>
                  <a:lnTo>
                    <a:pt x="158768" y="113274"/>
                  </a:lnTo>
                  <a:lnTo>
                    <a:pt x="157020" y="108242"/>
                  </a:lnTo>
                  <a:lnTo>
                    <a:pt x="155113" y="103269"/>
                  </a:lnTo>
                  <a:lnTo>
                    <a:pt x="153049" y="98359"/>
                  </a:lnTo>
                  <a:lnTo>
                    <a:pt x="150829" y="93517"/>
                  </a:lnTo>
                  <a:lnTo>
                    <a:pt x="148456" y="88748"/>
                  </a:lnTo>
                  <a:lnTo>
                    <a:pt x="145933" y="84058"/>
                  </a:lnTo>
                  <a:lnTo>
                    <a:pt x="143261" y="79450"/>
                  </a:lnTo>
                  <a:lnTo>
                    <a:pt x="140444" y="74929"/>
                  </a:lnTo>
                  <a:lnTo>
                    <a:pt x="137484" y="70501"/>
                  </a:lnTo>
                  <a:lnTo>
                    <a:pt x="134384" y="66169"/>
                  </a:lnTo>
                  <a:lnTo>
                    <a:pt x="131148" y="61938"/>
                  </a:lnTo>
                  <a:lnTo>
                    <a:pt x="127779" y="57813"/>
                  </a:lnTo>
                  <a:lnTo>
                    <a:pt x="124281" y="53796"/>
                  </a:lnTo>
                  <a:lnTo>
                    <a:pt x="120656" y="49894"/>
                  </a:lnTo>
                  <a:lnTo>
                    <a:pt x="116908" y="46108"/>
                  </a:lnTo>
                  <a:lnTo>
                    <a:pt x="113042" y="42444"/>
                  </a:lnTo>
                  <a:lnTo>
                    <a:pt x="109061" y="38906"/>
                  </a:lnTo>
                  <a:lnTo>
                    <a:pt x="104970" y="35495"/>
                  </a:lnTo>
                  <a:lnTo>
                    <a:pt x="100772" y="32217"/>
                  </a:lnTo>
                  <a:lnTo>
                    <a:pt x="96471" y="29074"/>
                  </a:lnTo>
                  <a:lnTo>
                    <a:pt x="92073" y="26070"/>
                  </a:lnTo>
                  <a:lnTo>
                    <a:pt x="87581" y="23208"/>
                  </a:lnTo>
                  <a:lnTo>
                    <a:pt x="83000" y="20490"/>
                  </a:lnTo>
                  <a:lnTo>
                    <a:pt x="78335" y="17919"/>
                  </a:lnTo>
                  <a:lnTo>
                    <a:pt x="73590" y="15498"/>
                  </a:lnTo>
                  <a:lnTo>
                    <a:pt x="68771" y="13230"/>
                  </a:lnTo>
                  <a:lnTo>
                    <a:pt x="63882" y="11116"/>
                  </a:lnTo>
                  <a:lnTo>
                    <a:pt x="58928" y="9159"/>
                  </a:lnTo>
                  <a:lnTo>
                    <a:pt x="53914" y="7361"/>
                  </a:lnTo>
                  <a:lnTo>
                    <a:pt x="48846" y="5724"/>
                  </a:lnTo>
                  <a:lnTo>
                    <a:pt x="43727" y="4249"/>
                  </a:lnTo>
                  <a:lnTo>
                    <a:pt x="38565" y="2938"/>
                  </a:lnTo>
                  <a:lnTo>
                    <a:pt x="33363" y="1792"/>
                  </a:lnTo>
                  <a:lnTo>
                    <a:pt x="28128" y="812"/>
                  </a:lnTo>
                  <a:lnTo>
                    <a:pt x="22863" y="0"/>
                  </a:lnTo>
                  <a:lnTo>
                    <a:pt x="0" y="1655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22863" cy="167167"/>
            </a:xfrm>
            <a:custGeom>
              <a:avLst/>
              <a:pathLst>
                <a:path w="22863" h="167167">
                  <a:moveTo>
                    <a:pt x="22863" y="1570"/>
                  </a:moveTo>
                  <a:lnTo>
                    <a:pt x="15269" y="698"/>
                  </a:lnTo>
                  <a:lnTo>
                    <a:pt x="7642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5644" y="1322571"/>
              <a:ext cx="143076" cy="167167"/>
            </a:xfrm>
            <a:custGeom>
              <a:avLst/>
              <a:pathLst>
                <a:path w="143076" h="167167">
                  <a:moveTo>
                    <a:pt x="143076" y="0"/>
                  </a:moveTo>
                  <a:lnTo>
                    <a:pt x="137537" y="91"/>
                  </a:lnTo>
                  <a:lnTo>
                    <a:pt x="132005" y="366"/>
                  </a:lnTo>
                  <a:lnTo>
                    <a:pt x="126485" y="825"/>
                  </a:lnTo>
                  <a:lnTo>
                    <a:pt x="120983" y="1466"/>
                  </a:lnTo>
                  <a:lnTo>
                    <a:pt x="115505" y="2289"/>
                  </a:lnTo>
                  <a:lnTo>
                    <a:pt x="110057" y="3293"/>
                  </a:lnTo>
                  <a:lnTo>
                    <a:pt x="104646" y="4477"/>
                  </a:lnTo>
                  <a:lnTo>
                    <a:pt x="99277" y="5839"/>
                  </a:lnTo>
                  <a:lnTo>
                    <a:pt x="93956" y="7379"/>
                  </a:lnTo>
                  <a:lnTo>
                    <a:pt x="88689" y="9094"/>
                  </a:lnTo>
                  <a:lnTo>
                    <a:pt x="83482" y="10983"/>
                  </a:lnTo>
                  <a:lnTo>
                    <a:pt x="78340" y="13043"/>
                  </a:lnTo>
                  <a:lnTo>
                    <a:pt x="73269" y="15272"/>
                  </a:lnTo>
                  <a:lnTo>
                    <a:pt x="68275" y="17669"/>
                  </a:lnTo>
                  <a:lnTo>
                    <a:pt x="63363" y="20229"/>
                  </a:lnTo>
                  <a:lnTo>
                    <a:pt x="58538" y="22951"/>
                  </a:lnTo>
                  <a:lnTo>
                    <a:pt x="53807" y="25831"/>
                  </a:lnTo>
                  <a:lnTo>
                    <a:pt x="49173" y="28866"/>
                  </a:lnTo>
                  <a:lnTo>
                    <a:pt x="44642" y="32053"/>
                  </a:lnTo>
                  <a:lnTo>
                    <a:pt x="40220" y="35388"/>
                  </a:lnTo>
                  <a:lnTo>
                    <a:pt x="35910" y="38868"/>
                  </a:lnTo>
                  <a:lnTo>
                    <a:pt x="31718" y="42489"/>
                  </a:lnTo>
                  <a:lnTo>
                    <a:pt x="27649" y="46247"/>
                  </a:lnTo>
                  <a:lnTo>
                    <a:pt x="23706" y="50138"/>
                  </a:lnTo>
                  <a:lnTo>
                    <a:pt x="19894" y="54157"/>
                  </a:lnTo>
                  <a:lnTo>
                    <a:pt x="16218" y="58300"/>
                  </a:lnTo>
                  <a:lnTo>
                    <a:pt x="12680" y="62563"/>
                  </a:lnTo>
                  <a:lnTo>
                    <a:pt x="9286" y="66941"/>
                  </a:lnTo>
                  <a:lnTo>
                    <a:pt x="6039" y="71428"/>
                  </a:lnTo>
                  <a:lnTo>
                    <a:pt x="2942" y="76021"/>
                  </a:lnTo>
                  <a:lnTo>
                    <a:pt x="0" y="80714"/>
                  </a:lnTo>
                  <a:lnTo>
                    <a:pt x="1430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5644" y="1403286"/>
              <a:ext cx="143076" cy="86453"/>
            </a:xfrm>
            <a:custGeom>
              <a:avLst/>
              <a:pathLst>
                <a:path w="143076" h="86453">
                  <a:moveTo>
                    <a:pt x="0" y="0"/>
                  </a:moveTo>
                  <a:lnTo>
                    <a:pt x="143076" y="864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21556" y="1365365"/>
              <a:ext cx="334312" cy="291538"/>
            </a:xfrm>
            <a:custGeom>
              <a:avLst/>
              <a:pathLst>
                <a:path w="334312" h="291538">
                  <a:moveTo>
                    <a:pt x="24088" y="37920"/>
                  </a:moveTo>
                  <a:lnTo>
                    <a:pt x="21425" y="42489"/>
                  </a:lnTo>
                  <a:lnTo>
                    <a:pt x="18908" y="47140"/>
                  </a:lnTo>
                  <a:lnTo>
                    <a:pt x="16539" y="51869"/>
                  </a:lnTo>
                  <a:lnTo>
                    <a:pt x="14321" y="56670"/>
                  </a:lnTo>
                  <a:lnTo>
                    <a:pt x="12255" y="61538"/>
                  </a:lnTo>
                  <a:lnTo>
                    <a:pt x="10345" y="66470"/>
                  </a:lnTo>
                  <a:lnTo>
                    <a:pt x="8592" y="71459"/>
                  </a:lnTo>
                  <a:lnTo>
                    <a:pt x="6998" y="76502"/>
                  </a:lnTo>
                  <a:lnTo>
                    <a:pt x="5564" y="81592"/>
                  </a:lnTo>
                  <a:lnTo>
                    <a:pt x="4291" y="86726"/>
                  </a:lnTo>
                  <a:lnTo>
                    <a:pt x="3182" y="91896"/>
                  </a:lnTo>
                  <a:lnTo>
                    <a:pt x="2237" y="97100"/>
                  </a:lnTo>
                  <a:lnTo>
                    <a:pt x="1456" y="102331"/>
                  </a:lnTo>
                  <a:lnTo>
                    <a:pt x="842" y="107583"/>
                  </a:lnTo>
                  <a:lnTo>
                    <a:pt x="394" y="112853"/>
                  </a:lnTo>
                  <a:lnTo>
                    <a:pt x="113" y="118134"/>
                  </a:lnTo>
                  <a:lnTo>
                    <a:pt x="0" y="123421"/>
                  </a:lnTo>
                  <a:lnTo>
                    <a:pt x="53" y="128710"/>
                  </a:lnTo>
                  <a:lnTo>
                    <a:pt x="274" y="133993"/>
                  </a:lnTo>
                  <a:lnTo>
                    <a:pt x="662" y="139268"/>
                  </a:lnTo>
                  <a:lnTo>
                    <a:pt x="1216" y="144527"/>
                  </a:lnTo>
                  <a:lnTo>
                    <a:pt x="1937" y="149766"/>
                  </a:lnTo>
                  <a:lnTo>
                    <a:pt x="2823" y="154980"/>
                  </a:lnTo>
                  <a:lnTo>
                    <a:pt x="3873" y="160163"/>
                  </a:lnTo>
                  <a:lnTo>
                    <a:pt x="5087" y="165311"/>
                  </a:lnTo>
                  <a:lnTo>
                    <a:pt x="6463" y="170417"/>
                  </a:lnTo>
                  <a:lnTo>
                    <a:pt x="8000" y="175478"/>
                  </a:lnTo>
                  <a:lnTo>
                    <a:pt x="9696" y="180487"/>
                  </a:lnTo>
                  <a:lnTo>
                    <a:pt x="11550" y="185440"/>
                  </a:lnTo>
                  <a:lnTo>
                    <a:pt x="13559" y="190332"/>
                  </a:lnTo>
                  <a:lnTo>
                    <a:pt x="15723" y="195157"/>
                  </a:lnTo>
                  <a:lnTo>
                    <a:pt x="18037" y="199912"/>
                  </a:lnTo>
                  <a:lnTo>
                    <a:pt x="20502" y="204592"/>
                  </a:lnTo>
                  <a:lnTo>
                    <a:pt x="23112" y="209191"/>
                  </a:lnTo>
                  <a:lnTo>
                    <a:pt x="25868" y="213705"/>
                  </a:lnTo>
                  <a:lnTo>
                    <a:pt x="28764" y="218130"/>
                  </a:lnTo>
                  <a:lnTo>
                    <a:pt x="31799" y="222461"/>
                  </a:lnTo>
                  <a:lnTo>
                    <a:pt x="34970" y="226694"/>
                  </a:lnTo>
                  <a:lnTo>
                    <a:pt x="38272" y="230824"/>
                  </a:lnTo>
                  <a:lnTo>
                    <a:pt x="41704" y="234848"/>
                  </a:lnTo>
                  <a:lnTo>
                    <a:pt x="45261" y="238762"/>
                  </a:lnTo>
                  <a:lnTo>
                    <a:pt x="48941" y="242560"/>
                  </a:lnTo>
                  <a:lnTo>
                    <a:pt x="52739" y="246241"/>
                  </a:lnTo>
                  <a:lnTo>
                    <a:pt x="56651" y="249799"/>
                  </a:lnTo>
                  <a:lnTo>
                    <a:pt x="60674" y="253232"/>
                  </a:lnTo>
                  <a:lnTo>
                    <a:pt x="64803" y="256537"/>
                  </a:lnTo>
                  <a:lnTo>
                    <a:pt x="69035" y="259708"/>
                  </a:lnTo>
                  <a:lnTo>
                    <a:pt x="73365" y="262745"/>
                  </a:lnTo>
                  <a:lnTo>
                    <a:pt x="77789" y="265643"/>
                  </a:lnTo>
                  <a:lnTo>
                    <a:pt x="82302" y="268399"/>
                  </a:lnTo>
                  <a:lnTo>
                    <a:pt x="86901" y="271011"/>
                  </a:lnTo>
                  <a:lnTo>
                    <a:pt x="91579" y="273477"/>
                  </a:lnTo>
                  <a:lnTo>
                    <a:pt x="96334" y="275793"/>
                  </a:lnTo>
                  <a:lnTo>
                    <a:pt x="101159" y="277958"/>
                  </a:lnTo>
                  <a:lnTo>
                    <a:pt x="106050" y="279969"/>
                  </a:lnTo>
                  <a:lnTo>
                    <a:pt x="111002" y="281824"/>
                  </a:lnTo>
                  <a:lnTo>
                    <a:pt x="116011" y="283522"/>
                  </a:lnTo>
                  <a:lnTo>
                    <a:pt x="121071" y="285060"/>
                  </a:lnTo>
                  <a:lnTo>
                    <a:pt x="126177" y="286438"/>
                  </a:lnTo>
                  <a:lnTo>
                    <a:pt x="131324" y="287654"/>
                  </a:lnTo>
                  <a:lnTo>
                    <a:pt x="136507" y="288706"/>
                  </a:lnTo>
                  <a:lnTo>
                    <a:pt x="141720" y="289593"/>
                  </a:lnTo>
                  <a:lnTo>
                    <a:pt x="146959" y="290315"/>
                  </a:lnTo>
                  <a:lnTo>
                    <a:pt x="152219" y="290871"/>
                  </a:lnTo>
                  <a:lnTo>
                    <a:pt x="157493" y="291261"/>
                  </a:lnTo>
                  <a:lnTo>
                    <a:pt x="162777" y="291483"/>
                  </a:lnTo>
                  <a:lnTo>
                    <a:pt x="168065" y="291538"/>
                  </a:lnTo>
                  <a:lnTo>
                    <a:pt x="173352" y="291426"/>
                  </a:lnTo>
                  <a:lnTo>
                    <a:pt x="178633" y="291147"/>
                  </a:lnTo>
                  <a:lnTo>
                    <a:pt x="183903" y="290701"/>
                  </a:lnTo>
                  <a:lnTo>
                    <a:pt x="189156" y="290088"/>
                  </a:lnTo>
                  <a:lnTo>
                    <a:pt x="194387" y="289309"/>
                  </a:lnTo>
                  <a:lnTo>
                    <a:pt x="199591" y="288366"/>
                  </a:lnTo>
                  <a:lnTo>
                    <a:pt x="204762" y="287258"/>
                  </a:lnTo>
                  <a:lnTo>
                    <a:pt x="209895" y="285987"/>
                  </a:lnTo>
                  <a:lnTo>
                    <a:pt x="214986" y="284554"/>
                  </a:lnTo>
                  <a:lnTo>
                    <a:pt x="220029" y="282962"/>
                  </a:lnTo>
                  <a:lnTo>
                    <a:pt x="225019" y="281210"/>
                  </a:lnTo>
                  <a:lnTo>
                    <a:pt x="229951" y="279301"/>
                  </a:lnTo>
                  <a:lnTo>
                    <a:pt x="234821" y="277238"/>
                  </a:lnTo>
                  <a:lnTo>
                    <a:pt x="239622" y="275021"/>
                  </a:lnTo>
                  <a:lnTo>
                    <a:pt x="244351" y="272654"/>
                  </a:lnTo>
                  <a:lnTo>
                    <a:pt x="249003" y="270138"/>
                  </a:lnTo>
                  <a:lnTo>
                    <a:pt x="253573" y="267476"/>
                  </a:lnTo>
                  <a:lnTo>
                    <a:pt x="258057" y="264671"/>
                  </a:lnTo>
                  <a:lnTo>
                    <a:pt x="262449" y="261726"/>
                  </a:lnTo>
                  <a:lnTo>
                    <a:pt x="266746" y="258643"/>
                  </a:lnTo>
                  <a:lnTo>
                    <a:pt x="270944" y="255426"/>
                  </a:lnTo>
                  <a:lnTo>
                    <a:pt x="275037" y="252078"/>
                  </a:lnTo>
                  <a:lnTo>
                    <a:pt x="279023" y="248601"/>
                  </a:lnTo>
                  <a:lnTo>
                    <a:pt x="282896" y="245001"/>
                  </a:lnTo>
                  <a:lnTo>
                    <a:pt x="286654" y="241280"/>
                  </a:lnTo>
                  <a:lnTo>
                    <a:pt x="290292" y="237441"/>
                  </a:lnTo>
                  <a:lnTo>
                    <a:pt x="293807" y="233490"/>
                  </a:lnTo>
                  <a:lnTo>
                    <a:pt x="297196" y="229429"/>
                  </a:lnTo>
                  <a:lnTo>
                    <a:pt x="300454" y="225264"/>
                  </a:lnTo>
                  <a:lnTo>
                    <a:pt x="303578" y="220997"/>
                  </a:lnTo>
                  <a:lnTo>
                    <a:pt x="306567" y="216633"/>
                  </a:lnTo>
                  <a:lnTo>
                    <a:pt x="309415" y="212178"/>
                  </a:lnTo>
                  <a:lnTo>
                    <a:pt x="312122" y="207634"/>
                  </a:lnTo>
                  <a:lnTo>
                    <a:pt x="314683" y="203007"/>
                  </a:lnTo>
                  <a:lnTo>
                    <a:pt x="317096" y="198301"/>
                  </a:lnTo>
                  <a:lnTo>
                    <a:pt x="319360" y="193522"/>
                  </a:lnTo>
                  <a:lnTo>
                    <a:pt x="321471" y="188673"/>
                  </a:lnTo>
                  <a:lnTo>
                    <a:pt x="323428" y="183759"/>
                  </a:lnTo>
                  <a:lnTo>
                    <a:pt x="325228" y="178787"/>
                  </a:lnTo>
                  <a:lnTo>
                    <a:pt x="326870" y="173760"/>
                  </a:lnTo>
                  <a:lnTo>
                    <a:pt x="328352" y="168683"/>
                  </a:lnTo>
                  <a:lnTo>
                    <a:pt x="329673" y="163562"/>
                  </a:lnTo>
                  <a:lnTo>
                    <a:pt x="330832" y="158402"/>
                  </a:lnTo>
                  <a:lnTo>
                    <a:pt x="331826" y="153208"/>
                  </a:lnTo>
                  <a:lnTo>
                    <a:pt x="332656" y="147985"/>
                  </a:lnTo>
                  <a:lnTo>
                    <a:pt x="333320" y="142738"/>
                  </a:lnTo>
                  <a:lnTo>
                    <a:pt x="333818" y="137473"/>
                  </a:lnTo>
                  <a:lnTo>
                    <a:pt x="334149" y="132195"/>
                  </a:lnTo>
                  <a:lnTo>
                    <a:pt x="334312" y="126909"/>
                  </a:lnTo>
                  <a:lnTo>
                    <a:pt x="334309" y="121620"/>
                  </a:lnTo>
                  <a:lnTo>
                    <a:pt x="334138" y="116334"/>
                  </a:lnTo>
                  <a:lnTo>
                    <a:pt x="333800" y="111057"/>
                  </a:lnTo>
                  <a:lnTo>
                    <a:pt x="333296" y="105792"/>
                  </a:lnTo>
                  <a:lnTo>
                    <a:pt x="332625" y="100546"/>
                  </a:lnTo>
                  <a:lnTo>
                    <a:pt x="331788" y="95324"/>
                  </a:lnTo>
                  <a:lnTo>
                    <a:pt x="330787" y="90131"/>
                  </a:lnTo>
                  <a:lnTo>
                    <a:pt x="329622" y="84973"/>
                  </a:lnTo>
                  <a:lnTo>
                    <a:pt x="328294" y="79854"/>
                  </a:lnTo>
                  <a:lnTo>
                    <a:pt x="326806" y="74779"/>
                  </a:lnTo>
                  <a:lnTo>
                    <a:pt x="325157" y="69754"/>
                  </a:lnTo>
                  <a:lnTo>
                    <a:pt x="323350" y="64784"/>
                  </a:lnTo>
                  <a:lnTo>
                    <a:pt x="321387" y="59873"/>
                  </a:lnTo>
                  <a:lnTo>
                    <a:pt x="319269" y="55027"/>
                  </a:lnTo>
                  <a:lnTo>
                    <a:pt x="317000" y="50250"/>
                  </a:lnTo>
                  <a:lnTo>
                    <a:pt x="314580" y="45547"/>
                  </a:lnTo>
                  <a:lnTo>
                    <a:pt x="312013" y="40924"/>
                  </a:lnTo>
                  <a:lnTo>
                    <a:pt x="309301" y="36384"/>
                  </a:lnTo>
                  <a:lnTo>
                    <a:pt x="306446" y="31932"/>
                  </a:lnTo>
                  <a:lnTo>
                    <a:pt x="303452" y="27572"/>
                  </a:lnTo>
                  <a:lnTo>
                    <a:pt x="300322" y="23309"/>
                  </a:lnTo>
                  <a:lnTo>
                    <a:pt x="297059" y="19148"/>
                  </a:lnTo>
                  <a:lnTo>
                    <a:pt x="293665" y="15092"/>
                  </a:lnTo>
                  <a:lnTo>
                    <a:pt x="290145" y="11145"/>
                  </a:lnTo>
                  <a:lnTo>
                    <a:pt x="286502" y="7311"/>
                  </a:lnTo>
                  <a:lnTo>
                    <a:pt x="282739" y="3595"/>
                  </a:lnTo>
                  <a:lnTo>
                    <a:pt x="278861" y="0"/>
                  </a:lnTo>
                  <a:lnTo>
                    <a:pt x="167164" y="1243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111696" cy="167167"/>
            </a:xfrm>
            <a:custGeom>
              <a:avLst/>
              <a:pathLst>
                <a:path w="111696" h="167167">
                  <a:moveTo>
                    <a:pt x="111696" y="42793"/>
                  </a:moveTo>
                  <a:lnTo>
                    <a:pt x="107498" y="39147"/>
                  </a:lnTo>
                  <a:lnTo>
                    <a:pt x="103181" y="35643"/>
                  </a:lnTo>
                  <a:lnTo>
                    <a:pt x="98750" y="32285"/>
                  </a:lnTo>
                  <a:lnTo>
                    <a:pt x="94210" y="29075"/>
                  </a:lnTo>
                  <a:lnTo>
                    <a:pt x="89566" y="26019"/>
                  </a:lnTo>
                  <a:lnTo>
                    <a:pt x="84823" y="23118"/>
                  </a:lnTo>
                  <a:lnTo>
                    <a:pt x="79985" y="20377"/>
                  </a:lnTo>
                  <a:lnTo>
                    <a:pt x="75059" y="17798"/>
                  </a:lnTo>
                  <a:lnTo>
                    <a:pt x="70051" y="15385"/>
                  </a:lnTo>
                  <a:lnTo>
                    <a:pt x="64964" y="13139"/>
                  </a:lnTo>
                  <a:lnTo>
                    <a:pt x="59806" y="11064"/>
                  </a:lnTo>
                  <a:lnTo>
                    <a:pt x="54582" y="9162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2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9318" y="1681503"/>
              <a:ext cx="87206" cy="167167"/>
            </a:xfrm>
            <a:custGeom>
              <a:avLst/>
              <a:pathLst>
                <a:path w="87206" h="167167">
                  <a:moveTo>
                    <a:pt x="87206" y="0"/>
                  </a:moveTo>
                  <a:lnTo>
                    <a:pt x="81473" y="98"/>
                  </a:lnTo>
                  <a:lnTo>
                    <a:pt x="75747" y="393"/>
                  </a:lnTo>
                  <a:lnTo>
                    <a:pt x="70035" y="884"/>
                  </a:lnTo>
                  <a:lnTo>
                    <a:pt x="64342" y="1570"/>
                  </a:lnTo>
                  <a:lnTo>
                    <a:pt x="58677" y="2452"/>
                  </a:lnTo>
                  <a:lnTo>
                    <a:pt x="53045" y="3527"/>
                  </a:lnTo>
                  <a:lnTo>
                    <a:pt x="47453" y="4795"/>
                  </a:lnTo>
                  <a:lnTo>
                    <a:pt x="41908" y="6254"/>
                  </a:lnTo>
                  <a:lnTo>
                    <a:pt x="36416" y="7902"/>
                  </a:lnTo>
                  <a:lnTo>
                    <a:pt x="30984" y="9737"/>
                  </a:lnTo>
                  <a:lnTo>
                    <a:pt x="25619" y="11758"/>
                  </a:lnTo>
                  <a:lnTo>
                    <a:pt x="20325" y="13962"/>
                  </a:lnTo>
                  <a:lnTo>
                    <a:pt x="15111" y="16345"/>
                  </a:lnTo>
                  <a:lnTo>
                    <a:pt x="9981" y="18906"/>
                  </a:lnTo>
                  <a:lnTo>
                    <a:pt x="4942" y="21642"/>
                  </a:lnTo>
                  <a:lnTo>
                    <a:pt x="0" y="24549"/>
                  </a:lnTo>
                  <a:lnTo>
                    <a:pt x="8720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9318" y="1706052"/>
              <a:ext cx="87206" cy="142618"/>
            </a:xfrm>
            <a:custGeom>
              <a:avLst/>
              <a:pathLst>
                <a:path w="87206" h="142618">
                  <a:moveTo>
                    <a:pt x="0" y="0"/>
                  </a:moveTo>
                  <a:lnTo>
                    <a:pt x="87206" y="142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79955" y="24549"/>
                  </a:moveTo>
                  <a:lnTo>
                    <a:pt x="75481" y="27383"/>
                  </a:lnTo>
                  <a:lnTo>
                    <a:pt x="71099" y="30357"/>
                  </a:lnTo>
                  <a:lnTo>
                    <a:pt x="66813" y="33469"/>
                  </a:lnTo>
                  <a:lnTo>
                    <a:pt x="62629" y="36714"/>
                  </a:lnTo>
                  <a:lnTo>
                    <a:pt x="58549" y="40091"/>
                  </a:lnTo>
                  <a:lnTo>
                    <a:pt x="54578" y="43595"/>
                  </a:lnTo>
                  <a:lnTo>
                    <a:pt x="50720" y="47223"/>
                  </a:lnTo>
                  <a:lnTo>
                    <a:pt x="46979" y="50972"/>
                  </a:lnTo>
                  <a:lnTo>
                    <a:pt x="43359" y="54837"/>
                  </a:lnTo>
                  <a:lnTo>
                    <a:pt x="39863" y="58815"/>
                  </a:lnTo>
                  <a:lnTo>
                    <a:pt x="36495" y="62902"/>
                  </a:lnTo>
                  <a:lnTo>
                    <a:pt x="33258" y="67093"/>
                  </a:lnTo>
                  <a:lnTo>
                    <a:pt x="30155" y="71385"/>
                  </a:lnTo>
                  <a:lnTo>
                    <a:pt x="27190" y="75773"/>
                  </a:lnTo>
                  <a:lnTo>
                    <a:pt x="24365" y="80253"/>
                  </a:lnTo>
                  <a:lnTo>
                    <a:pt x="21683" y="84820"/>
                  </a:lnTo>
                  <a:lnTo>
                    <a:pt x="19148" y="89469"/>
                  </a:lnTo>
                  <a:lnTo>
                    <a:pt x="16761" y="94197"/>
                  </a:lnTo>
                  <a:lnTo>
                    <a:pt x="14525" y="98997"/>
                  </a:lnTo>
                  <a:lnTo>
                    <a:pt x="12442" y="103867"/>
                  </a:lnTo>
                  <a:lnTo>
                    <a:pt x="10515" y="108799"/>
                  </a:lnTo>
                  <a:lnTo>
                    <a:pt x="8744" y="113791"/>
                  </a:lnTo>
                  <a:lnTo>
                    <a:pt x="7133" y="118835"/>
                  </a:lnTo>
                  <a:lnTo>
                    <a:pt x="5683" y="123929"/>
                  </a:lnTo>
                  <a:lnTo>
                    <a:pt x="4394" y="129066"/>
                  </a:lnTo>
                  <a:lnTo>
                    <a:pt x="3269" y="134241"/>
                  </a:lnTo>
                  <a:lnTo>
                    <a:pt x="2308" y="139449"/>
                  </a:lnTo>
                  <a:lnTo>
                    <a:pt x="1513" y="144684"/>
                  </a:lnTo>
                  <a:lnTo>
                    <a:pt x="884" y="149943"/>
                  </a:lnTo>
                  <a:lnTo>
                    <a:pt x="421" y="155219"/>
                  </a:lnTo>
                  <a:lnTo>
                    <a:pt x="127" y="160506"/>
                  </a:lnTo>
                  <a:lnTo>
                    <a:pt x="0" y="165801"/>
                  </a:lnTo>
                  <a:lnTo>
                    <a:pt x="40" y="171096"/>
                  </a:lnTo>
                  <a:lnTo>
                    <a:pt x="248" y="176388"/>
                  </a:lnTo>
                  <a:lnTo>
                    <a:pt x="624" y="181671"/>
                  </a:lnTo>
                  <a:lnTo>
                    <a:pt x="1167" y="186939"/>
                  </a:lnTo>
                  <a:lnTo>
                    <a:pt x="1877" y="192187"/>
                  </a:lnTo>
                  <a:lnTo>
                    <a:pt x="2752" y="197410"/>
                  </a:lnTo>
                  <a:lnTo>
                    <a:pt x="3793" y="202603"/>
                  </a:lnTo>
                  <a:lnTo>
                    <a:pt x="4997" y="207760"/>
                  </a:lnTo>
                  <a:lnTo>
                    <a:pt x="6365" y="212876"/>
                  </a:lnTo>
                  <a:lnTo>
                    <a:pt x="7893" y="217947"/>
                  </a:lnTo>
                  <a:lnTo>
                    <a:pt x="9582" y="222966"/>
                  </a:lnTo>
                  <a:lnTo>
                    <a:pt x="11428" y="227930"/>
                  </a:lnTo>
                  <a:lnTo>
                    <a:pt x="13431" y="232832"/>
                  </a:lnTo>
                  <a:lnTo>
                    <a:pt x="15588" y="237669"/>
                  </a:lnTo>
                  <a:lnTo>
                    <a:pt x="17898" y="242435"/>
                  </a:lnTo>
                  <a:lnTo>
                    <a:pt x="20357" y="247125"/>
                  </a:lnTo>
                  <a:lnTo>
                    <a:pt x="22963" y="251735"/>
                  </a:lnTo>
                  <a:lnTo>
                    <a:pt x="25714" y="256261"/>
                  </a:lnTo>
                  <a:lnTo>
                    <a:pt x="28607" y="260696"/>
                  </a:lnTo>
                  <a:lnTo>
                    <a:pt x="31640" y="265038"/>
                  </a:lnTo>
                  <a:lnTo>
                    <a:pt x="34808" y="269282"/>
                  </a:lnTo>
                  <a:lnTo>
                    <a:pt x="38109" y="273423"/>
                  </a:lnTo>
                  <a:lnTo>
                    <a:pt x="41540" y="277458"/>
                  </a:lnTo>
                  <a:lnTo>
                    <a:pt x="45096" y="281382"/>
                  </a:lnTo>
                  <a:lnTo>
                    <a:pt x="48775" y="285191"/>
                  </a:lnTo>
                  <a:lnTo>
                    <a:pt x="52573" y="288882"/>
                  </a:lnTo>
                  <a:lnTo>
                    <a:pt x="56486" y="292451"/>
                  </a:lnTo>
                  <a:lnTo>
                    <a:pt x="60510" y="295893"/>
                  </a:lnTo>
                  <a:lnTo>
                    <a:pt x="64641" y="299207"/>
                  </a:lnTo>
                  <a:lnTo>
                    <a:pt x="68875" y="302388"/>
                  </a:lnTo>
                  <a:lnTo>
                    <a:pt x="73208" y="305434"/>
                  </a:lnTo>
                  <a:lnTo>
                    <a:pt x="77635" y="308341"/>
                  </a:lnTo>
                  <a:lnTo>
                    <a:pt x="82152" y="311106"/>
                  </a:lnTo>
                  <a:lnTo>
                    <a:pt x="86754" y="313726"/>
                  </a:lnTo>
                  <a:lnTo>
                    <a:pt x="91437" y="316200"/>
                  </a:lnTo>
                  <a:lnTo>
                    <a:pt x="96196" y="318523"/>
                  </a:lnTo>
                  <a:lnTo>
                    <a:pt x="101026" y="320695"/>
                  </a:lnTo>
                  <a:lnTo>
                    <a:pt x="105922" y="322713"/>
                  </a:lnTo>
                  <a:lnTo>
                    <a:pt x="110880" y="324575"/>
                  </a:lnTo>
                  <a:lnTo>
                    <a:pt x="115894" y="326279"/>
                  </a:lnTo>
                  <a:lnTo>
                    <a:pt x="120960" y="327823"/>
                  </a:lnTo>
                  <a:lnTo>
                    <a:pt x="126072" y="329206"/>
                  </a:lnTo>
                  <a:lnTo>
                    <a:pt x="131226" y="330426"/>
                  </a:lnTo>
                  <a:lnTo>
                    <a:pt x="136415" y="331483"/>
                  </a:lnTo>
                  <a:lnTo>
                    <a:pt x="141635" y="332374"/>
                  </a:lnTo>
                  <a:lnTo>
                    <a:pt x="146881" y="333100"/>
                  </a:lnTo>
                  <a:lnTo>
                    <a:pt x="152148" y="333659"/>
                  </a:lnTo>
                  <a:lnTo>
                    <a:pt x="157429" y="334051"/>
                  </a:lnTo>
                  <a:lnTo>
                    <a:pt x="162720" y="334275"/>
                  </a:lnTo>
                  <a:lnTo>
                    <a:pt x="168016" y="334332"/>
                  </a:lnTo>
                  <a:lnTo>
                    <a:pt x="173311" y="334221"/>
                  </a:lnTo>
                  <a:lnTo>
                    <a:pt x="178599" y="333943"/>
                  </a:lnTo>
                  <a:lnTo>
                    <a:pt x="183876" y="333497"/>
                  </a:lnTo>
                  <a:lnTo>
                    <a:pt x="189137" y="332884"/>
                  </a:lnTo>
                  <a:lnTo>
                    <a:pt x="194375" y="332104"/>
                  </a:lnTo>
                  <a:lnTo>
                    <a:pt x="199586" y="331160"/>
                  </a:lnTo>
                  <a:lnTo>
                    <a:pt x="204764" y="330050"/>
                  </a:lnTo>
                  <a:lnTo>
                    <a:pt x="209905" y="328777"/>
                  </a:lnTo>
                  <a:lnTo>
                    <a:pt x="215003" y="327342"/>
                  </a:lnTo>
                  <a:lnTo>
                    <a:pt x="220052" y="325747"/>
                  </a:lnTo>
                  <a:lnTo>
                    <a:pt x="225049" y="323992"/>
                  </a:lnTo>
                  <a:lnTo>
                    <a:pt x="229988" y="322079"/>
                  </a:lnTo>
                  <a:lnTo>
                    <a:pt x="234863" y="320011"/>
                  </a:lnTo>
                  <a:lnTo>
                    <a:pt x="239671" y="317790"/>
                  </a:lnTo>
                  <a:lnTo>
                    <a:pt x="244406" y="315418"/>
                  </a:lnTo>
                  <a:lnTo>
                    <a:pt x="249063" y="312896"/>
                  </a:lnTo>
                  <a:lnTo>
                    <a:pt x="253638" y="310229"/>
                  </a:lnTo>
                  <a:lnTo>
                    <a:pt x="258126" y="307418"/>
                  </a:lnTo>
                  <a:lnTo>
                    <a:pt x="262523" y="304466"/>
                  </a:lnTo>
                  <a:lnTo>
                    <a:pt x="266825" y="301376"/>
                  </a:lnTo>
                  <a:lnTo>
                    <a:pt x="271026" y="298152"/>
                  </a:lnTo>
                  <a:lnTo>
                    <a:pt x="275123" y="294796"/>
                  </a:lnTo>
                  <a:lnTo>
                    <a:pt x="279111" y="291313"/>
                  </a:lnTo>
                  <a:lnTo>
                    <a:pt x="282988" y="287704"/>
                  </a:lnTo>
                  <a:lnTo>
                    <a:pt x="286748" y="283975"/>
                  </a:lnTo>
                  <a:lnTo>
                    <a:pt x="290388" y="280128"/>
                  </a:lnTo>
                  <a:lnTo>
                    <a:pt x="293904" y="276168"/>
                  </a:lnTo>
                  <a:lnTo>
                    <a:pt x="297293" y="272098"/>
                  </a:lnTo>
                  <a:lnTo>
                    <a:pt x="300552" y="267924"/>
                  </a:lnTo>
                  <a:lnTo>
                    <a:pt x="303677" y="263648"/>
                  </a:lnTo>
                  <a:lnTo>
                    <a:pt x="306664" y="259275"/>
                  </a:lnTo>
                  <a:lnTo>
                    <a:pt x="309512" y="254810"/>
                  </a:lnTo>
                  <a:lnTo>
                    <a:pt x="312217" y="250257"/>
                  </a:lnTo>
                  <a:lnTo>
                    <a:pt x="314776" y="245620"/>
                  </a:lnTo>
                  <a:lnTo>
                    <a:pt x="317187" y="240905"/>
                  </a:lnTo>
                  <a:lnTo>
                    <a:pt x="319447" y="236116"/>
                  </a:lnTo>
                  <a:lnTo>
                    <a:pt x="321555" y="231257"/>
                  </a:lnTo>
                  <a:lnTo>
                    <a:pt x="323508" y="226335"/>
                  </a:lnTo>
                  <a:lnTo>
                    <a:pt x="325303" y="221352"/>
                  </a:lnTo>
                  <a:lnTo>
                    <a:pt x="326940" y="216316"/>
                  </a:lnTo>
                  <a:lnTo>
                    <a:pt x="328417" y="211230"/>
                  </a:lnTo>
                  <a:lnTo>
                    <a:pt x="329732" y="206100"/>
                  </a:lnTo>
                  <a:lnTo>
                    <a:pt x="330884" y="200931"/>
                  </a:lnTo>
                  <a:lnTo>
                    <a:pt x="331871" y="195728"/>
                  </a:lnTo>
                  <a:lnTo>
                    <a:pt x="332693" y="190496"/>
                  </a:lnTo>
                  <a:lnTo>
                    <a:pt x="333349" y="185241"/>
                  </a:lnTo>
                  <a:lnTo>
                    <a:pt x="333838" y="179967"/>
                  </a:lnTo>
                  <a:lnTo>
                    <a:pt x="334160" y="174681"/>
                  </a:lnTo>
                  <a:lnTo>
                    <a:pt x="334314" y="169388"/>
                  </a:lnTo>
                  <a:lnTo>
                    <a:pt x="334301" y="164092"/>
                  </a:lnTo>
                  <a:lnTo>
                    <a:pt x="334119" y="158799"/>
                  </a:lnTo>
                  <a:lnTo>
                    <a:pt x="333770" y="153515"/>
                  </a:lnTo>
                  <a:lnTo>
                    <a:pt x="333254" y="148244"/>
                  </a:lnTo>
                  <a:lnTo>
                    <a:pt x="332572" y="142992"/>
                  </a:lnTo>
                  <a:lnTo>
                    <a:pt x="331723" y="137765"/>
                  </a:lnTo>
                  <a:lnTo>
                    <a:pt x="330709" y="132567"/>
                  </a:lnTo>
                  <a:lnTo>
                    <a:pt x="329531" y="127404"/>
                  </a:lnTo>
                  <a:lnTo>
                    <a:pt x="328190" y="122280"/>
                  </a:lnTo>
                  <a:lnTo>
                    <a:pt x="326687" y="117202"/>
                  </a:lnTo>
                  <a:lnTo>
                    <a:pt x="325024" y="112174"/>
                  </a:lnTo>
                  <a:lnTo>
                    <a:pt x="323203" y="107201"/>
                  </a:lnTo>
                  <a:lnTo>
                    <a:pt x="321225" y="102288"/>
                  </a:lnTo>
                  <a:lnTo>
                    <a:pt x="319093" y="97441"/>
                  </a:lnTo>
                  <a:lnTo>
                    <a:pt x="316808" y="92663"/>
                  </a:lnTo>
                  <a:lnTo>
                    <a:pt x="314373" y="87960"/>
                  </a:lnTo>
                  <a:lnTo>
                    <a:pt x="311790" y="83337"/>
                  </a:lnTo>
                  <a:lnTo>
                    <a:pt x="309062" y="78797"/>
                  </a:lnTo>
                  <a:lnTo>
                    <a:pt x="306192" y="74347"/>
                  </a:lnTo>
                  <a:lnTo>
                    <a:pt x="303182" y="69989"/>
                  </a:lnTo>
                  <a:lnTo>
                    <a:pt x="300035" y="65730"/>
                  </a:lnTo>
                  <a:lnTo>
                    <a:pt x="296755" y="61572"/>
                  </a:lnTo>
                  <a:lnTo>
                    <a:pt x="293345" y="57520"/>
                  </a:lnTo>
                  <a:lnTo>
                    <a:pt x="289809" y="53578"/>
                  </a:lnTo>
                  <a:lnTo>
                    <a:pt x="286149" y="49749"/>
                  </a:lnTo>
                  <a:lnTo>
                    <a:pt x="282370" y="46039"/>
                  </a:lnTo>
                  <a:lnTo>
                    <a:pt x="278475" y="42451"/>
                  </a:lnTo>
                  <a:lnTo>
                    <a:pt x="274469" y="38987"/>
                  </a:lnTo>
                  <a:lnTo>
                    <a:pt x="270355" y="35652"/>
                  </a:lnTo>
                  <a:lnTo>
                    <a:pt x="266137" y="32450"/>
                  </a:lnTo>
                  <a:lnTo>
                    <a:pt x="261820" y="29382"/>
                  </a:lnTo>
                  <a:lnTo>
                    <a:pt x="257408" y="26453"/>
                  </a:lnTo>
                  <a:lnTo>
                    <a:pt x="252906" y="23665"/>
                  </a:lnTo>
                  <a:lnTo>
                    <a:pt x="248317" y="21021"/>
                  </a:lnTo>
                  <a:lnTo>
                    <a:pt x="243647" y="18523"/>
                  </a:lnTo>
                  <a:lnTo>
                    <a:pt x="238900" y="16175"/>
                  </a:lnTo>
                  <a:lnTo>
                    <a:pt x="234081" y="13978"/>
                  </a:lnTo>
                  <a:lnTo>
                    <a:pt x="229195" y="11936"/>
                  </a:lnTo>
                  <a:lnTo>
                    <a:pt x="224247" y="10048"/>
                  </a:lnTo>
                  <a:lnTo>
                    <a:pt x="219241" y="8319"/>
                  </a:lnTo>
                  <a:lnTo>
                    <a:pt x="214183" y="6749"/>
                  </a:lnTo>
                  <a:lnTo>
                    <a:pt x="209078" y="5340"/>
                  </a:lnTo>
                  <a:lnTo>
                    <a:pt x="203931" y="4094"/>
                  </a:lnTo>
                  <a:lnTo>
                    <a:pt x="198747" y="3011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8829" y="2126963"/>
              <a:ext cx="132458" cy="167167"/>
            </a:xfrm>
            <a:custGeom>
              <a:avLst/>
              <a:pathLst>
                <a:path w="132458" h="167167">
                  <a:moveTo>
                    <a:pt x="132458" y="0"/>
                  </a:moveTo>
                  <a:lnTo>
                    <a:pt x="126998" y="89"/>
                  </a:lnTo>
                  <a:lnTo>
                    <a:pt x="121544" y="356"/>
                  </a:lnTo>
                  <a:lnTo>
                    <a:pt x="116102" y="802"/>
                  </a:lnTo>
                  <a:lnTo>
                    <a:pt x="110677" y="1425"/>
                  </a:lnTo>
                  <a:lnTo>
                    <a:pt x="105275" y="2224"/>
                  </a:lnTo>
                  <a:lnTo>
                    <a:pt x="99902" y="3200"/>
                  </a:lnTo>
                  <a:lnTo>
                    <a:pt x="94564" y="4351"/>
                  </a:lnTo>
                  <a:lnTo>
                    <a:pt x="89266" y="5676"/>
                  </a:lnTo>
                  <a:lnTo>
                    <a:pt x="84015" y="7173"/>
                  </a:lnTo>
                  <a:lnTo>
                    <a:pt x="78815" y="8840"/>
                  </a:lnTo>
                  <a:lnTo>
                    <a:pt x="73672" y="10677"/>
                  </a:lnTo>
                  <a:lnTo>
                    <a:pt x="68593" y="12680"/>
                  </a:lnTo>
                  <a:lnTo>
                    <a:pt x="63581" y="14849"/>
                  </a:lnTo>
                  <a:lnTo>
                    <a:pt x="58643" y="17179"/>
                  </a:lnTo>
                  <a:lnTo>
                    <a:pt x="53783" y="19670"/>
                  </a:lnTo>
                  <a:lnTo>
                    <a:pt x="49008" y="22319"/>
                  </a:lnTo>
                  <a:lnTo>
                    <a:pt x="44321" y="25122"/>
                  </a:lnTo>
                  <a:lnTo>
                    <a:pt x="39729" y="28076"/>
                  </a:lnTo>
                  <a:lnTo>
                    <a:pt x="35236" y="31179"/>
                  </a:lnTo>
                  <a:lnTo>
                    <a:pt x="30846" y="34427"/>
                  </a:lnTo>
                  <a:lnTo>
                    <a:pt x="26565" y="37817"/>
                  </a:lnTo>
                  <a:lnTo>
                    <a:pt x="22396" y="41344"/>
                  </a:lnTo>
                  <a:lnTo>
                    <a:pt x="18345" y="45006"/>
                  </a:lnTo>
                  <a:lnTo>
                    <a:pt x="14416" y="48798"/>
                  </a:lnTo>
                  <a:lnTo>
                    <a:pt x="10613" y="52717"/>
                  </a:lnTo>
                  <a:lnTo>
                    <a:pt x="6940" y="56758"/>
                  </a:lnTo>
                  <a:lnTo>
                    <a:pt x="3401" y="60916"/>
                  </a:lnTo>
                  <a:lnTo>
                    <a:pt x="0" y="65188"/>
                  </a:lnTo>
                  <a:lnTo>
                    <a:pt x="1324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48829" y="2192152"/>
              <a:ext cx="132458" cy="101978"/>
            </a:xfrm>
            <a:custGeom>
              <a:avLst/>
              <a:pathLst>
                <a:path w="132458" h="101978">
                  <a:moveTo>
                    <a:pt x="0" y="0"/>
                  </a:moveTo>
                  <a:lnTo>
                    <a:pt x="132458" y="101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14129" y="2127774"/>
              <a:ext cx="334313" cy="333522"/>
            </a:xfrm>
            <a:custGeom>
              <a:avLst/>
              <a:pathLst>
                <a:path w="334313" h="333522">
                  <a:moveTo>
                    <a:pt x="34699" y="64378"/>
                  </a:moveTo>
                  <a:lnTo>
                    <a:pt x="31529" y="68634"/>
                  </a:lnTo>
                  <a:lnTo>
                    <a:pt x="28495" y="72988"/>
                  </a:lnTo>
                  <a:lnTo>
                    <a:pt x="25601" y="77436"/>
                  </a:lnTo>
                  <a:lnTo>
                    <a:pt x="22850" y="81974"/>
                  </a:lnTo>
                  <a:lnTo>
                    <a:pt x="20245" y="86597"/>
                  </a:lnTo>
                  <a:lnTo>
                    <a:pt x="17787" y="91301"/>
                  </a:lnTo>
                  <a:lnTo>
                    <a:pt x="15480" y="96080"/>
                  </a:lnTo>
                  <a:lnTo>
                    <a:pt x="13326" y="100930"/>
                  </a:lnTo>
                  <a:lnTo>
                    <a:pt x="11326" y="105846"/>
                  </a:lnTo>
                  <a:lnTo>
                    <a:pt x="9484" y="110823"/>
                  </a:lnTo>
                  <a:lnTo>
                    <a:pt x="7801" y="115855"/>
                  </a:lnTo>
                  <a:lnTo>
                    <a:pt x="6278" y="120939"/>
                  </a:lnTo>
                  <a:lnTo>
                    <a:pt x="4918" y="126069"/>
                  </a:lnTo>
                  <a:lnTo>
                    <a:pt x="3721" y="131239"/>
                  </a:lnTo>
                  <a:lnTo>
                    <a:pt x="2688" y="136444"/>
                  </a:lnTo>
                  <a:lnTo>
                    <a:pt x="1822" y="141680"/>
                  </a:lnTo>
                  <a:lnTo>
                    <a:pt x="1122" y="146940"/>
                  </a:lnTo>
                  <a:lnTo>
                    <a:pt x="589" y="152220"/>
                  </a:lnTo>
                  <a:lnTo>
                    <a:pt x="224" y="157514"/>
                  </a:lnTo>
                  <a:lnTo>
                    <a:pt x="28" y="162818"/>
                  </a:lnTo>
                  <a:lnTo>
                    <a:pt x="0" y="168124"/>
                  </a:lnTo>
                  <a:lnTo>
                    <a:pt x="140" y="173429"/>
                  </a:lnTo>
                  <a:lnTo>
                    <a:pt x="449" y="178727"/>
                  </a:lnTo>
                  <a:lnTo>
                    <a:pt x="925" y="184013"/>
                  </a:lnTo>
                  <a:lnTo>
                    <a:pt x="1569" y="189280"/>
                  </a:lnTo>
                  <a:lnTo>
                    <a:pt x="2380" y="194525"/>
                  </a:lnTo>
                  <a:lnTo>
                    <a:pt x="3358" y="199741"/>
                  </a:lnTo>
                  <a:lnTo>
                    <a:pt x="4500" y="204923"/>
                  </a:lnTo>
                  <a:lnTo>
                    <a:pt x="5806" y="210067"/>
                  </a:lnTo>
                  <a:lnTo>
                    <a:pt x="7275" y="215166"/>
                  </a:lnTo>
                  <a:lnTo>
                    <a:pt x="8905" y="220217"/>
                  </a:lnTo>
                  <a:lnTo>
                    <a:pt x="10694" y="225213"/>
                  </a:lnTo>
                  <a:lnTo>
                    <a:pt x="12641" y="230150"/>
                  </a:lnTo>
                  <a:lnTo>
                    <a:pt x="14744" y="235022"/>
                  </a:lnTo>
                  <a:lnTo>
                    <a:pt x="17000" y="239825"/>
                  </a:lnTo>
                  <a:lnTo>
                    <a:pt x="19408" y="244554"/>
                  </a:lnTo>
                  <a:lnTo>
                    <a:pt x="21964" y="249205"/>
                  </a:lnTo>
                  <a:lnTo>
                    <a:pt x="24667" y="253772"/>
                  </a:lnTo>
                  <a:lnTo>
                    <a:pt x="27514" y="258251"/>
                  </a:lnTo>
                  <a:lnTo>
                    <a:pt x="30501" y="262637"/>
                  </a:lnTo>
                  <a:lnTo>
                    <a:pt x="33626" y="266926"/>
                  </a:lnTo>
                  <a:lnTo>
                    <a:pt x="36885" y="271114"/>
                  </a:lnTo>
                  <a:lnTo>
                    <a:pt x="40276" y="275196"/>
                  </a:lnTo>
                  <a:lnTo>
                    <a:pt x="43795" y="279169"/>
                  </a:lnTo>
                  <a:lnTo>
                    <a:pt x="47438" y="283028"/>
                  </a:lnTo>
                  <a:lnTo>
                    <a:pt x="51202" y="286769"/>
                  </a:lnTo>
                  <a:lnTo>
                    <a:pt x="55082" y="290389"/>
                  </a:lnTo>
                  <a:lnTo>
                    <a:pt x="59076" y="293884"/>
                  </a:lnTo>
                  <a:lnTo>
                    <a:pt x="63178" y="297250"/>
                  </a:lnTo>
                  <a:lnTo>
                    <a:pt x="67385" y="300485"/>
                  </a:lnTo>
                  <a:lnTo>
                    <a:pt x="71693" y="303584"/>
                  </a:lnTo>
                  <a:lnTo>
                    <a:pt x="76097" y="306545"/>
                  </a:lnTo>
                  <a:lnTo>
                    <a:pt x="80592" y="309365"/>
                  </a:lnTo>
                  <a:lnTo>
                    <a:pt x="85175" y="312041"/>
                  </a:lnTo>
                  <a:lnTo>
                    <a:pt x="89841" y="314570"/>
                  </a:lnTo>
                  <a:lnTo>
                    <a:pt x="94584" y="316949"/>
                  </a:lnTo>
                  <a:lnTo>
                    <a:pt x="99401" y="319177"/>
                  </a:lnTo>
                  <a:lnTo>
                    <a:pt x="104286" y="321250"/>
                  </a:lnTo>
                  <a:lnTo>
                    <a:pt x="109234" y="323168"/>
                  </a:lnTo>
                  <a:lnTo>
                    <a:pt x="114241" y="324928"/>
                  </a:lnTo>
                  <a:lnTo>
                    <a:pt x="119301" y="326527"/>
                  </a:lnTo>
                  <a:lnTo>
                    <a:pt x="124409" y="327966"/>
                  </a:lnTo>
                  <a:lnTo>
                    <a:pt x="129560" y="329241"/>
                  </a:lnTo>
                  <a:lnTo>
                    <a:pt x="134749" y="330353"/>
                  </a:lnTo>
                  <a:lnTo>
                    <a:pt x="139971" y="331299"/>
                  </a:lnTo>
                  <a:lnTo>
                    <a:pt x="145220" y="332078"/>
                  </a:lnTo>
                  <a:lnTo>
                    <a:pt x="150492" y="332691"/>
                  </a:lnTo>
                  <a:lnTo>
                    <a:pt x="155780" y="333136"/>
                  </a:lnTo>
                  <a:lnTo>
                    <a:pt x="161080" y="333413"/>
                  </a:lnTo>
                  <a:lnTo>
                    <a:pt x="166385" y="333522"/>
                  </a:lnTo>
                  <a:lnTo>
                    <a:pt x="171692" y="333463"/>
                  </a:lnTo>
                  <a:lnTo>
                    <a:pt x="176994" y="333234"/>
                  </a:lnTo>
                  <a:lnTo>
                    <a:pt x="182286" y="332838"/>
                  </a:lnTo>
                  <a:lnTo>
                    <a:pt x="187562" y="332274"/>
                  </a:lnTo>
                  <a:lnTo>
                    <a:pt x="192819" y="331543"/>
                  </a:lnTo>
                  <a:lnTo>
                    <a:pt x="198049" y="330645"/>
                  </a:lnTo>
                  <a:lnTo>
                    <a:pt x="203248" y="329582"/>
                  </a:lnTo>
                  <a:lnTo>
                    <a:pt x="208411" y="328354"/>
                  </a:lnTo>
                  <a:lnTo>
                    <a:pt x="213532" y="326963"/>
                  </a:lnTo>
                  <a:lnTo>
                    <a:pt x="218607" y="325410"/>
                  </a:lnTo>
                  <a:lnTo>
                    <a:pt x="223630" y="323697"/>
                  </a:lnTo>
                  <a:lnTo>
                    <a:pt x="228595" y="321825"/>
                  </a:lnTo>
                  <a:lnTo>
                    <a:pt x="233499" y="319796"/>
                  </a:lnTo>
                  <a:lnTo>
                    <a:pt x="238336" y="317613"/>
                  </a:lnTo>
                  <a:lnTo>
                    <a:pt x="243101" y="315278"/>
                  </a:lnTo>
                  <a:lnTo>
                    <a:pt x="247790" y="312792"/>
                  </a:lnTo>
                  <a:lnTo>
                    <a:pt x="252398" y="310159"/>
                  </a:lnTo>
                  <a:lnTo>
                    <a:pt x="256919" y="307381"/>
                  </a:lnTo>
                  <a:lnTo>
                    <a:pt x="261350" y="304460"/>
                  </a:lnTo>
                  <a:lnTo>
                    <a:pt x="265687" y="301401"/>
                  </a:lnTo>
                  <a:lnTo>
                    <a:pt x="269923" y="298206"/>
                  </a:lnTo>
                  <a:lnTo>
                    <a:pt x="274057" y="294877"/>
                  </a:lnTo>
                  <a:lnTo>
                    <a:pt x="278082" y="291419"/>
                  </a:lnTo>
                  <a:lnTo>
                    <a:pt x="281996" y="287835"/>
                  </a:lnTo>
                  <a:lnTo>
                    <a:pt x="285794" y="284129"/>
                  </a:lnTo>
                  <a:lnTo>
                    <a:pt x="289473" y="280304"/>
                  </a:lnTo>
                  <a:lnTo>
                    <a:pt x="293028" y="276364"/>
                  </a:lnTo>
                  <a:lnTo>
                    <a:pt x="296456" y="272313"/>
                  </a:lnTo>
                  <a:lnTo>
                    <a:pt x="299754" y="268156"/>
                  </a:lnTo>
                  <a:lnTo>
                    <a:pt x="302919" y="263895"/>
                  </a:lnTo>
                  <a:lnTo>
                    <a:pt x="305946" y="259537"/>
                  </a:lnTo>
                  <a:lnTo>
                    <a:pt x="308834" y="255085"/>
                  </a:lnTo>
                  <a:lnTo>
                    <a:pt x="311579" y="250543"/>
                  </a:lnTo>
                  <a:lnTo>
                    <a:pt x="314179" y="245916"/>
                  </a:lnTo>
                  <a:lnTo>
                    <a:pt x="316630" y="241210"/>
                  </a:lnTo>
                  <a:lnTo>
                    <a:pt x="318931" y="236427"/>
                  </a:lnTo>
                  <a:lnTo>
                    <a:pt x="321078" y="231575"/>
                  </a:lnTo>
                  <a:lnTo>
                    <a:pt x="323071" y="226656"/>
                  </a:lnTo>
                  <a:lnTo>
                    <a:pt x="324906" y="221677"/>
                  </a:lnTo>
                  <a:lnTo>
                    <a:pt x="326583" y="216642"/>
                  </a:lnTo>
                  <a:lnTo>
                    <a:pt x="328099" y="211556"/>
                  </a:lnTo>
                  <a:lnTo>
                    <a:pt x="329452" y="206425"/>
                  </a:lnTo>
                  <a:lnTo>
                    <a:pt x="330642" y="201253"/>
                  </a:lnTo>
                  <a:lnTo>
                    <a:pt x="331667" y="196046"/>
                  </a:lnTo>
                  <a:lnTo>
                    <a:pt x="332527" y="190809"/>
                  </a:lnTo>
                  <a:lnTo>
                    <a:pt x="333220" y="185548"/>
                  </a:lnTo>
                  <a:lnTo>
                    <a:pt x="333745" y="180267"/>
                  </a:lnTo>
                  <a:lnTo>
                    <a:pt x="334103" y="174972"/>
                  </a:lnTo>
                  <a:lnTo>
                    <a:pt x="334292" y="169669"/>
                  </a:lnTo>
                  <a:lnTo>
                    <a:pt x="334313" y="164362"/>
                  </a:lnTo>
                  <a:lnTo>
                    <a:pt x="334166" y="159057"/>
                  </a:lnTo>
                  <a:lnTo>
                    <a:pt x="333850" y="153760"/>
                  </a:lnTo>
                  <a:lnTo>
                    <a:pt x="333366" y="148475"/>
                  </a:lnTo>
                  <a:lnTo>
                    <a:pt x="332715" y="143208"/>
                  </a:lnTo>
                  <a:lnTo>
                    <a:pt x="331896" y="137965"/>
                  </a:lnTo>
                  <a:lnTo>
                    <a:pt x="330912" y="132750"/>
                  </a:lnTo>
                  <a:lnTo>
                    <a:pt x="329763" y="127569"/>
                  </a:lnTo>
                  <a:lnTo>
                    <a:pt x="328450" y="122428"/>
                  </a:lnTo>
                  <a:lnTo>
                    <a:pt x="326974" y="117330"/>
                  </a:lnTo>
                  <a:lnTo>
                    <a:pt x="325337" y="112282"/>
                  </a:lnTo>
                  <a:lnTo>
                    <a:pt x="323541" y="107288"/>
                  </a:lnTo>
                  <a:lnTo>
                    <a:pt x="321588" y="102354"/>
                  </a:lnTo>
                  <a:lnTo>
                    <a:pt x="319478" y="97484"/>
                  </a:lnTo>
                  <a:lnTo>
                    <a:pt x="317215" y="92684"/>
                  </a:lnTo>
                  <a:lnTo>
                    <a:pt x="314801" y="87958"/>
                  </a:lnTo>
                  <a:lnTo>
                    <a:pt x="312238" y="83311"/>
                  </a:lnTo>
                  <a:lnTo>
                    <a:pt x="309529" y="78748"/>
                  </a:lnTo>
                  <a:lnTo>
                    <a:pt x="306677" y="74273"/>
                  </a:lnTo>
                  <a:lnTo>
                    <a:pt x="303684" y="69891"/>
                  </a:lnTo>
                  <a:lnTo>
                    <a:pt x="300553" y="65606"/>
                  </a:lnTo>
                  <a:lnTo>
                    <a:pt x="297288" y="61423"/>
                  </a:lnTo>
                  <a:lnTo>
                    <a:pt x="293891" y="57345"/>
                  </a:lnTo>
                  <a:lnTo>
                    <a:pt x="290367" y="53377"/>
                  </a:lnTo>
                  <a:lnTo>
                    <a:pt x="286719" y="49523"/>
                  </a:lnTo>
                  <a:lnTo>
                    <a:pt x="282950" y="45787"/>
                  </a:lnTo>
                  <a:lnTo>
                    <a:pt x="279065" y="42172"/>
                  </a:lnTo>
                  <a:lnTo>
                    <a:pt x="275067" y="38683"/>
                  </a:lnTo>
                  <a:lnTo>
                    <a:pt x="270960" y="35322"/>
                  </a:lnTo>
                  <a:lnTo>
                    <a:pt x="266748" y="32093"/>
                  </a:lnTo>
                  <a:lnTo>
                    <a:pt x="262436" y="29000"/>
                  </a:lnTo>
                  <a:lnTo>
                    <a:pt x="258028" y="26044"/>
                  </a:lnTo>
                  <a:lnTo>
                    <a:pt x="253529" y="23231"/>
                  </a:lnTo>
                  <a:lnTo>
                    <a:pt x="248942" y="20561"/>
                  </a:lnTo>
                  <a:lnTo>
                    <a:pt x="244273" y="18039"/>
                  </a:lnTo>
                  <a:lnTo>
                    <a:pt x="239526" y="15666"/>
                  </a:lnTo>
                  <a:lnTo>
                    <a:pt x="234707" y="13445"/>
                  </a:lnTo>
                  <a:lnTo>
                    <a:pt x="229819" y="11378"/>
                  </a:lnTo>
                  <a:lnTo>
                    <a:pt x="224868" y="9467"/>
                  </a:lnTo>
                  <a:lnTo>
                    <a:pt x="219859" y="7714"/>
                  </a:lnTo>
                  <a:lnTo>
                    <a:pt x="214797" y="6121"/>
                  </a:lnTo>
                  <a:lnTo>
                    <a:pt x="209687" y="4690"/>
                  </a:lnTo>
                  <a:lnTo>
                    <a:pt x="204534" y="3421"/>
                  </a:lnTo>
                  <a:lnTo>
                    <a:pt x="199343" y="2317"/>
                  </a:lnTo>
                  <a:lnTo>
                    <a:pt x="194120" y="1378"/>
                  </a:lnTo>
                  <a:lnTo>
                    <a:pt x="188870" y="605"/>
                  </a:lnTo>
                  <a:lnTo>
                    <a:pt x="183598" y="0"/>
                  </a:lnTo>
                  <a:lnTo>
                    <a:pt x="167158" y="166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16440" cy="167167"/>
            </a:xfrm>
            <a:custGeom>
              <a:avLst/>
              <a:pathLst>
                <a:path w="16440" h="167167">
                  <a:moveTo>
                    <a:pt x="16440" y="810"/>
                  </a:moveTo>
                  <a:lnTo>
                    <a:pt x="8230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23599" y="2633064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299" y="4111"/>
                  </a:lnTo>
                  <a:lnTo>
                    <a:pt x="125142" y="5363"/>
                  </a:lnTo>
                  <a:lnTo>
                    <a:pt x="120026" y="6778"/>
                  </a:lnTo>
                  <a:lnTo>
                    <a:pt x="114959" y="8355"/>
                  </a:lnTo>
                  <a:lnTo>
                    <a:pt x="109943" y="10092"/>
                  </a:lnTo>
                  <a:lnTo>
                    <a:pt x="104986" y="11987"/>
                  </a:lnTo>
                  <a:lnTo>
                    <a:pt x="100091" y="14039"/>
                  </a:lnTo>
                  <a:lnTo>
                    <a:pt x="95264" y="16245"/>
                  </a:lnTo>
                  <a:lnTo>
                    <a:pt x="90509" y="18603"/>
                  </a:lnTo>
                  <a:lnTo>
                    <a:pt x="85831" y="21110"/>
                  </a:lnTo>
                  <a:lnTo>
                    <a:pt x="81235" y="23766"/>
                  </a:lnTo>
                  <a:lnTo>
                    <a:pt x="76726" y="26565"/>
                  </a:lnTo>
                  <a:lnTo>
                    <a:pt x="72309" y="29506"/>
                  </a:lnTo>
                  <a:lnTo>
                    <a:pt x="67986" y="32587"/>
                  </a:lnTo>
                  <a:lnTo>
                    <a:pt x="63764" y="35802"/>
                  </a:lnTo>
                  <a:lnTo>
                    <a:pt x="59646" y="39150"/>
                  </a:lnTo>
                  <a:lnTo>
                    <a:pt x="55636" y="42628"/>
                  </a:lnTo>
                  <a:lnTo>
                    <a:pt x="51739" y="46230"/>
                  </a:lnTo>
                  <a:lnTo>
                    <a:pt x="47958" y="49955"/>
                  </a:lnTo>
                  <a:lnTo>
                    <a:pt x="44297" y="53798"/>
                  </a:lnTo>
                  <a:lnTo>
                    <a:pt x="40760" y="57755"/>
                  </a:lnTo>
                  <a:lnTo>
                    <a:pt x="37350" y="61822"/>
                  </a:lnTo>
                  <a:lnTo>
                    <a:pt x="34071" y="65996"/>
                  </a:lnTo>
                  <a:lnTo>
                    <a:pt x="30927" y="70272"/>
                  </a:lnTo>
                  <a:lnTo>
                    <a:pt x="27920" y="74645"/>
                  </a:lnTo>
                  <a:lnTo>
                    <a:pt x="25053" y="79111"/>
                  </a:lnTo>
                  <a:lnTo>
                    <a:pt x="22329" y="83667"/>
                  </a:lnTo>
                  <a:lnTo>
                    <a:pt x="19751" y="88306"/>
                  </a:lnTo>
                  <a:lnTo>
                    <a:pt x="17322" y="93025"/>
                  </a:lnTo>
                  <a:lnTo>
                    <a:pt x="15044" y="97819"/>
                  </a:lnTo>
                  <a:lnTo>
                    <a:pt x="12919" y="102682"/>
                  </a:lnTo>
                  <a:lnTo>
                    <a:pt x="10950" y="107611"/>
                  </a:lnTo>
                  <a:lnTo>
                    <a:pt x="9138" y="112599"/>
                  </a:lnTo>
                  <a:lnTo>
                    <a:pt x="7485" y="117643"/>
                  </a:lnTo>
                  <a:lnTo>
                    <a:pt x="5993" y="122736"/>
                  </a:lnTo>
                  <a:lnTo>
                    <a:pt x="4664" y="127875"/>
                  </a:lnTo>
                  <a:lnTo>
                    <a:pt x="3499" y="133053"/>
                  </a:lnTo>
                  <a:lnTo>
                    <a:pt x="2498" y="138265"/>
                  </a:lnTo>
                  <a:lnTo>
                    <a:pt x="1664" y="143506"/>
                  </a:lnTo>
                  <a:lnTo>
                    <a:pt x="996" y="148772"/>
                  </a:lnTo>
                  <a:lnTo>
                    <a:pt x="496" y="154055"/>
                  </a:lnTo>
                  <a:lnTo>
                    <a:pt x="163" y="159353"/>
                  </a:lnTo>
                  <a:lnTo>
                    <a:pt x="0" y="164657"/>
                  </a:lnTo>
                  <a:lnTo>
                    <a:pt x="4" y="169965"/>
                  </a:lnTo>
                  <a:lnTo>
                    <a:pt x="177" y="175270"/>
                  </a:lnTo>
                  <a:lnTo>
                    <a:pt x="519" y="180566"/>
                  </a:lnTo>
                  <a:lnTo>
                    <a:pt x="1028" y="185849"/>
                  </a:lnTo>
                  <a:lnTo>
                    <a:pt x="1705" y="191113"/>
                  </a:lnTo>
                  <a:lnTo>
                    <a:pt x="2548" y="196353"/>
                  </a:lnTo>
                  <a:lnTo>
                    <a:pt x="3558" y="201564"/>
                  </a:lnTo>
                  <a:lnTo>
                    <a:pt x="4732" y="206740"/>
                  </a:lnTo>
                  <a:lnTo>
                    <a:pt x="6070" y="211876"/>
                  </a:lnTo>
                  <a:lnTo>
                    <a:pt x="7571" y="216967"/>
                  </a:lnTo>
                  <a:lnTo>
                    <a:pt x="9232" y="222007"/>
                  </a:lnTo>
                  <a:lnTo>
                    <a:pt x="11053" y="226993"/>
                  </a:lnTo>
                  <a:lnTo>
                    <a:pt x="13030" y="231918"/>
                  </a:lnTo>
                  <a:lnTo>
                    <a:pt x="15164" y="236778"/>
                  </a:lnTo>
                  <a:lnTo>
                    <a:pt x="17450" y="241567"/>
                  </a:lnTo>
                  <a:lnTo>
                    <a:pt x="19887" y="246282"/>
                  </a:lnTo>
                  <a:lnTo>
                    <a:pt x="22473" y="250917"/>
                  </a:lnTo>
                  <a:lnTo>
                    <a:pt x="25205" y="255468"/>
                  </a:lnTo>
                  <a:lnTo>
                    <a:pt x="28079" y="259929"/>
                  </a:lnTo>
                  <a:lnTo>
                    <a:pt x="31094" y="264297"/>
                  </a:lnTo>
                  <a:lnTo>
                    <a:pt x="34246" y="268567"/>
                  </a:lnTo>
                  <a:lnTo>
                    <a:pt x="37532" y="272735"/>
                  </a:lnTo>
                  <a:lnTo>
                    <a:pt x="40949" y="276797"/>
                  </a:lnTo>
                  <a:lnTo>
                    <a:pt x="44493" y="280748"/>
                  </a:lnTo>
                  <a:lnTo>
                    <a:pt x="48160" y="284584"/>
                  </a:lnTo>
                  <a:lnTo>
                    <a:pt x="51948" y="288302"/>
                  </a:lnTo>
                  <a:lnTo>
                    <a:pt x="55851" y="291898"/>
                  </a:lnTo>
                  <a:lnTo>
                    <a:pt x="59867" y="295369"/>
                  </a:lnTo>
                  <a:lnTo>
                    <a:pt x="63991" y="298710"/>
                  </a:lnTo>
                  <a:lnTo>
                    <a:pt x="68219" y="301918"/>
                  </a:lnTo>
                  <a:lnTo>
                    <a:pt x="72546" y="304991"/>
                  </a:lnTo>
                  <a:lnTo>
                    <a:pt x="76969" y="307925"/>
                  </a:lnTo>
                  <a:lnTo>
                    <a:pt x="81483" y="310716"/>
                  </a:lnTo>
                  <a:lnTo>
                    <a:pt x="86083" y="313364"/>
                  </a:lnTo>
                  <a:lnTo>
                    <a:pt x="90765" y="315863"/>
                  </a:lnTo>
                  <a:lnTo>
                    <a:pt x="95524" y="318213"/>
                  </a:lnTo>
                  <a:lnTo>
                    <a:pt x="100355" y="320411"/>
                  </a:lnTo>
                  <a:lnTo>
                    <a:pt x="105254" y="322454"/>
                  </a:lnTo>
                  <a:lnTo>
                    <a:pt x="110215" y="324340"/>
                  </a:lnTo>
                  <a:lnTo>
                    <a:pt x="115233" y="326069"/>
                  </a:lnTo>
                  <a:lnTo>
                    <a:pt x="120303" y="327637"/>
                  </a:lnTo>
                  <a:lnTo>
                    <a:pt x="125421" y="329043"/>
                  </a:lnTo>
                  <a:lnTo>
                    <a:pt x="130581" y="330286"/>
                  </a:lnTo>
                  <a:lnTo>
                    <a:pt x="135778" y="331365"/>
                  </a:lnTo>
                  <a:lnTo>
                    <a:pt x="141006" y="332278"/>
                  </a:lnTo>
                  <a:lnTo>
                    <a:pt x="146261" y="333024"/>
                  </a:lnTo>
                  <a:lnTo>
                    <a:pt x="151536" y="333604"/>
                  </a:lnTo>
                  <a:lnTo>
                    <a:pt x="156828" y="334016"/>
                  </a:lnTo>
                  <a:lnTo>
                    <a:pt x="162130" y="334259"/>
                  </a:lnTo>
                  <a:lnTo>
                    <a:pt x="167437" y="334334"/>
                  </a:lnTo>
                  <a:lnTo>
                    <a:pt x="172743" y="334241"/>
                  </a:lnTo>
                  <a:lnTo>
                    <a:pt x="178044" y="333979"/>
                  </a:lnTo>
                  <a:lnTo>
                    <a:pt x="183334" y="333549"/>
                  </a:lnTo>
                  <a:lnTo>
                    <a:pt x="188608" y="332951"/>
                  </a:lnTo>
                  <a:lnTo>
                    <a:pt x="193860" y="332186"/>
                  </a:lnTo>
                  <a:lnTo>
                    <a:pt x="199085" y="331255"/>
                  </a:lnTo>
                  <a:lnTo>
                    <a:pt x="204278" y="330159"/>
                  </a:lnTo>
                  <a:lnTo>
                    <a:pt x="209434" y="328898"/>
                  </a:lnTo>
                  <a:lnTo>
                    <a:pt x="214547" y="327474"/>
                  </a:lnTo>
                  <a:lnTo>
                    <a:pt x="219612" y="325888"/>
                  </a:lnTo>
                  <a:lnTo>
                    <a:pt x="224624" y="324143"/>
                  </a:lnTo>
                  <a:lnTo>
                    <a:pt x="229578" y="322239"/>
                  </a:lnTo>
                  <a:lnTo>
                    <a:pt x="234470" y="320179"/>
                  </a:lnTo>
                  <a:lnTo>
                    <a:pt x="239293" y="317965"/>
                  </a:lnTo>
                  <a:lnTo>
                    <a:pt x="244044" y="315599"/>
                  </a:lnTo>
                  <a:lnTo>
                    <a:pt x="248717" y="313083"/>
                  </a:lnTo>
                  <a:lnTo>
                    <a:pt x="253308" y="310420"/>
                  </a:lnTo>
                  <a:lnTo>
                    <a:pt x="257812" y="307613"/>
                  </a:lnTo>
                  <a:lnTo>
                    <a:pt x="262225" y="304664"/>
                  </a:lnTo>
                  <a:lnTo>
                    <a:pt x="266542" y="301576"/>
                  </a:lnTo>
                  <a:lnTo>
                    <a:pt x="270759" y="298353"/>
                  </a:lnTo>
                  <a:lnTo>
                    <a:pt x="274871" y="294998"/>
                  </a:lnTo>
                  <a:lnTo>
                    <a:pt x="278875" y="291514"/>
                  </a:lnTo>
                  <a:lnTo>
                    <a:pt x="282766" y="287904"/>
                  </a:lnTo>
                  <a:lnTo>
                    <a:pt x="286541" y="284173"/>
                  </a:lnTo>
                  <a:lnTo>
                    <a:pt x="290195" y="280324"/>
                  </a:lnTo>
                  <a:lnTo>
                    <a:pt x="293725" y="276361"/>
                  </a:lnTo>
                  <a:lnTo>
                    <a:pt x="297128" y="272287"/>
                  </a:lnTo>
                  <a:lnTo>
                    <a:pt x="300399" y="268108"/>
                  </a:lnTo>
                  <a:lnTo>
                    <a:pt x="303536" y="263827"/>
                  </a:lnTo>
                  <a:lnTo>
                    <a:pt x="306536" y="259449"/>
                  </a:lnTo>
                  <a:lnTo>
                    <a:pt x="309395" y="254977"/>
                  </a:lnTo>
                  <a:lnTo>
                    <a:pt x="312111" y="250417"/>
                  </a:lnTo>
                  <a:lnTo>
                    <a:pt x="314681" y="245773"/>
                  </a:lnTo>
                  <a:lnTo>
                    <a:pt x="317102" y="241050"/>
                  </a:lnTo>
                  <a:lnTo>
                    <a:pt x="319372" y="236253"/>
                  </a:lnTo>
                  <a:lnTo>
                    <a:pt x="321488" y="231386"/>
                  </a:lnTo>
                  <a:lnTo>
                    <a:pt x="323449" y="226454"/>
                  </a:lnTo>
                  <a:lnTo>
                    <a:pt x="325253" y="221462"/>
                  </a:lnTo>
                  <a:lnTo>
                    <a:pt x="326896" y="216415"/>
                  </a:lnTo>
                  <a:lnTo>
                    <a:pt x="328379" y="211319"/>
                  </a:lnTo>
                  <a:lnTo>
                    <a:pt x="329700" y="206179"/>
                  </a:lnTo>
                  <a:lnTo>
                    <a:pt x="330856" y="200999"/>
                  </a:lnTo>
                  <a:lnTo>
                    <a:pt x="331848" y="195785"/>
                  </a:lnTo>
                  <a:lnTo>
                    <a:pt x="332673" y="190542"/>
                  </a:lnTo>
                  <a:lnTo>
                    <a:pt x="333332" y="185275"/>
                  </a:lnTo>
                  <a:lnTo>
                    <a:pt x="333823" y="179991"/>
                  </a:lnTo>
                  <a:lnTo>
                    <a:pt x="334146" y="174693"/>
                  </a:lnTo>
                  <a:lnTo>
                    <a:pt x="334301" y="169388"/>
                  </a:lnTo>
                  <a:lnTo>
                    <a:pt x="334287" y="164081"/>
                  </a:lnTo>
                  <a:lnTo>
                    <a:pt x="334105" y="158776"/>
                  </a:lnTo>
                  <a:lnTo>
                    <a:pt x="333754" y="153480"/>
                  </a:lnTo>
                  <a:lnTo>
                    <a:pt x="333236" y="148198"/>
                  </a:lnTo>
                  <a:lnTo>
                    <a:pt x="332550" y="142935"/>
                  </a:lnTo>
                  <a:lnTo>
                    <a:pt x="331697" y="137697"/>
                  </a:lnTo>
                  <a:lnTo>
                    <a:pt x="330679" y="132488"/>
                  </a:lnTo>
                  <a:lnTo>
                    <a:pt x="329496" y="127314"/>
                  </a:lnTo>
                  <a:lnTo>
                    <a:pt x="328149" y="122180"/>
                  </a:lnTo>
                  <a:lnTo>
                    <a:pt x="326639" y="117092"/>
                  </a:lnTo>
                  <a:lnTo>
                    <a:pt x="324969" y="11205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5119"/>
              <a:ext cx="157821" cy="55112"/>
            </a:xfrm>
            <a:custGeom>
              <a:avLst/>
              <a:pathLst>
                <a:path w="157821" h="55112">
                  <a:moveTo>
                    <a:pt x="157821" y="0"/>
                  </a:moveTo>
                  <a:lnTo>
                    <a:pt x="0" y="55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9003"/>
              <a:ext cx="157821" cy="161227"/>
            </a:xfrm>
            <a:custGeom>
              <a:avLst/>
              <a:pathLst>
                <a:path w="157821" h="161227">
                  <a:moveTo>
                    <a:pt x="157821" y="106115"/>
                  </a:moveTo>
                  <a:lnTo>
                    <a:pt x="155895" y="100881"/>
                  </a:lnTo>
                  <a:lnTo>
                    <a:pt x="153795" y="95715"/>
                  </a:lnTo>
                  <a:lnTo>
                    <a:pt x="151524" y="90622"/>
                  </a:lnTo>
                  <a:lnTo>
                    <a:pt x="149085" y="85607"/>
                  </a:lnTo>
                  <a:lnTo>
                    <a:pt x="146480" y="80676"/>
                  </a:lnTo>
                  <a:lnTo>
                    <a:pt x="143712" y="75835"/>
                  </a:lnTo>
                  <a:lnTo>
                    <a:pt x="140783" y="71090"/>
                  </a:lnTo>
                  <a:lnTo>
                    <a:pt x="137699" y="66444"/>
                  </a:lnTo>
                  <a:lnTo>
                    <a:pt x="134461" y="61904"/>
                  </a:lnTo>
                  <a:lnTo>
                    <a:pt x="131073" y="57474"/>
                  </a:lnTo>
                  <a:lnTo>
                    <a:pt x="127539" y="53160"/>
                  </a:lnTo>
                  <a:lnTo>
                    <a:pt x="123864" y="48966"/>
                  </a:lnTo>
                  <a:lnTo>
                    <a:pt x="120051" y="44897"/>
                  </a:lnTo>
                  <a:lnTo>
                    <a:pt x="116104" y="40958"/>
                  </a:lnTo>
                  <a:lnTo>
                    <a:pt x="112028" y="37152"/>
                  </a:lnTo>
                  <a:lnTo>
                    <a:pt x="107827" y="33484"/>
                  </a:lnTo>
                  <a:lnTo>
                    <a:pt x="103506" y="29959"/>
                  </a:lnTo>
                  <a:lnTo>
                    <a:pt x="99070" y="26580"/>
                  </a:lnTo>
                  <a:lnTo>
                    <a:pt x="94524" y="23350"/>
                  </a:lnTo>
                  <a:lnTo>
                    <a:pt x="89872" y="20274"/>
                  </a:lnTo>
                  <a:lnTo>
                    <a:pt x="85121" y="17355"/>
                  </a:lnTo>
                  <a:lnTo>
                    <a:pt x="80275" y="14596"/>
                  </a:lnTo>
                  <a:lnTo>
                    <a:pt x="75339" y="12000"/>
                  </a:lnTo>
                  <a:lnTo>
                    <a:pt x="70320" y="9570"/>
                  </a:lnTo>
                  <a:lnTo>
                    <a:pt x="65223" y="7309"/>
                  </a:lnTo>
                  <a:lnTo>
                    <a:pt x="60052" y="5219"/>
                  </a:lnTo>
                  <a:lnTo>
                    <a:pt x="54815" y="3303"/>
                  </a:lnTo>
                  <a:lnTo>
                    <a:pt x="49517" y="1562"/>
                  </a:lnTo>
                  <a:lnTo>
                    <a:pt x="44164" y="0"/>
                  </a:lnTo>
                  <a:lnTo>
                    <a:pt x="0" y="161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44164" cy="167167"/>
            </a:xfrm>
            <a:custGeom>
              <a:avLst/>
              <a:pathLst>
                <a:path w="44164" h="167167">
                  <a:moveTo>
                    <a:pt x="44164" y="5939"/>
                  </a:moveTo>
                  <a:lnTo>
                    <a:pt x="37975" y="4370"/>
                  </a:lnTo>
                  <a:lnTo>
                    <a:pt x="31731" y="3039"/>
                  </a:lnTo>
                  <a:lnTo>
                    <a:pt x="25441" y="1947"/>
                  </a:lnTo>
                  <a:lnTo>
                    <a:pt x="19113" y="1096"/>
                  </a:lnTo>
                  <a:lnTo>
                    <a:pt x="12757" y="487"/>
                  </a:lnTo>
                  <a:lnTo>
                    <a:pt x="6383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5" y="1343"/>
                  </a:lnTo>
                  <a:lnTo>
                    <a:pt x="140747" y="2097"/>
                  </a:lnTo>
                  <a:lnTo>
                    <a:pt x="135526" y="3018"/>
                  </a:lnTo>
                  <a:lnTo>
                    <a:pt x="130336" y="4103"/>
                  </a:lnTo>
                  <a:lnTo>
                    <a:pt x="125183" y="5353"/>
                  </a:lnTo>
                  <a:lnTo>
                    <a:pt x="120072" y="6765"/>
                  </a:lnTo>
                  <a:lnTo>
                    <a:pt x="115009" y="8338"/>
                  </a:lnTo>
                  <a:lnTo>
                    <a:pt x="109998" y="10072"/>
                  </a:lnTo>
                  <a:lnTo>
                    <a:pt x="105045" y="11963"/>
                  </a:lnTo>
                  <a:lnTo>
                    <a:pt x="100154" y="14011"/>
                  </a:lnTo>
                  <a:lnTo>
                    <a:pt x="95331" y="16212"/>
                  </a:lnTo>
                  <a:lnTo>
                    <a:pt x="90580" y="18566"/>
                  </a:lnTo>
                  <a:lnTo>
                    <a:pt x="85906" y="21069"/>
                  </a:lnTo>
                  <a:lnTo>
                    <a:pt x="81313" y="23719"/>
                  </a:lnTo>
                  <a:lnTo>
                    <a:pt x="76807" y="26513"/>
                  </a:lnTo>
                  <a:lnTo>
                    <a:pt x="72392" y="29449"/>
                  </a:lnTo>
                  <a:lnTo>
                    <a:pt x="68072" y="32523"/>
                  </a:lnTo>
                  <a:lnTo>
                    <a:pt x="63852" y="35733"/>
                  </a:lnTo>
                  <a:lnTo>
                    <a:pt x="59736" y="39075"/>
                  </a:lnTo>
                  <a:lnTo>
                    <a:pt x="55728" y="42545"/>
                  </a:lnTo>
                  <a:lnTo>
                    <a:pt x="51832" y="46142"/>
                  </a:lnTo>
                  <a:lnTo>
                    <a:pt x="48051" y="49860"/>
                  </a:lnTo>
                  <a:lnTo>
                    <a:pt x="44391" y="53696"/>
                  </a:lnTo>
                  <a:lnTo>
                    <a:pt x="40854" y="57646"/>
                  </a:lnTo>
                  <a:lnTo>
                    <a:pt x="37445" y="61706"/>
                  </a:lnTo>
                  <a:lnTo>
                    <a:pt x="34165" y="65872"/>
                  </a:lnTo>
                  <a:lnTo>
                    <a:pt x="31020" y="70141"/>
                  </a:lnTo>
                  <a:lnTo>
                    <a:pt x="28011" y="74506"/>
                  </a:lnTo>
                  <a:lnTo>
                    <a:pt x="25143" y="78966"/>
                  </a:lnTo>
                  <a:lnTo>
                    <a:pt x="22417" y="83513"/>
                  </a:lnTo>
                  <a:lnTo>
                    <a:pt x="19837" y="88145"/>
                  </a:lnTo>
                  <a:lnTo>
                    <a:pt x="17405" y="92857"/>
                  </a:lnTo>
                  <a:lnTo>
                    <a:pt x="15124" y="97643"/>
                  </a:lnTo>
                  <a:lnTo>
                    <a:pt x="12995" y="102499"/>
                  </a:lnTo>
                  <a:lnTo>
                    <a:pt x="11022" y="107420"/>
                  </a:lnTo>
                  <a:lnTo>
                    <a:pt x="9206" y="112402"/>
                  </a:lnTo>
                  <a:lnTo>
                    <a:pt x="7548" y="117438"/>
                  </a:lnTo>
                  <a:lnTo>
                    <a:pt x="6052" y="122525"/>
                  </a:lnTo>
                  <a:lnTo>
                    <a:pt x="4717" y="127656"/>
                  </a:lnTo>
                  <a:lnTo>
                    <a:pt x="3545" y="132827"/>
                  </a:lnTo>
                  <a:lnTo>
                    <a:pt x="2539" y="138033"/>
                  </a:lnTo>
                  <a:lnTo>
                    <a:pt x="1698" y="143268"/>
                  </a:lnTo>
                  <a:lnTo>
                    <a:pt x="1023" y="148527"/>
                  </a:lnTo>
                  <a:lnTo>
                    <a:pt x="515" y="153804"/>
                  </a:lnTo>
                  <a:lnTo>
                    <a:pt x="175" y="159096"/>
                  </a:lnTo>
                  <a:lnTo>
                    <a:pt x="3" y="164395"/>
                  </a:lnTo>
                  <a:lnTo>
                    <a:pt x="0" y="169697"/>
                  </a:lnTo>
                  <a:lnTo>
                    <a:pt x="164" y="174996"/>
                  </a:lnTo>
                  <a:lnTo>
                    <a:pt x="496" y="180288"/>
                  </a:lnTo>
                  <a:lnTo>
                    <a:pt x="996" y="185567"/>
                  </a:lnTo>
                  <a:lnTo>
                    <a:pt x="1663" y="190827"/>
                  </a:lnTo>
                  <a:lnTo>
                    <a:pt x="2497" y="196063"/>
                  </a:lnTo>
                  <a:lnTo>
                    <a:pt x="3496" y="201270"/>
                  </a:lnTo>
                  <a:lnTo>
                    <a:pt x="4660" y="206443"/>
                  </a:lnTo>
                  <a:lnTo>
                    <a:pt x="5987" y="211576"/>
                  </a:lnTo>
                  <a:lnTo>
                    <a:pt x="7476" y="216665"/>
                  </a:lnTo>
                  <a:lnTo>
                    <a:pt x="9126" y="221703"/>
                  </a:lnTo>
                  <a:lnTo>
                    <a:pt x="10935" y="226687"/>
                  </a:lnTo>
                  <a:lnTo>
                    <a:pt x="12902" y="231611"/>
                  </a:lnTo>
                  <a:lnTo>
                    <a:pt x="15023" y="236471"/>
                  </a:lnTo>
                  <a:lnTo>
                    <a:pt x="17297" y="241260"/>
                  </a:lnTo>
                  <a:lnTo>
                    <a:pt x="19722" y="245975"/>
                  </a:lnTo>
                  <a:lnTo>
                    <a:pt x="22296" y="250611"/>
                  </a:lnTo>
                  <a:lnTo>
                    <a:pt x="25015" y="255163"/>
                  </a:lnTo>
                  <a:lnTo>
                    <a:pt x="27877" y="259626"/>
                  </a:lnTo>
                  <a:lnTo>
                    <a:pt x="30879" y="263996"/>
                  </a:lnTo>
                  <a:lnTo>
                    <a:pt x="34019" y="268269"/>
                  </a:lnTo>
                  <a:lnTo>
                    <a:pt x="37292" y="272440"/>
                  </a:lnTo>
                  <a:lnTo>
                    <a:pt x="40696" y="276505"/>
                  </a:lnTo>
                  <a:lnTo>
                    <a:pt x="44227" y="280460"/>
                  </a:lnTo>
                  <a:lnTo>
                    <a:pt x="47882" y="284302"/>
                  </a:lnTo>
                  <a:lnTo>
                    <a:pt x="51656" y="288025"/>
                  </a:lnTo>
                  <a:lnTo>
                    <a:pt x="55547" y="291627"/>
                  </a:lnTo>
                  <a:lnTo>
                    <a:pt x="59550" y="295103"/>
                  </a:lnTo>
                  <a:lnTo>
                    <a:pt x="63662" y="298451"/>
                  </a:lnTo>
                  <a:lnTo>
                    <a:pt x="67877" y="301667"/>
                  </a:lnTo>
                  <a:lnTo>
                    <a:pt x="72193" y="304748"/>
                  </a:lnTo>
                  <a:lnTo>
                    <a:pt x="76604" y="307690"/>
                  </a:lnTo>
                  <a:lnTo>
                    <a:pt x="81106" y="310491"/>
                  </a:lnTo>
                  <a:lnTo>
                    <a:pt x="85694" y="313147"/>
                  </a:lnTo>
                  <a:lnTo>
                    <a:pt x="90365" y="315657"/>
                  </a:lnTo>
                  <a:lnTo>
                    <a:pt x="95112" y="318017"/>
                  </a:lnTo>
                  <a:lnTo>
                    <a:pt x="99933" y="320226"/>
                  </a:lnTo>
                  <a:lnTo>
                    <a:pt x="104820" y="322281"/>
                  </a:lnTo>
                  <a:lnTo>
                    <a:pt x="109771" y="324179"/>
                  </a:lnTo>
                  <a:lnTo>
                    <a:pt x="114779" y="325920"/>
                  </a:lnTo>
                  <a:lnTo>
                    <a:pt x="119840" y="327501"/>
                  </a:lnTo>
                  <a:lnTo>
                    <a:pt x="124949" y="328920"/>
                  </a:lnTo>
                  <a:lnTo>
                    <a:pt x="130100" y="330177"/>
                  </a:lnTo>
                  <a:lnTo>
                    <a:pt x="135288" y="331270"/>
                  </a:lnTo>
                  <a:lnTo>
                    <a:pt x="140508" y="332198"/>
                  </a:lnTo>
                  <a:lnTo>
                    <a:pt x="145755" y="332960"/>
                  </a:lnTo>
                  <a:lnTo>
                    <a:pt x="151024" y="333555"/>
                  </a:lnTo>
                  <a:lnTo>
                    <a:pt x="156309" y="333983"/>
                  </a:lnTo>
                  <a:lnTo>
                    <a:pt x="161604" y="334242"/>
                  </a:lnTo>
                  <a:lnTo>
                    <a:pt x="166906" y="334334"/>
                  </a:lnTo>
                  <a:lnTo>
                    <a:pt x="172207" y="334258"/>
                  </a:lnTo>
                  <a:lnTo>
                    <a:pt x="177504" y="334013"/>
                  </a:lnTo>
                  <a:lnTo>
                    <a:pt x="182790" y="333601"/>
                  </a:lnTo>
                  <a:lnTo>
                    <a:pt x="188060" y="333021"/>
                  </a:lnTo>
                  <a:lnTo>
                    <a:pt x="193309" y="332275"/>
                  </a:lnTo>
                  <a:lnTo>
                    <a:pt x="198532" y="331362"/>
                  </a:lnTo>
                  <a:lnTo>
                    <a:pt x="203724" y="330284"/>
                  </a:lnTo>
                  <a:lnTo>
                    <a:pt x="208878" y="329042"/>
                  </a:lnTo>
                  <a:lnTo>
                    <a:pt x="213991" y="327637"/>
                  </a:lnTo>
                  <a:lnTo>
                    <a:pt x="219056" y="326071"/>
                  </a:lnTo>
                  <a:lnTo>
                    <a:pt x="224070" y="324345"/>
                  </a:lnTo>
                  <a:lnTo>
                    <a:pt x="229026" y="322461"/>
                  </a:lnTo>
                  <a:lnTo>
                    <a:pt x="233919" y="320420"/>
                  </a:lnTo>
                  <a:lnTo>
                    <a:pt x="238746" y="318225"/>
                  </a:lnTo>
                  <a:lnTo>
                    <a:pt x="243500" y="315879"/>
                  </a:lnTo>
                  <a:lnTo>
                    <a:pt x="248178" y="313383"/>
                  </a:lnTo>
                  <a:lnTo>
                    <a:pt x="252774" y="310739"/>
                  </a:lnTo>
                  <a:lnTo>
                    <a:pt x="257284" y="307952"/>
                  </a:lnTo>
                  <a:lnTo>
                    <a:pt x="261704" y="305022"/>
                  </a:lnTo>
                  <a:lnTo>
                    <a:pt x="266028" y="301954"/>
                  </a:lnTo>
                  <a:lnTo>
                    <a:pt x="270253" y="298751"/>
                  </a:lnTo>
                  <a:lnTo>
                    <a:pt x="274374" y="295415"/>
                  </a:lnTo>
                  <a:lnTo>
                    <a:pt x="278387" y="291950"/>
                  </a:lnTo>
                  <a:lnTo>
                    <a:pt x="282289" y="288359"/>
                  </a:lnTo>
                  <a:lnTo>
                    <a:pt x="286074" y="284647"/>
                  </a:lnTo>
                  <a:lnTo>
                    <a:pt x="289740" y="280816"/>
                  </a:lnTo>
                  <a:lnTo>
                    <a:pt x="293282" y="276871"/>
                  </a:lnTo>
                  <a:lnTo>
                    <a:pt x="296698" y="272816"/>
                  </a:lnTo>
                  <a:lnTo>
                    <a:pt x="299983" y="268654"/>
                  </a:lnTo>
                  <a:lnTo>
                    <a:pt x="303135" y="264390"/>
                  </a:lnTo>
                  <a:lnTo>
                    <a:pt x="306150" y="260029"/>
                  </a:lnTo>
                  <a:lnTo>
                    <a:pt x="309025" y="255574"/>
                  </a:lnTo>
                  <a:lnTo>
                    <a:pt x="311757" y="251030"/>
                  </a:lnTo>
                  <a:lnTo>
                    <a:pt x="314344" y="246402"/>
                  </a:lnTo>
                  <a:lnTo>
                    <a:pt x="316783" y="241694"/>
                  </a:lnTo>
                  <a:lnTo>
                    <a:pt x="319071" y="236911"/>
                  </a:lnTo>
                  <a:lnTo>
                    <a:pt x="321207" y="232058"/>
                  </a:lnTo>
                  <a:lnTo>
                    <a:pt x="323187" y="227140"/>
                  </a:lnTo>
                  <a:lnTo>
                    <a:pt x="325010" y="222161"/>
                  </a:lnTo>
                  <a:lnTo>
                    <a:pt x="326675" y="217127"/>
                  </a:lnTo>
                  <a:lnTo>
                    <a:pt x="328179" y="212043"/>
                  </a:lnTo>
                  <a:lnTo>
                    <a:pt x="329521" y="206913"/>
                  </a:lnTo>
                  <a:lnTo>
                    <a:pt x="330700" y="201744"/>
                  </a:lnTo>
                  <a:lnTo>
                    <a:pt x="331714" y="196540"/>
                  </a:lnTo>
                  <a:lnTo>
                    <a:pt x="332563" y="191306"/>
                  </a:lnTo>
                  <a:lnTo>
                    <a:pt x="333246" y="186048"/>
                  </a:lnTo>
                  <a:lnTo>
                    <a:pt x="333761" y="180771"/>
                  </a:lnTo>
                  <a:lnTo>
                    <a:pt x="334108" y="175480"/>
                  </a:lnTo>
                  <a:lnTo>
                    <a:pt x="334288" y="170181"/>
                  </a:lnTo>
                  <a:lnTo>
                    <a:pt x="334300" y="164879"/>
                  </a:lnTo>
                  <a:lnTo>
                    <a:pt x="334143" y="159579"/>
                  </a:lnTo>
                  <a:lnTo>
                    <a:pt x="333818" y="154287"/>
                  </a:lnTo>
                  <a:lnTo>
                    <a:pt x="333326" y="149008"/>
                  </a:lnTo>
                  <a:lnTo>
                    <a:pt x="332667" y="143747"/>
                  </a:lnTo>
                  <a:lnTo>
                    <a:pt x="331841" y="138510"/>
                  </a:lnTo>
                  <a:lnTo>
                    <a:pt x="330849" y="133301"/>
                  </a:lnTo>
                  <a:lnTo>
                    <a:pt x="329693" y="128127"/>
                  </a:lnTo>
                  <a:lnTo>
                    <a:pt x="328373" y="122991"/>
                  </a:lnTo>
                  <a:lnTo>
                    <a:pt x="326891" y="117901"/>
                  </a:lnTo>
                  <a:lnTo>
                    <a:pt x="325248" y="112860"/>
                  </a:lnTo>
                  <a:lnTo>
                    <a:pt x="323446" y="107873"/>
                  </a:lnTo>
                  <a:lnTo>
                    <a:pt x="321487" y="102946"/>
                  </a:lnTo>
                  <a:lnTo>
                    <a:pt x="319373" y="98084"/>
                  </a:lnTo>
                  <a:lnTo>
                    <a:pt x="317105" y="93291"/>
                  </a:lnTo>
                  <a:lnTo>
                    <a:pt x="314687" y="88572"/>
                  </a:lnTo>
                  <a:lnTo>
                    <a:pt x="312120" y="83933"/>
                  </a:lnTo>
                  <a:lnTo>
                    <a:pt x="309408" y="79377"/>
                  </a:lnTo>
                  <a:lnTo>
                    <a:pt x="306552" y="74910"/>
                  </a:lnTo>
                  <a:lnTo>
                    <a:pt x="303556" y="70535"/>
                  </a:lnTo>
                  <a:lnTo>
                    <a:pt x="300423" y="66258"/>
                  </a:lnTo>
                  <a:lnTo>
                    <a:pt x="297156" y="62082"/>
                  </a:lnTo>
                  <a:lnTo>
                    <a:pt x="293758" y="58012"/>
                  </a:lnTo>
                  <a:lnTo>
                    <a:pt x="290233" y="54052"/>
                  </a:lnTo>
                  <a:lnTo>
                    <a:pt x="286584" y="50205"/>
                  </a:lnTo>
                  <a:lnTo>
                    <a:pt x="282814" y="46476"/>
                  </a:lnTo>
                  <a:lnTo>
                    <a:pt x="278929" y="42869"/>
                  </a:lnTo>
                  <a:lnTo>
                    <a:pt x="274930" y="39386"/>
                  </a:lnTo>
                  <a:lnTo>
                    <a:pt x="270824" y="36033"/>
                  </a:lnTo>
                  <a:lnTo>
                    <a:pt x="266613" y="32811"/>
                  </a:lnTo>
                  <a:lnTo>
                    <a:pt x="262302" y="29724"/>
                  </a:lnTo>
                  <a:lnTo>
                    <a:pt x="257895" y="26775"/>
                  </a:lnTo>
                  <a:lnTo>
                    <a:pt x="253397" y="23968"/>
                  </a:lnTo>
                  <a:lnTo>
                    <a:pt x="248813" y="21305"/>
                  </a:lnTo>
                  <a:lnTo>
                    <a:pt x="244146" y="18788"/>
                  </a:lnTo>
                  <a:lnTo>
                    <a:pt x="239402" y="16421"/>
                  </a:lnTo>
                  <a:lnTo>
                    <a:pt x="234585" y="14205"/>
                  </a:lnTo>
                  <a:lnTo>
                    <a:pt x="229700" y="12144"/>
                  </a:lnTo>
                  <a:lnTo>
                    <a:pt x="224752" y="1023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0631"/>
              <a:ext cx="57604" cy="156928"/>
            </a:xfrm>
            <a:custGeom>
              <a:avLst/>
              <a:pathLst>
                <a:path w="57604" h="156928">
                  <a:moveTo>
                    <a:pt x="57604" y="0"/>
                  </a:moveTo>
                  <a:lnTo>
                    <a:pt x="0" y="156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5435"/>
              <a:ext cx="57604" cy="162124"/>
            </a:xfrm>
            <a:custGeom>
              <a:avLst/>
              <a:pathLst>
                <a:path w="57604" h="162124">
                  <a:moveTo>
                    <a:pt x="57604" y="5195"/>
                  </a:moveTo>
                  <a:lnTo>
                    <a:pt x="49246" y="2375"/>
                  </a:lnTo>
                  <a:lnTo>
                    <a:pt x="40752" y="0"/>
                  </a:lnTo>
                  <a:lnTo>
                    <a:pt x="0" y="162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40752" cy="167167"/>
            </a:xfrm>
            <a:custGeom>
              <a:avLst/>
              <a:pathLst>
                <a:path w="40752" h="167167">
                  <a:moveTo>
                    <a:pt x="40752" y="5043"/>
                  </a:moveTo>
                  <a:lnTo>
                    <a:pt x="34065" y="3507"/>
                  </a:lnTo>
                  <a:lnTo>
                    <a:pt x="27321" y="2247"/>
                  </a:lnTo>
                  <a:lnTo>
                    <a:pt x="20531" y="1265"/>
                  </a:lnTo>
                  <a:lnTo>
                    <a:pt x="13706" y="562"/>
                  </a:lnTo>
                  <a:lnTo>
                    <a:pt x="6859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423599" y="3707720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0" y="2097"/>
                  </a:lnTo>
                  <a:lnTo>
                    <a:pt x="135529" y="3017"/>
                  </a:lnTo>
                  <a:lnTo>
                    <a:pt x="130340" y="4102"/>
                  </a:lnTo>
                  <a:lnTo>
                    <a:pt x="125187" y="5351"/>
                  </a:lnTo>
                  <a:lnTo>
                    <a:pt x="120077" y="6763"/>
                  </a:lnTo>
                  <a:lnTo>
                    <a:pt x="115015" y="8337"/>
                  </a:lnTo>
                  <a:lnTo>
                    <a:pt x="110004" y="10070"/>
                  </a:lnTo>
                  <a:lnTo>
                    <a:pt x="105051" y="11961"/>
                  </a:lnTo>
                  <a:lnTo>
                    <a:pt x="100161" y="14008"/>
                  </a:lnTo>
                  <a:lnTo>
                    <a:pt x="95338" y="16209"/>
                  </a:lnTo>
                  <a:lnTo>
                    <a:pt x="90587" y="18562"/>
                  </a:lnTo>
                  <a:lnTo>
                    <a:pt x="85913" y="21065"/>
                  </a:lnTo>
                  <a:lnTo>
                    <a:pt x="81321" y="23714"/>
                  </a:lnTo>
                  <a:lnTo>
                    <a:pt x="76816" y="26508"/>
                  </a:lnTo>
                  <a:lnTo>
                    <a:pt x="72401" y="29443"/>
                  </a:lnTo>
                  <a:lnTo>
                    <a:pt x="68081" y="32517"/>
                  </a:lnTo>
                  <a:lnTo>
                    <a:pt x="63861" y="35726"/>
                  </a:lnTo>
                  <a:lnTo>
                    <a:pt x="59745" y="39067"/>
                  </a:lnTo>
                  <a:lnTo>
                    <a:pt x="55737" y="42537"/>
                  </a:lnTo>
                  <a:lnTo>
                    <a:pt x="51841" y="46133"/>
                  </a:lnTo>
                  <a:lnTo>
                    <a:pt x="48061" y="49850"/>
                  </a:lnTo>
                  <a:lnTo>
                    <a:pt x="44401" y="53686"/>
                  </a:lnTo>
                  <a:lnTo>
                    <a:pt x="40864" y="57635"/>
                  </a:lnTo>
                  <a:lnTo>
                    <a:pt x="37454" y="61695"/>
                  </a:lnTo>
                  <a:lnTo>
                    <a:pt x="34175" y="65860"/>
                  </a:lnTo>
                  <a:lnTo>
                    <a:pt x="31029" y="70128"/>
                  </a:lnTo>
                  <a:lnTo>
                    <a:pt x="28021" y="74493"/>
                  </a:lnTo>
                  <a:lnTo>
                    <a:pt x="25152" y="78951"/>
                  </a:lnTo>
                  <a:lnTo>
                    <a:pt x="22426" y="83498"/>
                  </a:lnTo>
                  <a:lnTo>
                    <a:pt x="19846" y="88130"/>
                  </a:lnTo>
                  <a:lnTo>
                    <a:pt x="17413" y="92840"/>
                  </a:lnTo>
                  <a:lnTo>
                    <a:pt x="15132" y="97626"/>
                  </a:lnTo>
                  <a:lnTo>
                    <a:pt x="13003" y="102481"/>
                  </a:lnTo>
                  <a:lnTo>
                    <a:pt x="11029" y="107402"/>
                  </a:lnTo>
                  <a:lnTo>
                    <a:pt x="9213" y="112382"/>
                  </a:lnTo>
                  <a:lnTo>
                    <a:pt x="7555" y="117418"/>
                  </a:lnTo>
                  <a:lnTo>
                    <a:pt x="6058" y="122504"/>
                  </a:lnTo>
                  <a:lnTo>
                    <a:pt x="4722" y="127635"/>
                  </a:lnTo>
                  <a:lnTo>
                    <a:pt x="3550" y="132805"/>
                  </a:lnTo>
                  <a:lnTo>
                    <a:pt x="2543" y="138010"/>
                  </a:lnTo>
                  <a:lnTo>
                    <a:pt x="1701" y="143244"/>
                  </a:lnTo>
                  <a:lnTo>
                    <a:pt x="1026" y="148503"/>
                  </a:lnTo>
                  <a:lnTo>
                    <a:pt x="518" y="153780"/>
                  </a:lnTo>
                  <a:lnTo>
                    <a:pt x="177" y="159070"/>
                  </a:lnTo>
                  <a:lnTo>
                    <a:pt x="4" y="164369"/>
                  </a:lnTo>
                  <a:lnTo>
                    <a:pt x="0" y="169671"/>
                  </a:lnTo>
                  <a:lnTo>
                    <a:pt x="163" y="174970"/>
                  </a:lnTo>
                  <a:lnTo>
                    <a:pt x="494" y="180261"/>
                  </a:lnTo>
                  <a:lnTo>
                    <a:pt x="993" y="185539"/>
                  </a:lnTo>
                  <a:lnTo>
                    <a:pt x="1660" y="190799"/>
                  </a:lnTo>
                  <a:lnTo>
                    <a:pt x="2492" y="196034"/>
                  </a:lnTo>
                  <a:lnTo>
                    <a:pt x="3490" y="201241"/>
                  </a:lnTo>
                  <a:lnTo>
                    <a:pt x="4653" y="206414"/>
                  </a:lnTo>
                  <a:lnTo>
                    <a:pt x="5979" y="211547"/>
                  </a:lnTo>
                  <a:lnTo>
                    <a:pt x="7468" y="216635"/>
                  </a:lnTo>
                  <a:lnTo>
                    <a:pt x="9117" y="221674"/>
                  </a:lnTo>
                  <a:lnTo>
                    <a:pt x="10925" y="226657"/>
                  </a:lnTo>
                  <a:lnTo>
                    <a:pt x="12890" y="231581"/>
                  </a:lnTo>
                  <a:lnTo>
                    <a:pt x="15010" y="236441"/>
                  </a:lnTo>
                  <a:lnTo>
                    <a:pt x="17283" y="241230"/>
                  </a:lnTo>
                  <a:lnTo>
                    <a:pt x="19707" y="245945"/>
                  </a:lnTo>
                  <a:lnTo>
                    <a:pt x="22279" y="250581"/>
                  </a:lnTo>
                  <a:lnTo>
                    <a:pt x="24997" y="255133"/>
                  </a:lnTo>
                  <a:lnTo>
                    <a:pt x="27858" y="259596"/>
                  </a:lnTo>
                  <a:lnTo>
                    <a:pt x="30859" y="263967"/>
                  </a:lnTo>
                  <a:lnTo>
                    <a:pt x="33997" y="268240"/>
                  </a:lnTo>
                  <a:lnTo>
                    <a:pt x="37269" y="272411"/>
                  </a:lnTo>
                  <a:lnTo>
                    <a:pt x="40672" y="276477"/>
                  </a:lnTo>
                  <a:lnTo>
                    <a:pt x="44201" y="280432"/>
                  </a:lnTo>
                  <a:lnTo>
                    <a:pt x="47855" y="284274"/>
                  </a:lnTo>
                  <a:lnTo>
                    <a:pt x="51628" y="287998"/>
                  </a:lnTo>
                  <a:lnTo>
                    <a:pt x="55518" y="291600"/>
                  </a:lnTo>
                  <a:lnTo>
                    <a:pt x="59520" y="295078"/>
                  </a:lnTo>
                  <a:lnTo>
                    <a:pt x="63630" y="298426"/>
                  </a:lnTo>
                  <a:lnTo>
                    <a:pt x="67844" y="301643"/>
                  </a:lnTo>
                  <a:lnTo>
                    <a:pt x="72159" y="304724"/>
                  </a:lnTo>
                  <a:lnTo>
                    <a:pt x="76568" y="307667"/>
                  </a:lnTo>
                  <a:lnTo>
                    <a:pt x="81069" y="310469"/>
                  </a:lnTo>
                  <a:lnTo>
                    <a:pt x="85657" y="313126"/>
                  </a:lnTo>
                  <a:lnTo>
                    <a:pt x="90326" y="315637"/>
                  </a:lnTo>
                  <a:lnTo>
                    <a:pt x="95073" y="317998"/>
                  </a:lnTo>
                  <a:lnTo>
                    <a:pt x="99892" y="320208"/>
                  </a:lnTo>
                  <a:lnTo>
                    <a:pt x="104779" y="322264"/>
                  </a:lnTo>
                  <a:lnTo>
                    <a:pt x="109728" y="324163"/>
                  </a:lnTo>
                  <a:lnTo>
                    <a:pt x="114735" y="325905"/>
                  </a:lnTo>
                  <a:lnTo>
                    <a:pt x="119795" y="327487"/>
                  </a:lnTo>
                  <a:lnTo>
                    <a:pt x="124903" y="328908"/>
                  </a:lnTo>
                  <a:lnTo>
                    <a:pt x="130053" y="330167"/>
                  </a:lnTo>
                  <a:lnTo>
                    <a:pt x="135240" y="331261"/>
                  </a:lnTo>
                  <a:lnTo>
                    <a:pt x="140460" y="332190"/>
                  </a:lnTo>
                  <a:lnTo>
                    <a:pt x="145706" y="332954"/>
                  </a:lnTo>
                  <a:lnTo>
                    <a:pt x="150974" y="333550"/>
                  </a:lnTo>
                  <a:lnTo>
                    <a:pt x="156258" y="333979"/>
                  </a:lnTo>
                  <a:lnTo>
                    <a:pt x="161553" y="334241"/>
                  </a:lnTo>
                  <a:lnTo>
                    <a:pt x="166854" y="334334"/>
                  </a:lnTo>
                  <a:lnTo>
                    <a:pt x="172155" y="334259"/>
                  </a:lnTo>
                  <a:lnTo>
                    <a:pt x="177451" y="334017"/>
                  </a:lnTo>
                  <a:lnTo>
                    <a:pt x="182737" y="333606"/>
                  </a:lnTo>
                  <a:lnTo>
                    <a:pt x="188007" y="333028"/>
                  </a:lnTo>
                  <a:lnTo>
                    <a:pt x="193256" y="332283"/>
                  </a:lnTo>
                  <a:lnTo>
                    <a:pt x="198479" y="331372"/>
                  </a:lnTo>
                  <a:lnTo>
                    <a:pt x="203670" y="330296"/>
                  </a:lnTo>
                  <a:lnTo>
                    <a:pt x="208824" y="329056"/>
                  </a:lnTo>
                  <a:lnTo>
                    <a:pt x="213937" y="327653"/>
                  </a:lnTo>
                  <a:lnTo>
                    <a:pt x="219002" y="326089"/>
                  </a:lnTo>
                  <a:lnTo>
                    <a:pt x="224016" y="324364"/>
                  </a:lnTo>
                  <a:lnTo>
                    <a:pt x="228972" y="322482"/>
                  </a:lnTo>
                  <a:lnTo>
                    <a:pt x="233866" y="320444"/>
                  </a:lnTo>
                  <a:lnTo>
                    <a:pt x="238693" y="318251"/>
                  </a:lnTo>
                  <a:lnTo>
                    <a:pt x="243448" y="315906"/>
                  </a:lnTo>
                  <a:lnTo>
                    <a:pt x="248126" y="313412"/>
                  </a:lnTo>
                  <a:lnTo>
                    <a:pt x="252723" y="310771"/>
                  </a:lnTo>
                  <a:lnTo>
                    <a:pt x="257233" y="307985"/>
                  </a:lnTo>
                  <a:lnTo>
                    <a:pt x="261653" y="305057"/>
                  </a:lnTo>
                  <a:lnTo>
                    <a:pt x="265978" y="301991"/>
                  </a:lnTo>
                  <a:lnTo>
                    <a:pt x="270204" y="298789"/>
                  </a:lnTo>
                  <a:lnTo>
                    <a:pt x="274326" y="295455"/>
                  </a:lnTo>
                  <a:lnTo>
                    <a:pt x="278340" y="291992"/>
                  </a:lnTo>
                  <a:lnTo>
                    <a:pt x="282242" y="288404"/>
                  </a:lnTo>
                  <a:lnTo>
                    <a:pt x="286029" y="284693"/>
                  </a:lnTo>
                  <a:lnTo>
                    <a:pt x="289696" y="280864"/>
                  </a:lnTo>
                  <a:lnTo>
                    <a:pt x="293240" y="276921"/>
                  </a:lnTo>
                  <a:lnTo>
                    <a:pt x="296656" y="272867"/>
                  </a:lnTo>
                  <a:lnTo>
                    <a:pt x="299943" y="268707"/>
                  </a:lnTo>
                  <a:lnTo>
                    <a:pt x="303096" y="264445"/>
                  </a:lnTo>
                  <a:lnTo>
                    <a:pt x="306113" y="260086"/>
                  </a:lnTo>
                  <a:lnTo>
                    <a:pt x="308989" y="255632"/>
                  </a:lnTo>
                  <a:lnTo>
                    <a:pt x="311723" y="251090"/>
                  </a:lnTo>
                  <a:lnTo>
                    <a:pt x="314312" y="246463"/>
                  </a:lnTo>
                  <a:lnTo>
                    <a:pt x="316752" y="241757"/>
                  </a:lnTo>
                  <a:lnTo>
                    <a:pt x="319042" y="236975"/>
                  </a:lnTo>
                  <a:lnTo>
                    <a:pt x="321179" y="232124"/>
                  </a:lnTo>
                  <a:lnTo>
                    <a:pt x="323162" y="227207"/>
                  </a:lnTo>
                  <a:lnTo>
                    <a:pt x="324987" y="222229"/>
                  </a:lnTo>
                  <a:lnTo>
                    <a:pt x="326654" y="217196"/>
                  </a:lnTo>
                  <a:lnTo>
                    <a:pt x="328160" y="212113"/>
                  </a:lnTo>
                  <a:lnTo>
                    <a:pt x="329504" y="206985"/>
                  </a:lnTo>
                  <a:lnTo>
                    <a:pt x="330685" y="201817"/>
                  </a:lnTo>
                  <a:lnTo>
                    <a:pt x="331702" y="196613"/>
                  </a:lnTo>
                  <a:lnTo>
                    <a:pt x="332553" y="191381"/>
                  </a:lnTo>
                  <a:lnTo>
                    <a:pt x="333237" y="186123"/>
                  </a:lnTo>
                  <a:lnTo>
                    <a:pt x="333755" y="180847"/>
                  </a:lnTo>
                  <a:lnTo>
                    <a:pt x="334105" y="175557"/>
                  </a:lnTo>
                  <a:lnTo>
                    <a:pt x="334287" y="170259"/>
                  </a:lnTo>
                  <a:lnTo>
                    <a:pt x="334301" y="164957"/>
                  </a:lnTo>
                  <a:lnTo>
                    <a:pt x="334147" y="159658"/>
                  </a:lnTo>
                  <a:lnTo>
                    <a:pt x="333825" y="154366"/>
                  </a:lnTo>
                  <a:lnTo>
                    <a:pt x="333335" y="149087"/>
                  </a:lnTo>
                  <a:lnTo>
                    <a:pt x="332678" y="143826"/>
                  </a:lnTo>
                  <a:lnTo>
                    <a:pt x="331855" y="138589"/>
                  </a:lnTo>
                  <a:lnTo>
                    <a:pt x="330866" y="133381"/>
                  </a:lnTo>
                  <a:lnTo>
                    <a:pt x="329712" y="128206"/>
                  </a:lnTo>
                  <a:lnTo>
                    <a:pt x="328395" y="123071"/>
                  </a:lnTo>
                  <a:lnTo>
                    <a:pt x="326915" y="117980"/>
                  </a:lnTo>
                  <a:lnTo>
                    <a:pt x="325275" y="112938"/>
                  </a:lnTo>
                  <a:lnTo>
                    <a:pt x="323476" y="107951"/>
                  </a:lnTo>
                  <a:lnTo>
                    <a:pt x="321520" y="103024"/>
                  </a:lnTo>
                  <a:lnTo>
                    <a:pt x="319408" y="98161"/>
                  </a:lnTo>
                  <a:lnTo>
                    <a:pt x="317144" y="93368"/>
                  </a:lnTo>
                  <a:lnTo>
                    <a:pt x="314728" y="88648"/>
                  </a:lnTo>
                  <a:lnTo>
                    <a:pt x="312164" y="84008"/>
                  </a:lnTo>
                  <a:lnTo>
                    <a:pt x="309454" y="79451"/>
                  </a:lnTo>
                  <a:lnTo>
                    <a:pt x="306601" y="74983"/>
                  </a:lnTo>
                  <a:lnTo>
                    <a:pt x="303608" y="70607"/>
                  </a:lnTo>
                  <a:lnTo>
                    <a:pt x="300477" y="66329"/>
                  </a:lnTo>
                  <a:lnTo>
                    <a:pt x="297212" y="62151"/>
                  </a:lnTo>
                  <a:lnTo>
                    <a:pt x="293817" y="58080"/>
                  </a:lnTo>
                  <a:lnTo>
                    <a:pt x="290294" y="54118"/>
                  </a:lnTo>
                  <a:lnTo>
                    <a:pt x="286647" y="50270"/>
                  </a:lnTo>
                  <a:lnTo>
                    <a:pt x="282880" y="46539"/>
                  </a:lnTo>
                  <a:lnTo>
                    <a:pt x="278997" y="42930"/>
                  </a:lnTo>
                  <a:lnTo>
                    <a:pt x="275001" y="39446"/>
                  </a:lnTo>
                  <a:lnTo>
                    <a:pt x="270897" y="36090"/>
                  </a:lnTo>
                  <a:lnTo>
                    <a:pt x="266688" y="32866"/>
                  </a:lnTo>
                  <a:lnTo>
                    <a:pt x="262380" y="29777"/>
                  </a:lnTo>
                  <a:lnTo>
                    <a:pt x="257975" y="26827"/>
                  </a:lnTo>
                  <a:lnTo>
                    <a:pt x="253479" y="24017"/>
                  </a:lnTo>
                  <a:lnTo>
                    <a:pt x="248896" y="21351"/>
                  </a:lnTo>
                  <a:lnTo>
                    <a:pt x="244231" y="18832"/>
                  </a:lnTo>
                  <a:lnTo>
                    <a:pt x="239489" y="16463"/>
                  </a:lnTo>
                  <a:lnTo>
                    <a:pt x="234674" y="14245"/>
                  </a:lnTo>
                  <a:lnTo>
                    <a:pt x="229791" y="12180"/>
                  </a:lnTo>
                  <a:lnTo>
                    <a:pt x="224844" y="10272"/>
                  </a:lnTo>
                  <a:lnTo>
                    <a:pt x="219840" y="8521"/>
                  </a:lnTo>
                  <a:lnTo>
                    <a:pt x="214783" y="6930"/>
                  </a:lnTo>
                  <a:lnTo>
                    <a:pt x="209678" y="5500"/>
                  </a:lnTo>
                  <a:lnTo>
                    <a:pt x="204530" y="4233"/>
                  </a:lnTo>
                  <a:lnTo>
                    <a:pt x="199345" y="3129"/>
                  </a:lnTo>
                  <a:lnTo>
                    <a:pt x="194127" y="2191"/>
                  </a:lnTo>
                  <a:lnTo>
                    <a:pt x="188882" y="1418"/>
                  </a:lnTo>
                  <a:lnTo>
                    <a:pt x="183615" y="813"/>
                  </a:lnTo>
                  <a:lnTo>
                    <a:pt x="178332" y="374"/>
                  </a:lnTo>
                  <a:lnTo>
                    <a:pt x="173037" y="103"/>
                  </a:lnTo>
                  <a:lnTo>
                    <a:pt x="167736" y="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1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588" cy="167167"/>
            </a:xfrm>
            <a:custGeom>
              <a:avLst/>
              <a:pathLst>
                <a:path w="588" h="167167">
                  <a:moveTo>
                    <a:pt x="588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39" y="4213821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0" y="2097"/>
                  </a:lnTo>
                  <a:lnTo>
                    <a:pt x="135529" y="3017"/>
                  </a:lnTo>
                  <a:lnTo>
                    <a:pt x="130340" y="4102"/>
                  </a:lnTo>
                  <a:lnTo>
                    <a:pt x="125187" y="5351"/>
                  </a:lnTo>
                  <a:lnTo>
                    <a:pt x="120077" y="6763"/>
                  </a:lnTo>
                  <a:lnTo>
                    <a:pt x="115015" y="8337"/>
                  </a:lnTo>
                  <a:lnTo>
                    <a:pt x="110004" y="10070"/>
                  </a:lnTo>
                  <a:lnTo>
                    <a:pt x="105051" y="11961"/>
                  </a:lnTo>
                  <a:lnTo>
                    <a:pt x="100161" y="14008"/>
                  </a:lnTo>
                  <a:lnTo>
                    <a:pt x="95338" y="16209"/>
                  </a:lnTo>
                  <a:lnTo>
                    <a:pt x="90587" y="18562"/>
                  </a:lnTo>
                  <a:lnTo>
                    <a:pt x="85913" y="21065"/>
                  </a:lnTo>
                  <a:lnTo>
                    <a:pt x="81321" y="23714"/>
                  </a:lnTo>
                  <a:lnTo>
                    <a:pt x="76816" y="26508"/>
                  </a:lnTo>
                  <a:lnTo>
                    <a:pt x="72401" y="29443"/>
                  </a:lnTo>
                  <a:lnTo>
                    <a:pt x="68081" y="32517"/>
                  </a:lnTo>
                  <a:lnTo>
                    <a:pt x="63861" y="35726"/>
                  </a:lnTo>
                  <a:lnTo>
                    <a:pt x="59745" y="39067"/>
                  </a:lnTo>
                  <a:lnTo>
                    <a:pt x="55737" y="42537"/>
                  </a:lnTo>
                  <a:lnTo>
                    <a:pt x="51841" y="46133"/>
                  </a:lnTo>
                  <a:lnTo>
                    <a:pt x="48061" y="49850"/>
                  </a:lnTo>
                  <a:lnTo>
                    <a:pt x="44401" y="53686"/>
                  </a:lnTo>
                  <a:lnTo>
                    <a:pt x="40864" y="57635"/>
                  </a:lnTo>
                  <a:lnTo>
                    <a:pt x="37454" y="61695"/>
                  </a:lnTo>
                  <a:lnTo>
                    <a:pt x="34175" y="65860"/>
                  </a:lnTo>
                  <a:lnTo>
                    <a:pt x="31029" y="70128"/>
                  </a:lnTo>
                  <a:lnTo>
                    <a:pt x="28021" y="74493"/>
                  </a:lnTo>
                  <a:lnTo>
                    <a:pt x="25152" y="78951"/>
                  </a:lnTo>
                  <a:lnTo>
                    <a:pt x="22426" y="83498"/>
                  </a:lnTo>
                  <a:lnTo>
                    <a:pt x="19846" y="88130"/>
                  </a:lnTo>
                  <a:lnTo>
                    <a:pt x="17413" y="92840"/>
                  </a:lnTo>
                  <a:lnTo>
                    <a:pt x="15132" y="97626"/>
                  </a:lnTo>
                  <a:lnTo>
                    <a:pt x="13003" y="102481"/>
                  </a:lnTo>
                  <a:lnTo>
                    <a:pt x="11029" y="107402"/>
                  </a:lnTo>
                  <a:lnTo>
                    <a:pt x="9213" y="112382"/>
                  </a:lnTo>
                  <a:lnTo>
                    <a:pt x="7555" y="117418"/>
                  </a:lnTo>
                  <a:lnTo>
                    <a:pt x="6058" y="122504"/>
                  </a:lnTo>
                  <a:lnTo>
                    <a:pt x="4722" y="127635"/>
                  </a:lnTo>
                  <a:lnTo>
                    <a:pt x="3550" y="132805"/>
                  </a:lnTo>
                  <a:lnTo>
                    <a:pt x="2543" y="138010"/>
                  </a:lnTo>
                  <a:lnTo>
                    <a:pt x="1701" y="143244"/>
                  </a:lnTo>
                  <a:lnTo>
                    <a:pt x="1026" y="148503"/>
                  </a:lnTo>
                  <a:lnTo>
                    <a:pt x="518" y="153780"/>
                  </a:lnTo>
                  <a:lnTo>
                    <a:pt x="177" y="159070"/>
                  </a:lnTo>
                  <a:lnTo>
                    <a:pt x="4" y="164369"/>
                  </a:lnTo>
                  <a:lnTo>
                    <a:pt x="0" y="169671"/>
                  </a:lnTo>
                  <a:lnTo>
                    <a:pt x="163" y="174970"/>
                  </a:lnTo>
                  <a:lnTo>
                    <a:pt x="494" y="180261"/>
                  </a:lnTo>
                  <a:lnTo>
                    <a:pt x="993" y="185539"/>
                  </a:lnTo>
                  <a:lnTo>
                    <a:pt x="1660" y="190799"/>
                  </a:lnTo>
                  <a:lnTo>
                    <a:pt x="2492" y="196034"/>
                  </a:lnTo>
                  <a:lnTo>
                    <a:pt x="3490" y="201241"/>
                  </a:lnTo>
                  <a:lnTo>
                    <a:pt x="4653" y="206414"/>
                  </a:lnTo>
                  <a:lnTo>
                    <a:pt x="5979" y="211547"/>
                  </a:lnTo>
                  <a:lnTo>
                    <a:pt x="7468" y="216635"/>
                  </a:lnTo>
                  <a:lnTo>
                    <a:pt x="9117" y="221674"/>
                  </a:lnTo>
                  <a:lnTo>
                    <a:pt x="10925" y="226657"/>
                  </a:lnTo>
                  <a:lnTo>
                    <a:pt x="12890" y="231581"/>
                  </a:lnTo>
                  <a:lnTo>
                    <a:pt x="15010" y="236441"/>
                  </a:lnTo>
                  <a:lnTo>
                    <a:pt x="17283" y="241230"/>
                  </a:lnTo>
                  <a:lnTo>
                    <a:pt x="19707" y="245945"/>
                  </a:lnTo>
                  <a:lnTo>
                    <a:pt x="22279" y="250581"/>
                  </a:lnTo>
                  <a:lnTo>
                    <a:pt x="24997" y="255133"/>
                  </a:lnTo>
                  <a:lnTo>
                    <a:pt x="27858" y="259596"/>
                  </a:lnTo>
                  <a:lnTo>
                    <a:pt x="30859" y="263967"/>
                  </a:lnTo>
                  <a:lnTo>
                    <a:pt x="33997" y="268240"/>
                  </a:lnTo>
                  <a:lnTo>
                    <a:pt x="37269" y="272411"/>
                  </a:lnTo>
                  <a:lnTo>
                    <a:pt x="40672" y="276477"/>
                  </a:lnTo>
                  <a:lnTo>
                    <a:pt x="44201" y="280432"/>
                  </a:lnTo>
                  <a:lnTo>
                    <a:pt x="47855" y="284274"/>
                  </a:lnTo>
                  <a:lnTo>
                    <a:pt x="51628" y="287998"/>
                  </a:lnTo>
                  <a:lnTo>
                    <a:pt x="55518" y="291600"/>
                  </a:lnTo>
                  <a:lnTo>
                    <a:pt x="59520" y="295078"/>
                  </a:lnTo>
                  <a:lnTo>
                    <a:pt x="63630" y="298426"/>
                  </a:lnTo>
                  <a:lnTo>
                    <a:pt x="67844" y="301643"/>
                  </a:lnTo>
                  <a:lnTo>
                    <a:pt x="72159" y="304724"/>
                  </a:lnTo>
                  <a:lnTo>
                    <a:pt x="76568" y="307667"/>
                  </a:lnTo>
                  <a:lnTo>
                    <a:pt x="81069" y="310469"/>
                  </a:lnTo>
                  <a:lnTo>
                    <a:pt x="85657" y="313126"/>
                  </a:lnTo>
                  <a:lnTo>
                    <a:pt x="90326" y="315637"/>
                  </a:lnTo>
                  <a:lnTo>
                    <a:pt x="95073" y="317998"/>
                  </a:lnTo>
                  <a:lnTo>
                    <a:pt x="99892" y="320208"/>
                  </a:lnTo>
                  <a:lnTo>
                    <a:pt x="104779" y="322264"/>
                  </a:lnTo>
                  <a:lnTo>
                    <a:pt x="109728" y="324163"/>
                  </a:lnTo>
                  <a:lnTo>
                    <a:pt x="114735" y="325905"/>
                  </a:lnTo>
                  <a:lnTo>
                    <a:pt x="119795" y="327487"/>
                  </a:lnTo>
                  <a:lnTo>
                    <a:pt x="124903" y="328908"/>
                  </a:lnTo>
                  <a:lnTo>
                    <a:pt x="130053" y="330167"/>
                  </a:lnTo>
                  <a:lnTo>
                    <a:pt x="135240" y="331261"/>
                  </a:lnTo>
                  <a:lnTo>
                    <a:pt x="140460" y="332190"/>
                  </a:lnTo>
                  <a:lnTo>
                    <a:pt x="145706" y="332954"/>
                  </a:lnTo>
                  <a:lnTo>
                    <a:pt x="150974" y="333550"/>
                  </a:lnTo>
                  <a:lnTo>
                    <a:pt x="156258" y="333979"/>
                  </a:lnTo>
                  <a:lnTo>
                    <a:pt x="161553" y="334241"/>
                  </a:lnTo>
                  <a:lnTo>
                    <a:pt x="166854" y="334334"/>
                  </a:lnTo>
                  <a:lnTo>
                    <a:pt x="172155" y="334259"/>
                  </a:lnTo>
                  <a:lnTo>
                    <a:pt x="177451" y="334017"/>
                  </a:lnTo>
                  <a:lnTo>
                    <a:pt x="182737" y="333606"/>
                  </a:lnTo>
                  <a:lnTo>
                    <a:pt x="188007" y="333028"/>
                  </a:lnTo>
                  <a:lnTo>
                    <a:pt x="193256" y="332283"/>
                  </a:lnTo>
                  <a:lnTo>
                    <a:pt x="198479" y="331372"/>
                  </a:lnTo>
                  <a:lnTo>
                    <a:pt x="203670" y="330296"/>
                  </a:lnTo>
                  <a:lnTo>
                    <a:pt x="208824" y="329056"/>
                  </a:lnTo>
                  <a:lnTo>
                    <a:pt x="213937" y="327653"/>
                  </a:lnTo>
                  <a:lnTo>
                    <a:pt x="219002" y="326089"/>
                  </a:lnTo>
                  <a:lnTo>
                    <a:pt x="224016" y="324364"/>
                  </a:lnTo>
                  <a:lnTo>
                    <a:pt x="228972" y="322482"/>
                  </a:lnTo>
                  <a:lnTo>
                    <a:pt x="233866" y="320444"/>
                  </a:lnTo>
                  <a:lnTo>
                    <a:pt x="238693" y="318251"/>
                  </a:lnTo>
                  <a:lnTo>
                    <a:pt x="243448" y="315906"/>
                  </a:lnTo>
                  <a:lnTo>
                    <a:pt x="248126" y="313412"/>
                  </a:lnTo>
                  <a:lnTo>
                    <a:pt x="252723" y="310771"/>
                  </a:lnTo>
                  <a:lnTo>
                    <a:pt x="257233" y="307985"/>
                  </a:lnTo>
                  <a:lnTo>
                    <a:pt x="261653" y="305057"/>
                  </a:lnTo>
                  <a:lnTo>
                    <a:pt x="265978" y="301991"/>
                  </a:lnTo>
                  <a:lnTo>
                    <a:pt x="270204" y="298789"/>
                  </a:lnTo>
                  <a:lnTo>
                    <a:pt x="274326" y="295455"/>
                  </a:lnTo>
                  <a:lnTo>
                    <a:pt x="278340" y="291992"/>
                  </a:lnTo>
                  <a:lnTo>
                    <a:pt x="282242" y="288404"/>
                  </a:lnTo>
                  <a:lnTo>
                    <a:pt x="286029" y="284693"/>
                  </a:lnTo>
                  <a:lnTo>
                    <a:pt x="289696" y="280864"/>
                  </a:lnTo>
                  <a:lnTo>
                    <a:pt x="293240" y="276921"/>
                  </a:lnTo>
                  <a:lnTo>
                    <a:pt x="296656" y="272867"/>
                  </a:lnTo>
                  <a:lnTo>
                    <a:pt x="299943" y="268707"/>
                  </a:lnTo>
                  <a:lnTo>
                    <a:pt x="303096" y="264445"/>
                  </a:lnTo>
                  <a:lnTo>
                    <a:pt x="306113" y="260086"/>
                  </a:lnTo>
                  <a:lnTo>
                    <a:pt x="308989" y="255632"/>
                  </a:lnTo>
                  <a:lnTo>
                    <a:pt x="311723" y="251090"/>
                  </a:lnTo>
                  <a:lnTo>
                    <a:pt x="314312" y="246463"/>
                  </a:lnTo>
                  <a:lnTo>
                    <a:pt x="316752" y="241757"/>
                  </a:lnTo>
                  <a:lnTo>
                    <a:pt x="319042" y="236975"/>
                  </a:lnTo>
                  <a:lnTo>
                    <a:pt x="321179" y="232124"/>
                  </a:lnTo>
                  <a:lnTo>
                    <a:pt x="323162" y="227207"/>
                  </a:lnTo>
                  <a:lnTo>
                    <a:pt x="324987" y="222229"/>
                  </a:lnTo>
                  <a:lnTo>
                    <a:pt x="326654" y="217196"/>
                  </a:lnTo>
                  <a:lnTo>
                    <a:pt x="328160" y="212113"/>
                  </a:lnTo>
                  <a:lnTo>
                    <a:pt x="329504" y="206985"/>
                  </a:lnTo>
                  <a:lnTo>
                    <a:pt x="330685" y="201817"/>
                  </a:lnTo>
                  <a:lnTo>
                    <a:pt x="331702" y="196613"/>
                  </a:lnTo>
                  <a:lnTo>
                    <a:pt x="332553" y="191381"/>
                  </a:lnTo>
                  <a:lnTo>
                    <a:pt x="333237" y="186123"/>
                  </a:lnTo>
                  <a:lnTo>
                    <a:pt x="333755" y="180847"/>
                  </a:lnTo>
                  <a:lnTo>
                    <a:pt x="334105" y="175557"/>
                  </a:lnTo>
                  <a:lnTo>
                    <a:pt x="334287" y="170259"/>
                  </a:lnTo>
                  <a:lnTo>
                    <a:pt x="334301" y="164957"/>
                  </a:lnTo>
                  <a:lnTo>
                    <a:pt x="334147" y="159658"/>
                  </a:lnTo>
                  <a:lnTo>
                    <a:pt x="333825" y="154366"/>
                  </a:lnTo>
                  <a:lnTo>
                    <a:pt x="333335" y="149087"/>
                  </a:lnTo>
                  <a:lnTo>
                    <a:pt x="332678" y="143826"/>
                  </a:lnTo>
                  <a:lnTo>
                    <a:pt x="331855" y="138589"/>
                  </a:lnTo>
                  <a:lnTo>
                    <a:pt x="330866" y="133381"/>
                  </a:lnTo>
                  <a:lnTo>
                    <a:pt x="329712" y="128206"/>
                  </a:lnTo>
                  <a:lnTo>
                    <a:pt x="328395" y="123071"/>
                  </a:lnTo>
                  <a:lnTo>
                    <a:pt x="326915" y="117980"/>
                  </a:lnTo>
                  <a:lnTo>
                    <a:pt x="325275" y="112938"/>
                  </a:lnTo>
                  <a:lnTo>
                    <a:pt x="323476" y="107951"/>
                  </a:lnTo>
                  <a:lnTo>
                    <a:pt x="321520" y="103024"/>
                  </a:lnTo>
                  <a:lnTo>
                    <a:pt x="319408" y="98161"/>
                  </a:lnTo>
                  <a:lnTo>
                    <a:pt x="317144" y="93368"/>
                  </a:lnTo>
                  <a:lnTo>
                    <a:pt x="314728" y="88648"/>
                  </a:lnTo>
                  <a:lnTo>
                    <a:pt x="312164" y="84008"/>
                  </a:lnTo>
                  <a:lnTo>
                    <a:pt x="309454" y="79451"/>
                  </a:lnTo>
                  <a:lnTo>
                    <a:pt x="306601" y="74983"/>
                  </a:lnTo>
                  <a:lnTo>
                    <a:pt x="303608" y="70607"/>
                  </a:lnTo>
                  <a:lnTo>
                    <a:pt x="300477" y="66329"/>
                  </a:lnTo>
                  <a:lnTo>
                    <a:pt x="297212" y="62151"/>
                  </a:lnTo>
                  <a:lnTo>
                    <a:pt x="293817" y="58080"/>
                  </a:lnTo>
                  <a:lnTo>
                    <a:pt x="290294" y="54118"/>
                  </a:lnTo>
                  <a:lnTo>
                    <a:pt x="286647" y="50270"/>
                  </a:lnTo>
                  <a:lnTo>
                    <a:pt x="282880" y="46539"/>
                  </a:lnTo>
                  <a:lnTo>
                    <a:pt x="278997" y="42930"/>
                  </a:lnTo>
                  <a:lnTo>
                    <a:pt x="275001" y="39446"/>
                  </a:lnTo>
                  <a:lnTo>
                    <a:pt x="270897" y="36090"/>
                  </a:lnTo>
                  <a:lnTo>
                    <a:pt x="266688" y="32866"/>
                  </a:lnTo>
                  <a:lnTo>
                    <a:pt x="262380" y="29777"/>
                  </a:lnTo>
                  <a:lnTo>
                    <a:pt x="257975" y="26827"/>
                  </a:lnTo>
                  <a:lnTo>
                    <a:pt x="253479" y="24017"/>
                  </a:lnTo>
                  <a:lnTo>
                    <a:pt x="248896" y="21351"/>
                  </a:lnTo>
                  <a:lnTo>
                    <a:pt x="244231" y="18832"/>
                  </a:lnTo>
                  <a:lnTo>
                    <a:pt x="239489" y="16463"/>
                  </a:lnTo>
                  <a:lnTo>
                    <a:pt x="234674" y="14245"/>
                  </a:lnTo>
                  <a:lnTo>
                    <a:pt x="229791" y="12180"/>
                  </a:lnTo>
                  <a:lnTo>
                    <a:pt x="224844" y="10272"/>
                  </a:lnTo>
                  <a:lnTo>
                    <a:pt x="219840" y="8521"/>
                  </a:lnTo>
                  <a:lnTo>
                    <a:pt x="214783" y="6930"/>
                  </a:lnTo>
                  <a:lnTo>
                    <a:pt x="209678" y="5500"/>
                  </a:lnTo>
                  <a:lnTo>
                    <a:pt x="204530" y="4233"/>
                  </a:lnTo>
                  <a:lnTo>
                    <a:pt x="199345" y="3129"/>
                  </a:lnTo>
                  <a:lnTo>
                    <a:pt x="194127" y="2191"/>
                  </a:lnTo>
                  <a:lnTo>
                    <a:pt x="188882" y="1418"/>
                  </a:lnTo>
                  <a:lnTo>
                    <a:pt x="183615" y="813"/>
                  </a:lnTo>
                  <a:lnTo>
                    <a:pt x="178332" y="374"/>
                  </a:lnTo>
                  <a:lnTo>
                    <a:pt x="173037" y="103"/>
                  </a:lnTo>
                  <a:lnTo>
                    <a:pt x="167736" y="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2"/>
              <a:ext cx="588" cy="167166"/>
            </a:xfrm>
            <a:custGeom>
              <a:avLst/>
              <a:pathLst>
                <a:path w="588" h="167166">
                  <a:moveTo>
                    <a:pt x="588" y="0"/>
                  </a:moveTo>
                  <a:lnTo>
                    <a:pt x="0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588" cy="167167"/>
            </a:xfrm>
            <a:custGeom>
              <a:avLst/>
              <a:pathLst>
                <a:path w="588" h="167167">
                  <a:moveTo>
                    <a:pt x="588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358" y="4659281"/>
              <a:ext cx="167166" cy="194392"/>
            </a:xfrm>
            <a:custGeom>
              <a:avLst/>
              <a:pathLst>
                <a:path w="167166" h="194392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4" y="775"/>
                  </a:lnTo>
                  <a:lnTo>
                    <a:pt x="145749" y="1377"/>
                  </a:lnTo>
                  <a:lnTo>
                    <a:pt x="140436" y="2150"/>
                  </a:lnTo>
                  <a:lnTo>
                    <a:pt x="135150" y="3094"/>
                  </a:lnTo>
                  <a:lnTo>
                    <a:pt x="129898" y="4207"/>
                  </a:lnTo>
                  <a:lnTo>
                    <a:pt x="124684" y="5488"/>
                  </a:lnTo>
                  <a:lnTo>
                    <a:pt x="119514" y="6935"/>
                  </a:lnTo>
                  <a:lnTo>
                    <a:pt x="114393" y="8548"/>
                  </a:lnTo>
                  <a:lnTo>
                    <a:pt x="109327" y="10324"/>
                  </a:lnTo>
                  <a:lnTo>
                    <a:pt x="104320" y="12263"/>
                  </a:lnTo>
                  <a:lnTo>
                    <a:pt x="99378" y="14361"/>
                  </a:lnTo>
                  <a:lnTo>
                    <a:pt x="94506" y="16616"/>
                  </a:lnTo>
                  <a:lnTo>
                    <a:pt x="89709" y="19027"/>
                  </a:lnTo>
                  <a:lnTo>
                    <a:pt x="84992" y="21591"/>
                  </a:lnTo>
                  <a:lnTo>
                    <a:pt x="80359" y="24305"/>
                  </a:lnTo>
                  <a:lnTo>
                    <a:pt x="75816" y="27166"/>
                  </a:lnTo>
                  <a:lnTo>
                    <a:pt x="71368" y="30172"/>
                  </a:lnTo>
                  <a:lnTo>
                    <a:pt x="67018" y="33319"/>
                  </a:lnTo>
                  <a:lnTo>
                    <a:pt x="62771" y="36604"/>
                  </a:lnTo>
                  <a:lnTo>
                    <a:pt x="58632" y="40024"/>
                  </a:lnTo>
                  <a:lnTo>
                    <a:pt x="54605" y="43575"/>
                  </a:lnTo>
                  <a:lnTo>
                    <a:pt x="50695" y="47253"/>
                  </a:lnTo>
                  <a:lnTo>
                    <a:pt x="46904" y="51055"/>
                  </a:lnTo>
                  <a:lnTo>
                    <a:pt x="43237" y="54977"/>
                  </a:lnTo>
                  <a:lnTo>
                    <a:pt x="39698" y="59015"/>
                  </a:lnTo>
                  <a:lnTo>
                    <a:pt x="36291" y="63164"/>
                  </a:lnTo>
                  <a:lnTo>
                    <a:pt x="33019" y="67420"/>
                  </a:lnTo>
                  <a:lnTo>
                    <a:pt x="29885" y="71779"/>
                  </a:lnTo>
                  <a:lnTo>
                    <a:pt x="26892" y="76237"/>
                  </a:lnTo>
                  <a:lnTo>
                    <a:pt x="24045" y="80789"/>
                  </a:lnTo>
                  <a:lnTo>
                    <a:pt x="21345" y="85429"/>
                  </a:lnTo>
                  <a:lnTo>
                    <a:pt x="18795" y="90154"/>
                  </a:lnTo>
                  <a:lnTo>
                    <a:pt x="16399" y="94958"/>
                  </a:lnTo>
                  <a:lnTo>
                    <a:pt x="14158" y="99837"/>
                  </a:lnTo>
                  <a:lnTo>
                    <a:pt x="12074" y="104785"/>
                  </a:lnTo>
                  <a:lnTo>
                    <a:pt x="10151" y="109798"/>
                  </a:lnTo>
                  <a:lnTo>
                    <a:pt x="8390" y="114870"/>
                  </a:lnTo>
                  <a:lnTo>
                    <a:pt x="6792" y="119995"/>
                  </a:lnTo>
                  <a:lnTo>
                    <a:pt x="5360" y="125170"/>
                  </a:lnTo>
                  <a:lnTo>
                    <a:pt x="4095" y="130387"/>
                  </a:lnTo>
                  <a:lnTo>
                    <a:pt x="2998" y="135643"/>
                  </a:lnTo>
                  <a:lnTo>
                    <a:pt x="2070" y="140931"/>
                  </a:lnTo>
                  <a:lnTo>
                    <a:pt x="1313" y="146246"/>
                  </a:lnTo>
                  <a:lnTo>
                    <a:pt x="727" y="151583"/>
                  </a:lnTo>
                  <a:lnTo>
                    <a:pt x="312" y="156936"/>
                  </a:lnTo>
                  <a:lnTo>
                    <a:pt x="70" y="162299"/>
                  </a:lnTo>
                  <a:lnTo>
                    <a:pt x="0" y="167668"/>
                  </a:lnTo>
                  <a:lnTo>
                    <a:pt x="102" y="173036"/>
                  </a:lnTo>
                  <a:lnTo>
                    <a:pt x="376" y="178398"/>
                  </a:lnTo>
                  <a:lnTo>
                    <a:pt x="823" y="183748"/>
                  </a:lnTo>
                  <a:lnTo>
                    <a:pt x="1441" y="189081"/>
                  </a:lnTo>
                  <a:lnTo>
                    <a:pt x="2231" y="19439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1589" y="4826449"/>
              <a:ext cx="164935" cy="27224"/>
            </a:xfrm>
            <a:custGeom>
              <a:avLst/>
              <a:pathLst>
                <a:path w="164935" h="27224">
                  <a:moveTo>
                    <a:pt x="0" y="27224"/>
                  </a:moveTo>
                  <a:lnTo>
                    <a:pt x="1649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1589" y="4826449"/>
              <a:ext cx="164935" cy="42176"/>
            </a:xfrm>
            <a:custGeom>
              <a:avLst/>
              <a:pathLst>
                <a:path w="164935" h="42176">
                  <a:moveTo>
                    <a:pt x="0" y="27224"/>
                  </a:moveTo>
                  <a:lnTo>
                    <a:pt x="3176" y="42176"/>
                  </a:lnTo>
                  <a:lnTo>
                    <a:pt x="16493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765" y="4659281"/>
              <a:ext cx="328917" cy="334325"/>
            </a:xfrm>
            <a:custGeom>
              <a:avLst/>
              <a:pathLst>
                <a:path w="328917" h="334325">
                  <a:moveTo>
                    <a:pt x="0" y="209343"/>
                  </a:moveTo>
                  <a:lnTo>
                    <a:pt x="1424" y="214471"/>
                  </a:lnTo>
                  <a:lnTo>
                    <a:pt x="3011" y="219551"/>
                  </a:lnTo>
                  <a:lnTo>
                    <a:pt x="4759" y="224578"/>
                  </a:lnTo>
                  <a:lnTo>
                    <a:pt x="6666" y="229547"/>
                  </a:lnTo>
                  <a:lnTo>
                    <a:pt x="8731" y="234452"/>
                  </a:lnTo>
                  <a:lnTo>
                    <a:pt x="10950" y="239289"/>
                  </a:lnTo>
                  <a:lnTo>
                    <a:pt x="13322" y="244053"/>
                  </a:lnTo>
                  <a:lnTo>
                    <a:pt x="15845" y="248739"/>
                  </a:lnTo>
                  <a:lnTo>
                    <a:pt x="18516" y="253343"/>
                  </a:lnTo>
                  <a:lnTo>
                    <a:pt x="21331" y="257859"/>
                  </a:lnTo>
                  <a:lnTo>
                    <a:pt x="24290" y="262283"/>
                  </a:lnTo>
                  <a:lnTo>
                    <a:pt x="27387" y="266611"/>
                  </a:lnTo>
                  <a:lnTo>
                    <a:pt x="30621" y="270838"/>
                  </a:lnTo>
                  <a:lnTo>
                    <a:pt x="33987" y="274960"/>
                  </a:lnTo>
                  <a:lnTo>
                    <a:pt x="37483" y="278973"/>
                  </a:lnTo>
                  <a:lnTo>
                    <a:pt x="41105" y="282872"/>
                  </a:lnTo>
                  <a:lnTo>
                    <a:pt x="44850" y="286654"/>
                  </a:lnTo>
                  <a:lnTo>
                    <a:pt x="48713" y="290315"/>
                  </a:lnTo>
                  <a:lnTo>
                    <a:pt x="52690" y="293851"/>
                  </a:lnTo>
                  <a:lnTo>
                    <a:pt x="56778" y="297259"/>
                  </a:lnTo>
                  <a:lnTo>
                    <a:pt x="60972" y="300535"/>
                  </a:lnTo>
                  <a:lnTo>
                    <a:pt x="65269" y="303676"/>
                  </a:lnTo>
                  <a:lnTo>
                    <a:pt x="69663" y="306678"/>
                  </a:lnTo>
                  <a:lnTo>
                    <a:pt x="74151" y="309539"/>
                  </a:lnTo>
                  <a:lnTo>
                    <a:pt x="78728" y="312256"/>
                  </a:lnTo>
                  <a:lnTo>
                    <a:pt x="83388" y="314825"/>
                  </a:lnTo>
                  <a:lnTo>
                    <a:pt x="88128" y="317245"/>
                  </a:lnTo>
                  <a:lnTo>
                    <a:pt x="92943" y="319513"/>
                  </a:lnTo>
                  <a:lnTo>
                    <a:pt x="97827" y="321626"/>
                  </a:lnTo>
                  <a:lnTo>
                    <a:pt x="102777" y="323583"/>
                  </a:lnTo>
                  <a:lnTo>
                    <a:pt x="107786" y="325382"/>
                  </a:lnTo>
                  <a:lnTo>
                    <a:pt x="112850" y="327019"/>
                  </a:lnTo>
                  <a:lnTo>
                    <a:pt x="117963" y="328495"/>
                  </a:lnTo>
                  <a:lnTo>
                    <a:pt x="123121" y="329808"/>
                  </a:lnTo>
                  <a:lnTo>
                    <a:pt x="128317" y="330955"/>
                  </a:lnTo>
                  <a:lnTo>
                    <a:pt x="133548" y="331937"/>
                  </a:lnTo>
                  <a:lnTo>
                    <a:pt x="138808" y="332751"/>
                  </a:lnTo>
                  <a:lnTo>
                    <a:pt x="144090" y="333398"/>
                  </a:lnTo>
                  <a:lnTo>
                    <a:pt x="149391" y="333876"/>
                  </a:lnTo>
                  <a:lnTo>
                    <a:pt x="154704" y="334185"/>
                  </a:lnTo>
                  <a:lnTo>
                    <a:pt x="160024" y="334325"/>
                  </a:lnTo>
                  <a:lnTo>
                    <a:pt x="165346" y="334296"/>
                  </a:lnTo>
                  <a:lnTo>
                    <a:pt x="170664" y="334097"/>
                  </a:lnTo>
                  <a:lnTo>
                    <a:pt x="175974" y="333729"/>
                  </a:lnTo>
                  <a:lnTo>
                    <a:pt x="181269" y="333192"/>
                  </a:lnTo>
                  <a:lnTo>
                    <a:pt x="186544" y="332487"/>
                  </a:lnTo>
                  <a:lnTo>
                    <a:pt x="191794" y="331614"/>
                  </a:lnTo>
                  <a:lnTo>
                    <a:pt x="197013" y="330575"/>
                  </a:lnTo>
                  <a:lnTo>
                    <a:pt x="202197" y="329370"/>
                  </a:lnTo>
                  <a:lnTo>
                    <a:pt x="207340" y="328000"/>
                  </a:lnTo>
                  <a:lnTo>
                    <a:pt x="212437" y="326468"/>
                  </a:lnTo>
                  <a:lnTo>
                    <a:pt x="217482" y="324774"/>
                  </a:lnTo>
                  <a:lnTo>
                    <a:pt x="222471" y="322920"/>
                  </a:lnTo>
                  <a:lnTo>
                    <a:pt x="227398" y="320908"/>
                  </a:lnTo>
                  <a:lnTo>
                    <a:pt x="232259" y="318741"/>
                  </a:lnTo>
                  <a:lnTo>
                    <a:pt x="237048" y="316420"/>
                  </a:lnTo>
                  <a:lnTo>
                    <a:pt x="241761" y="313948"/>
                  </a:lnTo>
                  <a:lnTo>
                    <a:pt x="246393" y="311327"/>
                  </a:lnTo>
                  <a:lnTo>
                    <a:pt x="250939" y="308559"/>
                  </a:lnTo>
                  <a:lnTo>
                    <a:pt x="255395" y="305649"/>
                  </a:lnTo>
                  <a:lnTo>
                    <a:pt x="259756" y="302598"/>
                  </a:lnTo>
                  <a:lnTo>
                    <a:pt x="264017" y="299410"/>
                  </a:lnTo>
                  <a:lnTo>
                    <a:pt x="268175" y="296088"/>
                  </a:lnTo>
                  <a:lnTo>
                    <a:pt x="272225" y="292635"/>
                  </a:lnTo>
                  <a:lnTo>
                    <a:pt x="276163" y="289055"/>
                  </a:lnTo>
                  <a:lnTo>
                    <a:pt x="279985" y="285351"/>
                  </a:lnTo>
                  <a:lnTo>
                    <a:pt x="283687" y="281528"/>
                  </a:lnTo>
                  <a:lnTo>
                    <a:pt x="287266" y="277589"/>
                  </a:lnTo>
                  <a:lnTo>
                    <a:pt x="290717" y="273538"/>
                  </a:lnTo>
                  <a:lnTo>
                    <a:pt x="294038" y="269379"/>
                  </a:lnTo>
                  <a:lnTo>
                    <a:pt x="297225" y="265116"/>
                  </a:lnTo>
                  <a:lnTo>
                    <a:pt x="300274" y="260754"/>
                  </a:lnTo>
                  <a:lnTo>
                    <a:pt x="303183" y="256297"/>
                  </a:lnTo>
                  <a:lnTo>
                    <a:pt x="305948" y="251750"/>
                  </a:lnTo>
                  <a:lnTo>
                    <a:pt x="308568" y="247117"/>
                  </a:lnTo>
                  <a:lnTo>
                    <a:pt x="311038" y="242404"/>
                  </a:lnTo>
                  <a:lnTo>
                    <a:pt x="313358" y="237614"/>
                  </a:lnTo>
                  <a:lnTo>
                    <a:pt x="315524" y="232752"/>
                  </a:lnTo>
                  <a:lnTo>
                    <a:pt x="317533" y="227824"/>
                  </a:lnTo>
                  <a:lnTo>
                    <a:pt x="319385" y="222835"/>
                  </a:lnTo>
                  <a:lnTo>
                    <a:pt x="321077" y="217789"/>
                  </a:lnTo>
                  <a:lnTo>
                    <a:pt x="322608" y="212692"/>
                  </a:lnTo>
                  <a:lnTo>
                    <a:pt x="323976" y="207548"/>
                  </a:lnTo>
                  <a:lnTo>
                    <a:pt x="325179" y="202364"/>
                  </a:lnTo>
                  <a:lnTo>
                    <a:pt x="326217" y="197144"/>
                  </a:lnTo>
                  <a:lnTo>
                    <a:pt x="327088" y="191894"/>
                  </a:lnTo>
                  <a:lnTo>
                    <a:pt x="327791" y="186618"/>
                  </a:lnTo>
                  <a:lnTo>
                    <a:pt x="328326" y="181323"/>
                  </a:lnTo>
                  <a:lnTo>
                    <a:pt x="328692" y="176014"/>
                  </a:lnTo>
                  <a:lnTo>
                    <a:pt x="328889" y="170695"/>
                  </a:lnTo>
                  <a:lnTo>
                    <a:pt x="328917" y="165373"/>
                  </a:lnTo>
                  <a:lnTo>
                    <a:pt x="328775" y="160053"/>
                  </a:lnTo>
                  <a:lnTo>
                    <a:pt x="328464" y="154740"/>
                  </a:lnTo>
                  <a:lnTo>
                    <a:pt x="327984" y="149440"/>
                  </a:lnTo>
                  <a:lnTo>
                    <a:pt x="327335" y="144157"/>
                  </a:lnTo>
                  <a:lnTo>
                    <a:pt x="326519" y="138898"/>
                  </a:lnTo>
                  <a:lnTo>
                    <a:pt x="325535" y="133668"/>
                  </a:lnTo>
                  <a:lnTo>
                    <a:pt x="324386" y="128471"/>
                  </a:lnTo>
                  <a:lnTo>
                    <a:pt x="323072" y="123314"/>
                  </a:lnTo>
                  <a:lnTo>
                    <a:pt x="321594" y="118201"/>
                  </a:lnTo>
                  <a:lnTo>
                    <a:pt x="319954" y="113138"/>
                  </a:lnTo>
                  <a:lnTo>
                    <a:pt x="318154" y="108130"/>
                  </a:lnTo>
                  <a:lnTo>
                    <a:pt x="316196" y="103181"/>
                  </a:lnTo>
                  <a:lnTo>
                    <a:pt x="314081" y="98297"/>
                  </a:lnTo>
                  <a:lnTo>
                    <a:pt x="311811" y="93484"/>
                  </a:lnTo>
                  <a:lnTo>
                    <a:pt x="309390" y="88744"/>
                  </a:lnTo>
                  <a:lnTo>
                    <a:pt x="306818" y="84085"/>
                  </a:lnTo>
                  <a:lnTo>
                    <a:pt x="304100" y="79509"/>
                  </a:lnTo>
                  <a:lnTo>
                    <a:pt x="301238" y="75022"/>
                  </a:lnTo>
                  <a:lnTo>
                    <a:pt x="298234" y="70629"/>
                  </a:lnTo>
                  <a:lnTo>
                    <a:pt x="295092" y="66334"/>
                  </a:lnTo>
                  <a:lnTo>
                    <a:pt x="291814" y="62140"/>
                  </a:lnTo>
                  <a:lnTo>
                    <a:pt x="288405" y="58054"/>
                  </a:lnTo>
                  <a:lnTo>
                    <a:pt x="284867" y="54077"/>
                  </a:lnTo>
                  <a:lnTo>
                    <a:pt x="281205" y="50216"/>
                  </a:lnTo>
                  <a:lnTo>
                    <a:pt x="277422" y="46473"/>
                  </a:lnTo>
                  <a:lnTo>
                    <a:pt x="273521" y="42852"/>
                  </a:lnTo>
                  <a:lnTo>
                    <a:pt x="269507" y="39357"/>
                  </a:lnTo>
                  <a:lnTo>
                    <a:pt x="265384" y="35992"/>
                  </a:lnTo>
                  <a:lnTo>
                    <a:pt x="261156" y="32760"/>
                  </a:lnTo>
                  <a:lnTo>
                    <a:pt x="256827" y="29664"/>
                  </a:lnTo>
                  <a:lnTo>
                    <a:pt x="252402" y="26708"/>
                  </a:lnTo>
                  <a:lnTo>
                    <a:pt x="247885" y="23893"/>
                  </a:lnTo>
                  <a:lnTo>
                    <a:pt x="243280" y="21224"/>
                  </a:lnTo>
                  <a:lnTo>
                    <a:pt x="238593" y="18703"/>
                  </a:lnTo>
                  <a:lnTo>
                    <a:pt x="233828" y="16333"/>
                  </a:lnTo>
                  <a:lnTo>
                    <a:pt x="228990" y="14115"/>
                  </a:lnTo>
                  <a:lnTo>
                    <a:pt x="224084" y="12052"/>
                  </a:lnTo>
                  <a:lnTo>
                    <a:pt x="219115" y="10147"/>
                  </a:lnTo>
                  <a:lnTo>
                    <a:pt x="214087" y="8401"/>
                  </a:lnTo>
                  <a:lnTo>
                    <a:pt x="209007" y="6815"/>
                  </a:lnTo>
                  <a:lnTo>
                    <a:pt x="203878" y="5393"/>
                  </a:lnTo>
                  <a:lnTo>
                    <a:pt x="198707" y="4134"/>
                  </a:lnTo>
                  <a:lnTo>
                    <a:pt x="193499" y="3040"/>
                  </a:lnTo>
                  <a:lnTo>
                    <a:pt x="188258" y="2113"/>
                  </a:lnTo>
                  <a:lnTo>
                    <a:pt x="182991" y="1353"/>
                  </a:lnTo>
                  <a:lnTo>
                    <a:pt x="177702" y="761"/>
                  </a:lnTo>
                  <a:lnTo>
                    <a:pt x="172396" y="338"/>
                  </a:lnTo>
                  <a:lnTo>
                    <a:pt x="167080" y="84"/>
                  </a:lnTo>
                  <a:lnTo>
                    <a:pt x="161759" y="0"/>
                  </a:lnTo>
                  <a:lnTo>
                    <a:pt x="1617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4604" y="5018213"/>
              <a:ext cx="4116" cy="167167"/>
            </a:xfrm>
            <a:custGeom>
              <a:avLst/>
              <a:pathLst>
                <a:path w="4116" h="167167">
                  <a:moveTo>
                    <a:pt x="4116" y="0"/>
                  </a:moveTo>
                  <a:lnTo>
                    <a:pt x="0" y="50"/>
                  </a:lnTo>
                  <a:lnTo>
                    <a:pt x="411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321556" y="5018239"/>
              <a:ext cx="334331" cy="334296"/>
            </a:xfrm>
            <a:custGeom>
              <a:avLst/>
              <a:pathLst>
                <a:path w="334331" h="334296">
                  <a:moveTo>
                    <a:pt x="163048" y="24"/>
                  </a:moveTo>
                  <a:lnTo>
                    <a:pt x="157756" y="239"/>
                  </a:lnTo>
                  <a:lnTo>
                    <a:pt x="152474" y="620"/>
                  </a:lnTo>
                  <a:lnTo>
                    <a:pt x="147207" y="1169"/>
                  </a:lnTo>
                  <a:lnTo>
                    <a:pt x="141960" y="1885"/>
                  </a:lnTo>
                  <a:lnTo>
                    <a:pt x="136738" y="2766"/>
                  </a:lnTo>
                  <a:lnTo>
                    <a:pt x="131547" y="3812"/>
                  </a:lnTo>
                  <a:lnTo>
                    <a:pt x="126391" y="5022"/>
                  </a:lnTo>
                  <a:lnTo>
                    <a:pt x="121277" y="6395"/>
                  </a:lnTo>
                  <a:lnTo>
                    <a:pt x="116208" y="7929"/>
                  </a:lnTo>
                  <a:lnTo>
                    <a:pt x="111191" y="9623"/>
                  </a:lnTo>
                  <a:lnTo>
                    <a:pt x="106230" y="11475"/>
                  </a:lnTo>
                  <a:lnTo>
                    <a:pt x="101329" y="13483"/>
                  </a:lnTo>
                  <a:lnTo>
                    <a:pt x="96495" y="15645"/>
                  </a:lnTo>
                  <a:lnTo>
                    <a:pt x="91732" y="17960"/>
                  </a:lnTo>
                  <a:lnTo>
                    <a:pt x="87045" y="20424"/>
                  </a:lnTo>
                  <a:lnTo>
                    <a:pt x="82438" y="23035"/>
                  </a:lnTo>
                  <a:lnTo>
                    <a:pt x="77916" y="25791"/>
                  </a:lnTo>
                  <a:lnTo>
                    <a:pt x="73483" y="28689"/>
                  </a:lnTo>
                  <a:lnTo>
                    <a:pt x="69145" y="31726"/>
                  </a:lnTo>
                  <a:lnTo>
                    <a:pt x="64905" y="34899"/>
                  </a:lnTo>
                  <a:lnTo>
                    <a:pt x="60767" y="38204"/>
                  </a:lnTo>
                  <a:lnTo>
                    <a:pt x="56737" y="41639"/>
                  </a:lnTo>
                  <a:lnTo>
                    <a:pt x="52817" y="45199"/>
                  </a:lnTo>
                  <a:lnTo>
                    <a:pt x="49012" y="48883"/>
                  </a:lnTo>
                  <a:lnTo>
                    <a:pt x="45325" y="52684"/>
                  </a:lnTo>
                  <a:lnTo>
                    <a:pt x="41761" y="56601"/>
                  </a:lnTo>
                  <a:lnTo>
                    <a:pt x="38323" y="60629"/>
                  </a:lnTo>
                  <a:lnTo>
                    <a:pt x="35014" y="64763"/>
                  </a:lnTo>
                  <a:lnTo>
                    <a:pt x="31837" y="69000"/>
                  </a:lnTo>
                  <a:lnTo>
                    <a:pt x="28796" y="73336"/>
                  </a:lnTo>
                  <a:lnTo>
                    <a:pt x="25895" y="77766"/>
                  </a:lnTo>
                  <a:lnTo>
                    <a:pt x="23135" y="82285"/>
                  </a:lnTo>
                  <a:lnTo>
                    <a:pt x="20519" y="86890"/>
                  </a:lnTo>
                  <a:lnTo>
                    <a:pt x="18051" y="91575"/>
                  </a:lnTo>
                  <a:lnTo>
                    <a:pt x="15732" y="96336"/>
                  </a:lnTo>
                  <a:lnTo>
                    <a:pt x="13565" y="101168"/>
                  </a:lnTo>
                  <a:lnTo>
                    <a:pt x="11553" y="106067"/>
                  </a:lnTo>
                  <a:lnTo>
                    <a:pt x="9696" y="111026"/>
                  </a:lnTo>
                  <a:lnTo>
                    <a:pt x="7998" y="116042"/>
                  </a:lnTo>
                  <a:lnTo>
                    <a:pt x="6459" y="121109"/>
                  </a:lnTo>
                  <a:lnTo>
                    <a:pt x="5082" y="126223"/>
                  </a:lnTo>
                  <a:lnTo>
                    <a:pt x="3867" y="131377"/>
                  </a:lnTo>
                  <a:lnTo>
                    <a:pt x="2816" y="136567"/>
                  </a:lnTo>
                  <a:lnTo>
                    <a:pt x="1930" y="141788"/>
                  </a:lnTo>
                  <a:lnTo>
                    <a:pt x="1210" y="147035"/>
                  </a:lnTo>
                  <a:lnTo>
                    <a:pt x="656" y="152301"/>
                  </a:lnTo>
                  <a:lnTo>
                    <a:pt x="270" y="157583"/>
                  </a:lnTo>
                  <a:lnTo>
                    <a:pt x="51" y="162874"/>
                  </a:lnTo>
                  <a:lnTo>
                    <a:pt x="0" y="168170"/>
                  </a:lnTo>
                  <a:lnTo>
                    <a:pt x="116" y="173464"/>
                  </a:lnTo>
                  <a:lnTo>
                    <a:pt x="400" y="178752"/>
                  </a:lnTo>
                  <a:lnTo>
                    <a:pt x="851" y="184028"/>
                  </a:lnTo>
                  <a:lnTo>
                    <a:pt x="1470" y="189288"/>
                  </a:lnTo>
                  <a:lnTo>
                    <a:pt x="2254" y="194525"/>
                  </a:lnTo>
                  <a:lnTo>
                    <a:pt x="3205" y="199735"/>
                  </a:lnTo>
                  <a:lnTo>
                    <a:pt x="4319" y="204912"/>
                  </a:lnTo>
                  <a:lnTo>
                    <a:pt x="5597" y="210051"/>
                  </a:lnTo>
                  <a:lnTo>
                    <a:pt x="7038" y="215147"/>
                  </a:lnTo>
                  <a:lnTo>
                    <a:pt x="8638" y="220195"/>
                  </a:lnTo>
                  <a:lnTo>
                    <a:pt x="10398" y="225189"/>
                  </a:lnTo>
                  <a:lnTo>
                    <a:pt x="12316" y="230126"/>
                  </a:lnTo>
                  <a:lnTo>
                    <a:pt x="14389" y="234999"/>
                  </a:lnTo>
                  <a:lnTo>
                    <a:pt x="16615" y="239804"/>
                  </a:lnTo>
                  <a:lnTo>
                    <a:pt x="18992" y="244536"/>
                  </a:lnTo>
                  <a:lnTo>
                    <a:pt x="21517" y="249191"/>
                  </a:lnTo>
                  <a:lnTo>
                    <a:pt x="24189" y="253763"/>
                  </a:lnTo>
                  <a:lnTo>
                    <a:pt x="27005" y="258248"/>
                  </a:lnTo>
                  <a:lnTo>
                    <a:pt x="29961" y="262642"/>
                  </a:lnTo>
                  <a:lnTo>
                    <a:pt x="33055" y="266940"/>
                  </a:lnTo>
                  <a:lnTo>
                    <a:pt x="36283" y="271137"/>
                  </a:lnTo>
                  <a:lnTo>
                    <a:pt x="39643" y="275231"/>
                  </a:lnTo>
                  <a:lnTo>
                    <a:pt x="43131" y="279216"/>
                  </a:lnTo>
                  <a:lnTo>
                    <a:pt x="46743" y="283088"/>
                  </a:lnTo>
                  <a:lnTo>
                    <a:pt x="50476" y="286844"/>
                  </a:lnTo>
                  <a:lnTo>
                    <a:pt x="54326" y="290480"/>
                  </a:lnTo>
                  <a:lnTo>
                    <a:pt x="58289" y="293993"/>
                  </a:lnTo>
                  <a:lnTo>
                    <a:pt x="62362" y="297378"/>
                  </a:lnTo>
                  <a:lnTo>
                    <a:pt x="66540" y="300632"/>
                  </a:lnTo>
                  <a:lnTo>
                    <a:pt x="70819" y="303752"/>
                  </a:lnTo>
                  <a:lnTo>
                    <a:pt x="75194" y="306735"/>
                  </a:lnTo>
                  <a:lnTo>
                    <a:pt x="79662" y="309578"/>
                  </a:lnTo>
                  <a:lnTo>
                    <a:pt x="84217" y="312278"/>
                  </a:lnTo>
                  <a:lnTo>
                    <a:pt x="88856" y="314833"/>
                  </a:lnTo>
                  <a:lnTo>
                    <a:pt x="93573" y="317239"/>
                  </a:lnTo>
                  <a:lnTo>
                    <a:pt x="98365" y="319495"/>
                  </a:lnTo>
                  <a:lnTo>
                    <a:pt x="103225" y="321598"/>
                  </a:lnTo>
                  <a:lnTo>
                    <a:pt x="108149" y="323545"/>
                  </a:lnTo>
                  <a:lnTo>
                    <a:pt x="113133" y="325336"/>
                  </a:lnTo>
                  <a:lnTo>
                    <a:pt x="118171" y="326968"/>
                  </a:lnTo>
                  <a:lnTo>
                    <a:pt x="123258" y="328440"/>
                  </a:lnTo>
                  <a:lnTo>
                    <a:pt x="128389" y="329749"/>
                  </a:lnTo>
                  <a:lnTo>
                    <a:pt x="133559" y="330896"/>
                  </a:lnTo>
                  <a:lnTo>
                    <a:pt x="138763" y="331878"/>
                  </a:lnTo>
                  <a:lnTo>
                    <a:pt x="143995" y="332695"/>
                  </a:lnTo>
                  <a:lnTo>
                    <a:pt x="149251" y="333346"/>
                  </a:lnTo>
                  <a:lnTo>
                    <a:pt x="154524" y="333830"/>
                  </a:lnTo>
                  <a:lnTo>
                    <a:pt x="159810" y="334147"/>
                  </a:lnTo>
                  <a:lnTo>
                    <a:pt x="165104" y="334296"/>
                  </a:lnTo>
                  <a:lnTo>
                    <a:pt x="170400" y="334277"/>
                  </a:lnTo>
                  <a:lnTo>
                    <a:pt x="175692" y="334091"/>
                  </a:lnTo>
                  <a:lnTo>
                    <a:pt x="180976" y="333737"/>
                  </a:lnTo>
                  <a:lnTo>
                    <a:pt x="186246" y="333216"/>
                  </a:lnTo>
                  <a:lnTo>
                    <a:pt x="191497" y="332528"/>
                  </a:lnTo>
                  <a:lnTo>
                    <a:pt x="196723" y="331674"/>
                  </a:lnTo>
                  <a:lnTo>
                    <a:pt x="201920" y="330656"/>
                  </a:lnTo>
                  <a:lnTo>
                    <a:pt x="207081" y="329473"/>
                  </a:lnTo>
                  <a:lnTo>
                    <a:pt x="212203" y="328127"/>
                  </a:lnTo>
                  <a:lnTo>
                    <a:pt x="217280" y="326619"/>
                  </a:lnTo>
                  <a:lnTo>
                    <a:pt x="222306" y="324952"/>
                  </a:lnTo>
                  <a:lnTo>
                    <a:pt x="227277" y="323126"/>
                  </a:lnTo>
                  <a:lnTo>
                    <a:pt x="232188" y="321144"/>
                  </a:lnTo>
                  <a:lnTo>
                    <a:pt x="237033" y="319007"/>
                  </a:lnTo>
                  <a:lnTo>
                    <a:pt x="241808" y="316718"/>
                  </a:lnTo>
                  <a:lnTo>
                    <a:pt x="246509" y="314278"/>
                  </a:lnTo>
                  <a:lnTo>
                    <a:pt x="251129" y="311691"/>
                  </a:lnTo>
                  <a:lnTo>
                    <a:pt x="255666" y="308959"/>
                  </a:lnTo>
                  <a:lnTo>
                    <a:pt x="260114" y="306085"/>
                  </a:lnTo>
                  <a:lnTo>
                    <a:pt x="264468" y="303071"/>
                  </a:lnTo>
                  <a:lnTo>
                    <a:pt x="268725" y="299920"/>
                  </a:lnTo>
                  <a:lnTo>
                    <a:pt x="272879" y="296637"/>
                  </a:lnTo>
                  <a:lnTo>
                    <a:pt x="276928" y="293223"/>
                  </a:lnTo>
                  <a:lnTo>
                    <a:pt x="280867" y="289683"/>
                  </a:lnTo>
                  <a:lnTo>
                    <a:pt x="284691" y="286020"/>
                  </a:lnTo>
                  <a:lnTo>
                    <a:pt x="288398" y="282238"/>
                  </a:lnTo>
                  <a:lnTo>
                    <a:pt x="291982" y="278340"/>
                  </a:lnTo>
                  <a:lnTo>
                    <a:pt x="295442" y="274331"/>
                  </a:lnTo>
                  <a:lnTo>
                    <a:pt x="298773" y="270214"/>
                  </a:lnTo>
                  <a:lnTo>
                    <a:pt x="301972" y="265994"/>
                  </a:lnTo>
                  <a:lnTo>
                    <a:pt x="305035" y="261674"/>
                  </a:lnTo>
                  <a:lnTo>
                    <a:pt x="307960" y="257259"/>
                  </a:lnTo>
                  <a:lnTo>
                    <a:pt x="310744" y="252755"/>
                  </a:lnTo>
                  <a:lnTo>
                    <a:pt x="313384" y="248164"/>
                  </a:lnTo>
                  <a:lnTo>
                    <a:pt x="315877" y="243492"/>
                  </a:lnTo>
                  <a:lnTo>
                    <a:pt x="318221" y="238743"/>
                  </a:lnTo>
                  <a:lnTo>
                    <a:pt x="320413" y="233922"/>
                  </a:lnTo>
                  <a:lnTo>
                    <a:pt x="322451" y="229035"/>
                  </a:lnTo>
                  <a:lnTo>
                    <a:pt x="324334" y="224085"/>
                  </a:lnTo>
                  <a:lnTo>
                    <a:pt x="326058" y="219078"/>
                  </a:lnTo>
                  <a:lnTo>
                    <a:pt x="327624" y="214019"/>
                  </a:lnTo>
                  <a:lnTo>
                    <a:pt x="329028" y="208913"/>
                  </a:lnTo>
                  <a:lnTo>
                    <a:pt x="330270" y="203765"/>
                  </a:lnTo>
                  <a:lnTo>
                    <a:pt x="331348" y="198580"/>
                  </a:lnTo>
                  <a:lnTo>
                    <a:pt x="332262" y="193364"/>
                  </a:lnTo>
                  <a:lnTo>
                    <a:pt x="333009" y="188121"/>
                  </a:lnTo>
                  <a:lnTo>
                    <a:pt x="333591" y="182858"/>
                  </a:lnTo>
                  <a:lnTo>
                    <a:pt x="334005" y="177578"/>
                  </a:lnTo>
                  <a:lnTo>
                    <a:pt x="334252" y="172288"/>
                  </a:lnTo>
                  <a:lnTo>
                    <a:pt x="334331" y="166993"/>
                  </a:lnTo>
                  <a:lnTo>
                    <a:pt x="334243" y="161698"/>
                  </a:lnTo>
                  <a:lnTo>
                    <a:pt x="333986" y="156409"/>
                  </a:lnTo>
                  <a:lnTo>
                    <a:pt x="333563" y="151130"/>
                  </a:lnTo>
                  <a:lnTo>
                    <a:pt x="332972" y="145868"/>
                  </a:lnTo>
                  <a:lnTo>
                    <a:pt x="332215" y="140626"/>
                  </a:lnTo>
                  <a:lnTo>
                    <a:pt x="331292" y="135412"/>
                  </a:lnTo>
                  <a:lnTo>
                    <a:pt x="330205" y="130229"/>
                  </a:lnTo>
                  <a:lnTo>
                    <a:pt x="328954" y="125083"/>
                  </a:lnTo>
                  <a:lnTo>
                    <a:pt x="327541" y="119980"/>
                  </a:lnTo>
                  <a:lnTo>
                    <a:pt x="325966" y="114923"/>
                  </a:lnTo>
                  <a:lnTo>
                    <a:pt x="324233" y="109920"/>
                  </a:lnTo>
                  <a:lnTo>
                    <a:pt x="322341" y="104973"/>
                  </a:lnTo>
                  <a:lnTo>
                    <a:pt x="320294" y="100089"/>
                  </a:lnTo>
                  <a:lnTo>
                    <a:pt x="318094" y="95272"/>
                  </a:lnTo>
                  <a:lnTo>
                    <a:pt x="315742" y="90528"/>
                  </a:lnTo>
                  <a:lnTo>
                    <a:pt x="313240" y="85860"/>
                  </a:lnTo>
                  <a:lnTo>
                    <a:pt x="310592" y="81274"/>
                  </a:lnTo>
                  <a:lnTo>
                    <a:pt x="307801" y="76774"/>
                  </a:lnTo>
                  <a:lnTo>
                    <a:pt x="304868" y="72365"/>
                  </a:lnTo>
                  <a:lnTo>
                    <a:pt x="301797" y="68050"/>
                  </a:lnTo>
                  <a:lnTo>
                    <a:pt x="298590" y="63836"/>
                  </a:lnTo>
                  <a:lnTo>
                    <a:pt x="295252" y="59725"/>
                  </a:lnTo>
                  <a:lnTo>
                    <a:pt x="291786" y="55721"/>
                  </a:lnTo>
                  <a:lnTo>
                    <a:pt x="288194" y="51830"/>
                  </a:lnTo>
                  <a:lnTo>
                    <a:pt x="284481" y="48054"/>
                  </a:lnTo>
                  <a:lnTo>
                    <a:pt x="280650" y="44398"/>
                  </a:lnTo>
                  <a:lnTo>
                    <a:pt x="276705" y="40865"/>
                  </a:lnTo>
                  <a:lnTo>
                    <a:pt x="272650" y="37459"/>
                  </a:lnTo>
                  <a:lnTo>
                    <a:pt x="268490" y="34182"/>
                  </a:lnTo>
                  <a:lnTo>
                    <a:pt x="264227" y="31040"/>
                  </a:lnTo>
                  <a:lnTo>
                    <a:pt x="259868" y="28033"/>
                  </a:lnTo>
                  <a:lnTo>
                    <a:pt x="255415" y="25167"/>
                  </a:lnTo>
                  <a:lnTo>
                    <a:pt x="250874" y="22443"/>
                  </a:lnTo>
                  <a:lnTo>
                    <a:pt x="246248" y="19864"/>
                  </a:lnTo>
                  <a:lnTo>
                    <a:pt x="241544" y="17433"/>
                  </a:lnTo>
                  <a:lnTo>
                    <a:pt x="236764" y="15152"/>
                  </a:lnTo>
                  <a:lnTo>
                    <a:pt x="231915" y="13024"/>
                  </a:lnTo>
                  <a:lnTo>
                    <a:pt x="227001" y="11050"/>
                  </a:lnTo>
                  <a:lnTo>
                    <a:pt x="222027" y="9233"/>
                  </a:lnTo>
                  <a:lnTo>
                    <a:pt x="216998" y="7574"/>
                  </a:lnTo>
                  <a:lnTo>
                    <a:pt x="211919" y="6076"/>
                  </a:lnTo>
                  <a:lnTo>
                    <a:pt x="206794" y="4739"/>
                  </a:lnTo>
                  <a:lnTo>
                    <a:pt x="201631" y="3565"/>
                  </a:lnTo>
                  <a:lnTo>
                    <a:pt x="196432" y="2556"/>
                  </a:lnTo>
                  <a:lnTo>
                    <a:pt x="191204" y="1711"/>
                  </a:lnTo>
                  <a:lnTo>
                    <a:pt x="185952" y="1033"/>
                  </a:lnTo>
                  <a:lnTo>
                    <a:pt x="180681" y="521"/>
                  </a:lnTo>
                  <a:lnTo>
                    <a:pt x="175397" y="177"/>
                  </a:lnTo>
                  <a:lnTo>
                    <a:pt x="170104" y="0"/>
                  </a:lnTo>
                  <a:lnTo>
                    <a:pt x="167164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7349" y="5269756"/>
              <a:ext cx="167152" cy="197289"/>
            </a:xfrm>
            <a:custGeom>
              <a:avLst/>
              <a:pathLst>
                <a:path w="167152" h="197289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7" y="791"/>
                  </a:lnTo>
                  <a:lnTo>
                    <a:pt x="145518" y="1405"/>
                  </a:lnTo>
                  <a:lnTo>
                    <a:pt x="140153" y="2194"/>
                  </a:lnTo>
                  <a:lnTo>
                    <a:pt x="134815" y="3157"/>
                  </a:lnTo>
                  <a:lnTo>
                    <a:pt x="129512" y="4292"/>
                  </a:lnTo>
                  <a:lnTo>
                    <a:pt x="124249" y="5599"/>
                  </a:lnTo>
                  <a:lnTo>
                    <a:pt x="119030" y="7075"/>
                  </a:lnTo>
                  <a:lnTo>
                    <a:pt x="113862" y="8721"/>
                  </a:lnTo>
                  <a:lnTo>
                    <a:pt x="108751" y="10533"/>
                  </a:lnTo>
                  <a:lnTo>
                    <a:pt x="103701" y="12510"/>
                  </a:lnTo>
                  <a:lnTo>
                    <a:pt x="98717" y="14649"/>
                  </a:lnTo>
                  <a:lnTo>
                    <a:pt x="93806" y="16949"/>
                  </a:lnTo>
                  <a:lnTo>
                    <a:pt x="88972" y="19408"/>
                  </a:lnTo>
                  <a:lnTo>
                    <a:pt x="84220" y="22021"/>
                  </a:lnTo>
                  <a:lnTo>
                    <a:pt x="79555" y="24788"/>
                  </a:lnTo>
                  <a:lnTo>
                    <a:pt x="74983" y="27704"/>
                  </a:lnTo>
                  <a:lnTo>
                    <a:pt x="70507" y="30768"/>
                  </a:lnTo>
                  <a:lnTo>
                    <a:pt x="66133" y="33974"/>
                  </a:lnTo>
                  <a:lnTo>
                    <a:pt x="61866" y="37321"/>
                  </a:lnTo>
                  <a:lnTo>
                    <a:pt x="57710" y="40805"/>
                  </a:lnTo>
                  <a:lnTo>
                    <a:pt x="53668" y="44422"/>
                  </a:lnTo>
                  <a:lnTo>
                    <a:pt x="49746" y="48167"/>
                  </a:lnTo>
                  <a:lnTo>
                    <a:pt x="45948" y="52038"/>
                  </a:lnTo>
                  <a:lnTo>
                    <a:pt x="42277" y="56031"/>
                  </a:lnTo>
                  <a:lnTo>
                    <a:pt x="38738" y="60140"/>
                  </a:lnTo>
                  <a:lnTo>
                    <a:pt x="35334" y="64362"/>
                  </a:lnTo>
                  <a:lnTo>
                    <a:pt x="32068" y="68692"/>
                  </a:lnTo>
                  <a:lnTo>
                    <a:pt x="28945" y="73125"/>
                  </a:lnTo>
                  <a:lnTo>
                    <a:pt x="25967" y="77658"/>
                  </a:lnTo>
                  <a:lnTo>
                    <a:pt x="23138" y="82285"/>
                  </a:lnTo>
                  <a:lnTo>
                    <a:pt x="20460" y="87001"/>
                  </a:lnTo>
                  <a:lnTo>
                    <a:pt x="17937" y="91802"/>
                  </a:lnTo>
                  <a:lnTo>
                    <a:pt x="15571" y="96682"/>
                  </a:lnTo>
                  <a:lnTo>
                    <a:pt x="13364" y="101636"/>
                  </a:lnTo>
                  <a:lnTo>
                    <a:pt x="11319" y="106659"/>
                  </a:lnTo>
                  <a:lnTo>
                    <a:pt x="9439" y="111746"/>
                  </a:lnTo>
                  <a:lnTo>
                    <a:pt x="7724" y="116891"/>
                  </a:lnTo>
                  <a:lnTo>
                    <a:pt x="6177" y="122089"/>
                  </a:lnTo>
                  <a:lnTo>
                    <a:pt x="4799" y="127334"/>
                  </a:lnTo>
                  <a:lnTo>
                    <a:pt x="3593" y="132622"/>
                  </a:lnTo>
                  <a:lnTo>
                    <a:pt x="2558" y="137946"/>
                  </a:lnTo>
                  <a:lnTo>
                    <a:pt x="1697" y="143300"/>
                  </a:lnTo>
                  <a:lnTo>
                    <a:pt x="1010" y="148680"/>
                  </a:lnTo>
                  <a:lnTo>
                    <a:pt x="497" y="154079"/>
                  </a:lnTo>
                  <a:lnTo>
                    <a:pt x="161" y="159492"/>
                  </a:lnTo>
                  <a:lnTo>
                    <a:pt x="0" y="164913"/>
                  </a:lnTo>
                  <a:lnTo>
                    <a:pt x="14" y="170336"/>
                  </a:lnTo>
                  <a:lnTo>
                    <a:pt x="205" y="175756"/>
                  </a:lnTo>
                  <a:lnTo>
                    <a:pt x="572" y="181167"/>
                  </a:lnTo>
                  <a:lnTo>
                    <a:pt x="1113" y="186563"/>
                  </a:lnTo>
                  <a:lnTo>
                    <a:pt x="1830" y="191939"/>
                  </a:lnTo>
                  <a:lnTo>
                    <a:pt x="2720" y="19728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800070" y="5269756"/>
              <a:ext cx="331583" cy="334333"/>
            </a:xfrm>
            <a:custGeom>
              <a:avLst/>
              <a:pathLst>
                <a:path w="331583" h="334333">
                  <a:moveTo>
                    <a:pt x="0" y="197289"/>
                  </a:moveTo>
                  <a:lnTo>
                    <a:pt x="1036" y="202483"/>
                  </a:lnTo>
                  <a:lnTo>
                    <a:pt x="2237" y="207642"/>
                  </a:lnTo>
                  <a:lnTo>
                    <a:pt x="3601" y="212760"/>
                  </a:lnTo>
                  <a:lnTo>
                    <a:pt x="5126" y="217832"/>
                  </a:lnTo>
                  <a:lnTo>
                    <a:pt x="6811" y="222854"/>
                  </a:lnTo>
                  <a:lnTo>
                    <a:pt x="8655" y="227820"/>
                  </a:lnTo>
                  <a:lnTo>
                    <a:pt x="10654" y="232724"/>
                  </a:lnTo>
                  <a:lnTo>
                    <a:pt x="12809" y="237563"/>
                  </a:lnTo>
                  <a:lnTo>
                    <a:pt x="15115" y="242332"/>
                  </a:lnTo>
                  <a:lnTo>
                    <a:pt x="17571" y="247024"/>
                  </a:lnTo>
                  <a:lnTo>
                    <a:pt x="20175" y="251637"/>
                  </a:lnTo>
                  <a:lnTo>
                    <a:pt x="22923" y="256165"/>
                  </a:lnTo>
                  <a:lnTo>
                    <a:pt x="25814" y="260603"/>
                  </a:lnTo>
                  <a:lnTo>
                    <a:pt x="28844" y="264948"/>
                  </a:lnTo>
                  <a:lnTo>
                    <a:pt x="32010" y="269195"/>
                  </a:lnTo>
                  <a:lnTo>
                    <a:pt x="35309" y="273339"/>
                  </a:lnTo>
                  <a:lnTo>
                    <a:pt x="38737" y="277376"/>
                  </a:lnTo>
                  <a:lnTo>
                    <a:pt x="42292" y="281303"/>
                  </a:lnTo>
                  <a:lnTo>
                    <a:pt x="45969" y="285115"/>
                  </a:lnTo>
                  <a:lnTo>
                    <a:pt x="49765" y="288809"/>
                  </a:lnTo>
                  <a:lnTo>
                    <a:pt x="53677" y="292381"/>
                  </a:lnTo>
                  <a:lnTo>
                    <a:pt x="57699" y="295827"/>
                  </a:lnTo>
                  <a:lnTo>
                    <a:pt x="61829" y="299144"/>
                  </a:lnTo>
                  <a:lnTo>
                    <a:pt x="66062" y="302328"/>
                  </a:lnTo>
                  <a:lnTo>
                    <a:pt x="70393" y="305377"/>
                  </a:lnTo>
                  <a:lnTo>
                    <a:pt x="74819" y="308286"/>
                  </a:lnTo>
                  <a:lnTo>
                    <a:pt x="79335" y="311055"/>
                  </a:lnTo>
                  <a:lnTo>
                    <a:pt x="83936" y="313678"/>
                  </a:lnTo>
                  <a:lnTo>
                    <a:pt x="88618" y="316155"/>
                  </a:lnTo>
                  <a:lnTo>
                    <a:pt x="93377" y="318482"/>
                  </a:lnTo>
                  <a:lnTo>
                    <a:pt x="98206" y="320657"/>
                  </a:lnTo>
                  <a:lnTo>
                    <a:pt x="103102" y="322678"/>
                  </a:lnTo>
                  <a:lnTo>
                    <a:pt x="108060" y="324543"/>
                  </a:lnTo>
                  <a:lnTo>
                    <a:pt x="113074" y="326250"/>
                  </a:lnTo>
                  <a:lnTo>
                    <a:pt x="118140" y="327797"/>
                  </a:lnTo>
                  <a:lnTo>
                    <a:pt x="123252" y="329183"/>
                  </a:lnTo>
                  <a:lnTo>
                    <a:pt x="128406" y="330406"/>
                  </a:lnTo>
                  <a:lnTo>
                    <a:pt x="133595" y="331466"/>
                  </a:lnTo>
                  <a:lnTo>
                    <a:pt x="138816" y="332360"/>
                  </a:lnTo>
                  <a:lnTo>
                    <a:pt x="144063" y="333089"/>
                  </a:lnTo>
                  <a:lnTo>
                    <a:pt x="149329" y="333651"/>
                  </a:lnTo>
                  <a:lnTo>
                    <a:pt x="154611" y="334046"/>
                  </a:lnTo>
                  <a:lnTo>
                    <a:pt x="159903" y="334273"/>
                  </a:lnTo>
                  <a:lnTo>
                    <a:pt x="165200" y="334333"/>
                  </a:lnTo>
                  <a:lnTo>
                    <a:pt x="170495" y="334224"/>
                  </a:lnTo>
                  <a:lnTo>
                    <a:pt x="175785" y="333948"/>
                  </a:lnTo>
                  <a:lnTo>
                    <a:pt x="181063" y="333505"/>
                  </a:lnTo>
                  <a:lnTo>
                    <a:pt x="186325" y="332894"/>
                  </a:lnTo>
                  <a:lnTo>
                    <a:pt x="191564" y="332118"/>
                  </a:lnTo>
                  <a:lnTo>
                    <a:pt x="196776" y="331175"/>
                  </a:lnTo>
                  <a:lnTo>
                    <a:pt x="201956" y="330068"/>
                  </a:lnTo>
                  <a:lnTo>
                    <a:pt x="207098" y="328797"/>
                  </a:lnTo>
                  <a:lnTo>
                    <a:pt x="212198" y="327365"/>
                  </a:lnTo>
                  <a:lnTo>
                    <a:pt x="217249" y="325771"/>
                  </a:lnTo>
                  <a:lnTo>
                    <a:pt x="222247" y="324018"/>
                  </a:lnTo>
                  <a:lnTo>
                    <a:pt x="227188" y="322107"/>
                  </a:lnTo>
                  <a:lnTo>
                    <a:pt x="232065" y="320041"/>
                  </a:lnTo>
                  <a:lnTo>
                    <a:pt x="236874" y="317822"/>
                  </a:lnTo>
                  <a:lnTo>
                    <a:pt x="241611" y="315451"/>
                  </a:lnTo>
                  <a:lnTo>
                    <a:pt x="246270" y="312932"/>
                  </a:lnTo>
                  <a:lnTo>
                    <a:pt x="250847" y="310266"/>
                  </a:lnTo>
                  <a:lnTo>
                    <a:pt x="255337" y="307456"/>
                  </a:lnTo>
                  <a:lnTo>
                    <a:pt x="259736" y="304505"/>
                  </a:lnTo>
                  <a:lnTo>
                    <a:pt x="264039" y="301417"/>
                  </a:lnTo>
                  <a:lnTo>
                    <a:pt x="268242" y="298194"/>
                  </a:lnTo>
                  <a:lnTo>
                    <a:pt x="272341" y="294839"/>
                  </a:lnTo>
                  <a:lnTo>
                    <a:pt x="276332" y="291356"/>
                  </a:lnTo>
                  <a:lnTo>
                    <a:pt x="280210" y="287749"/>
                  </a:lnTo>
                  <a:lnTo>
                    <a:pt x="283973" y="284020"/>
                  </a:lnTo>
                  <a:lnTo>
                    <a:pt x="287615" y="280174"/>
                  </a:lnTo>
                  <a:lnTo>
                    <a:pt x="291133" y="276215"/>
                  </a:lnTo>
                  <a:lnTo>
                    <a:pt x="294524" y="272146"/>
                  </a:lnTo>
                  <a:lnTo>
                    <a:pt x="297785" y="267972"/>
                  </a:lnTo>
                  <a:lnTo>
                    <a:pt x="300912" y="263696"/>
                  </a:lnTo>
                  <a:lnTo>
                    <a:pt x="303901" y="259324"/>
                  </a:lnTo>
                  <a:lnTo>
                    <a:pt x="306751" y="254859"/>
                  </a:lnTo>
                  <a:lnTo>
                    <a:pt x="309458" y="250306"/>
                  </a:lnTo>
                  <a:lnTo>
                    <a:pt x="312019" y="245670"/>
                  </a:lnTo>
                  <a:lnTo>
                    <a:pt x="314432" y="240955"/>
                  </a:lnTo>
                  <a:lnTo>
                    <a:pt x="316694" y="236165"/>
                  </a:lnTo>
                  <a:lnTo>
                    <a:pt x="318804" y="231307"/>
                  </a:lnTo>
                  <a:lnTo>
                    <a:pt x="320758" y="226384"/>
                  </a:lnTo>
                  <a:lnTo>
                    <a:pt x="322556" y="221401"/>
                  </a:lnTo>
                  <a:lnTo>
                    <a:pt x="324195" y="216365"/>
                  </a:lnTo>
                  <a:lnTo>
                    <a:pt x="325673" y="211278"/>
                  </a:lnTo>
                  <a:lnTo>
                    <a:pt x="326990" y="206148"/>
                  </a:lnTo>
                  <a:lnTo>
                    <a:pt x="328143" y="200978"/>
                  </a:lnTo>
                  <a:lnTo>
                    <a:pt x="329132" y="195774"/>
                  </a:lnTo>
                  <a:lnTo>
                    <a:pt x="329956" y="190542"/>
                  </a:lnTo>
                  <a:lnTo>
                    <a:pt x="330613" y="185286"/>
                  </a:lnTo>
                  <a:lnTo>
                    <a:pt x="331104" y="180012"/>
                  </a:lnTo>
                  <a:lnTo>
                    <a:pt x="331427" y="174725"/>
                  </a:lnTo>
                  <a:lnTo>
                    <a:pt x="331583" y="169431"/>
                  </a:lnTo>
                  <a:lnTo>
                    <a:pt x="331571" y="164134"/>
                  </a:lnTo>
                  <a:lnTo>
                    <a:pt x="331391" y="158840"/>
                  </a:lnTo>
                  <a:lnTo>
                    <a:pt x="331043" y="153555"/>
                  </a:lnTo>
                  <a:lnTo>
                    <a:pt x="330528" y="148283"/>
                  </a:lnTo>
                  <a:lnTo>
                    <a:pt x="329847" y="143031"/>
                  </a:lnTo>
                  <a:lnTo>
                    <a:pt x="328999" y="137802"/>
                  </a:lnTo>
                  <a:lnTo>
                    <a:pt x="327986" y="132603"/>
                  </a:lnTo>
                  <a:lnTo>
                    <a:pt x="326809" y="127439"/>
                  </a:lnTo>
                  <a:lnTo>
                    <a:pt x="325469" y="122314"/>
                  </a:lnTo>
                  <a:lnTo>
                    <a:pt x="323967" y="117235"/>
                  </a:lnTo>
                  <a:lnTo>
                    <a:pt x="322305" y="112206"/>
                  </a:lnTo>
                  <a:lnTo>
                    <a:pt x="320484" y="107232"/>
                  </a:lnTo>
                  <a:lnTo>
                    <a:pt x="318507" y="102318"/>
                  </a:lnTo>
                  <a:lnTo>
                    <a:pt x="316375" y="97469"/>
                  </a:lnTo>
                  <a:lnTo>
                    <a:pt x="314091" y="92690"/>
                  </a:lnTo>
                  <a:lnTo>
                    <a:pt x="311656" y="87986"/>
                  </a:lnTo>
                  <a:lnTo>
                    <a:pt x="309074" y="83361"/>
                  </a:lnTo>
                  <a:lnTo>
                    <a:pt x="306346" y="78821"/>
                  </a:lnTo>
                  <a:lnTo>
                    <a:pt x="303476" y="74369"/>
                  </a:lnTo>
                  <a:lnTo>
                    <a:pt x="300466" y="70011"/>
                  </a:lnTo>
                  <a:lnTo>
                    <a:pt x="297320" y="65750"/>
                  </a:lnTo>
                  <a:lnTo>
                    <a:pt x="294040" y="61590"/>
                  </a:lnTo>
                  <a:lnTo>
                    <a:pt x="290630" y="57537"/>
                  </a:lnTo>
                  <a:lnTo>
                    <a:pt x="287093" y="53594"/>
                  </a:lnTo>
                  <a:lnTo>
                    <a:pt x="283434" y="49765"/>
                  </a:lnTo>
                  <a:lnTo>
                    <a:pt x="279655" y="46054"/>
                  </a:lnTo>
                  <a:lnTo>
                    <a:pt x="275760" y="42464"/>
                  </a:lnTo>
                  <a:lnTo>
                    <a:pt x="271753" y="38999"/>
                  </a:lnTo>
                  <a:lnTo>
                    <a:pt x="267639" y="35664"/>
                  </a:lnTo>
                  <a:lnTo>
                    <a:pt x="263421" y="32460"/>
                  </a:lnTo>
                  <a:lnTo>
                    <a:pt x="259103" y="29391"/>
                  </a:lnTo>
                  <a:lnTo>
                    <a:pt x="254691" y="26461"/>
                  </a:lnTo>
                  <a:lnTo>
                    <a:pt x="250188" y="23672"/>
                  </a:lnTo>
                  <a:lnTo>
                    <a:pt x="245598" y="21027"/>
                  </a:lnTo>
                  <a:lnTo>
                    <a:pt x="240928" y="18529"/>
                  </a:lnTo>
                  <a:lnTo>
                    <a:pt x="236180" y="16180"/>
                  </a:lnTo>
                  <a:lnTo>
                    <a:pt x="231361" y="13983"/>
                  </a:lnTo>
                  <a:lnTo>
                    <a:pt x="226474" y="11939"/>
                  </a:lnTo>
                  <a:lnTo>
                    <a:pt x="221525" y="10052"/>
                  </a:lnTo>
                  <a:lnTo>
                    <a:pt x="216519" y="8322"/>
                  </a:lnTo>
                  <a:lnTo>
                    <a:pt x="211460" y="6751"/>
                  </a:lnTo>
                  <a:lnTo>
                    <a:pt x="206354" y="5342"/>
                  </a:lnTo>
                  <a:lnTo>
                    <a:pt x="201206" y="4095"/>
                  </a:lnTo>
                  <a:lnTo>
                    <a:pt x="196022" y="3012"/>
                  </a:lnTo>
                  <a:lnTo>
                    <a:pt x="190805" y="2093"/>
                  </a:lnTo>
                  <a:lnTo>
                    <a:pt x="185562" y="1340"/>
                  </a:lnTo>
                  <a:lnTo>
                    <a:pt x="180298" y="754"/>
                  </a:lnTo>
                  <a:lnTo>
                    <a:pt x="175018" y="335"/>
                  </a:lnTo>
                  <a:lnTo>
                    <a:pt x="169727" y="83"/>
                  </a:lnTo>
                  <a:lnTo>
                    <a:pt x="164431" y="0"/>
                  </a:lnTo>
                  <a:lnTo>
                    <a:pt x="1644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9861" y="5399291"/>
              <a:ext cx="26354" cy="167167"/>
            </a:xfrm>
            <a:custGeom>
              <a:avLst/>
              <a:pathLst>
                <a:path w="26354" h="167167">
                  <a:moveTo>
                    <a:pt x="26354" y="0"/>
                  </a:moveTo>
                  <a:lnTo>
                    <a:pt x="19739" y="130"/>
                  </a:lnTo>
                  <a:lnTo>
                    <a:pt x="13135" y="523"/>
                  </a:lnTo>
                  <a:lnTo>
                    <a:pt x="6552" y="1176"/>
                  </a:lnTo>
                  <a:lnTo>
                    <a:pt x="0" y="2090"/>
                  </a:lnTo>
                  <a:lnTo>
                    <a:pt x="2635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9861" y="5401382"/>
              <a:ext cx="26354" cy="165077"/>
            </a:xfrm>
            <a:custGeom>
              <a:avLst/>
              <a:pathLst>
                <a:path w="26354" h="165077">
                  <a:moveTo>
                    <a:pt x="0" y="0"/>
                  </a:moveTo>
                  <a:lnTo>
                    <a:pt x="26354" y="165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319064" y="5400783"/>
              <a:ext cx="334309" cy="332842"/>
            </a:xfrm>
            <a:custGeom>
              <a:avLst/>
              <a:pathLst>
                <a:path w="334309" h="332842">
                  <a:moveTo>
                    <a:pt x="140797" y="598"/>
                  </a:moveTo>
                  <a:lnTo>
                    <a:pt x="135578" y="1517"/>
                  </a:lnTo>
                  <a:lnTo>
                    <a:pt x="130391" y="2600"/>
                  </a:lnTo>
                  <a:lnTo>
                    <a:pt x="125241" y="3847"/>
                  </a:lnTo>
                  <a:lnTo>
                    <a:pt x="120133" y="5256"/>
                  </a:lnTo>
                  <a:lnTo>
                    <a:pt x="115072" y="6827"/>
                  </a:lnTo>
                  <a:lnTo>
                    <a:pt x="110064" y="8557"/>
                  </a:lnTo>
                  <a:lnTo>
                    <a:pt x="105113" y="10446"/>
                  </a:lnTo>
                  <a:lnTo>
                    <a:pt x="100224" y="12490"/>
                  </a:lnTo>
                  <a:lnTo>
                    <a:pt x="95402" y="14688"/>
                  </a:lnTo>
                  <a:lnTo>
                    <a:pt x="90653" y="17038"/>
                  </a:lnTo>
                  <a:lnTo>
                    <a:pt x="85981" y="19537"/>
                  </a:lnTo>
                  <a:lnTo>
                    <a:pt x="81390" y="22183"/>
                  </a:lnTo>
                  <a:lnTo>
                    <a:pt x="76885" y="24973"/>
                  </a:lnTo>
                  <a:lnTo>
                    <a:pt x="72471" y="27905"/>
                  </a:lnTo>
                  <a:lnTo>
                    <a:pt x="68152" y="30975"/>
                  </a:lnTo>
                  <a:lnTo>
                    <a:pt x="63932" y="34180"/>
                  </a:lnTo>
                  <a:lnTo>
                    <a:pt x="59817" y="37518"/>
                  </a:lnTo>
                  <a:lnTo>
                    <a:pt x="55809" y="40984"/>
                  </a:lnTo>
                  <a:lnTo>
                    <a:pt x="51913" y="44576"/>
                  </a:lnTo>
                  <a:lnTo>
                    <a:pt x="48132" y="48289"/>
                  </a:lnTo>
                  <a:lnTo>
                    <a:pt x="44472" y="52120"/>
                  </a:lnTo>
                  <a:lnTo>
                    <a:pt x="40934" y="56065"/>
                  </a:lnTo>
                  <a:lnTo>
                    <a:pt x="37524" y="60120"/>
                  </a:lnTo>
                  <a:lnTo>
                    <a:pt x="34243" y="64282"/>
                  </a:lnTo>
                  <a:lnTo>
                    <a:pt x="31097" y="68545"/>
                  </a:lnTo>
                  <a:lnTo>
                    <a:pt x="28087" y="72906"/>
                  </a:lnTo>
                  <a:lnTo>
                    <a:pt x="25216" y="77360"/>
                  </a:lnTo>
                  <a:lnTo>
                    <a:pt x="22488" y="81903"/>
                  </a:lnTo>
                  <a:lnTo>
                    <a:pt x="19906" y="86530"/>
                  </a:lnTo>
                  <a:lnTo>
                    <a:pt x="17471" y="91237"/>
                  </a:lnTo>
                  <a:lnTo>
                    <a:pt x="15187" y="96018"/>
                  </a:lnTo>
                  <a:lnTo>
                    <a:pt x="13056" y="100869"/>
                  </a:lnTo>
                  <a:lnTo>
                    <a:pt x="11079" y="105786"/>
                  </a:lnTo>
                  <a:lnTo>
                    <a:pt x="9260" y="110762"/>
                  </a:lnTo>
                  <a:lnTo>
                    <a:pt x="7599" y="115794"/>
                  </a:lnTo>
                  <a:lnTo>
                    <a:pt x="6098" y="120876"/>
                  </a:lnTo>
                  <a:lnTo>
                    <a:pt x="4759" y="126003"/>
                  </a:lnTo>
                  <a:lnTo>
                    <a:pt x="3583" y="131170"/>
                  </a:lnTo>
                  <a:lnTo>
                    <a:pt x="2572" y="136371"/>
                  </a:lnTo>
                  <a:lnTo>
                    <a:pt x="1726" y="141602"/>
                  </a:lnTo>
                  <a:lnTo>
                    <a:pt x="1046" y="146857"/>
                  </a:lnTo>
                  <a:lnTo>
                    <a:pt x="533" y="152131"/>
                  </a:lnTo>
                  <a:lnTo>
                    <a:pt x="187" y="157419"/>
                  </a:lnTo>
                  <a:lnTo>
                    <a:pt x="9" y="162715"/>
                  </a:lnTo>
                  <a:lnTo>
                    <a:pt x="0" y="168014"/>
                  </a:lnTo>
                  <a:lnTo>
                    <a:pt x="158" y="173310"/>
                  </a:lnTo>
                  <a:lnTo>
                    <a:pt x="483" y="178599"/>
                  </a:lnTo>
                  <a:lnTo>
                    <a:pt x="977" y="183875"/>
                  </a:lnTo>
                  <a:lnTo>
                    <a:pt x="1637" y="189133"/>
                  </a:lnTo>
                  <a:lnTo>
                    <a:pt x="2464" y="194367"/>
                  </a:lnTo>
                  <a:lnTo>
                    <a:pt x="3456" y="199572"/>
                  </a:lnTo>
                  <a:lnTo>
                    <a:pt x="4612" y="204743"/>
                  </a:lnTo>
                  <a:lnTo>
                    <a:pt x="5932" y="209875"/>
                  </a:lnTo>
                  <a:lnTo>
                    <a:pt x="7414" y="214962"/>
                  </a:lnTo>
                  <a:lnTo>
                    <a:pt x="9056" y="220000"/>
                  </a:lnTo>
                  <a:lnTo>
                    <a:pt x="10858" y="224984"/>
                  </a:lnTo>
                  <a:lnTo>
                    <a:pt x="12816" y="229907"/>
                  </a:lnTo>
                  <a:lnTo>
                    <a:pt x="14929" y="234767"/>
                  </a:lnTo>
                  <a:lnTo>
                    <a:pt x="17195" y="239556"/>
                  </a:lnTo>
                  <a:lnTo>
                    <a:pt x="19612" y="244272"/>
                  </a:lnTo>
                  <a:lnTo>
                    <a:pt x="22178" y="248909"/>
                  </a:lnTo>
                  <a:lnTo>
                    <a:pt x="24888" y="253462"/>
                  </a:lnTo>
                  <a:lnTo>
                    <a:pt x="27742" y="257926"/>
                  </a:lnTo>
                  <a:lnTo>
                    <a:pt x="30736" y="262298"/>
                  </a:lnTo>
                  <a:lnTo>
                    <a:pt x="33867" y="266573"/>
                  </a:lnTo>
                  <a:lnTo>
                    <a:pt x="37132" y="270747"/>
                  </a:lnTo>
                  <a:lnTo>
                    <a:pt x="40527" y="274815"/>
                  </a:lnTo>
                  <a:lnTo>
                    <a:pt x="44050" y="278773"/>
                  </a:lnTo>
                  <a:lnTo>
                    <a:pt x="47696" y="282618"/>
                  </a:lnTo>
                  <a:lnTo>
                    <a:pt x="51463" y="286345"/>
                  </a:lnTo>
                  <a:lnTo>
                    <a:pt x="55345" y="289951"/>
                  </a:lnTo>
                  <a:lnTo>
                    <a:pt x="59340" y="293433"/>
                  </a:lnTo>
                  <a:lnTo>
                    <a:pt x="63444" y="296785"/>
                  </a:lnTo>
                  <a:lnTo>
                    <a:pt x="67651" y="300006"/>
                  </a:lnTo>
                  <a:lnTo>
                    <a:pt x="71959" y="303092"/>
                  </a:lnTo>
                  <a:lnTo>
                    <a:pt x="76362" y="306040"/>
                  </a:lnTo>
                  <a:lnTo>
                    <a:pt x="80856" y="308847"/>
                  </a:lnTo>
                  <a:lnTo>
                    <a:pt x="85437" y="311510"/>
                  </a:lnTo>
                  <a:lnTo>
                    <a:pt x="90100" y="314027"/>
                  </a:lnTo>
                  <a:lnTo>
                    <a:pt x="94841" y="316395"/>
                  </a:lnTo>
                  <a:lnTo>
                    <a:pt x="99654" y="318611"/>
                  </a:lnTo>
                  <a:lnTo>
                    <a:pt x="104535" y="320673"/>
                  </a:lnTo>
                  <a:lnTo>
                    <a:pt x="109479" y="322580"/>
                  </a:lnTo>
                  <a:lnTo>
                    <a:pt x="114481" y="324329"/>
                  </a:lnTo>
                  <a:lnTo>
                    <a:pt x="119536" y="325918"/>
                  </a:lnTo>
                  <a:lnTo>
                    <a:pt x="124639" y="327347"/>
                  </a:lnTo>
                  <a:lnTo>
                    <a:pt x="129784" y="328613"/>
                  </a:lnTo>
                  <a:lnTo>
                    <a:pt x="134967" y="329716"/>
                  </a:lnTo>
                  <a:lnTo>
                    <a:pt x="140182" y="330653"/>
                  </a:lnTo>
                  <a:lnTo>
                    <a:pt x="145425" y="331425"/>
                  </a:lnTo>
                  <a:lnTo>
                    <a:pt x="150689" y="332030"/>
                  </a:lnTo>
                  <a:lnTo>
                    <a:pt x="155970" y="332468"/>
                  </a:lnTo>
                  <a:lnTo>
                    <a:pt x="161261" y="332739"/>
                  </a:lnTo>
                  <a:lnTo>
                    <a:pt x="166559" y="332842"/>
                  </a:lnTo>
                  <a:lnTo>
                    <a:pt x="171858" y="332777"/>
                  </a:lnTo>
                  <a:lnTo>
                    <a:pt x="177152" y="332543"/>
                  </a:lnTo>
                  <a:lnTo>
                    <a:pt x="182435" y="332143"/>
                  </a:lnTo>
                  <a:lnTo>
                    <a:pt x="187704" y="331575"/>
                  </a:lnTo>
                  <a:lnTo>
                    <a:pt x="192951" y="330840"/>
                  </a:lnTo>
                  <a:lnTo>
                    <a:pt x="198173" y="329939"/>
                  </a:lnTo>
                  <a:lnTo>
                    <a:pt x="203364" y="328873"/>
                  </a:lnTo>
                  <a:lnTo>
                    <a:pt x="208518" y="327644"/>
                  </a:lnTo>
                  <a:lnTo>
                    <a:pt x="213631" y="326251"/>
                  </a:lnTo>
                  <a:lnTo>
                    <a:pt x="218697" y="324697"/>
                  </a:lnTo>
                  <a:lnTo>
                    <a:pt x="223711" y="322984"/>
                  </a:lnTo>
                  <a:lnTo>
                    <a:pt x="228668" y="321112"/>
                  </a:lnTo>
                  <a:lnTo>
                    <a:pt x="233564" y="319084"/>
                  </a:lnTo>
                  <a:lnTo>
                    <a:pt x="238392" y="316902"/>
                  </a:lnTo>
                  <a:lnTo>
                    <a:pt x="243150" y="314568"/>
                  </a:lnTo>
                  <a:lnTo>
                    <a:pt x="247830" y="312085"/>
                  </a:lnTo>
                  <a:lnTo>
                    <a:pt x="252430" y="309454"/>
                  </a:lnTo>
                  <a:lnTo>
                    <a:pt x="256944" y="306679"/>
                  </a:lnTo>
                  <a:lnTo>
                    <a:pt x="261368" y="303762"/>
                  </a:lnTo>
                  <a:lnTo>
                    <a:pt x="265697" y="300707"/>
                  </a:lnTo>
                  <a:lnTo>
                    <a:pt x="269928" y="297516"/>
                  </a:lnTo>
                  <a:lnTo>
                    <a:pt x="274055" y="294192"/>
                  </a:lnTo>
                  <a:lnTo>
                    <a:pt x="278074" y="290739"/>
                  </a:lnTo>
                  <a:lnTo>
                    <a:pt x="281982" y="287161"/>
                  </a:lnTo>
                  <a:lnTo>
                    <a:pt x="285775" y="283460"/>
                  </a:lnTo>
                  <a:lnTo>
                    <a:pt x="289448" y="279641"/>
                  </a:lnTo>
                  <a:lnTo>
                    <a:pt x="292999" y="275708"/>
                  </a:lnTo>
                  <a:lnTo>
                    <a:pt x="296423" y="271664"/>
                  </a:lnTo>
                  <a:lnTo>
                    <a:pt x="299717" y="267514"/>
                  </a:lnTo>
                  <a:lnTo>
                    <a:pt x="302878" y="263261"/>
                  </a:lnTo>
                  <a:lnTo>
                    <a:pt x="305903" y="258910"/>
                  </a:lnTo>
                  <a:lnTo>
                    <a:pt x="308788" y="254466"/>
                  </a:lnTo>
                  <a:lnTo>
                    <a:pt x="311531" y="249932"/>
                  </a:lnTo>
                  <a:lnTo>
                    <a:pt x="314129" y="245314"/>
                  </a:lnTo>
                  <a:lnTo>
                    <a:pt x="316579" y="240615"/>
                  </a:lnTo>
                  <a:lnTo>
                    <a:pt x="318880" y="235842"/>
                  </a:lnTo>
                  <a:lnTo>
                    <a:pt x="321027" y="230997"/>
                  </a:lnTo>
                  <a:lnTo>
                    <a:pt x="323020" y="226088"/>
                  </a:lnTo>
                  <a:lnTo>
                    <a:pt x="324857" y="221117"/>
                  </a:lnTo>
                  <a:lnTo>
                    <a:pt x="326535" y="216091"/>
                  </a:lnTo>
                  <a:lnTo>
                    <a:pt x="328052" y="211014"/>
                  </a:lnTo>
                  <a:lnTo>
                    <a:pt x="329408" y="205892"/>
                  </a:lnTo>
                  <a:lnTo>
                    <a:pt x="330602" y="200729"/>
                  </a:lnTo>
                  <a:lnTo>
                    <a:pt x="331630" y="195531"/>
                  </a:lnTo>
                  <a:lnTo>
                    <a:pt x="332494" y="190303"/>
                  </a:lnTo>
                  <a:lnTo>
                    <a:pt x="333191" y="185050"/>
                  </a:lnTo>
                  <a:lnTo>
                    <a:pt x="333722" y="179778"/>
                  </a:lnTo>
                  <a:lnTo>
                    <a:pt x="334085" y="174491"/>
                  </a:lnTo>
                  <a:lnTo>
                    <a:pt x="334281" y="169196"/>
                  </a:lnTo>
                  <a:lnTo>
                    <a:pt x="334309" y="163897"/>
                  </a:lnTo>
                  <a:lnTo>
                    <a:pt x="334168" y="158600"/>
                  </a:lnTo>
                  <a:lnTo>
                    <a:pt x="333860" y="153310"/>
                  </a:lnTo>
                  <a:lnTo>
                    <a:pt x="333384" y="148033"/>
                  </a:lnTo>
                  <a:lnTo>
                    <a:pt x="332742" y="142773"/>
                  </a:lnTo>
                  <a:lnTo>
                    <a:pt x="331933" y="137536"/>
                  </a:lnTo>
                  <a:lnTo>
                    <a:pt x="330958" y="132328"/>
                  </a:lnTo>
                  <a:lnTo>
                    <a:pt x="329819" y="127153"/>
                  </a:lnTo>
                  <a:lnTo>
                    <a:pt x="328516" y="122016"/>
                  </a:lnTo>
                  <a:lnTo>
                    <a:pt x="327051" y="116924"/>
                  </a:lnTo>
                  <a:lnTo>
                    <a:pt x="325426" y="111881"/>
                  </a:lnTo>
                  <a:lnTo>
                    <a:pt x="323641" y="106891"/>
                  </a:lnTo>
                  <a:lnTo>
                    <a:pt x="321700" y="101961"/>
                  </a:lnTo>
                  <a:lnTo>
                    <a:pt x="319603" y="97095"/>
                  </a:lnTo>
                  <a:lnTo>
                    <a:pt x="317352" y="92297"/>
                  </a:lnTo>
                  <a:lnTo>
                    <a:pt x="314951" y="87574"/>
                  </a:lnTo>
                  <a:lnTo>
                    <a:pt x="312402" y="82928"/>
                  </a:lnTo>
                  <a:lnTo>
                    <a:pt x="309706" y="78366"/>
                  </a:lnTo>
                  <a:lnTo>
                    <a:pt x="306867" y="73892"/>
                  </a:lnTo>
                  <a:lnTo>
                    <a:pt x="303888" y="69510"/>
                  </a:lnTo>
                  <a:lnTo>
                    <a:pt x="300772" y="65225"/>
                  </a:lnTo>
                  <a:lnTo>
                    <a:pt x="297521" y="61040"/>
                  </a:lnTo>
                  <a:lnTo>
                    <a:pt x="294139" y="56961"/>
                  </a:lnTo>
                  <a:lnTo>
                    <a:pt x="290630" y="52990"/>
                  </a:lnTo>
                  <a:lnTo>
                    <a:pt x="286996" y="49133"/>
                  </a:lnTo>
                  <a:lnTo>
                    <a:pt x="283242" y="45394"/>
                  </a:lnTo>
                  <a:lnTo>
                    <a:pt x="279372" y="41775"/>
                  </a:lnTo>
                  <a:lnTo>
                    <a:pt x="275388" y="38280"/>
                  </a:lnTo>
                  <a:lnTo>
                    <a:pt x="271296" y="34914"/>
                  </a:lnTo>
                  <a:lnTo>
                    <a:pt x="267100" y="31679"/>
                  </a:lnTo>
                  <a:lnTo>
                    <a:pt x="262802" y="28578"/>
                  </a:lnTo>
                  <a:lnTo>
                    <a:pt x="258409" y="25615"/>
                  </a:lnTo>
                  <a:lnTo>
                    <a:pt x="253924" y="22793"/>
                  </a:lnTo>
                  <a:lnTo>
                    <a:pt x="249352" y="20115"/>
                  </a:lnTo>
                  <a:lnTo>
                    <a:pt x="244697" y="17583"/>
                  </a:lnTo>
                  <a:lnTo>
                    <a:pt x="239965" y="15199"/>
                  </a:lnTo>
                  <a:lnTo>
                    <a:pt x="235159" y="12967"/>
                  </a:lnTo>
                  <a:lnTo>
                    <a:pt x="230285" y="10888"/>
                  </a:lnTo>
                  <a:lnTo>
                    <a:pt x="225347" y="8965"/>
                  </a:lnTo>
                  <a:lnTo>
                    <a:pt x="220351" y="7199"/>
                  </a:lnTo>
                  <a:lnTo>
                    <a:pt x="215302" y="5593"/>
                  </a:lnTo>
                  <a:lnTo>
                    <a:pt x="210204" y="4147"/>
                  </a:lnTo>
                  <a:lnTo>
                    <a:pt x="205063" y="2864"/>
                  </a:lnTo>
                  <a:lnTo>
                    <a:pt x="199884" y="1744"/>
                  </a:lnTo>
                  <a:lnTo>
                    <a:pt x="194672" y="789"/>
                  </a:lnTo>
                  <a:lnTo>
                    <a:pt x="189432" y="0"/>
                  </a:lnTo>
                  <a:lnTo>
                    <a:pt x="167151" y="165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22281" cy="167167"/>
            </a:xfrm>
            <a:custGeom>
              <a:avLst/>
              <a:pathLst>
                <a:path w="22281" h="167167">
                  <a:moveTo>
                    <a:pt x="22281" y="1491"/>
                  </a:moveTo>
                  <a:lnTo>
                    <a:pt x="14878" y="663"/>
                  </a:lnTo>
                  <a:lnTo>
                    <a:pt x="7446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56377" y="5399291"/>
              <a:ext cx="167166" cy="290355"/>
            </a:xfrm>
            <a:custGeom>
              <a:avLst/>
              <a:pathLst>
                <a:path w="167166" h="290355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7" y="769"/>
                  </a:lnTo>
                  <a:lnTo>
                    <a:pt x="145833" y="1366"/>
                  </a:lnTo>
                  <a:lnTo>
                    <a:pt x="140541" y="2133"/>
                  </a:lnTo>
                  <a:lnTo>
                    <a:pt x="135276" y="3069"/>
                  </a:lnTo>
                  <a:lnTo>
                    <a:pt x="130044" y="4173"/>
                  </a:lnTo>
                  <a:lnTo>
                    <a:pt x="124849" y="5444"/>
                  </a:lnTo>
                  <a:lnTo>
                    <a:pt x="119698" y="6880"/>
                  </a:lnTo>
                  <a:lnTo>
                    <a:pt x="114596" y="8481"/>
                  </a:lnTo>
                  <a:lnTo>
                    <a:pt x="109547" y="10243"/>
                  </a:lnTo>
                  <a:lnTo>
                    <a:pt x="104557" y="12167"/>
                  </a:lnTo>
                  <a:lnTo>
                    <a:pt x="99632" y="14248"/>
                  </a:lnTo>
                  <a:lnTo>
                    <a:pt x="94775" y="16487"/>
                  </a:lnTo>
                  <a:lnTo>
                    <a:pt x="89993" y="18879"/>
                  </a:lnTo>
                  <a:lnTo>
                    <a:pt x="85289" y="21424"/>
                  </a:lnTo>
                  <a:lnTo>
                    <a:pt x="80669" y="24117"/>
                  </a:lnTo>
                  <a:lnTo>
                    <a:pt x="76138" y="26957"/>
                  </a:lnTo>
                  <a:lnTo>
                    <a:pt x="71700" y="29940"/>
                  </a:lnTo>
                  <a:lnTo>
                    <a:pt x="67360" y="33064"/>
                  </a:lnTo>
                  <a:lnTo>
                    <a:pt x="63122" y="36325"/>
                  </a:lnTo>
                  <a:lnTo>
                    <a:pt x="58990" y="39719"/>
                  </a:lnTo>
                  <a:lnTo>
                    <a:pt x="54969" y="43245"/>
                  </a:lnTo>
                  <a:lnTo>
                    <a:pt x="51062" y="46897"/>
                  </a:lnTo>
                  <a:lnTo>
                    <a:pt x="47275" y="50672"/>
                  </a:lnTo>
                  <a:lnTo>
                    <a:pt x="43610" y="54566"/>
                  </a:lnTo>
                  <a:lnTo>
                    <a:pt x="40072" y="58576"/>
                  </a:lnTo>
                  <a:lnTo>
                    <a:pt x="36664" y="62696"/>
                  </a:lnTo>
                  <a:lnTo>
                    <a:pt x="33389" y="66924"/>
                  </a:lnTo>
                  <a:lnTo>
                    <a:pt x="30251" y="71254"/>
                  </a:lnTo>
                  <a:lnTo>
                    <a:pt x="27253" y="75683"/>
                  </a:lnTo>
                  <a:lnTo>
                    <a:pt x="24399" y="80204"/>
                  </a:lnTo>
                  <a:lnTo>
                    <a:pt x="21690" y="84815"/>
                  </a:lnTo>
                  <a:lnTo>
                    <a:pt x="19131" y="89511"/>
                  </a:lnTo>
                  <a:lnTo>
                    <a:pt x="16723" y="94285"/>
                  </a:lnTo>
                  <a:lnTo>
                    <a:pt x="14469" y="99134"/>
                  </a:lnTo>
                  <a:lnTo>
                    <a:pt x="12371" y="104053"/>
                  </a:lnTo>
                  <a:lnTo>
                    <a:pt x="10431" y="109037"/>
                  </a:lnTo>
                  <a:lnTo>
                    <a:pt x="8652" y="114080"/>
                  </a:lnTo>
                  <a:lnTo>
                    <a:pt x="7035" y="119177"/>
                  </a:lnTo>
                  <a:lnTo>
                    <a:pt x="5582" y="124323"/>
                  </a:lnTo>
                  <a:lnTo>
                    <a:pt x="4294" y="129513"/>
                  </a:lnTo>
                  <a:lnTo>
                    <a:pt x="3173" y="134742"/>
                  </a:lnTo>
                  <a:lnTo>
                    <a:pt x="2220" y="140004"/>
                  </a:lnTo>
                  <a:lnTo>
                    <a:pt x="1436" y="145294"/>
                  </a:lnTo>
                  <a:lnTo>
                    <a:pt x="821" y="150606"/>
                  </a:lnTo>
                  <a:lnTo>
                    <a:pt x="376" y="155935"/>
                  </a:lnTo>
                  <a:lnTo>
                    <a:pt x="102" y="161275"/>
                  </a:lnTo>
                  <a:lnTo>
                    <a:pt x="0" y="166622"/>
                  </a:lnTo>
                  <a:lnTo>
                    <a:pt x="68" y="171969"/>
                  </a:lnTo>
                  <a:lnTo>
                    <a:pt x="307" y="177311"/>
                  </a:lnTo>
                  <a:lnTo>
                    <a:pt x="717" y="182643"/>
                  </a:lnTo>
                  <a:lnTo>
                    <a:pt x="1297" y="187959"/>
                  </a:lnTo>
                  <a:lnTo>
                    <a:pt x="2047" y="193254"/>
                  </a:lnTo>
                  <a:lnTo>
                    <a:pt x="2965" y="198522"/>
                  </a:lnTo>
                  <a:lnTo>
                    <a:pt x="4052" y="203758"/>
                  </a:lnTo>
                  <a:lnTo>
                    <a:pt x="5306" y="208956"/>
                  </a:lnTo>
                  <a:lnTo>
                    <a:pt x="6726" y="214112"/>
                  </a:lnTo>
                  <a:lnTo>
                    <a:pt x="8309" y="219220"/>
                  </a:lnTo>
                  <a:lnTo>
                    <a:pt x="10055" y="224274"/>
                  </a:lnTo>
                  <a:lnTo>
                    <a:pt x="11962" y="229270"/>
                  </a:lnTo>
                  <a:lnTo>
                    <a:pt x="14028" y="234202"/>
                  </a:lnTo>
                  <a:lnTo>
                    <a:pt x="16251" y="239066"/>
                  </a:lnTo>
                  <a:lnTo>
                    <a:pt x="18628" y="243857"/>
                  </a:lnTo>
                  <a:lnTo>
                    <a:pt x="21157" y="248568"/>
                  </a:lnTo>
                  <a:lnTo>
                    <a:pt x="23835" y="253197"/>
                  </a:lnTo>
                  <a:lnTo>
                    <a:pt x="26660" y="257737"/>
                  </a:lnTo>
                  <a:lnTo>
                    <a:pt x="29629" y="262185"/>
                  </a:lnTo>
                  <a:lnTo>
                    <a:pt x="32738" y="266535"/>
                  </a:lnTo>
                  <a:lnTo>
                    <a:pt x="35985" y="270784"/>
                  </a:lnTo>
                  <a:lnTo>
                    <a:pt x="39367" y="274927"/>
                  </a:lnTo>
                  <a:lnTo>
                    <a:pt x="42879" y="278960"/>
                  </a:lnTo>
                  <a:lnTo>
                    <a:pt x="46518" y="282878"/>
                  </a:lnTo>
                  <a:lnTo>
                    <a:pt x="50281" y="286678"/>
                  </a:lnTo>
                  <a:lnTo>
                    <a:pt x="54163" y="29035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10541" y="5566459"/>
              <a:ext cx="113002" cy="123188"/>
            </a:xfrm>
            <a:custGeom>
              <a:avLst/>
              <a:pathLst>
                <a:path w="113002" h="123188">
                  <a:moveTo>
                    <a:pt x="0" y="123188"/>
                  </a:moveTo>
                  <a:lnTo>
                    <a:pt x="11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10541" y="5566459"/>
              <a:ext cx="113002" cy="123188"/>
            </a:xfrm>
            <a:custGeom>
              <a:avLst/>
              <a:pathLst>
                <a:path w="113002" h="123188">
                  <a:moveTo>
                    <a:pt x="0" y="123188"/>
                  </a:moveTo>
                  <a:lnTo>
                    <a:pt x="11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10541" y="5566459"/>
              <a:ext cx="113002" cy="123188"/>
            </a:xfrm>
            <a:custGeom>
              <a:avLst/>
              <a:pathLst>
                <a:path w="113002" h="123188">
                  <a:moveTo>
                    <a:pt x="0" y="123188"/>
                  </a:moveTo>
                  <a:lnTo>
                    <a:pt x="1130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10541" y="5566459"/>
              <a:ext cx="113002" cy="123188"/>
            </a:xfrm>
            <a:custGeom>
              <a:avLst/>
              <a:pathLst>
                <a:path w="113002" h="123188">
                  <a:moveTo>
                    <a:pt x="0" y="123188"/>
                  </a:moveTo>
                  <a:lnTo>
                    <a:pt x="1130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10541" y="5566459"/>
              <a:ext cx="113002" cy="123188"/>
            </a:xfrm>
            <a:custGeom>
              <a:avLst/>
              <a:pathLst>
                <a:path w="113002" h="123188">
                  <a:moveTo>
                    <a:pt x="0" y="123188"/>
                  </a:moveTo>
                  <a:lnTo>
                    <a:pt x="1130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10541" y="5566459"/>
              <a:ext cx="113002" cy="160259"/>
            </a:xfrm>
            <a:custGeom>
              <a:avLst/>
              <a:pathLst>
                <a:path w="113002" h="160259">
                  <a:moveTo>
                    <a:pt x="0" y="123188"/>
                  </a:moveTo>
                  <a:lnTo>
                    <a:pt x="4368" y="127057"/>
                  </a:lnTo>
                  <a:lnTo>
                    <a:pt x="8869" y="130771"/>
                  </a:lnTo>
                  <a:lnTo>
                    <a:pt x="13496" y="134326"/>
                  </a:lnTo>
                  <a:lnTo>
                    <a:pt x="18245" y="137717"/>
                  </a:lnTo>
                  <a:lnTo>
                    <a:pt x="23110" y="140940"/>
                  </a:lnTo>
                  <a:lnTo>
                    <a:pt x="28084" y="143992"/>
                  </a:lnTo>
                  <a:lnTo>
                    <a:pt x="33161" y="146868"/>
                  </a:lnTo>
                  <a:lnTo>
                    <a:pt x="38336" y="149565"/>
                  </a:lnTo>
                  <a:lnTo>
                    <a:pt x="43602" y="152080"/>
                  </a:lnTo>
                  <a:lnTo>
                    <a:pt x="48952" y="154410"/>
                  </a:lnTo>
                  <a:lnTo>
                    <a:pt x="54380" y="156551"/>
                  </a:lnTo>
                  <a:lnTo>
                    <a:pt x="59880" y="158502"/>
                  </a:lnTo>
                  <a:lnTo>
                    <a:pt x="65444" y="160259"/>
                  </a:lnTo>
                  <a:lnTo>
                    <a:pt x="11300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75986" y="5399291"/>
              <a:ext cx="214707" cy="334334"/>
            </a:xfrm>
            <a:custGeom>
              <a:avLst/>
              <a:pathLst>
                <a:path w="214707" h="334334">
                  <a:moveTo>
                    <a:pt x="0" y="327427"/>
                  </a:moveTo>
                  <a:lnTo>
                    <a:pt x="5112" y="328856"/>
                  </a:lnTo>
                  <a:lnTo>
                    <a:pt x="10268" y="330122"/>
                  </a:lnTo>
                  <a:lnTo>
                    <a:pt x="15462" y="331224"/>
                  </a:lnTo>
                  <a:lnTo>
                    <a:pt x="20687" y="332161"/>
                  </a:lnTo>
                  <a:lnTo>
                    <a:pt x="25940" y="332931"/>
                  </a:lnTo>
                  <a:lnTo>
                    <a:pt x="31215" y="333534"/>
                  </a:lnTo>
                  <a:lnTo>
                    <a:pt x="36506" y="333969"/>
                  </a:lnTo>
                  <a:lnTo>
                    <a:pt x="41808" y="334235"/>
                  </a:lnTo>
                  <a:lnTo>
                    <a:pt x="47116" y="334334"/>
                  </a:lnTo>
                  <a:lnTo>
                    <a:pt x="52425" y="334264"/>
                  </a:lnTo>
                  <a:lnTo>
                    <a:pt x="57729" y="334025"/>
                  </a:lnTo>
                  <a:lnTo>
                    <a:pt x="63022" y="333618"/>
                  </a:lnTo>
                  <a:lnTo>
                    <a:pt x="68300" y="333043"/>
                  </a:lnTo>
                  <a:lnTo>
                    <a:pt x="73557" y="332300"/>
                  </a:lnTo>
                  <a:lnTo>
                    <a:pt x="78787" y="331391"/>
                  </a:lnTo>
                  <a:lnTo>
                    <a:pt x="83986" y="330317"/>
                  </a:lnTo>
                  <a:lnTo>
                    <a:pt x="89149" y="329078"/>
                  </a:lnTo>
                  <a:lnTo>
                    <a:pt x="94269" y="327675"/>
                  </a:lnTo>
                  <a:lnTo>
                    <a:pt x="99342" y="326111"/>
                  </a:lnTo>
                  <a:lnTo>
                    <a:pt x="104364" y="324387"/>
                  </a:lnTo>
                  <a:lnTo>
                    <a:pt x="109327" y="322503"/>
                  </a:lnTo>
                  <a:lnTo>
                    <a:pt x="114229" y="320464"/>
                  </a:lnTo>
                  <a:lnTo>
                    <a:pt x="119063" y="318269"/>
                  </a:lnTo>
                  <a:lnTo>
                    <a:pt x="123825" y="315922"/>
                  </a:lnTo>
                  <a:lnTo>
                    <a:pt x="128510" y="313426"/>
                  </a:lnTo>
                  <a:lnTo>
                    <a:pt x="133114" y="310781"/>
                  </a:lnTo>
                  <a:lnTo>
                    <a:pt x="137631" y="307992"/>
                  </a:lnTo>
                  <a:lnTo>
                    <a:pt x="142058" y="305061"/>
                  </a:lnTo>
                  <a:lnTo>
                    <a:pt x="146389" y="301990"/>
                  </a:lnTo>
                  <a:lnTo>
                    <a:pt x="150620" y="298784"/>
                  </a:lnTo>
                  <a:lnTo>
                    <a:pt x="154748" y="295445"/>
                  </a:lnTo>
                  <a:lnTo>
                    <a:pt x="158767" y="291976"/>
                  </a:lnTo>
                  <a:lnTo>
                    <a:pt x="162674" y="288382"/>
                  </a:lnTo>
                  <a:lnTo>
                    <a:pt x="166465" y="284665"/>
                  </a:lnTo>
                  <a:lnTo>
                    <a:pt x="170136" y="280830"/>
                  </a:lnTo>
                  <a:lnTo>
                    <a:pt x="173684" y="276881"/>
                  </a:lnTo>
                  <a:lnTo>
                    <a:pt x="177104" y="272820"/>
                  </a:lnTo>
                  <a:lnTo>
                    <a:pt x="180394" y="268653"/>
                  </a:lnTo>
                  <a:lnTo>
                    <a:pt x="183550" y="264384"/>
                  </a:lnTo>
                  <a:lnTo>
                    <a:pt x="186568" y="260016"/>
                  </a:lnTo>
                  <a:lnTo>
                    <a:pt x="189446" y="255555"/>
                  </a:lnTo>
                  <a:lnTo>
                    <a:pt x="192181" y="251005"/>
                  </a:lnTo>
                  <a:lnTo>
                    <a:pt x="194771" y="246370"/>
                  </a:lnTo>
                  <a:lnTo>
                    <a:pt x="197212" y="241656"/>
                  </a:lnTo>
                  <a:lnTo>
                    <a:pt x="199502" y="236866"/>
                  </a:lnTo>
                  <a:lnTo>
                    <a:pt x="201638" y="232006"/>
                  </a:lnTo>
                  <a:lnTo>
                    <a:pt x="203619" y="227080"/>
                  </a:lnTo>
                  <a:lnTo>
                    <a:pt x="205443" y="222095"/>
                  </a:lnTo>
                  <a:lnTo>
                    <a:pt x="207108" y="217053"/>
                  </a:lnTo>
                  <a:lnTo>
                    <a:pt x="208611" y="211962"/>
                  </a:lnTo>
                  <a:lnTo>
                    <a:pt x="209953" y="206825"/>
                  </a:lnTo>
                  <a:lnTo>
                    <a:pt x="211130" y="201648"/>
                  </a:lnTo>
                  <a:lnTo>
                    <a:pt x="212143" y="196437"/>
                  </a:lnTo>
                  <a:lnTo>
                    <a:pt x="212989" y="191195"/>
                  </a:lnTo>
                  <a:lnTo>
                    <a:pt x="213669" y="185930"/>
                  </a:lnTo>
                  <a:lnTo>
                    <a:pt x="214181" y="180646"/>
                  </a:lnTo>
                  <a:lnTo>
                    <a:pt x="214525" y="175348"/>
                  </a:lnTo>
                  <a:lnTo>
                    <a:pt x="214700" y="170042"/>
                  </a:lnTo>
                  <a:lnTo>
                    <a:pt x="214707" y="164733"/>
                  </a:lnTo>
                  <a:lnTo>
                    <a:pt x="214546" y="159426"/>
                  </a:lnTo>
                  <a:lnTo>
                    <a:pt x="214216" y="154128"/>
                  </a:lnTo>
                  <a:lnTo>
                    <a:pt x="213718" y="148842"/>
                  </a:lnTo>
                  <a:lnTo>
                    <a:pt x="213052" y="143575"/>
                  </a:lnTo>
                  <a:lnTo>
                    <a:pt x="212219" y="138332"/>
                  </a:lnTo>
                  <a:lnTo>
                    <a:pt x="211221" y="133117"/>
                  </a:lnTo>
                  <a:lnTo>
                    <a:pt x="210057" y="127938"/>
                  </a:lnTo>
                  <a:lnTo>
                    <a:pt x="208729" y="122797"/>
                  </a:lnTo>
                  <a:lnTo>
                    <a:pt x="207239" y="117702"/>
                  </a:lnTo>
                  <a:lnTo>
                    <a:pt x="205588" y="112656"/>
                  </a:lnTo>
                  <a:lnTo>
                    <a:pt x="203777" y="107665"/>
                  </a:lnTo>
                  <a:lnTo>
                    <a:pt x="201809" y="102735"/>
                  </a:lnTo>
                  <a:lnTo>
                    <a:pt x="199685" y="97869"/>
                  </a:lnTo>
                  <a:lnTo>
                    <a:pt x="197408" y="93073"/>
                  </a:lnTo>
                  <a:lnTo>
                    <a:pt x="194979" y="88352"/>
                  </a:lnTo>
                  <a:lnTo>
                    <a:pt x="192402" y="83711"/>
                  </a:lnTo>
                  <a:lnTo>
                    <a:pt x="189679" y="79153"/>
                  </a:lnTo>
                  <a:lnTo>
                    <a:pt x="186813" y="74685"/>
                  </a:lnTo>
                  <a:lnTo>
                    <a:pt x="183806" y="70309"/>
                  </a:lnTo>
                  <a:lnTo>
                    <a:pt x="180661" y="66032"/>
                  </a:lnTo>
                  <a:lnTo>
                    <a:pt x="177383" y="61856"/>
                  </a:lnTo>
                  <a:lnTo>
                    <a:pt x="173973" y="57786"/>
                  </a:lnTo>
                  <a:lnTo>
                    <a:pt x="170436" y="53827"/>
                  </a:lnTo>
                  <a:lnTo>
                    <a:pt x="166775" y="49983"/>
                  </a:lnTo>
                  <a:lnTo>
                    <a:pt x="162994" y="46256"/>
                  </a:lnTo>
                  <a:lnTo>
                    <a:pt x="159096" y="42651"/>
                  </a:lnTo>
                  <a:lnTo>
                    <a:pt x="155086" y="39172"/>
                  </a:lnTo>
                  <a:lnTo>
                    <a:pt x="150967" y="35822"/>
                  </a:lnTo>
                  <a:lnTo>
                    <a:pt x="146744" y="32605"/>
                  </a:lnTo>
                  <a:lnTo>
                    <a:pt x="142421" y="29523"/>
                  </a:lnTo>
                  <a:lnTo>
                    <a:pt x="138002" y="26580"/>
                  </a:lnTo>
                  <a:lnTo>
                    <a:pt x="133493" y="23779"/>
                  </a:lnTo>
                  <a:lnTo>
                    <a:pt x="128896" y="21122"/>
                  </a:lnTo>
                  <a:lnTo>
                    <a:pt x="124217" y="18613"/>
                  </a:lnTo>
                  <a:lnTo>
                    <a:pt x="119462" y="16254"/>
                  </a:lnTo>
                  <a:lnTo>
                    <a:pt x="114633" y="14047"/>
                  </a:lnTo>
                  <a:lnTo>
                    <a:pt x="109737" y="11994"/>
                  </a:lnTo>
                  <a:lnTo>
                    <a:pt x="104778" y="10098"/>
                  </a:lnTo>
                  <a:lnTo>
                    <a:pt x="99762" y="8360"/>
                  </a:lnTo>
                  <a:lnTo>
                    <a:pt x="94692" y="6782"/>
                  </a:lnTo>
                  <a:lnTo>
                    <a:pt x="89576" y="5366"/>
                  </a:lnTo>
                  <a:lnTo>
                    <a:pt x="84417" y="4114"/>
                  </a:lnTo>
                  <a:lnTo>
                    <a:pt x="79220" y="3025"/>
                  </a:lnTo>
                  <a:lnTo>
                    <a:pt x="73992" y="2103"/>
                  </a:lnTo>
                  <a:lnTo>
                    <a:pt x="68737" y="1347"/>
                  </a:lnTo>
                  <a:lnTo>
                    <a:pt x="63461" y="758"/>
                  </a:lnTo>
                  <a:lnTo>
                    <a:pt x="58169" y="337"/>
                  </a:lnTo>
                  <a:lnTo>
                    <a:pt x="52866" y="84"/>
                  </a:lnTo>
                  <a:lnTo>
                    <a:pt x="47557" y="0"/>
                  </a:lnTo>
                  <a:lnTo>
                    <a:pt x="475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79467" y="5269756"/>
              <a:ext cx="165791" cy="167167"/>
            </a:xfrm>
            <a:custGeom>
              <a:avLst/>
              <a:pathLst>
                <a:path w="165791" h="167167">
                  <a:moveTo>
                    <a:pt x="165791" y="0"/>
                  </a:moveTo>
                  <a:lnTo>
                    <a:pt x="160312" y="89"/>
                  </a:lnTo>
                  <a:lnTo>
                    <a:pt x="154838" y="359"/>
                  </a:lnTo>
                  <a:lnTo>
                    <a:pt x="149377" y="807"/>
                  </a:lnTo>
                  <a:lnTo>
                    <a:pt x="143933" y="1435"/>
                  </a:lnTo>
                  <a:lnTo>
                    <a:pt x="138513" y="2240"/>
                  </a:lnTo>
                  <a:lnTo>
                    <a:pt x="133122" y="3223"/>
                  </a:lnTo>
                  <a:lnTo>
                    <a:pt x="127766" y="4381"/>
                  </a:lnTo>
                  <a:lnTo>
                    <a:pt x="122451" y="5715"/>
                  </a:lnTo>
                  <a:lnTo>
                    <a:pt x="117183" y="7222"/>
                  </a:lnTo>
                  <a:lnTo>
                    <a:pt x="111967" y="8902"/>
                  </a:lnTo>
                  <a:lnTo>
                    <a:pt x="106808" y="10751"/>
                  </a:lnTo>
                  <a:lnTo>
                    <a:pt x="101714" y="12768"/>
                  </a:lnTo>
                  <a:lnTo>
                    <a:pt x="96687" y="14951"/>
                  </a:lnTo>
                  <a:lnTo>
                    <a:pt x="91736" y="17298"/>
                  </a:lnTo>
                  <a:lnTo>
                    <a:pt x="86863" y="19805"/>
                  </a:lnTo>
                  <a:lnTo>
                    <a:pt x="82076" y="22471"/>
                  </a:lnTo>
                  <a:lnTo>
                    <a:pt x="77378" y="25293"/>
                  </a:lnTo>
                  <a:lnTo>
                    <a:pt x="72776" y="28267"/>
                  </a:lnTo>
                  <a:lnTo>
                    <a:pt x="68273" y="31390"/>
                  </a:lnTo>
                  <a:lnTo>
                    <a:pt x="63875" y="34659"/>
                  </a:lnTo>
                  <a:lnTo>
                    <a:pt x="59587" y="38071"/>
                  </a:lnTo>
                  <a:lnTo>
                    <a:pt x="55413" y="41621"/>
                  </a:lnTo>
                  <a:lnTo>
                    <a:pt x="51357" y="45306"/>
                  </a:lnTo>
                  <a:lnTo>
                    <a:pt x="47425" y="49122"/>
                  </a:lnTo>
                  <a:lnTo>
                    <a:pt x="43619" y="53065"/>
                  </a:lnTo>
                  <a:lnTo>
                    <a:pt x="39945" y="57131"/>
                  </a:lnTo>
                  <a:lnTo>
                    <a:pt x="36406" y="61315"/>
                  </a:lnTo>
                  <a:lnTo>
                    <a:pt x="33007" y="65612"/>
                  </a:lnTo>
                  <a:lnTo>
                    <a:pt x="29749" y="70019"/>
                  </a:lnTo>
                  <a:lnTo>
                    <a:pt x="26638" y="74530"/>
                  </a:lnTo>
                  <a:lnTo>
                    <a:pt x="23677" y="79141"/>
                  </a:lnTo>
                  <a:lnTo>
                    <a:pt x="20868" y="83846"/>
                  </a:lnTo>
                  <a:lnTo>
                    <a:pt x="18215" y="88640"/>
                  </a:lnTo>
                  <a:lnTo>
                    <a:pt x="15721" y="93520"/>
                  </a:lnTo>
                  <a:lnTo>
                    <a:pt x="13387" y="98478"/>
                  </a:lnTo>
                  <a:lnTo>
                    <a:pt x="11218" y="103510"/>
                  </a:lnTo>
                  <a:lnTo>
                    <a:pt x="9215" y="108610"/>
                  </a:lnTo>
                  <a:lnTo>
                    <a:pt x="7379" y="113774"/>
                  </a:lnTo>
                  <a:lnTo>
                    <a:pt x="5715" y="118994"/>
                  </a:lnTo>
                  <a:lnTo>
                    <a:pt x="4222" y="124267"/>
                  </a:lnTo>
                  <a:lnTo>
                    <a:pt x="2902" y="129585"/>
                  </a:lnTo>
                  <a:lnTo>
                    <a:pt x="1758" y="134944"/>
                  </a:lnTo>
                  <a:lnTo>
                    <a:pt x="790" y="140338"/>
                  </a:lnTo>
                  <a:lnTo>
                    <a:pt x="0" y="145760"/>
                  </a:lnTo>
                  <a:lnTo>
                    <a:pt x="16579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9467" y="5415517"/>
              <a:ext cx="165791" cy="21406"/>
            </a:xfrm>
            <a:custGeom>
              <a:avLst/>
              <a:pathLst>
                <a:path w="165791" h="21406">
                  <a:moveTo>
                    <a:pt x="0" y="0"/>
                  </a:moveTo>
                  <a:lnTo>
                    <a:pt x="165791" y="214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9467" y="5415517"/>
              <a:ext cx="165791" cy="21406"/>
            </a:xfrm>
            <a:custGeom>
              <a:avLst/>
              <a:pathLst>
                <a:path w="165791" h="21406">
                  <a:moveTo>
                    <a:pt x="0" y="0"/>
                  </a:moveTo>
                  <a:lnTo>
                    <a:pt x="165791" y="214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9467" y="5415517"/>
              <a:ext cx="165791" cy="21406"/>
            </a:xfrm>
            <a:custGeom>
              <a:avLst/>
              <a:pathLst>
                <a:path w="165791" h="21406">
                  <a:moveTo>
                    <a:pt x="0" y="0"/>
                  </a:moveTo>
                  <a:lnTo>
                    <a:pt x="165791" y="214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9467" y="5415517"/>
              <a:ext cx="165791" cy="21406"/>
            </a:xfrm>
            <a:custGeom>
              <a:avLst/>
              <a:pathLst>
                <a:path w="165791" h="21406">
                  <a:moveTo>
                    <a:pt x="0" y="0"/>
                  </a:moveTo>
                  <a:lnTo>
                    <a:pt x="165791" y="214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113" y="5415517"/>
              <a:ext cx="167145" cy="49791"/>
            </a:xfrm>
            <a:custGeom>
              <a:avLst/>
              <a:pathLst>
                <a:path w="167145" h="49791">
                  <a:moveTo>
                    <a:pt x="1354" y="0"/>
                  </a:moveTo>
                  <a:lnTo>
                    <a:pt x="669" y="6210"/>
                  </a:lnTo>
                  <a:lnTo>
                    <a:pt x="218" y="12442"/>
                  </a:lnTo>
                  <a:lnTo>
                    <a:pt x="0" y="18686"/>
                  </a:lnTo>
                  <a:lnTo>
                    <a:pt x="15" y="24934"/>
                  </a:lnTo>
                  <a:lnTo>
                    <a:pt x="263" y="31178"/>
                  </a:lnTo>
                  <a:lnTo>
                    <a:pt x="745" y="37407"/>
                  </a:lnTo>
                  <a:lnTo>
                    <a:pt x="1459" y="43615"/>
                  </a:lnTo>
                  <a:lnTo>
                    <a:pt x="2405" y="49791"/>
                  </a:lnTo>
                  <a:lnTo>
                    <a:pt x="167145" y="214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80518" y="5269756"/>
              <a:ext cx="331889" cy="334334"/>
            </a:xfrm>
            <a:custGeom>
              <a:avLst/>
              <a:pathLst>
                <a:path w="331889" h="334334">
                  <a:moveTo>
                    <a:pt x="0" y="195552"/>
                  </a:moveTo>
                  <a:lnTo>
                    <a:pt x="984" y="200769"/>
                  </a:lnTo>
                  <a:lnTo>
                    <a:pt x="2134" y="205952"/>
                  </a:lnTo>
                  <a:lnTo>
                    <a:pt x="3447" y="211096"/>
                  </a:lnTo>
                  <a:lnTo>
                    <a:pt x="4923" y="216195"/>
                  </a:lnTo>
                  <a:lnTo>
                    <a:pt x="6561" y="221246"/>
                  </a:lnTo>
                  <a:lnTo>
                    <a:pt x="8358" y="226241"/>
                  </a:lnTo>
                  <a:lnTo>
                    <a:pt x="10313" y="231178"/>
                  </a:lnTo>
                  <a:lnTo>
                    <a:pt x="12423" y="236049"/>
                  </a:lnTo>
                  <a:lnTo>
                    <a:pt x="14688" y="240851"/>
                  </a:lnTo>
                  <a:lnTo>
                    <a:pt x="17103" y="245579"/>
                  </a:lnTo>
                  <a:lnTo>
                    <a:pt x="19668" y="250228"/>
                  </a:lnTo>
                  <a:lnTo>
                    <a:pt x="22378" y="254793"/>
                  </a:lnTo>
                  <a:lnTo>
                    <a:pt x="25233" y="259269"/>
                  </a:lnTo>
                  <a:lnTo>
                    <a:pt x="28228" y="263653"/>
                  </a:lnTo>
                  <a:lnTo>
                    <a:pt x="31361" y="267939"/>
                  </a:lnTo>
                  <a:lnTo>
                    <a:pt x="34628" y="272124"/>
                  </a:lnTo>
                  <a:lnTo>
                    <a:pt x="38026" y="276203"/>
                  </a:lnTo>
                  <a:lnTo>
                    <a:pt x="41553" y="280171"/>
                  </a:lnTo>
                  <a:lnTo>
                    <a:pt x="45203" y="284026"/>
                  </a:lnTo>
                  <a:lnTo>
                    <a:pt x="48975" y="287763"/>
                  </a:lnTo>
                  <a:lnTo>
                    <a:pt x="52863" y="291378"/>
                  </a:lnTo>
                  <a:lnTo>
                    <a:pt x="56863" y="294869"/>
                  </a:lnTo>
                  <a:lnTo>
                    <a:pt x="60973" y="298230"/>
                  </a:lnTo>
                  <a:lnTo>
                    <a:pt x="65187" y="301459"/>
                  </a:lnTo>
                  <a:lnTo>
                    <a:pt x="69502" y="304552"/>
                  </a:lnTo>
                  <a:lnTo>
                    <a:pt x="73913" y="307507"/>
                  </a:lnTo>
                  <a:lnTo>
                    <a:pt x="78415" y="310321"/>
                  </a:lnTo>
                  <a:lnTo>
                    <a:pt x="83004" y="312990"/>
                  </a:lnTo>
                  <a:lnTo>
                    <a:pt x="87676" y="315512"/>
                  </a:lnTo>
                  <a:lnTo>
                    <a:pt x="92426" y="317884"/>
                  </a:lnTo>
                  <a:lnTo>
                    <a:pt x="97248" y="320105"/>
                  </a:lnTo>
                  <a:lnTo>
                    <a:pt x="102139" y="322171"/>
                  </a:lnTo>
                  <a:lnTo>
                    <a:pt x="107093" y="324080"/>
                  </a:lnTo>
                  <a:lnTo>
                    <a:pt x="112105" y="325832"/>
                  </a:lnTo>
                  <a:lnTo>
                    <a:pt x="117170" y="327423"/>
                  </a:lnTo>
                  <a:lnTo>
                    <a:pt x="122283" y="328853"/>
                  </a:lnTo>
                  <a:lnTo>
                    <a:pt x="127438" y="330120"/>
                  </a:lnTo>
                  <a:lnTo>
                    <a:pt x="132632" y="331222"/>
                  </a:lnTo>
                  <a:lnTo>
                    <a:pt x="137858" y="332159"/>
                  </a:lnTo>
                  <a:lnTo>
                    <a:pt x="143111" y="332929"/>
                  </a:lnTo>
                  <a:lnTo>
                    <a:pt x="148385" y="333532"/>
                  </a:lnTo>
                  <a:lnTo>
                    <a:pt x="153677" y="333968"/>
                  </a:lnTo>
                  <a:lnTo>
                    <a:pt x="158979" y="334235"/>
                  </a:lnTo>
                  <a:lnTo>
                    <a:pt x="164287" y="334334"/>
                  </a:lnTo>
                  <a:lnTo>
                    <a:pt x="169596" y="334264"/>
                  </a:lnTo>
                  <a:lnTo>
                    <a:pt x="174900" y="334025"/>
                  </a:lnTo>
                  <a:lnTo>
                    <a:pt x="180193" y="333619"/>
                  </a:lnTo>
                  <a:lnTo>
                    <a:pt x="185471" y="333044"/>
                  </a:lnTo>
                  <a:lnTo>
                    <a:pt x="190728" y="332302"/>
                  </a:lnTo>
                  <a:lnTo>
                    <a:pt x="195959" y="331393"/>
                  </a:lnTo>
                  <a:lnTo>
                    <a:pt x="201158" y="330319"/>
                  </a:lnTo>
                  <a:lnTo>
                    <a:pt x="206321" y="329080"/>
                  </a:lnTo>
                  <a:lnTo>
                    <a:pt x="211441" y="327678"/>
                  </a:lnTo>
                  <a:lnTo>
                    <a:pt x="216515" y="326114"/>
                  </a:lnTo>
                  <a:lnTo>
                    <a:pt x="221536" y="324390"/>
                  </a:lnTo>
                  <a:lnTo>
                    <a:pt x="226500" y="322507"/>
                  </a:lnTo>
                  <a:lnTo>
                    <a:pt x="231402" y="320468"/>
                  </a:lnTo>
                  <a:lnTo>
                    <a:pt x="236236" y="318273"/>
                  </a:lnTo>
                  <a:lnTo>
                    <a:pt x="240999" y="315927"/>
                  </a:lnTo>
                  <a:lnTo>
                    <a:pt x="245684" y="313430"/>
                  </a:lnTo>
                  <a:lnTo>
                    <a:pt x="250288" y="310786"/>
                  </a:lnTo>
                  <a:lnTo>
                    <a:pt x="254805" y="307997"/>
                  </a:lnTo>
                  <a:lnTo>
                    <a:pt x="259232" y="305066"/>
                  </a:lnTo>
                  <a:lnTo>
                    <a:pt x="263563" y="301996"/>
                  </a:lnTo>
                  <a:lnTo>
                    <a:pt x="267795" y="298789"/>
                  </a:lnTo>
                  <a:lnTo>
                    <a:pt x="271923" y="295451"/>
                  </a:lnTo>
                  <a:lnTo>
                    <a:pt x="275943" y="291982"/>
                  </a:lnTo>
                  <a:lnTo>
                    <a:pt x="279850" y="288388"/>
                  </a:lnTo>
                  <a:lnTo>
                    <a:pt x="283641" y="284671"/>
                  </a:lnTo>
                  <a:lnTo>
                    <a:pt x="287313" y="280836"/>
                  </a:lnTo>
                  <a:lnTo>
                    <a:pt x="290861" y="276887"/>
                  </a:lnTo>
                  <a:lnTo>
                    <a:pt x="294281" y="272826"/>
                  </a:lnTo>
                  <a:lnTo>
                    <a:pt x="297571" y="268660"/>
                  </a:lnTo>
                  <a:lnTo>
                    <a:pt x="300727" y="264390"/>
                  </a:lnTo>
                  <a:lnTo>
                    <a:pt x="303746" y="260023"/>
                  </a:lnTo>
                  <a:lnTo>
                    <a:pt x="306624" y="255562"/>
                  </a:lnTo>
                  <a:lnTo>
                    <a:pt x="309360" y="251012"/>
                  </a:lnTo>
                  <a:lnTo>
                    <a:pt x="311949" y="246377"/>
                  </a:lnTo>
                  <a:lnTo>
                    <a:pt x="314390" y="241662"/>
                  </a:lnTo>
                  <a:lnTo>
                    <a:pt x="316681" y="236873"/>
                  </a:lnTo>
                  <a:lnTo>
                    <a:pt x="318817" y="232012"/>
                  </a:lnTo>
                  <a:lnTo>
                    <a:pt x="320799" y="227087"/>
                  </a:lnTo>
                  <a:lnTo>
                    <a:pt x="322623" y="222101"/>
                  </a:lnTo>
                  <a:lnTo>
                    <a:pt x="324288" y="217060"/>
                  </a:lnTo>
                  <a:lnTo>
                    <a:pt x="325792" y="211968"/>
                  </a:lnTo>
                  <a:lnTo>
                    <a:pt x="327133" y="206831"/>
                  </a:lnTo>
                  <a:lnTo>
                    <a:pt x="328311" y="201654"/>
                  </a:lnTo>
                  <a:lnTo>
                    <a:pt x="329323" y="196443"/>
                  </a:lnTo>
                  <a:lnTo>
                    <a:pt x="330170" y="191202"/>
                  </a:lnTo>
                  <a:lnTo>
                    <a:pt x="330850" y="185936"/>
                  </a:lnTo>
                  <a:lnTo>
                    <a:pt x="331362" y="180652"/>
                  </a:lnTo>
                  <a:lnTo>
                    <a:pt x="331706" y="175354"/>
                  </a:lnTo>
                  <a:lnTo>
                    <a:pt x="331882" y="170048"/>
                  </a:lnTo>
                  <a:lnTo>
                    <a:pt x="331889" y="164739"/>
                  </a:lnTo>
                  <a:lnTo>
                    <a:pt x="331728" y="159432"/>
                  </a:lnTo>
                  <a:lnTo>
                    <a:pt x="331398" y="154133"/>
                  </a:lnTo>
                  <a:lnTo>
                    <a:pt x="330900" y="148847"/>
                  </a:lnTo>
                  <a:lnTo>
                    <a:pt x="330235" y="143580"/>
                  </a:lnTo>
                  <a:lnTo>
                    <a:pt x="329402" y="138337"/>
                  </a:lnTo>
                  <a:lnTo>
                    <a:pt x="328404" y="133122"/>
                  </a:lnTo>
                  <a:lnTo>
                    <a:pt x="327240" y="127942"/>
                  </a:lnTo>
                  <a:lnTo>
                    <a:pt x="325912" y="122802"/>
                  </a:lnTo>
                  <a:lnTo>
                    <a:pt x="324422" y="117706"/>
                  </a:lnTo>
                  <a:lnTo>
                    <a:pt x="322771" y="112660"/>
                  </a:lnTo>
                  <a:lnTo>
                    <a:pt x="320960" y="107669"/>
                  </a:lnTo>
                  <a:lnTo>
                    <a:pt x="318992" y="102739"/>
                  </a:lnTo>
                  <a:lnTo>
                    <a:pt x="316869" y="97873"/>
                  </a:lnTo>
                  <a:lnTo>
                    <a:pt x="314591" y="93077"/>
                  </a:lnTo>
                  <a:lnTo>
                    <a:pt x="312163" y="88356"/>
                  </a:lnTo>
                  <a:lnTo>
                    <a:pt x="309586" y="83714"/>
                  </a:lnTo>
                  <a:lnTo>
                    <a:pt x="306863" y="79156"/>
                  </a:lnTo>
                  <a:lnTo>
                    <a:pt x="303996" y="74688"/>
                  </a:lnTo>
                  <a:lnTo>
                    <a:pt x="300990" y="70312"/>
                  </a:lnTo>
                  <a:lnTo>
                    <a:pt x="297845" y="66034"/>
                  </a:lnTo>
                  <a:lnTo>
                    <a:pt x="294567" y="61858"/>
                  </a:lnTo>
                  <a:lnTo>
                    <a:pt x="291157" y="57789"/>
                  </a:lnTo>
                  <a:lnTo>
                    <a:pt x="287620" y="53830"/>
                  </a:lnTo>
                  <a:lnTo>
                    <a:pt x="283959" y="49985"/>
                  </a:lnTo>
                  <a:lnTo>
                    <a:pt x="280178" y="46258"/>
                  </a:lnTo>
                  <a:lnTo>
                    <a:pt x="276280" y="42653"/>
                  </a:lnTo>
                  <a:lnTo>
                    <a:pt x="272270" y="39174"/>
                  </a:lnTo>
                  <a:lnTo>
                    <a:pt x="268151" y="35824"/>
                  </a:lnTo>
                  <a:lnTo>
                    <a:pt x="263928" y="32606"/>
                  </a:lnTo>
                  <a:lnTo>
                    <a:pt x="259605" y="29524"/>
                  </a:lnTo>
                  <a:lnTo>
                    <a:pt x="255186" y="26581"/>
                  </a:lnTo>
                  <a:lnTo>
                    <a:pt x="250676" y="23780"/>
                  </a:lnTo>
                  <a:lnTo>
                    <a:pt x="246080" y="21123"/>
                  </a:lnTo>
                  <a:lnTo>
                    <a:pt x="241401" y="18614"/>
                  </a:lnTo>
                  <a:lnTo>
                    <a:pt x="236645" y="16255"/>
                  </a:lnTo>
                  <a:lnTo>
                    <a:pt x="231816" y="14047"/>
                  </a:lnTo>
                  <a:lnTo>
                    <a:pt x="226920" y="11994"/>
                  </a:lnTo>
                  <a:lnTo>
                    <a:pt x="221961" y="10098"/>
                  </a:lnTo>
                  <a:lnTo>
                    <a:pt x="216945" y="8360"/>
                  </a:lnTo>
                  <a:lnTo>
                    <a:pt x="211875" y="6783"/>
                  </a:lnTo>
                  <a:lnTo>
                    <a:pt x="206759" y="5367"/>
                  </a:lnTo>
                  <a:lnTo>
                    <a:pt x="201599" y="4114"/>
                  </a:lnTo>
                  <a:lnTo>
                    <a:pt x="196403" y="3026"/>
                  </a:lnTo>
                  <a:lnTo>
                    <a:pt x="191175" y="2103"/>
                  </a:lnTo>
                  <a:lnTo>
                    <a:pt x="185920" y="1347"/>
                  </a:lnTo>
                  <a:lnTo>
                    <a:pt x="180643" y="758"/>
                  </a:lnTo>
                  <a:lnTo>
                    <a:pt x="175351" y="337"/>
                  </a:lnTo>
                  <a:lnTo>
                    <a:pt x="170048" y="84"/>
                  </a:lnTo>
                  <a:lnTo>
                    <a:pt x="164740" y="0"/>
                  </a:lnTo>
                  <a:lnTo>
                    <a:pt x="1647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91131" y="5018213"/>
              <a:ext cx="129907" cy="167167"/>
            </a:xfrm>
            <a:custGeom>
              <a:avLst/>
              <a:pathLst>
                <a:path w="129907" h="167167">
                  <a:moveTo>
                    <a:pt x="129907" y="0"/>
                  </a:moveTo>
                  <a:lnTo>
                    <a:pt x="124397" y="90"/>
                  </a:lnTo>
                  <a:lnTo>
                    <a:pt x="118893" y="363"/>
                  </a:lnTo>
                  <a:lnTo>
                    <a:pt x="113402" y="816"/>
                  </a:lnTo>
                  <a:lnTo>
                    <a:pt x="107928" y="1451"/>
                  </a:lnTo>
                  <a:lnTo>
                    <a:pt x="102478" y="2265"/>
                  </a:lnTo>
                  <a:lnTo>
                    <a:pt x="97058" y="3259"/>
                  </a:lnTo>
                  <a:lnTo>
                    <a:pt x="91673" y="4430"/>
                  </a:lnTo>
                  <a:lnTo>
                    <a:pt x="86330" y="5779"/>
                  </a:lnTo>
                  <a:lnTo>
                    <a:pt x="81035" y="7303"/>
                  </a:lnTo>
                  <a:lnTo>
                    <a:pt x="75792" y="9001"/>
                  </a:lnTo>
                  <a:lnTo>
                    <a:pt x="70609" y="10870"/>
                  </a:lnTo>
                  <a:lnTo>
                    <a:pt x="65490" y="12909"/>
                  </a:lnTo>
                  <a:lnTo>
                    <a:pt x="60440" y="15116"/>
                  </a:lnTo>
                  <a:lnTo>
                    <a:pt x="55467" y="17489"/>
                  </a:lnTo>
                  <a:lnTo>
                    <a:pt x="50574" y="20023"/>
                  </a:lnTo>
                  <a:lnTo>
                    <a:pt x="45767" y="22718"/>
                  </a:lnTo>
                  <a:lnTo>
                    <a:pt x="41052" y="25570"/>
                  </a:lnTo>
                  <a:lnTo>
                    <a:pt x="36433" y="28575"/>
                  </a:lnTo>
                  <a:lnTo>
                    <a:pt x="31916" y="31731"/>
                  </a:lnTo>
                  <a:lnTo>
                    <a:pt x="27506" y="35035"/>
                  </a:lnTo>
                  <a:lnTo>
                    <a:pt x="23206" y="38481"/>
                  </a:lnTo>
                  <a:lnTo>
                    <a:pt x="19023" y="42068"/>
                  </a:lnTo>
                  <a:lnTo>
                    <a:pt x="14960" y="45791"/>
                  </a:lnTo>
                  <a:lnTo>
                    <a:pt x="11022" y="49645"/>
                  </a:lnTo>
                  <a:lnTo>
                    <a:pt x="7213" y="53627"/>
                  </a:lnTo>
                  <a:lnTo>
                    <a:pt x="3538" y="57733"/>
                  </a:lnTo>
                  <a:lnTo>
                    <a:pt x="0" y="61957"/>
                  </a:lnTo>
                  <a:lnTo>
                    <a:pt x="1299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91131" y="5080171"/>
              <a:ext cx="129907" cy="105209"/>
            </a:xfrm>
            <a:custGeom>
              <a:avLst/>
              <a:pathLst>
                <a:path w="129907" h="105209">
                  <a:moveTo>
                    <a:pt x="0" y="0"/>
                  </a:moveTo>
                  <a:lnTo>
                    <a:pt x="129907" y="105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91131" y="5080171"/>
              <a:ext cx="129907" cy="105209"/>
            </a:xfrm>
            <a:custGeom>
              <a:avLst/>
              <a:pathLst>
                <a:path w="129907" h="105209">
                  <a:moveTo>
                    <a:pt x="0" y="0"/>
                  </a:moveTo>
                  <a:lnTo>
                    <a:pt x="129907" y="105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91131" y="5080171"/>
              <a:ext cx="129907" cy="105209"/>
            </a:xfrm>
            <a:custGeom>
              <a:avLst/>
              <a:pathLst>
                <a:path w="129907" h="105209">
                  <a:moveTo>
                    <a:pt x="0" y="0"/>
                  </a:moveTo>
                  <a:lnTo>
                    <a:pt x="129907" y="105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9819" y="5080171"/>
              <a:ext cx="141219" cy="105209"/>
            </a:xfrm>
            <a:custGeom>
              <a:avLst/>
              <a:pathLst>
                <a:path w="141219" h="105209">
                  <a:moveTo>
                    <a:pt x="11312" y="0"/>
                  </a:moveTo>
                  <a:lnTo>
                    <a:pt x="5427" y="7713"/>
                  </a:lnTo>
                  <a:lnTo>
                    <a:pt x="0" y="15755"/>
                  </a:lnTo>
                  <a:lnTo>
                    <a:pt x="141219" y="105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3876" y="5018213"/>
              <a:ext cx="334315" cy="334332"/>
            </a:xfrm>
            <a:custGeom>
              <a:avLst/>
              <a:pathLst>
                <a:path w="334315" h="334332">
                  <a:moveTo>
                    <a:pt x="25942" y="77713"/>
                  </a:moveTo>
                  <a:lnTo>
                    <a:pt x="23171" y="82247"/>
                  </a:lnTo>
                  <a:lnTo>
                    <a:pt x="20544" y="86867"/>
                  </a:lnTo>
                  <a:lnTo>
                    <a:pt x="18066" y="91567"/>
                  </a:lnTo>
                  <a:lnTo>
                    <a:pt x="15739" y="96344"/>
                  </a:lnTo>
                  <a:lnTo>
                    <a:pt x="13564" y="101193"/>
                  </a:lnTo>
                  <a:lnTo>
                    <a:pt x="11545" y="106108"/>
                  </a:lnTo>
                  <a:lnTo>
                    <a:pt x="9683" y="111085"/>
                  </a:lnTo>
                  <a:lnTo>
                    <a:pt x="7980" y="116119"/>
                  </a:lnTo>
                  <a:lnTo>
                    <a:pt x="6438" y="121204"/>
                  </a:lnTo>
                  <a:lnTo>
                    <a:pt x="5058" y="126336"/>
                  </a:lnTo>
                  <a:lnTo>
                    <a:pt x="3842" y="131509"/>
                  </a:lnTo>
                  <a:lnTo>
                    <a:pt x="2791" y="136718"/>
                  </a:lnTo>
                  <a:lnTo>
                    <a:pt x="1906" y="141958"/>
                  </a:lnTo>
                  <a:lnTo>
                    <a:pt x="1189" y="147223"/>
                  </a:lnTo>
                  <a:lnTo>
                    <a:pt x="639" y="152508"/>
                  </a:lnTo>
                  <a:lnTo>
                    <a:pt x="257" y="157808"/>
                  </a:lnTo>
                  <a:lnTo>
                    <a:pt x="44" y="163118"/>
                  </a:lnTo>
                  <a:lnTo>
                    <a:pt x="0" y="168432"/>
                  </a:lnTo>
                  <a:lnTo>
                    <a:pt x="124" y="173744"/>
                  </a:lnTo>
                  <a:lnTo>
                    <a:pt x="418" y="179050"/>
                  </a:lnTo>
                  <a:lnTo>
                    <a:pt x="880" y="184344"/>
                  </a:lnTo>
                  <a:lnTo>
                    <a:pt x="1509" y="189620"/>
                  </a:lnTo>
                  <a:lnTo>
                    <a:pt x="2307" y="194874"/>
                  </a:lnTo>
                  <a:lnTo>
                    <a:pt x="3271" y="200100"/>
                  </a:lnTo>
                  <a:lnTo>
                    <a:pt x="4400" y="205292"/>
                  </a:lnTo>
                  <a:lnTo>
                    <a:pt x="5694" y="210446"/>
                  </a:lnTo>
                  <a:lnTo>
                    <a:pt x="7151" y="215556"/>
                  </a:lnTo>
                  <a:lnTo>
                    <a:pt x="8770" y="220618"/>
                  </a:lnTo>
                  <a:lnTo>
                    <a:pt x="10549" y="225625"/>
                  </a:lnTo>
                  <a:lnTo>
                    <a:pt x="12486" y="230573"/>
                  </a:lnTo>
                  <a:lnTo>
                    <a:pt x="14580" y="235457"/>
                  </a:lnTo>
                  <a:lnTo>
                    <a:pt x="16827" y="240273"/>
                  </a:lnTo>
                  <a:lnTo>
                    <a:pt x="19227" y="245014"/>
                  </a:lnTo>
                  <a:lnTo>
                    <a:pt x="21776" y="249677"/>
                  </a:lnTo>
                  <a:lnTo>
                    <a:pt x="24472" y="254256"/>
                  </a:lnTo>
                  <a:lnTo>
                    <a:pt x="27312" y="258747"/>
                  </a:lnTo>
                  <a:lnTo>
                    <a:pt x="30294" y="263146"/>
                  </a:lnTo>
                  <a:lnTo>
                    <a:pt x="33413" y="267448"/>
                  </a:lnTo>
                  <a:lnTo>
                    <a:pt x="36668" y="271648"/>
                  </a:lnTo>
                  <a:lnTo>
                    <a:pt x="40055" y="275743"/>
                  </a:lnTo>
                  <a:lnTo>
                    <a:pt x="43570" y="279728"/>
                  </a:lnTo>
                  <a:lnTo>
                    <a:pt x="47210" y="283599"/>
                  </a:lnTo>
                  <a:lnTo>
                    <a:pt x="50972" y="287353"/>
                  </a:lnTo>
                  <a:lnTo>
                    <a:pt x="54850" y="290985"/>
                  </a:lnTo>
                  <a:lnTo>
                    <a:pt x="58842" y="294492"/>
                  </a:lnTo>
                  <a:lnTo>
                    <a:pt x="62944" y="297871"/>
                  </a:lnTo>
                  <a:lnTo>
                    <a:pt x="67151" y="301117"/>
                  </a:lnTo>
                  <a:lnTo>
                    <a:pt x="71459" y="304228"/>
                  </a:lnTo>
                  <a:lnTo>
                    <a:pt x="75864" y="307201"/>
                  </a:lnTo>
                  <a:lnTo>
                    <a:pt x="80361" y="310032"/>
                  </a:lnTo>
                  <a:lnTo>
                    <a:pt x="84945" y="312719"/>
                  </a:lnTo>
                  <a:lnTo>
                    <a:pt x="89613" y="315258"/>
                  </a:lnTo>
                  <a:lnTo>
                    <a:pt x="94359" y="317648"/>
                  </a:lnTo>
                  <a:lnTo>
                    <a:pt x="99179" y="319886"/>
                  </a:lnTo>
                  <a:lnTo>
                    <a:pt x="104067" y="321970"/>
                  </a:lnTo>
                  <a:lnTo>
                    <a:pt x="109019" y="323897"/>
                  </a:lnTo>
                  <a:lnTo>
                    <a:pt x="114030" y="325666"/>
                  </a:lnTo>
                  <a:lnTo>
                    <a:pt x="119095" y="327275"/>
                  </a:lnTo>
                  <a:lnTo>
                    <a:pt x="124208" y="328722"/>
                  </a:lnTo>
                  <a:lnTo>
                    <a:pt x="129365" y="330005"/>
                  </a:lnTo>
                  <a:lnTo>
                    <a:pt x="134559" y="331124"/>
                  </a:lnTo>
                  <a:lnTo>
                    <a:pt x="139787" y="332078"/>
                  </a:lnTo>
                  <a:lnTo>
                    <a:pt x="145042" y="332864"/>
                  </a:lnTo>
                  <a:lnTo>
                    <a:pt x="150320" y="333484"/>
                  </a:lnTo>
                  <a:lnTo>
                    <a:pt x="155615" y="333935"/>
                  </a:lnTo>
                  <a:lnTo>
                    <a:pt x="160921" y="334218"/>
                  </a:lnTo>
                  <a:lnTo>
                    <a:pt x="166234" y="334332"/>
                  </a:lnTo>
                  <a:lnTo>
                    <a:pt x="171548" y="334277"/>
                  </a:lnTo>
                  <a:lnTo>
                    <a:pt x="176857" y="334053"/>
                  </a:lnTo>
                  <a:lnTo>
                    <a:pt x="182156" y="333661"/>
                  </a:lnTo>
                  <a:lnTo>
                    <a:pt x="187440" y="333100"/>
                  </a:lnTo>
                  <a:lnTo>
                    <a:pt x="192704" y="332372"/>
                  </a:lnTo>
                  <a:lnTo>
                    <a:pt x="197942" y="331476"/>
                  </a:lnTo>
                  <a:lnTo>
                    <a:pt x="203149" y="330415"/>
                  </a:lnTo>
                  <a:lnTo>
                    <a:pt x="208320" y="329189"/>
                  </a:lnTo>
                  <a:lnTo>
                    <a:pt x="213448" y="327799"/>
                  </a:lnTo>
                  <a:lnTo>
                    <a:pt x="218531" y="326246"/>
                  </a:lnTo>
                  <a:lnTo>
                    <a:pt x="223561" y="324533"/>
                  </a:lnTo>
                  <a:lnTo>
                    <a:pt x="228534" y="322661"/>
                  </a:lnTo>
                  <a:lnTo>
                    <a:pt x="233445" y="320632"/>
                  </a:lnTo>
                  <a:lnTo>
                    <a:pt x="238289" y="318448"/>
                  </a:lnTo>
                  <a:lnTo>
                    <a:pt x="243062" y="316111"/>
                  </a:lnTo>
                  <a:lnTo>
                    <a:pt x="247758" y="313623"/>
                  </a:lnTo>
                  <a:lnTo>
                    <a:pt x="252372" y="310987"/>
                  </a:lnTo>
                  <a:lnTo>
                    <a:pt x="256900" y="308206"/>
                  </a:lnTo>
                  <a:lnTo>
                    <a:pt x="261337" y="305283"/>
                  </a:lnTo>
                  <a:lnTo>
                    <a:pt x="265680" y="302220"/>
                  </a:lnTo>
                  <a:lnTo>
                    <a:pt x="269922" y="299020"/>
                  </a:lnTo>
                  <a:lnTo>
                    <a:pt x="274061" y="295687"/>
                  </a:lnTo>
                  <a:lnTo>
                    <a:pt x="278092" y="292225"/>
                  </a:lnTo>
                  <a:lnTo>
                    <a:pt x="282011" y="288636"/>
                  </a:lnTo>
                  <a:lnTo>
                    <a:pt x="285814" y="284924"/>
                  </a:lnTo>
                  <a:lnTo>
                    <a:pt x="289497" y="281093"/>
                  </a:lnTo>
                  <a:lnTo>
                    <a:pt x="293056" y="277148"/>
                  </a:lnTo>
                  <a:lnTo>
                    <a:pt x="296488" y="273091"/>
                  </a:lnTo>
                  <a:lnTo>
                    <a:pt x="299789" y="268927"/>
                  </a:lnTo>
                  <a:lnTo>
                    <a:pt x="302956" y="264660"/>
                  </a:lnTo>
                  <a:lnTo>
                    <a:pt x="305987" y="260294"/>
                  </a:lnTo>
                  <a:lnTo>
                    <a:pt x="308876" y="255835"/>
                  </a:lnTo>
                  <a:lnTo>
                    <a:pt x="311623" y="251286"/>
                  </a:lnTo>
                  <a:lnTo>
                    <a:pt x="314224" y="246652"/>
                  </a:lnTo>
                  <a:lnTo>
                    <a:pt x="316676" y="241938"/>
                  </a:lnTo>
                  <a:lnTo>
                    <a:pt x="318977" y="237148"/>
                  </a:lnTo>
                  <a:lnTo>
                    <a:pt x="321124" y="232287"/>
                  </a:lnTo>
                  <a:lnTo>
                    <a:pt x="323116" y="227361"/>
                  </a:lnTo>
                  <a:lnTo>
                    <a:pt x="324951" y="222373"/>
                  </a:lnTo>
                  <a:lnTo>
                    <a:pt x="326626" y="217330"/>
                  </a:lnTo>
                  <a:lnTo>
                    <a:pt x="328139" y="212237"/>
                  </a:lnTo>
                  <a:lnTo>
                    <a:pt x="329491" y="207097"/>
                  </a:lnTo>
                  <a:lnTo>
                    <a:pt x="330678" y="201918"/>
                  </a:lnTo>
                  <a:lnTo>
                    <a:pt x="331700" y="196703"/>
                  </a:lnTo>
                  <a:lnTo>
                    <a:pt x="332555" y="191458"/>
                  </a:lnTo>
                  <a:lnTo>
                    <a:pt x="333244" y="186189"/>
                  </a:lnTo>
                  <a:lnTo>
                    <a:pt x="333764" y="180901"/>
                  </a:lnTo>
                  <a:lnTo>
                    <a:pt x="334117" y="175599"/>
                  </a:lnTo>
                  <a:lnTo>
                    <a:pt x="334300" y="170288"/>
                  </a:lnTo>
                  <a:lnTo>
                    <a:pt x="334315" y="164974"/>
                  </a:lnTo>
                  <a:lnTo>
                    <a:pt x="334161" y="159662"/>
                  </a:lnTo>
                  <a:lnTo>
                    <a:pt x="333838" y="154358"/>
                  </a:lnTo>
                  <a:lnTo>
                    <a:pt x="333347" y="149067"/>
                  </a:lnTo>
                  <a:lnTo>
                    <a:pt x="332688" y="143794"/>
                  </a:lnTo>
                  <a:lnTo>
                    <a:pt x="331861" y="138545"/>
                  </a:lnTo>
                  <a:lnTo>
                    <a:pt x="330868" y="133325"/>
                  </a:lnTo>
                  <a:lnTo>
                    <a:pt x="329710" y="128139"/>
                  </a:lnTo>
                  <a:lnTo>
                    <a:pt x="328387" y="122992"/>
                  </a:lnTo>
                  <a:lnTo>
                    <a:pt x="326902" y="117890"/>
                  </a:lnTo>
                  <a:lnTo>
                    <a:pt x="325255" y="112838"/>
                  </a:lnTo>
                  <a:lnTo>
                    <a:pt x="323448" y="107840"/>
                  </a:lnTo>
                  <a:lnTo>
                    <a:pt x="321483" y="102903"/>
                  </a:lnTo>
                  <a:lnTo>
                    <a:pt x="319363" y="98030"/>
                  </a:lnTo>
                  <a:lnTo>
                    <a:pt x="317089" y="93228"/>
                  </a:lnTo>
                  <a:lnTo>
                    <a:pt x="314663" y="88500"/>
                  </a:lnTo>
                  <a:lnTo>
                    <a:pt x="312088" y="83851"/>
                  </a:lnTo>
                  <a:lnTo>
                    <a:pt x="309367" y="79287"/>
                  </a:lnTo>
                  <a:lnTo>
                    <a:pt x="306502" y="74812"/>
                  </a:lnTo>
                  <a:lnTo>
                    <a:pt x="303496" y="70430"/>
                  </a:lnTo>
                  <a:lnTo>
                    <a:pt x="300352" y="66145"/>
                  </a:lnTo>
                  <a:lnTo>
                    <a:pt x="297074" y="61963"/>
                  </a:lnTo>
                  <a:lnTo>
                    <a:pt x="293665" y="57887"/>
                  </a:lnTo>
                  <a:lnTo>
                    <a:pt x="290127" y="53921"/>
                  </a:lnTo>
                  <a:lnTo>
                    <a:pt x="286466" y="50070"/>
                  </a:lnTo>
                  <a:lnTo>
                    <a:pt x="282684" y="46338"/>
                  </a:lnTo>
                  <a:lnTo>
                    <a:pt x="278785" y="42727"/>
                  </a:lnTo>
                  <a:lnTo>
                    <a:pt x="274773" y="39242"/>
                  </a:lnTo>
                  <a:lnTo>
                    <a:pt x="270653" y="35886"/>
                  </a:lnTo>
                  <a:lnTo>
                    <a:pt x="266428" y="32663"/>
                  </a:lnTo>
                  <a:lnTo>
                    <a:pt x="262103" y="29576"/>
                  </a:lnTo>
                  <a:lnTo>
                    <a:pt x="257682" y="26628"/>
                  </a:lnTo>
                  <a:lnTo>
                    <a:pt x="253169" y="23822"/>
                  </a:lnTo>
                  <a:lnTo>
                    <a:pt x="248569" y="21161"/>
                  </a:lnTo>
                  <a:lnTo>
                    <a:pt x="243888" y="18647"/>
                  </a:lnTo>
                  <a:lnTo>
                    <a:pt x="239128" y="16283"/>
                  </a:lnTo>
                  <a:lnTo>
                    <a:pt x="234296" y="14072"/>
                  </a:lnTo>
                  <a:lnTo>
                    <a:pt x="229396" y="12016"/>
                  </a:lnTo>
                  <a:lnTo>
                    <a:pt x="224434" y="10116"/>
                  </a:lnTo>
                  <a:lnTo>
                    <a:pt x="219413" y="8375"/>
                  </a:lnTo>
                  <a:lnTo>
                    <a:pt x="214340" y="6795"/>
                  </a:lnTo>
                  <a:lnTo>
                    <a:pt x="209219" y="5376"/>
                  </a:lnTo>
                  <a:lnTo>
                    <a:pt x="204055" y="4121"/>
                  </a:lnTo>
                  <a:lnTo>
                    <a:pt x="198854" y="3031"/>
                  </a:lnTo>
                  <a:lnTo>
                    <a:pt x="193621" y="2107"/>
                  </a:lnTo>
                  <a:lnTo>
                    <a:pt x="188361" y="1349"/>
                  </a:lnTo>
                  <a:lnTo>
                    <a:pt x="183080" y="759"/>
                  </a:lnTo>
                  <a:lnTo>
                    <a:pt x="177783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256077" y="4659281"/>
              <a:ext cx="334007" cy="334327"/>
            </a:xfrm>
            <a:custGeom>
              <a:avLst/>
              <a:pathLst>
                <a:path w="334007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4" y="3002"/>
                  </a:lnTo>
                  <a:lnTo>
                    <a:pt x="130436" y="4082"/>
                  </a:lnTo>
                  <a:lnTo>
                    <a:pt x="125296" y="5326"/>
                  </a:lnTo>
                  <a:lnTo>
                    <a:pt x="120197" y="6731"/>
                  </a:lnTo>
                  <a:lnTo>
                    <a:pt x="115146" y="8296"/>
                  </a:lnTo>
                  <a:lnTo>
                    <a:pt x="110146" y="10021"/>
                  </a:lnTo>
                  <a:lnTo>
                    <a:pt x="105204" y="11903"/>
                  </a:lnTo>
                  <a:lnTo>
                    <a:pt x="100323" y="13941"/>
                  </a:lnTo>
                  <a:lnTo>
                    <a:pt x="95510" y="16132"/>
                  </a:lnTo>
                  <a:lnTo>
                    <a:pt x="90768" y="18474"/>
                  </a:lnTo>
                  <a:lnTo>
                    <a:pt x="86102" y="20964"/>
                  </a:lnTo>
                  <a:lnTo>
                    <a:pt x="81518" y="23602"/>
                  </a:lnTo>
                  <a:lnTo>
                    <a:pt x="77020" y="26382"/>
                  </a:lnTo>
                  <a:lnTo>
                    <a:pt x="72611" y="29304"/>
                  </a:lnTo>
                  <a:lnTo>
                    <a:pt x="68298" y="32364"/>
                  </a:lnTo>
                  <a:lnTo>
                    <a:pt x="64083" y="35559"/>
                  </a:lnTo>
                  <a:lnTo>
                    <a:pt x="59971" y="38885"/>
                  </a:lnTo>
                  <a:lnTo>
                    <a:pt x="55967" y="42340"/>
                  </a:lnTo>
                  <a:lnTo>
                    <a:pt x="52074" y="45919"/>
                  </a:lnTo>
                  <a:lnTo>
                    <a:pt x="48296" y="49621"/>
                  </a:lnTo>
                  <a:lnTo>
                    <a:pt x="44637" y="53439"/>
                  </a:lnTo>
                  <a:lnTo>
                    <a:pt x="41101" y="57372"/>
                  </a:lnTo>
                  <a:lnTo>
                    <a:pt x="37691" y="61414"/>
                  </a:lnTo>
                  <a:lnTo>
                    <a:pt x="34411" y="65563"/>
                  </a:lnTo>
                  <a:lnTo>
                    <a:pt x="31263" y="69813"/>
                  </a:lnTo>
                  <a:lnTo>
                    <a:pt x="28251" y="74160"/>
                  </a:lnTo>
                  <a:lnTo>
                    <a:pt x="25379" y="78601"/>
                  </a:lnTo>
                  <a:lnTo>
                    <a:pt x="22648" y="83130"/>
                  </a:lnTo>
                  <a:lnTo>
                    <a:pt x="20062" y="87743"/>
                  </a:lnTo>
                  <a:lnTo>
                    <a:pt x="17623" y="92436"/>
                  </a:lnTo>
                  <a:lnTo>
                    <a:pt x="15334" y="97203"/>
                  </a:lnTo>
                  <a:lnTo>
                    <a:pt x="13197" y="102041"/>
                  </a:lnTo>
                  <a:lnTo>
                    <a:pt x="11214" y="106944"/>
                  </a:lnTo>
                  <a:lnTo>
                    <a:pt x="9387" y="111907"/>
                  </a:lnTo>
                  <a:lnTo>
                    <a:pt x="7718" y="116925"/>
                  </a:lnTo>
                  <a:lnTo>
                    <a:pt x="6208" y="121994"/>
                  </a:lnTo>
                  <a:lnTo>
                    <a:pt x="4860" y="127108"/>
                  </a:lnTo>
                  <a:lnTo>
                    <a:pt x="3674" y="132262"/>
                  </a:lnTo>
                  <a:lnTo>
                    <a:pt x="2652" y="137451"/>
                  </a:lnTo>
                  <a:lnTo>
                    <a:pt x="1794" y="142669"/>
                  </a:lnTo>
                  <a:lnTo>
                    <a:pt x="1102" y="147913"/>
                  </a:lnTo>
                  <a:lnTo>
                    <a:pt x="576" y="153175"/>
                  </a:lnTo>
                  <a:lnTo>
                    <a:pt x="217" y="158451"/>
                  </a:lnTo>
                  <a:lnTo>
                    <a:pt x="24" y="163737"/>
                  </a:lnTo>
                  <a:lnTo>
                    <a:pt x="0" y="169025"/>
                  </a:lnTo>
                  <a:lnTo>
                    <a:pt x="142" y="174312"/>
                  </a:lnTo>
                  <a:lnTo>
                    <a:pt x="452" y="179592"/>
                  </a:lnTo>
                  <a:lnTo>
                    <a:pt x="928" y="184859"/>
                  </a:lnTo>
                  <a:lnTo>
                    <a:pt x="1571" y="190108"/>
                  </a:lnTo>
                  <a:lnTo>
                    <a:pt x="2379" y="195335"/>
                  </a:lnTo>
                  <a:lnTo>
                    <a:pt x="3353" y="200533"/>
                  </a:lnTo>
                  <a:lnTo>
                    <a:pt x="4490" y="205698"/>
                  </a:lnTo>
                  <a:lnTo>
                    <a:pt x="5791" y="210824"/>
                  </a:lnTo>
                  <a:lnTo>
                    <a:pt x="7252" y="215907"/>
                  </a:lnTo>
                  <a:lnTo>
                    <a:pt x="8874" y="220941"/>
                  </a:lnTo>
                  <a:lnTo>
                    <a:pt x="10654" y="225921"/>
                  </a:lnTo>
                  <a:lnTo>
                    <a:pt x="12591" y="230842"/>
                  </a:lnTo>
                  <a:lnTo>
                    <a:pt x="14683" y="235699"/>
                  </a:lnTo>
                  <a:lnTo>
                    <a:pt x="16927" y="240488"/>
                  </a:lnTo>
                  <a:lnTo>
                    <a:pt x="19322" y="245204"/>
                  </a:lnTo>
                  <a:lnTo>
                    <a:pt x="21864" y="249841"/>
                  </a:lnTo>
                  <a:lnTo>
                    <a:pt x="24552" y="254396"/>
                  </a:lnTo>
                  <a:lnTo>
                    <a:pt x="27383" y="258863"/>
                  </a:lnTo>
                  <a:lnTo>
                    <a:pt x="30353" y="263239"/>
                  </a:lnTo>
                  <a:lnTo>
                    <a:pt x="33461" y="267518"/>
                  </a:lnTo>
                  <a:lnTo>
                    <a:pt x="36702" y="271697"/>
                  </a:lnTo>
                  <a:lnTo>
                    <a:pt x="40074" y="275772"/>
                  </a:lnTo>
                  <a:lnTo>
                    <a:pt x="43573" y="279737"/>
                  </a:lnTo>
                  <a:lnTo>
                    <a:pt x="47196" y="283590"/>
                  </a:lnTo>
                  <a:lnTo>
                    <a:pt x="50939" y="287327"/>
                  </a:lnTo>
                  <a:lnTo>
                    <a:pt x="54798" y="290943"/>
                  </a:lnTo>
                  <a:lnTo>
                    <a:pt x="58770" y="294435"/>
                  </a:lnTo>
                  <a:lnTo>
                    <a:pt x="62850" y="297800"/>
                  </a:lnTo>
                  <a:lnTo>
                    <a:pt x="67034" y="301034"/>
                  </a:lnTo>
                  <a:lnTo>
                    <a:pt x="71319" y="304134"/>
                  </a:lnTo>
                  <a:lnTo>
                    <a:pt x="75700" y="307098"/>
                  </a:lnTo>
                  <a:lnTo>
                    <a:pt x="80172" y="309921"/>
                  </a:lnTo>
                  <a:lnTo>
                    <a:pt x="84731" y="312601"/>
                  </a:lnTo>
                  <a:lnTo>
                    <a:pt x="89373" y="315135"/>
                  </a:lnTo>
                  <a:lnTo>
                    <a:pt x="94092" y="317522"/>
                  </a:lnTo>
                  <a:lnTo>
                    <a:pt x="98885" y="319758"/>
                  </a:lnTo>
                  <a:lnTo>
                    <a:pt x="103746" y="321841"/>
                  </a:lnTo>
                  <a:lnTo>
                    <a:pt x="108671" y="323769"/>
                  </a:lnTo>
                  <a:lnTo>
                    <a:pt x="113654" y="325541"/>
                  </a:lnTo>
                  <a:lnTo>
                    <a:pt x="118690" y="327154"/>
                  </a:lnTo>
                  <a:lnTo>
                    <a:pt x="123776" y="328607"/>
                  </a:lnTo>
                  <a:lnTo>
                    <a:pt x="128904" y="329899"/>
                  </a:lnTo>
                  <a:lnTo>
                    <a:pt x="134071" y="331028"/>
                  </a:lnTo>
                  <a:lnTo>
                    <a:pt x="139271" y="331992"/>
                  </a:lnTo>
                  <a:lnTo>
                    <a:pt x="144499" y="332792"/>
                  </a:lnTo>
                  <a:lnTo>
                    <a:pt x="149749" y="333426"/>
                  </a:lnTo>
                  <a:lnTo>
                    <a:pt x="155017" y="333893"/>
                  </a:lnTo>
                  <a:lnTo>
                    <a:pt x="160297" y="334194"/>
                  </a:lnTo>
                  <a:lnTo>
                    <a:pt x="165584" y="334327"/>
                  </a:lnTo>
                  <a:lnTo>
                    <a:pt x="170873" y="334293"/>
                  </a:lnTo>
                  <a:lnTo>
                    <a:pt x="176158" y="334092"/>
                  </a:lnTo>
                  <a:lnTo>
                    <a:pt x="181434" y="333724"/>
                  </a:lnTo>
                  <a:lnTo>
                    <a:pt x="186695" y="333189"/>
                  </a:lnTo>
                  <a:lnTo>
                    <a:pt x="191937" y="332487"/>
                  </a:lnTo>
                  <a:lnTo>
                    <a:pt x="197154" y="331621"/>
                  </a:lnTo>
                  <a:lnTo>
                    <a:pt x="202341" y="330590"/>
                  </a:lnTo>
                  <a:lnTo>
                    <a:pt x="207493" y="329395"/>
                  </a:lnTo>
                  <a:lnTo>
                    <a:pt x="212605" y="328038"/>
                  </a:lnTo>
                  <a:lnTo>
                    <a:pt x="217671" y="326520"/>
                  </a:lnTo>
                  <a:lnTo>
                    <a:pt x="222687" y="324842"/>
                  </a:lnTo>
                  <a:lnTo>
                    <a:pt x="227646" y="323006"/>
                  </a:lnTo>
                  <a:lnTo>
                    <a:pt x="232546" y="321015"/>
                  </a:lnTo>
                  <a:lnTo>
                    <a:pt x="237380" y="318869"/>
                  </a:lnTo>
                  <a:lnTo>
                    <a:pt x="242143" y="316572"/>
                  </a:lnTo>
                  <a:lnTo>
                    <a:pt x="246832" y="314125"/>
                  </a:lnTo>
                  <a:lnTo>
                    <a:pt x="251441" y="311531"/>
                  </a:lnTo>
                  <a:lnTo>
                    <a:pt x="255965" y="308793"/>
                  </a:lnTo>
                  <a:lnTo>
                    <a:pt x="260401" y="305913"/>
                  </a:lnTo>
                  <a:lnTo>
                    <a:pt x="264743" y="302894"/>
                  </a:lnTo>
                  <a:lnTo>
                    <a:pt x="268988" y="299739"/>
                  </a:lnTo>
                  <a:lnTo>
                    <a:pt x="273131" y="296451"/>
                  </a:lnTo>
                  <a:lnTo>
                    <a:pt x="277167" y="293034"/>
                  </a:lnTo>
                  <a:lnTo>
                    <a:pt x="281094" y="289491"/>
                  </a:lnTo>
                  <a:lnTo>
                    <a:pt x="284906" y="285826"/>
                  </a:lnTo>
                  <a:lnTo>
                    <a:pt x="288601" y="282042"/>
                  </a:lnTo>
                  <a:lnTo>
                    <a:pt x="292174" y="278143"/>
                  </a:lnTo>
                  <a:lnTo>
                    <a:pt x="295622" y="274133"/>
                  </a:lnTo>
                  <a:lnTo>
                    <a:pt x="298941" y="270015"/>
                  </a:lnTo>
                  <a:lnTo>
                    <a:pt x="302129" y="265795"/>
                  </a:lnTo>
                  <a:lnTo>
                    <a:pt x="305181" y="261476"/>
                  </a:lnTo>
                  <a:lnTo>
                    <a:pt x="308095" y="257063"/>
                  </a:lnTo>
                  <a:lnTo>
                    <a:pt x="310868" y="252560"/>
                  </a:lnTo>
                  <a:lnTo>
                    <a:pt x="313498" y="247971"/>
                  </a:lnTo>
                  <a:lnTo>
                    <a:pt x="315980" y="243301"/>
                  </a:lnTo>
                  <a:lnTo>
                    <a:pt x="318314" y="238555"/>
                  </a:lnTo>
                  <a:lnTo>
                    <a:pt x="320497" y="233738"/>
                  </a:lnTo>
                  <a:lnTo>
                    <a:pt x="322526" y="228854"/>
                  </a:lnTo>
                  <a:lnTo>
                    <a:pt x="324400" y="223908"/>
                  </a:lnTo>
                  <a:lnTo>
                    <a:pt x="326116" y="218906"/>
                  </a:lnTo>
                  <a:lnTo>
                    <a:pt x="327673" y="213852"/>
                  </a:lnTo>
                  <a:lnTo>
                    <a:pt x="329069" y="208751"/>
                  </a:lnTo>
                  <a:lnTo>
                    <a:pt x="330304" y="203608"/>
                  </a:lnTo>
                  <a:lnTo>
                    <a:pt x="331375" y="198429"/>
                  </a:lnTo>
                  <a:lnTo>
                    <a:pt x="332282" y="193219"/>
                  </a:lnTo>
                  <a:lnTo>
                    <a:pt x="333023" y="187982"/>
                  </a:lnTo>
                  <a:lnTo>
                    <a:pt x="333598" y="182725"/>
                  </a:lnTo>
                  <a:lnTo>
                    <a:pt x="334007" y="17745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6850" cy="10285"/>
            </a:xfrm>
            <a:custGeom>
              <a:avLst/>
              <a:pathLst>
                <a:path w="166850" h="10285">
                  <a:moveTo>
                    <a:pt x="166850" y="102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6850" cy="10285"/>
            </a:xfrm>
            <a:custGeom>
              <a:avLst/>
              <a:pathLst>
                <a:path w="166850" h="10285">
                  <a:moveTo>
                    <a:pt x="166850" y="1028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756082"/>
              <a:ext cx="167160" cy="80651"/>
            </a:xfrm>
            <a:custGeom>
              <a:avLst/>
              <a:pathLst>
                <a:path w="167160" h="80651">
                  <a:moveTo>
                    <a:pt x="166850" y="80651"/>
                  </a:moveTo>
                  <a:lnTo>
                    <a:pt x="167110" y="74734"/>
                  </a:lnTo>
                  <a:lnTo>
                    <a:pt x="167160" y="68812"/>
                  </a:lnTo>
                  <a:lnTo>
                    <a:pt x="167000" y="62891"/>
                  </a:lnTo>
                  <a:lnTo>
                    <a:pt x="166630" y="56980"/>
                  </a:lnTo>
                  <a:lnTo>
                    <a:pt x="166051" y="51086"/>
                  </a:lnTo>
                  <a:lnTo>
                    <a:pt x="165264" y="45216"/>
                  </a:lnTo>
                  <a:lnTo>
                    <a:pt x="164270" y="39377"/>
                  </a:lnTo>
                  <a:lnTo>
                    <a:pt x="163069" y="33577"/>
                  </a:lnTo>
                  <a:lnTo>
                    <a:pt x="161663" y="27824"/>
                  </a:lnTo>
                  <a:lnTo>
                    <a:pt x="160055" y="22124"/>
                  </a:lnTo>
                  <a:lnTo>
                    <a:pt x="158245" y="16484"/>
                  </a:lnTo>
                  <a:lnTo>
                    <a:pt x="156237" y="10912"/>
                  </a:lnTo>
                  <a:lnTo>
                    <a:pt x="154033" y="5415"/>
                  </a:lnTo>
                  <a:lnTo>
                    <a:pt x="151636" y="0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151636" cy="167167"/>
            </a:xfrm>
            <a:custGeom>
              <a:avLst/>
              <a:pathLst>
                <a:path w="151636" h="167167">
                  <a:moveTo>
                    <a:pt x="151636" y="96800"/>
                  </a:moveTo>
                  <a:lnTo>
                    <a:pt x="149272" y="91915"/>
                  </a:lnTo>
                  <a:lnTo>
                    <a:pt x="146750" y="87109"/>
                  </a:lnTo>
                  <a:lnTo>
                    <a:pt x="144074" y="82388"/>
                  </a:lnTo>
                  <a:lnTo>
                    <a:pt x="141246" y="77756"/>
                  </a:lnTo>
                  <a:lnTo>
                    <a:pt x="138269" y="73218"/>
                  </a:lnTo>
                  <a:lnTo>
                    <a:pt x="135147" y="68779"/>
                  </a:lnTo>
                  <a:lnTo>
                    <a:pt x="131882" y="64444"/>
                  </a:lnTo>
                  <a:lnTo>
                    <a:pt x="128478" y="60217"/>
                  </a:lnTo>
                  <a:lnTo>
                    <a:pt x="124939" y="56103"/>
                  </a:lnTo>
                  <a:lnTo>
                    <a:pt x="121268" y="52106"/>
                  </a:lnTo>
                  <a:lnTo>
                    <a:pt x="117469" y="48230"/>
                  </a:lnTo>
                  <a:lnTo>
                    <a:pt x="113546" y="44480"/>
                  </a:lnTo>
                  <a:lnTo>
                    <a:pt x="109504" y="40859"/>
                  </a:lnTo>
                  <a:lnTo>
                    <a:pt x="105346" y="37371"/>
                  </a:lnTo>
                  <a:lnTo>
                    <a:pt x="101077" y="34020"/>
                  </a:lnTo>
                  <a:lnTo>
                    <a:pt x="96702" y="30809"/>
                  </a:lnTo>
                  <a:lnTo>
                    <a:pt x="92225" y="27741"/>
                  </a:lnTo>
                  <a:lnTo>
                    <a:pt x="87650" y="24821"/>
                  </a:lnTo>
                  <a:lnTo>
                    <a:pt x="82983" y="22051"/>
                  </a:lnTo>
                  <a:lnTo>
                    <a:pt x="78229" y="19434"/>
                  </a:lnTo>
                  <a:lnTo>
                    <a:pt x="73392" y="16972"/>
                  </a:lnTo>
                  <a:lnTo>
                    <a:pt x="68478" y="14669"/>
                  </a:lnTo>
                  <a:lnTo>
                    <a:pt x="63492" y="12527"/>
                  </a:lnTo>
                  <a:lnTo>
                    <a:pt x="58439" y="10547"/>
                  </a:lnTo>
                  <a:lnTo>
                    <a:pt x="53324" y="8733"/>
                  </a:lnTo>
                  <a:lnTo>
                    <a:pt x="48153" y="7085"/>
                  </a:lnTo>
                  <a:lnTo>
                    <a:pt x="42931" y="5606"/>
                  </a:lnTo>
                  <a:lnTo>
                    <a:pt x="37664" y="4298"/>
                  </a:lnTo>
                  <a:lnTo>
                    <a:pt x="32358" y="3161"/>
                  </a:lnTo>
                  <a:lnTo>
                    <a:pt x="27017" y="2197"/>
                  </a:lnTo>
                  <a:lnTo>
                    <a:pt x="21648" y="1407"/>
                  </a:lnTo>
                  <a:lnTo>
                    <a:pt x="16256" y="792"/>
                  </a:lnTo>
                  <a:lnTo>
                    <a:pt x="10846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61310" y="4213821"/>
              <a:ext cx="167161" cy="268679"/>
            </a:xfrm>
            <a:custGeom>
              <a:avLst/>
              <a:pathLst>
                <a:path w="167161" h="268679">
                  <a:moveTo>
                    <a:pt x="167161" y="0"/>
                  </a:moveTo>
                  <a:lnTo>
                    <a:pt x="161776" y="86"/>
                  </a:lnTo>
                  <a:lnTo>
                    <a:pt x="156396" y="347"/>
                  </a:lnTo>
                  <a:lnTo>
                    <a:pt x="151027" y="780"/>
                  </a:lnTo>
                  <a:lnTo>
                    <a:pt x="145674" y="1386"/>
                  </a:lnTo>
                  <a:lnTo>
                    <a:pt x="140345" y="2164"/>
                  </a:lnTo>
                  <a:lnTo>
                    <a:pt x="135043" y="3114"/>
                  </a:lnTo>
                  <a:lnTo>
                    <a:pt x="129774" y="4234"/>
                  </a:lnTo>
                  <a:lnTo>
                    <a:pt x="124544" y="5523"/>
                  </a:lnTo>
                  <a:lnTo>
                    <a:pt x="119358" y="6980"/>
                  </a:lnTo>
                  <a:lnTo>
                    <a:pt x="114222" y="8603"/>
                  </a:lnTo>
                  <a:lnTo>
                    <a:pt x="109141" y="10391"/>
                  </a:lnTo>
                  <a:lnTo>
                    <a:pt x="104121" y="12342"/>
                  </a:lnTo>
                  <a:lnTo>
                    <a:pt x="99165" y="14453"/>
                  </a:lnTo>
                  <a:lnTo>
                    <a:pt x="94280" y="16723"/>
                  </a:lnTo>
                  <a:lnTo>
                    <a:pt x="89471" y="19149"/>
                  </a:lnTo>
                  <a:lnTo>
                    <a:pt x="84743" y="21729"/>
                  </a:lnTo>
                  <a:lnTo>
                    <a:pt x="80100" y="24460"/>
                  </a:lnTo>
                  <a:lnTo>
                    <a:pt x="75548" y="27339"/>
                  </a:lnTo>
                  <a:lnTo>
                    <a:pt x="71090" y="30363"/>
                  </a:lnTo>
                  <a:lnTo>
                    <a:pt x="66733" y="33529"/>
                  </a:lnTo>
                  <a:lnTo>
                    <a:pt x="62479" y="36834"/>
                  </a:lnTo>
                  <a:lnTo>
                    <a:pt x="58335" y="40274"/>
                  </a:lnTo>
                  <a:lnTo>
                    <a:pt x="54303" y="43846"/>
                  </a:lnTo>
                  <a:lnTo>
                    <a:pt x="50389" y="47546"/>
                  </a:lnTo>
                  <a:lnTo>
                    <a:pt x="46595" y="51371"/>
                  </a:lnTo>
                  <a:lnTo>
                    <a:pt x="42927" y="55315"/>
                  </a:lnTo>
                  <a:lnTo>
                    <a:pt x="39388" y="59376"/>
                  </a:lnTo>
                  <a:lnTo>
                    <a:pt x="35982" y="63548"/>
                  </a:lnTo>
                  <a:lnTo>
                    <a:pt x="32711" y="67828"/>
                  </a:lnTo>
                  <a:lnTo>
                    <a:pt x="29581" y="72211"/>
                  </a:lnTo>
                  <a:lnTo>
                    <a:pt x="26593" y="76693"/>
                  </a:lnTo>
                  <a:lnTo>
                    <a:pt x="23751" y="81269"/>
                  </a:lnTo>
                  <a:lnTo>
                    <a:pt x="21058" y="85934"/>
                  </a:lnTo>
                  <a:lnTo>
                    <a:pt x="18517" y="90683"/>
                  </a:lnTo>
                  <a:lnTo>
                    <a:pt x="16130" y="95512"/>
                  </a:lnTo>
                  <a:lnTo>
                    <a:pt x="13900" y="100415"/>
                  </a:lnTo>
                  <a:lnTo>
                    <a:pt x="11829" y="105387"/>
                  </a:lnTo>
                  <a:lnTo>
                    <a:pt x="9919" y="110424"/>
                  </a:lnTo>
                  <a:lnTo>
                    <a:pt x="8173" y="115519"/>
                  </a:lnTo>
                  <a:lnTo>
                    <a:pt x="6591" y="120668"/>
                  </a:lnTo>
                  <a:lnTo>
                    <a:pt x="5176" y="125865"/>
                  </a:lnTo>
                  <a:lnTo>
                    <a:pt x="3930" y="131106"/>
                  </a:lnTo>
                  <a:lnTo>
                    <a:pt x="2853" y="136383"/>
                  </a:lnTo>
                  <a:lnTo>
                    <a:pt x="1946" y="141693"/>
                  </a:lnTo>
                  <a:lnTo>
                    <a:pt x="1211" y="147029"/>
                  </a:lnTo>
                  <a:lnTo>
                    <a:pt x="649" y="152386"/>
                  </a:lnTo>
                  <a:lnTo>
                    <a:pt x="259" y="157758"/>
                  </a:lnTo>
                  <a:lnTo>
                    <a:pt x="42" y="163140"/>
                  </a:lnTo>
                  <a:lnTo>
                    <a:pt x="0" y="168526"/>
                  </a:lnTo>
                  <a:lnTo>
                    <a:pt x="130" y="173911"/>
                  </a:lnTo>
                  <a:lnTo>
                    <a:pt x="434" y="179289"/>
                  </a:lnTo>
                  <a:lnTo>
                    <a:pt x="911" y="184654"/>
                  </a:lnTo>
                  <a:lnTo>
                    <a:pt x="1561" y="190001"/>
                  </a:lnTo>
                  <a:lnTo>
                    <a:pt x="2382" y="195325"/>
                  </a:lnTo>
                  <a:lnTo>
                    <a:pt x="3375" y="200619"/>
                  </a:lnTo>
                  <a:lnTo>
                    <a:pt x="4538" y="205878"/>
                  </a:lnTo>
                  <a:lnTo>
                    <a:pt x="5870" y="211097"/>
                  </a:lnTo>
                  <a:lnTo>
                    <a:pt x="7369" y="216271"/>
                  </a:lnTo>
                  <a:lnTo>
                    <a:pt x="9034" y="221394"/>
                  </a:lnTo>
                  <a:lnTo>
                    <a:pt x="10863" y="226460"/>
                  </a:lnTo>
                  <a:lnTo>
                    <a:pt x="12854" y="231465"/>
                  </a:lnTo>
                  <a:lnTo>
                    <a:pt x="15006" y="236403"/>
                  </a:lnTo>
                  <a:lnTo>
                    <a:pt x="17315" y="241269"/>
                  </a:lnTo>
                  <a:lnTo>
                    <a:pt x="19781" y="246058"/>
                  </a:lnTo>
                  <a:lnTo>
                    <a:pt x="22399" y="250765"/>
                  </a:lnTo>
                  <a:lnTo>
                    <a:pt x="25167" y="255386"/>
                  </a:lnTo>
                  <a:lnTo>
                    <a:pt x="28083" y="259915"/>
                  </a:lnTo>
                  <a:lnTo>
                    <a:pt x="31143" y="264347"/>
                  </a:lnTo>
                  <a:lnTo>
                    <a:pt x="34345" y="26867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95655" y="4380988"/>
              <a:ext cx="132816" cy="101512"/>
            </a:xfrm>
            <a:custGeom>
              <a:avLst/>
              <a:pathLst>
                <a:path w="132816" h="101512">
                  <a:moveTo>
                    <a:pt x="0" y="101512"/>
                  </a:moveTo>
                  <a:lnTo>
                    <a:pt x="1328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95655" y="4380988"/>
              <a:ext cx="132816" cy="132637"/>
            </a:xfrm>
            <a:custGeom>
              <a:avLst/>
              <a:pathLst>
                <a:path w="132816" h="132637">
                  <a:moveTo>
                    <a:pt x="0" y="101512"/>
                  </a:moveTo>
                  <a:lnTo>
                    <a:pt x="3919" y="106445"/>
                  </a:lnTo>
                  <a:lnTo>
                    <a:pt x="8022" y="111226"/>
                  </a:lnTo>
                  <a:lnTo>
                    <a:pt x="12302" y="115850"/>
                  </a:lnTo>
                  <a:lnTo>
                    <a:pt x="16754" y="120309"/>
                  </a:lnTo>
                  <a:lnTo>
                    <a:pt x="21370" y="124598"/>
                  </a:lnTo>
                  <a:lnTo>
                    <a:pt x="26144" y="128709"/>
                  </a:lnTo>
                  <a:lnTo>
                    <a:pt x="31070" y="132637"/>
                  </a:lnTo>
                  <a:lnTo>
                    <a:pt x="13281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626726" y="4213821"/>
              <a:ext cx="268908" cy="334314"/>
            </a:xfrm>
            <a:custGeom>
              <a:avLst/>
              <a:pathLst>
                <a:path w="268908" h="334314">
                  <a:moveTo>
                    <a:pt x="0" y="299805"/>
                  </a:moveTo>
                  <a:lnTo>
                    <a:pt x="4282" y="302982"/>
                  </a:lnTo>
                  <a:lnTo>
                    <a:pt x="8663" y="306022"/>
                  </a:lnTo>
                  <a:lnTo>
                    <a:pt x="13139" y="308920"/>
                  </a:lnTo>
                  <a:lnTo>
                    <a:pt x="17705" y="311673"/>
                  </a:lnTo>
                  <a:lnTo>
                    <a:pt x="22356" y="314280"/>
                  </a:lnTo>
                  <a:lnTo>
                    <a:pt x="27088" y="316737"/>
                  </a:lnTo>
                  <a:lnTo>
                    <a:pt x="31897" y="319042"/>
                  </a:lnTo>
                  <a:lnTo>
                    <a:pt x="36776" y="321193"/>
                  </a:lnTo>
                  <a:lnTo>
                    <a:pt x="41722" y="323187"/>
                  </a:lnTo>
                  <a:lnTo>
                    <a:pt x="46728" y="325022"/>
                  </a:lnTo>
                  <a:lnTo>
                    <a:pt x="51791" y="326696"/>
                  </a:lnTo>
                  <a:lnTo>
                    <a:pt x="56904" y="328208"/>
                  </a:lnTo>
                  <a:lnTo>
                    <a:pt x="62063" y="329556"/>
                  </a:lnTo>
                  <a:lnTo>
                    <a:pt x="67262" y="330739"/>
                  </a:lnTo>
                  <a:lnTo>
                    <a:pt x="72496" y="331756"/>
                  </a:lnTo>
                  <a:lnTo>
                    <a:pt x="77761" y="332605"/>
                  </a:lnTo>
                  <a:lnTo>
                    <a:pt x="83049" y="333286"/>
                  </a:lnTo>
                  <a:lnTo>
                    <a:pt x="88357" y="333797"/>
                  </a:lnTo>
                  <a:lnTo>
                    <a:pt x="93678" y="334140"/>
                  </a:lnTo>
                  <a:lnTo>
                    <a:pt x="99007" y="334312"/>
                  </a:lnTo>
                  <a:lnTo>
                    <a:pt x="104340" y="334314"/>
                  </a:lnTo>
                  <a:lnTo>
                    <a:pt x="109669" y="334146"/>
                  </a:lnTo>
                  <a:lnTo>
                    <a:pt x="114991" y="333809"/>
                  </a:lnTo>
                  <a:lnTo>
                    <a:pt x="120299" y="333302"/>
                  </a:lnTo>
                  <a:lnTo>
                    <a:pt x="125588" y="332625"/>
                  </a:lnTo>
                  <a:lnTo>
                    <a:pt x="130853" y="331781"/>
                  </a:lnTo>
                  <a:lnTo>
                    <a:pt x="136088" y="330769"/>
                  </a:lnTo>
                  <a:lnTo>
                    <a:pt x="141288" y="329590"/>
                  </a:lnTo>
                  <a:lnTo>
                    <a:pt x="146448" y="328246"/>
                  </a:lnTo>
                  <a:lnTo>
                    <a:pt x="151563" y="326739"/>
                  </a:lnTo>
                  <a:lnTo>
                    <a:pt x="156627" y="325069"/>
                  </a:lnTo>
                  <a:lnTo>
                    <a:pt x="161635" y="323238"/>
                  </a:lnTo>
                  <a:lnTo>
                    <a:pt x="166582" y="321248"/>
                  </a:lnTo>
                  <a:lnTo>
                    <a:pt x="171463" y="319102"/>
                  </a:lnTo>
                  <a:lnTo>
                    <a:pt x="176274" y="316801"/>
                  </a:lnTo>
                  <a:lnTo>
                    <a:pt x="181008" y="314348"/>
                  </a:lnTo>
                  <a:lnTo>
                    <a:pt x="185662" y="311745"/>
                  </a:lnTo>
                  <a:lnTo>
                    <a:pt x="190230" y="308996"/>
                  </a:lnTo>
                  <a:lnTo>
                    <a:pt x="194709" y="306101"/>
                  </a:lnTo>
                  <a:lnTo>
                    <a:pt x="199092" y="303066"/>
                  </a:lnTo>
                  <a:lnTo>
                    <a:pt x="203377" y="299892"/>
                  </a:lnTo>
                  <a:lnTo>
                    <a:pt x="207558" y="296583"/>
                  </a:lnTo>
                  <a:lnTo>
                    <a:pt x="211632" y="293142"/>
                  </a:lnTo>
                  <a:lnTo>
                    <a:pt x="215594" y="289574"/>
                  </a:lnTo>
                  <a:lnTo>
                    <a:pt x="219440" y="285880"/>
                  </a:lnTo>
                  <a:lnTo>
                    <a:pt x="223166" y="282066"/>
                  </a:lnTo>
                  <a:lnTo>
                    <a:pt x="226769" y="278135"/>
                  </a:lnTo>
                  <a:lnTo>
                    <a:pt x="230245" y="274091"/>
                  </a:lnTo>
                  <a:lnTo>
                    <a:pt x="233589" y="269939"/>
                  </a:lnTo>
                  <a:lnTo>
                    <a:pt x="236800" y="265682"/>
                  </a:lnTo>
                  <a:lnTo>
                    <a:pt x="239873" y="261324"/>
                  </a:lnTo>
                  <a:lnTo>
                    <a:pt x="242806" y="256871"/>
                  </a:lnTo>
                  <a:lnTo>
                    <a:pt x="245595" y="252326"/>
                  </a:lnTo>
                  <a:lnTo>
                    <a:pt x="248238" y="247695"/>
                  </a:lnTo>
                  <a:lnTo>
                    <a:pt x="250732" y="242982"/>
                  </a:lnTo>
                  <a:lnTo>
                    <a:pt x="253074" y="238192"/>
                  </a:lnTo>
                  <a:lnTo>
                    <a:pt x="255262" y="233329"/>
                  </a:lnTo>
                  <a:lnTo>
                    <a:pt x="257294" y="228400"/>
                  </a:lnTo>
                  <a:lnTo>
                    <a:pt x="259168" y="223407"/>
                  </a:lnTo>
                  <a:lnTo>
                    <a:pt x="260882" y="218358"/>
                  </a:lnTo>
                  <a:lnTo>
                    <a:pt x="262433" y="213257"/>
                  </a:lnTo>
                  <a:lnTo>
                    <a:pt x="263822" y="208108"/>
                  </a:lnTo>
                  <a:lnTo>
                    <a:pt x="265045" y="202918"/>
                  </a:lnTo>
                  <a:lnTo>
                    <a:pt x="266102" y="197692"/>
                  </a:lnTo>
                  <a:lnTo>
                    <a:pt x="266992" y="192435"/>
                  </a:lnTo>
                  <a:lnTo>
                    <a:pt x="267714" y="187151"/>
                  </a:lnTo>
                  <a:lnTo>
                    <a:pt x="268267" y="181848"/>
                  </a:lnTo>
                  <a:lnTo>
                    <a:pt x="268650" y="176530"/>
                  </a:lnTo>
                  <a:lnTo>
                    <a:pt x="268864" y="171202"/>
                  </a:lnTo>
                  <a:lnTo>
                    <a:pt x="268908" y="165870"/>
                  </a:lnTo>
                  <a:lnTo>
                    <a:pt x="268781" y="160539"/>
                  </a:lnTo>
                  <a:lnTo>
                    <a:pt x="268485" y="155215"/>
                  </a:lnTo>
                  <a:lnTo>
                    <a:pt x="268019" y="149903"/>
                  </a:lnTo>
                  <a:lnTo>
                    <a:pt x="267384" y="144609"/>
                  </a:lnTo>
                  <a:lnTo>
                    <a:pt x="266580" y="139338"/>
                  </a:lnTo>
                  <a:lnTo>
                    <a:pt x="265608" y="134095"/>
                  </a:lnTo>
                  <a:lnTo>
                    <a:pt x="264470" y="128885"/>
                  </a:lnTo>
                  <a:lnTo>
                    <a:pt x="263167" y="123715"/>
                  </a:lnTo>
                  <a:lnTo>
                    <a:pt x="261699" y="118589"/>
                  </a:lnTo>
                  <a:lnTo>
                    <a:pt x="260068" y="113512"/>
                  </a:lnTo>
                  <a:lnTo>
                    <a:pt x="258276" y="108490"/>
                  </a:lnTo>
                  <a:lnTo>
                    <a:pt x="256325" y="103528"/>
                  </a:lnTo>
                  <a:lnTo>
                    <a:pt x="254217" y="98630"/>
                  </a:lnTo>
                  <a:lnTo>
                    <a:pt x="251953" y="93802"/>
                  </a:lnTo>
                  <a:lnTo>
                    <a:pt x="249537" y="89049"/>
                  </a:lnTo>
                  <a:lnTo>
                    <a:pt x="246971" y="84375"/>
                  </a:lnTo>
                  <a:lnTo>
                    <a:pt x="244256" y="79785"/>
                  </a:lnTo>
                  <a:lnTo>
                    <a:pt x="241397" y="75285"/>
                  </a:lnTo>
                  <a:lnTo>
                    <a:pt x="238395" y="70877"/>
                  </a:lnTo>
                  <a:lnTo>
                    <a:pt x="235255" y="66568"/>
                  </a:lnTo>
                  <a:lnTo>
                    <a:pt x="231978" y="62361"/>
                  </a:lnTo>
                  <a:lnTo>
                    <a:pt x="228570" y="58261"/>
                  </a:lnTo>
                  <a:lnTo>
                    <a:pt x="225032" y="54272"/>
                  </a:lnTo>
                  <a:lnTo>
                    <a:pt x="221368" y="50397"/>
                  </a:lnTo>
                  <a:lnTo>
                    <a:pt x="217583" y="46641"/>
                  </a:lnTo>
                  <a:lnTo>
                    <a:pt x="213680" y="43008"/>
                  </a:lnTo>
                  <a:lnTo>
                    <a:pt x="209664" y="39501"/>
                  </a:lnTo>
                  <a:lnTo>
                    <a:pt x="205537" y="36124"/>
                  </a:lnTo>
                  <a:lnTo>
                    <a:pt x="201305" y="32881"/>
                  </a:lnTo>
                  <a:lnTo>
                    <a:pt x="196971" y="29774"/>
                  </a:lnTo>
                  <a:lnTo>
                    <a:pt x="192541" y="26806"/>
                  </a:lnTo>
                  <a:lnTo>
                    <a:pt x="188018" y="23982"/>
                  </a:lnTo>
                  <a:lnTo>
                    <a:pt x="183408" y="21303"/>
                  </a:lnTo>
                  <a:lnTo>
                    <a:pt x="178714" y="18773"/>
                  </a:lnTo>
                  <a:lnTo>
                    <a:pt x="173942" y="16394"/>
                  </a:lnTo>
                  <a:lnTo>
                    <a:pt x="169097" y="14168"/>
                  </a:lnTo>
                  <a:lnTo>
                    <a:pt x="164183" y="12098"/>
                  </a:lnTo>
                  <a:lnTo>
                    <a:pt x="159206" y="10185"/>
                  </a:lnTo>
                  <a:lnTo>
                    <a:pt x="154170" y="8432"/>
                  </a:lnTo>
                  <a:lnTo>
                    <a:pt x="149080" y="6841"/>
                  </a:lnTo>
                  <a:lnTo>
                    <a:pt x="143943" y="5413"/>
                  </a:lnTo>
                  <a:lnTo>
                    <a:pt x="138763" y="4150"/>
                  </a:lnTo>
                  <a:lnTo>
                    <a:pt x="133545" y="3052"/>
                  </a:lnTo>
                  <a:lnTo>
                    <a:pt x="128294" y="2121"/>
                  </a:lnTo>
                  <a:lnTo>
                    <a:pt x="123017" y="1358"/>
                  </a:lnTo>
                  <a:lnTo>
                    <a:pt x="117718" y="764"/>
                  </a:lnTo>
                  <a:lnTo>
                    <a:pt x="112403" y="340"/>
                  </a:lnTo>
                  <a:lnTo>
                    <a:pt x="107077" y="85"/>
                  </a:lnTo>
                  <a:lnTo>
                    <a:pt x="101745" y="0"/>
                  </a:lnTo>
                  <a:lnTo>
                    <a:pt x="1017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51844" y="3707720"/>
              <a:ext cx="208488" cy="334331"/>
            </a:xfrm>
            <a:custGeom>
              <a:avLst/>
              <a:pathLst>
                <a:path w="208488" h="334331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8" y="2134"/>
                  </a:lnTo>
                  <a:lnTo>
                    <a:pt x="135273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3" y="6882"/>
                  </a:lnTo>
                  <a:lnTo>
                    <a:pt x="114590" y="8483"/>
                  </a:lnTo>
                  <a:lnTo>
                    <a:pt x="109541" y="10246"/>
                  </a:lnTo>
                  <a:lnTo>
                    <a:pt x="104551" y="12169"/>
                  </a:lnTo>
                  <a:lnTo>
                    <a:pt x="99625" y="14252"/>
                  </a:lnTo>
                  <a:lnTo>
                    <a:pt x="94768" y="16490"/>
                  </a:lnTo>
                  <a:lnTo>
                    <a:pt x="89985" y="18883"/>
                  </a:lnTo>
                  <a:lnTo>
                    <a:pt x="85281" y="21428"/>
                  </a:lnTo>
                  <a:lnTo>
                    <a:pt x="80661" y="24122"/>
                  </a:lnTo>
                  <a:lnTo>
                    <a:pt x="76129" y="26963"/>
                  </a:lnTo>
                  <a:lnTo>
                    <a:pt x="71691" y="29946"/>
                  </a:lnTo>
                  <a:lnTo>
                    <a:pt x="67350" y="33071"/>
                  </a:lnTo>
                  <a:lnTo>
                    <a:pt x="63112" y="36332"/>
                  </a:lnTo>
                  <a:lnTo>
                    <a:pt x="58980" y="39728"/>
                  </a:lnTo>
                  <a:lnTo>
                    <a:pt x="54959" y="43254"/>
                  </a:lnTo>
                  <a:lnTo>
                    <a:pt x="51052" y="46907"/>
                  </a:lnTo>
                  <a:lnTo>
                    <a:pt x="47265" y="50683"/>
                  </a:lnTo>
                  <a:lnTo>
                    <a:pt x="43600" y="54578"/>
                  </a:lnTo>
                  <a:lnTo>
                    <a:pt x="40062" y="58588"/>
                  </a:lnTo>
                  <a:lnTo>
                    <a:pt x="36653" y="62709"/>
                  </a:lnTo>
                  <a:lnTo>
                    <a:pt x="33379" y="66938"/>
                  </a:lnTo>
                  <a:lnTo>
                    <a:pt x="30241" y="71269"/>
                  </a:lnTo>
                  <a:lnTo>
                    <a:pt x="27243" y="75698"/>
                  </a:lnTo>
                  <a:lnTo>
                    <a:pt x="24389" y="80221"/>
                  </a:lnTo>
                  <a:lnTo>
                    <a:pt x="21681" y="84832"/>
                  </a:lnTo>
                  <a:lnTo>
                    <a:pt x="19122" y="89528"/>
                  </a:lnTo>
                  <a:lnTo>
                    <a:pt x="16714" y="94304"/>
                  </a:lnTo>
                  <a:lnTo>
                    <a:pt x="14460" y="99154"/>
                  </a:lnTo>
                  <a:lnTo>
                    <a:pt x="12362" y="104074"/>
                  </a:lnTo>
                  <a:lnTo>
                    <a:pt x="10423" y="109058"/>
                  </a:lnTo>
                  <a:lnTo>
                    <a:pt x="8645" y="114102"/>
                  </a:lnTo>
                  <a:lnTo>
                    <a:pt x="7028" y="119200"/>
                  </a:lnTo>
                  <a:lnTo>
                    <a:pt x="5576" y="124347"/>
                  </a:lnTo>
                  <a:lnTo>
                    <a:pt x="4289" y="129538"/>
                  </a:lnTo>
                  <a:lnTo>
                    <a:pt x="3169" y="134767"/>
                  </a:lnTo>
                  <a:lnTo>
                    <a:pt x="2216" y="140030"/>
                  </a:lnTo>
                  <a:lnTo>
                    <a:pt x="1432" y="145320"/>
                  </a:lnTo>
                  <a:lnTo>
                    <a:pt x="818" y="150633"/>
                  </a:lnTo>
                  <a:lnTo>
                    <a:pt x="375" y="155963"/>
                  </a:lnTo>
                  <a:lnTo>
                    <a:pt x="102" y="161304"/>
                  </a:lnTo>
                  <a:lnTo>
                    <a:pt x="0" y="166651"/>
                  </a:lnTo>
                  <a:lnTo>
                    <a:pt x="69" y="171999"/>
                  </a:lnTo>
                  <a:lnTo>
                    <a:pt x="309" y="177341"/>
                  </a:lnTo>
                  <a:lnTo>
                    <a:pt x="719" y="182674"/>
                  </a:lnTo>
                  <a:lnTo>
                    <a:pt x="1301" y="187990"/>
                  </a:lnTo>
                  <a:lnTo>
                    <a:pt x="2052" y="193285"/>
                  </a:lnTo>
                  <a:lnTo>
                    <a:pt x="2972" y="198554"/>
                  </a:lnTo>
                  <a:lnTo>
                    <a:pt x="4060" y="203790"/>
                  </a:lnTo>
                  <a:lnTo>
                    <a:pt x="5315" y="208989"/>
                  </a:lnTo>
                  <a:lnTo>
                    <a:pt x="6735" y="214145"/>
                  </a:lnTo>
                  <a:lnTo>
                    <a:pt x="8320" y="219253"/>
                  </a:lnTo>
                  <a:lnTo>
                    <a:pt x="10068" y="224307"/>
                  </a:lnTo>
                  <a:lnTo>
                    <a:pt x="11976" y="229304"/>
                  </a:lnTo>
                  <a:lnTo>
                    <a:pt x="14043" y="234236"/>
                  </a:lnTo>
                  <a:lnTo>
                    <a:pt x="16267" y="239100"/>
                  </a:lnTo>
                  <a:lnTo>
                    <a:pt x="18645" y="243890"/>
                  </a:lnTo>
                  <a:lnTo>
                    <a:pt x="21175" y="248602"/>
                  </a:lnTo>
                  <a:lnTo>
                    <a:pt x="23855" y="253230"/>
                  </a:lnTo>
                  <a:lnTo>
                    <a:pt x="26681" y="257771"/>
                  </a:lnTo>
                  <a:lnTo>
                    <a:pt x="29652" y="262218"/>
                  </a:lnTo>
                  <a:lnTo>
                    <a:pt x="32763" y="266568"/>
                  </a:lnTo>
                  <a:lnTo>
                    <a:pt x="36011" y="270817"/>
                  </a:lnTo>
                  <a:lnTo>
                    <a:pt x="39394" y="274959"/>
                  </a:lnTo>
                  <a:lnTo>
                    <a:pt x="42907" y="278991"/>
                  </a:lnTo>
                  <a:lnTo>
                    <a:pt x="46548" y="282909"/>
                  </a:lnTo>
                  <a:lnTo>
                    <a:pt x="50312" y="286708"/>
                  </a:lnTo>
                  <a:lnTo>
                    <a:pt x="54196" y="290385"/>
                  </a:lnTo>
                  <a:lnTo>
                    <a:pt x="58195" y="293936"/>
                  </a:lnTo>
                  <a:lnTo>
                    <a:pt x="62306" y="297357"/>
                  </a:lnTo>
                  <a:lnTo>
                    <a:pt x="66525" y="300644"/>
                  </a:lnTo>
                  <a:lnTo>
                    <a:pt x="70846" y="303795"/>
                  </a:lnTo>
                  <a:lnTo>
                    <a:pt x="75266" y="306807"/>
                  </a:lnTo>
                  <a:lnTo>
                    <a:pt x="79780" y="309675"/>
                  </a:lnTo>
                  <a:lnTo>
                    <a:pt x="84383" y="312397"/>
                  </a:lnTo>
                  <a:lnTo>
                    <a:pt x="89071" y="314971"/>
                  </a:lnTo>
                  <a:lnTo>
                    <a:pt x="93839" y="317394"/>
                  </a:lnTo>
                  <a:lnTo>
                    <a:pt x="98682" y="319662"/>
                  </a:lnTo>
                  <a:lnTo>
                    <a:pt x="103595" y="321775"/>
                  </a:lnTo>
                  <a:lnTo>
                    <a:pt x="108573" y="323730"/>
                  </a:lnTo>
                  <a:lnTo>
                    <a:pt x="113612" y="325524"/>
                  </a:lnTo>
                  <a:lnTo>
                    <a:pt x="118705" y="327156"/>
                  </a:lnTo>
                  <a:lnTo>
                    <a:pt x="123847" y="328624"/>
                  </a:lnTo>
                  <a:lnTo>
                    <a:pt x="129034" y="329927"/>
                  </a:lnTo>
                  <a:lnTo>
                    <a:pt x="134260" y="331064"/>
                  </a:lnTo>
                  <a:lnTo>
                    <a:pt x="139520" y="332032"/>
                  </a:lnTo>
                  <a:lnTo>
                    <a:pt x="144808" y="332832"/>
                  </a:lnTo>
                  <a:lnTo>
                    <a:pt x="150119" y="333463"/>
                  </a:lnTo>
                  <a:lnTo>
                    <a:pt x="155447" y="333923"/>
                  </a:lnTo>
                  <a:lnTo>
                    <a:pt x="160787" y="334213"/>
                  </a:lnTo>
                  <a:lnTo>
                    <a:pt x="166134" y="334331"/>
                  </a:lnTo>
                  <a:lnTo>
                    <a:pt x="171482" y="334279"/>
                  </a:lnTo>
                  <a:lnTo>
                    <a:pt x="176826" y="334055"/>
                  </a:lnTo>
                  <a:lnTo>
                    <a:pt x="182159" y="333661"/>
                  </a:lnTo>
                  <a:lnTo>
                    <a:pt x="187477" y="333096"/>
                  </a:lnTo>
                  <a:lnTo>
                    <a:pt x="192775" y="332361"/>
                  </a:lnTo>
                  <a:lnTo>
                    <a:pt x="198046" y="331457"/>
                  </a:lnTo>
                  <a:lnTo>
                    <a:pt x="203286" y="330386"/>
                  </a:lnTo>
                  <a:lnTo>
                    <a:pt x="208488" y="32914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46"/>
              <a:ext cx="167156" cy="329121"/>
            </a:xfrm>
            <a:custGeom>
              <a:avLst/>
              <a:pathLst>
                <a:path w="167156" h="329121">
                  <a:moveTo>
                    <a:pt x="41322" y="329121"/>
                  </a:moveTo>
                  <a:lnTo>
                    <a:pt x="46473" y="327719"/>
                  </a:lnTo>
                  <a:lnTo>
                    <a:pt x="51576" y="326153"/>
                  </a:lnTo>
                  <a:lnTo>
                    <a:pt x="56627" y="324425"/>
                  </a:lnTo>
                  <a:lnTo>
                    <a:pt x="61621" y="322537"/>
                  </a:lnTo>
                  <a:lnTo>
                    <a:pt x="66551" y="320490"/>
                  </a:lnTo>
                  <a:lnTo>
                    <a:pt x="71414" y="318287"/>
                  </a:lnTo>
                  <a:lnTo>
                    <a:pt x="76203" y="315929"/>
                  </a:lnTo>
                  <a:lnTo>
                    <a:pt x="80915" y="313420"/>
                  </a:lnTo>
                  <a:lnTo>
                    <a:pt x="85545" y="310762"/>
                  </a:lnTo>
                  <a:lnTo>
                    <a:pt x="90087" y="307957"/>
                  </a:lnTo>
                  <a:lnTo>
                    <a:pt x="94537" y="305009"/>
                  </a:lnTo>
                  <a:lnTo>
                    <a:pt x="98891" y="301920"/>
                  </a:lnTo>
                  <a:lnTo>
                    <a:pt x="103144" y="298694"/>
                  </a:lnTo>
                  <a:lnTo>
                    <a:pt x="107292" y="295333"/>
                  </a:lnTo>
                  <a:lnTo>
                    <a:pt x="111331" y="291842"/>
                  </a:lnTo>
                  <a:lnTo>
                    <a:pt x="115256" y="288223"/>
                  </a:lnTo>
                  <a:lnTo>
                    <a:pt x="119063" y="284481"/>
                  </a:lnTo>
                  <a:lnTo>
                    <a:pt x="122749" y="280620"/>
                  </a:lnTo>
                  <a:lnTo>
                    <a:pt x="126310" y="276643"/>
                  </a:lnTo>
                  <a:lnTo>
                    <a:pt x="129742" y="272554"/>
                  </a:lnTo>
                  <a:lnTo>
                    <a:pt x="133042" y="268357"/>
                  </a:lnTo>
                  <a:lnTo>
                    <a:pt x="136206" y="264057"/>
                  </a:lnTo>
                  <a:lnTo>
                    <a:pt x="139231" y="259659"/>
                  </a:lnTo>
                  <a:lnTo>
                    <a:pt x="142114" y="255166"/>
                  </a:lnTo>
                  <a:lnTo>
                    <a:pt x="144852" y="250583"/>
                  </a:lnTo>
                  <a:lnTo>
                    <a:pt x="147443" y="245916"/>
                  </a:lnTo>
                  <a:lnTo>
                    <a:pt x="149883" y="241167"/>
                  </a:lnTo>
                  <a:lnTo>
                    <a:pt x="152170" y="236344"/>
                  </a:lnTo>
                  <a:lnTo>
                    <a:pt x="154302" y="231450"/>
                  </a:lnTo>
                  <a:lnTo>
                    <a:pt x="156277" y="226490"/>
                  </a:lnTo>
                  <a:lnTo>
                    <a:pt x="158092" y="221470"/>
                  </a:lnTo>
                  <a:lnTo>
                    <a:pt x="159746" y="216394"/>
                  </a:lnTo>
                  <a:lnTo>
                    <a:pt x="161238" y="211268"/>
                  </a:lnTo>
                  <a:lnTo>
                    <a:pt x="162564" y="206097"/>
                  </a:lnTo>
                  <a:lnTo>
                    <a:pt x="163725" y="200887"/>
                  </a:lnTo>
                  <a:lnTo>
                    <a:pt x="164719" y="195642"/>
                  </a:lnTo>
                  <a:lnTo>
                    <a:pt x="165546" y="190367"/>
                  </a:lnTo>
                  <a:lnTo>
                    <a:pt x="166203" y="185070"/>
                  </a:lnTo>
                  <a:lnTo>
                    <a:pt x="166690" y="179754"/>
                  </a:lnTo>
                  <a:lnTo>
                    <a:pt x="167008" y="174425"/>
                  </a:lnTo>
                  <a:lnTo>
                    <a:pt x="167156" y="169088"/>
                  </a:lnTo>
                  <a:lnTo>
                    <a:pt x="167133" y="163750"/>
                  </a:lnTo>
                  <a:lnTo>
                    <a:pt x="166939" y="158415"/>
                  </a:lnTo>
                  <a:lnTo>
                    <a:pt x="166575" y="153089"/>
                  </a:lnTo>
                  <a:lnTo>
                    <a:pt x="166042" y="147777"/>
                  </a:lnTo>
                  <a:lnTo>
                    <a:pt x="165339" y="142485"/>
                  </a:lnTo>
                  <a:lnTo>
                    <a:pt x="164467" y="137219"/>
                  </a:lnTo>
                  <a:lnTo>
                    <a:pt x="163428" y="131982"/>
                  </a:lnTo>
                  <a:lnTo>
                    <a:pt x="162222" y="126782"/>
                  </a:lnTo>
                  <a:lnTo>
                    <a:pt x="160850" y="121623"/>
                  </a:lnTo>
                  <a:lnTo>
                    <a:pt x="159315" y="116510"/>
                  </a:lnTo>
                  <a:lnTo>
                    <a:pt x="157617" y="111449"/>
                  </a:lnTo>
                  <a:lnTo>
                    <a:pt x="155758" y="106444"/>
                  </a:lnTo>
                  <a:lnTo>
                    <a:pt x="153741" y="101502"/>
                  </a:lnTo>
                  <a:lnTo>
                    <a:pt x="151567" y="96626"/>
                  </a:lnTo>
                  <a:lnTo>
                    <a:pt x="149238" y="91823"/>
                  </a:lnTo>
                  <a:lnTo>
                    <a:pt x="146757" y="87096"/>
                  </a:lnTo>
                  <a:lnTo>
                    <a:pt x="144126" y="82451"/>
                  </a:lnTo>
                  <a:lnTo>
                    <a:pt x="141348" y="77892"/>
                  </a:lnTo>
                  <a:lnTo>
                    <a:pt x="138427" y="73424"/>
                  </a:lnTo>
                  <a:lnTo>
                    <a:pt x="135364" y="69052"/>
                  </a:lnTo>
                  <a:lnTo>
                    <a:pt x="132163" y="64780"/>
                  </a:lnTo>
                  <a:lnTo>
                    <a:pt x="128827" y="60612"/>
                  </a:lnTo>
                  <a:lnTo>
                    <a:pt x="125360" y="56553"/>
                  </a:lnTo>
                  <a:lnTo>
                    <a:pt x="121764" y="52606"/>
                  </a:lnTo>
                  <a:lnTo>
                    <a:pt x="118045" y="48777"/>
                  </a:lnTo>
                  <a:lnTo>
                    <a:pt x="114206" y="45068"/>
                  </a:lnTo>
                  <a:lnTo>
                    <a:pt x="110250" y="41483"/>
                  </a:lnTo>
                  <a:lnTo>
                    <a:pt x="106181" y="38027"/>
                  </a:lnTo>
                  <a:lnTo>
                    <a:pt x="102004" y="34702"/>
                  </a:lnTo>
                  <a:lnTo>
                    <a:pt x="97723" y="31513"/>
                  </a:lnTo>
                  <a:lnTo>
                    <a:pt x="93343" y="28462"/>
                  </a:lnTo>
                  <a:lnTo>
                    <a:pt x="88867" y="25552"/>
                  </a:lnTo>
                  <a:lnTo>
                    <a:pt x="84301" y="22787"/>
                  </a:lnTo>
                  <a:lnTo>
                    <a:pt x="79649" y="20168"/>
                  </a:lnTo>
                  <a:lnTo>
                    <a:pt x="74915" y="17700"/>
                  </a:lnTo>
                  <a:lnTo>
                    <a:pt x="70105" y="15384"/>
                  </a:lnTo>
                  <a:lnTo>
                    <a:pt x="65224" y="13223"/>
                  </a:lnTo>
                  <a:lnTo>
                    <a:pt x="60276" y="11219"/>
                  </a:lnTo>
                  <a:lnTo>
                    <a:pt x="55266" y="9374"/>
                  </a:lnTo>
                  <a:lnTo>
                    <a:pt x="50201" y="7690"/>
                  </a:lnTo>
                  <a:lnTo>
                    <a:pt x="45084" y="6168"/>
                  </a:lnTo>
                  <a:lnTo>
                    <a:pt x="39921" y="4810"/>
                  </a:lnTo>
                  <a:lnTo>
                    <a:pt x="34717" y="3619"/>
                  </a:lnTo>
                  <a:lnTo>
                    <a:pt x="29478" y="2593"/>
                  </a:lnTo>
                  <a:lnTo>
                    <a:pt x="24209" y="1736"/>
                  </a:lnTo>
                  <a:lnTo>
                    <a:pt x="18915" y="1047"/>
                  </a:lnTo>
                  <a:lnTo>
                    <a:pt x="13602" y="528"/>
                  </a:lnTo>
                  <a:lnTo>
                    <a:pt x="8275" y="179"/>
                  </a:lnTo>
                  <a:lnTo>
                    <a:pt x="2940" y="0"/>
                  </a:lnTo>
                  <a:lnTo>
                    <a:pt x="0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tx80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2025-06-05T19:39:18Z</dcterms:modified>
  <cp:category/>
</cp:coreProperties>
</file>