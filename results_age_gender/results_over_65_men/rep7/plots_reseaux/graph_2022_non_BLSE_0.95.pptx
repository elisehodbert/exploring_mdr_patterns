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8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59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61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308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07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9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5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9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6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5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150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3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7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96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1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49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33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494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500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7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72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4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3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08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61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96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17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07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783" y="3170392"/>
              <a:ext cx="2996" cy="167167"/>
            </a:xfrm>
            <a:custGeom>
              <a:avLst/>
              <a:pathLst>
                <a:path w="2996" h="167167">
                  <a:moveTo>
                    <a:pt x="2996" y="0"/>
                  </a:moveTo>
                  <a:lnTo>
                    <a:pt x="0" y="26"/>
                  </a:lnTo>
                  <a:lnTo>
                    <a:pt x="29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0783" y="3170419"/>
              <a:ext cx="2996" cy="167140"/>
            </a:xfrm>
            <a:custGeom>
              <a:avLst/>
              <a:pathLst>
                <a:path w="2996" h="167140">
                  <a:moveTo>
                    <a:pt x="0" y="0"/>
                  </a:moveTo>
                  <a:lnTo>
                    <a:pt x="2996" y="167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2" y="3170408"/>
              <a:ext cx="334334" cy="334303"/>
            </a:xfrm>
            <a:custGeom>
              <a:avLst/>
              <a:pathLst>
                <a:path w="334334" h="334303">
                  <a:moveTo>
                    <a:pt x="164171" y="10"/>
                  </a:moveTo>
                  <a:lnTo>
                    <a:pt x="158869" y="190"/>
                  </a:lnTo>
                  <a:lnTo>
                    <a:pt x="153576" y="537"/>
                  </a:lnTo>
                  <a:lnTo>
                    <a:pt x="148296" y="1052"/>
                  </a:lnTo>
                  <a:lnTo>
                    <a:pt x="143036" y="1734"/>
                  </a:lnTo>
                  <a:lnTo>
                    <a:pt x="137800" y="2583"/>
                  </a:lnTo>
                  <a:lnTo>
                    <a:pt x="132593" y="3598"/>
                  </a:lnTo>
                  <a:lnTo>
                    <a:pt x="127421" y="4777"/>
                  </a:lnTo>
                  <a:lnTo>
                    <a:pt x="122290" y="6120"/>
                  </a:lnTo>
                  <a:lnTo>
                    <a:pt x="117203" y="7625"/>
                  </a:lnTo>
                  <a:lnTo>
                    <a:pt x="112167" y="9290"/>
                  </a:lnTo>
                  <a:lnTo>
                    <a:pt x="107186" y="11115"/>
                  </a:lnTo>
                  <a:lnTo>
                    <a:pt x="102265" y="13097"/>
                  </a:lnTo>
                  <a:lnTo>
                    <a:pt x="97410" y="15233"/>
                  </a:lnTo>
                  <a:lnTo>
                    <a:pt x="92625" y="17523"/>
                  </a:lnTo>
                  <a:lnTo>
                    <a:pt x="87915" y="19963"/>
                  </a:lnTo>
                  <a:lnTo>
                    <a:pt x="83285" y="22552"/>
                  </a:lnTo>
                  <a:lnTo>
                    <a:pt x="78740" y="25286"/>
                  </a:lnTo>
                  <a:lnTo>
                    <a:pt x="74283" y="28163"/>
                  </a:lnTo>
                  <a:lnTo>
                    <a:pt x="69920" y="31180"/>
                  </a:lnTo>
                  <a:lnTo>
                    <a:pt x="65655" y="34334"/>
                  </a:lnTo>
                  <a:lnTo>
                    <a:pt x="61492" y="37622"/>
                  </a:lnTo>
                  <a:lnTo>
                    <a:pt x="57435" y="41040"/>
                  </a:lnTo>
                  <a:lnTo>
                    <a:pt x="53489" y="44585"/>
                  </a:lnTo>
                  <a:lnTo>
                    <a:pt x="49658" y="48253"/>
                  </a:lnTo>
                  <a:lnTo>
                    <a:pt x="45945" y="52041"/>
                  </a:lnTo>
                  <a:lnTo>
                    <a:pt x="42354" y="55946"/>
                  </a:lnTo>
                  <a:lnTo>
                    <a:pt x="38888" y="59962"/>
                  </a:lnTo>
                  <a:lnTo>
                    <a:pt x="35552" y="64086"/>
                  </a:lnTo>
                  <a:lnTo>
                    <a:pt x="32348" y="68313"/>
                  </a:lnTo>
                  <a:lnTo>
                    <a:pt x="29280" y="72641"/>
                  </a:lnTo>
                  <a:lnTo>
                    <a:pt x="26351" y="77063"/>
                  </a:lnTo>
                  <a:lnTo>
                    <a:pt x="23563" y="81576"/>
                  </a:lnTo>
                  <a:lnTo>
                    <a:pt x="20920" y="86176"/>
                  </a:lnTo>
                  <a:lnTo>
                    <a:pt x="18425" y="90856"/>
                  </a:lnTo>
                  <a:lnTo>
                    <a:pt x="16079" y="95614"/>
                  </a:lnTo>
                  <a:lnTo>
                    <a:pt x="13885" y="100444"/>
                  </a:lnTo>
                  <a:lnTo>
                    <a:pt x="11846" y="105341"/>
                  </a:lnTo>
                  <a:lnTo>
                    <a:pt x="9963" y="110300"/>
                  </a:lnTo>
                  <a:lnTo>
                    <a:pt x="8239" y="115316"/>
                  </a:lnTo>
                  <a:lnTo>
                    <a:pt x="6674" y="120385"/>
                  </a:lnTo>
                  <a:lnTo>
                    <a:pt x="5271" y="125500"/>
                  </a:lnTo>
                  <a:lnTo>
                    <a:pt x="4031" y="130658"/>
                  </a:lnTo>
                  <a:lnTo>
                    <a:pt x="2955" y="135852"/>
                  </a:lnTo>
                  <a:lnTo>
                    <a:pt x="2045" y="141078"/>
                  </a:lnTo>
                  <a:lnTo>
                    <a:pt x="1301" y="146330"/>
                  </a:lnTo>
                  <a:lnTo>
                    <a:pt x="724" y="151603"/>
                  </a:lnTo>
                  <a:lnTo>
                    <a:pt x="314" y="156892"/>
                  </a:lnTo>
                  <a:lnTo>
                    <a:pt x="73" y="162191"/>
                  </a:lnTo>
                  <a:lnTo>
                    <a:pt x="0" y="167495"/>
                  </a:lnTo>
                  <a:lnTo>
                    <a:pt x="95" y="172799"/>
                  </a:lnTo>
                  <a:lnTo>
                    <a:pt x="358" y="178097"/>
                  </a:lnTo>
                  <a:lnTo>
                    <a:pt x="789" y="183384"/>
                  </a:lnTo>
                  <a:lnTo>
                    <a:pt x="1388" y="188655"/>
                  </a:lnTo>
                  <a:lnTo>
                    <a:pt x="2154" y="193904"/>
                  </a:lnTo>
                  <a:lnTo>
                    <a:pt x="3086" y="199126"/>
                  </a:lnTo>
                  <a:lnTo>
                    <a:pt x="4183" y="204315"/>
                  </a:lnTo>
                  <a:lnTo>
                    <a:pt x="5444" y="209468"/>
                  </a:lnTo>
                  <a:lnTo>
                    <a:pt x="6868" y="214578"/>
                  </a:lnTo>
                  <a:lnTo>
                    <a:pt x="8453" y="219640"/>
                  </a:lnTo>
                  <a:lnTo>
                    <a:pt x="10199" y="224649"/>
                  </a:lnTo>
                  <a:lnTo>
                    <a:pt x="12102" y="229600"/>
                  </a:lnTo>
                  <a:lnTo>
                    <a:pt x="14161" y="234489"/>
                  </a:lnTo>
                  <a:lnTo>
                    <a:pt x="16375" y="239309"/>
                  </a:lnTo>
                  <a:lnTo>
                    <a:pt x="18740" y="244057"/>
                  </a:lnTo>
                  <a:lnTo>
                    <a:pt x="21255" y="248728"/>
                  </a:lnTo>
                  <a:lnTo>
                    <a:pt x="23917" y="253316"/>
                  </a:lnTo>
                  <a:lnTo>
                    <a:pt x="26723" y="257818"/>
                  </a:lnTo>
                  <a:lnTo>
                    <a:pt x="29670" y="262228"/>
                  </a:lnTo>
                  <a:lnTo>
                    <a:pt x="32756" y="266543"/>
                  </a:lnTo>
                  <a:lnTo>
                    <a:pt x="35977" y="270758"/>
                  </a:lnTo>
                  <a:lnTo>
                    <a:pt x="39331" y="274868"/>
                  </a:lnTo>
                  <a:lnTo>
                    <a:pt x="42813" y="278869"/>
                  </a:lnTo>
                  <a:lnTo>
                    <a:pt x="46420" y="282759"/>
                  </a:lnTo>
                  <a:lnTo>
                    <a:pt x="50149" y="286532"/>
                  </a:lnTo>
                  <a:lnTo>
                    <a:pt x="53995" y="290184"/>
                  </a:lnTo>
                  <a:lnTo>
                    <a:pt x="57956" y="293713"/>
                  </a:lnTo>
                  <a:lnTo>
                    <a:pt x="62026" y="297114"/>
                  </a:lnTo>
                  <a:lnTo>
                    <a:pt x="66203" y="300385"/>
                  </a:lnTo>
                  <a:lnTo>
                    <a:pt x="70481" y="303521"/>
                  </a:lnTo>
                  <a:lnTo>
                    <a:pt x="74856" y="306520"/>
                  </a:lnTo>
                  <a:lnTo>
                    <a:pt x="79325" y="309379"/>
                  </a:lnTo>
                  <a:lnTo>
                    <a:pt x="83881" y="312094"/>
                  </a:lnTo>
                  <a:lnTo>
                    <a:pt x="88522" y="314664"/>
                  </a:lnTo>
                  <a:lnTo>
                    <a:pt x="93242" y="317085"/>
                  </a:lnTo>
                  <a:lnTo>
                    <a:pt x="98036" y="319355"/>
                  </a:lnTo>
                  <a:lnTo>
                    <a:pt x="102900" y="321471"/>
                  </a:lnTo>
                  <a:lnTo>
                    <a:pt x="107829" y="323433"/>
                  </a:lnTo>
                  <a:lnTo>
                    <a:pt x="112817" y="325237"/>
                  </a:lnTo>
                  <a:lnTo>
                    <a:pt x="117860" y="326882"/>
                  </a:lnTo>
                  <a:lnTo>
                    <a:pt x="122953" y="328366"/>
                  </a:lnTo>
                  <a:lnTo>
                    <a:pt x="128090" y="329687"/>
                  </a:lnTo>
                  <a:lnTo>
                    <a:pt x="133267" y="330845"/>
                  </a:lnTo>
                  <a:lnTo>
                    <a:pt x="138478" y="331838"/>
                  </a:lnTo>
                  <a:lnTo>
                    <a:pt x="143717" y="332666"/>
                  </a:lnTo>
                  <a:lnTo>
                    <a:pt x="148981" y="333326"/>
                  </a:lnTo>
                  <a:lnTo>
                    <a:pt x="154262" y="333820"/>
                  </a:lnTo>
                  <a:lnTo>
                    <a:pt x="159557" y="334145"/>
                  </a:lnTo>
                  <a:lnTo>
                    <a:pt x="164859" y="334303"/>
                  </a:lnTo>
                  <a:lnTo>
                    <a:pt x="170163" y="334292"/>
                  </a:lnTo>
                  <a:lnTo>
                    <a:pt x="175465" y="334112"/>
                  </a:lnTo>
                  <a:lnTo>
                    <a:pt x="180758" y="333765"/>
                  </a:lnTo>
                  <a:lnTo>
                    <a:pt x="186038" y="333250"/>
                  </a:lnTo>
                  <a:lnTo>
                    <a:pt x="191298" y="332568"/>
                  </a:lnTo>
                  <a:lnTo>
                    <a:pt x="196534" y="331719"/>
                  </a:lnTo>
                  <a:lnTo>
                    <a:pt x="201741" y="330704"/>
                  </a:lnTo>
                  <a:lnTo>
                    <a:pt x="206913" y="329525"/>
                  </a:lnTo>
                  <a:lnTo>
                    <a:pt x="212044" y="328182"/>
                  </a:lnTo>
                  <a:lnTo>
                    <a:pt x="217131" y="326677"/>
                  </a:lnTo>
                  <a:lnTo>
                    <a:pt x="222167" y="325011"/>
                  </a:lnTo>
                  <a:lnTo>
                    <a:pt x="227148" y="323187"/>
                  </a:lnTo>
                  <a:lnTo>
                    <a:pt x="232069" y="321205"/>
                  </a:lnTo>
                  <a:lnTo>
                    <a:pt x="236924" y="319068"/>
                  </a:lnTo>
                  <a:lnTo>
                    <a:pt x="241709" y="316779"/>
                  </a:lnTo>
                  <a:lnTo>
                    <a:pt x="246419" y="314338"/>
                  </a:lnTo>
                  <a:lnTo>
                    <a:pt x="251049" y="311750"/>
                  </a:lnTo>
                  <a:lnTo>
                    <a:pt x="255594" y="309015"/>
                  </a:lnTo>
                  <a:lnTo>
                    <a:pt x="260051" y="306138"/>
                  </a:lnTo>
                  <a:lnTo>
                    <a:pt x="264414" y="303121"/>
                  </a:lnTo>
                  <a:lnTo>
                    <a:pt x="268679" y="299967"/>
                  </a:lnTo>
                  <a:lnTo>
                    <a:pt x="272842" y="296680"/>
                  </a:lnTo>
                  <a:lnTo>
                    <a:pt x="276898" y="293262"/>
                  </a:lnTo>
                  <a:lnTo>
                    <a:pt x="280844" y="289717"/>
                  </a:lnTo>
                  <a:lnTo>
                    <a:pt x="284676" y="286048"/>
                  </a:lnTo>
                  <a:lnTo>
                    <a:pt x="288389" y="282260"/>
                  </a:lnTo>
                  <a:lnTo>
                    <a:pt x="291980" y="278356"/>
                  </a:lnTo>
                  <a:lnTo>
                    <a:pt x="295446" y="274340"/>
                  </a:lnTo>
                  <a:lnTo>
                    <a:pt x="298782" y="270216"/>
                  </a:lnTo>
                  <a:lnTo>
                    <a:pt x="301986" y="265988"/>
                  </a:lnTo>
                  <a:lnTo>
                    <a:pt x="305054" y="261661"/>
                  </a:lnTo>
                  <a:lnTo>
                    <a:pt x="307983" y="257238"/>
                  </a:lnTo>
                  <a:lnTo>
                    <a:pt x="310770" y="252725"/>
                  </a:lnTo>
                  <a:lnTo>
                    <a:pt x="313413" y="248126"/>
                  </a:lnTo>
                  <a:lnTo>
                    <a:pt x="315909" y="243445"/>
                  </a:lnTo>
                  <a:lnTo>
                    <a:pt x="318254" y="238687"/>
                  </a:lnTo>
                  <a:lnTo>
                    <a:pt x="320448" y="233857"/>
                  </a:lnTo>
                  <a:lnTo>
                    <a:pt x="322487" y="228961"/>
                  </a:lnTo>
                  <a:lnTo>
                    <a:pt x="324370" y="224001"/>
                  </a:lnTo>
                  <a:lnTo>
                    <a:pt x="326095" y="218985"/>
                  </a:lnTo>
                  <a:lnTo>
                    <a:pt x="327659" y="213917"/>
                  </a:lnTo>
                  <a:lnTo>
                    <a:pt x="329062" y="208801"/>
                  </a:lnTo>
                  <a:lnTo>
                    <a:pt x="330302" y="203643"/>
                  </a:lnTo>
                  <a:lnTo>
                    <a:pt x="331378" y="198449"/>
                  </a:lnTo>
                  <a:lnTo>
                    <a:pt x="332288" y="193223"/>
                  </a:lnTo>
                  <a:lnTo>
                    <a:pt x="333032" y="187971"/>
                  </a:lnTo>
                  <a:lnTo>
                    <a:pt x="333610" y="182698"/>
                  </a:lnTo>
                  <a:lnTo>
                    <a:pt x="334019" y="177409"/>
                  </a:lnTo>
                  <a:lnTo>
                    <a:pt x="334260" y="172110"/>
                  </a:lnTo>
                  <a:lnTo>
                    <a:pt x="334334" y="166806"/>
                  </a:lnTo>
                  <a:lnTo>
                    <a:pt x="334239" y="161502"/>
                  </a:lnTo>
                  <a:lnTo>
                    <a:pt x="333975" y="156204"/>
                  </a:lnTo>
                  <a:lnTo>
                    <a:pt x="333544" y="150917"/>
                  </a:lnTo>
                  <a:lnTo>
                    <a:pt x="332945" y="145647"/>
                  </a:lnTo>
                  <a:lnTo>
                    <a:pt x="332179" y="140398"/>
                  </a:lnTo>
                  <a:lnTo>
                    <a:pt x="331247" y="135176"/>
                  </a:lnTo>
                  <a:lnTo>
                    <a:pt x="330150" y="129986"/>
                  </a:lnTo>
                  <a:lnTo>
                    <a:pt x="328889" y="124833"/>
                  </a:lnTo>
                  <a:lnTo>
                    <a:pt x="327465" y="119724"/>
                  </a:lnTo>
                  <a:lnTo>
                    <a:pt x="325880" y="114662"/>
                  </a:lnTo>
                  <a:lnTo>
                    <a:pt x="324134" y="109652"/>
                  </a:lnTo>
                  <a:lnTo>
                    <a:pt x="322231" y="104701"/>
                  </a:lnTo>
                  <a:lnTo>
                    <a:pt x="320171" y="99813"/>
                  </a:lnTo>
                  <a:lnTo>
                    <a:pt x="317958" y="94992"/>
                  </a:lnTo>
                  <a:lnTo>
                    <a:pt x="315593" y="90244"/>
                  </a:lnTo>
                  <a:lnTo>
                    <a:pt x="313078" y="85573"/>
                  </a:lnTo>
                  <a:lnTo>
                    <a:pt x="310416" y="80985"/>
                  </a:lnTo>
                  <a:lnTo>
                    <a:pt x="307610" y="76483"/>
                  </a:lnTo>
                  <a:lnTo>
                    <a:pt x="304663" y="72073"/>
                  </a:lnTo>
                  <a:lnTo>
                    <a:pt x="301577" y="67758"/>
                  </a:lnTo>
                  <a:lnTo>
                    <a:pt x="298355" y="63544"/>
                  </a:lnTo>
                  <a:lnTo>
                    <a:pt x="295002" y="59434"/>
                  </a:lnTo>
                  <a:lnTo>
                    <a:pt x="291520" y="55432"/>
                  </a:lnTo>
                  <a:lnTo>
                    <a:pt x="287913" y="51543"/>
                  </a:lnTo>
                  <a:lnTo>
                    <a:pt x="284184" y="47770"/>
                  </a:lnTo>
                  <a:lnTo>
                    <a:pt x="280337" y="44117"/>
                  </a:lnTo>
                  <a:lnTo>
                    <a:pt x="276377" y="40589"/>
                  </a:lnTo>
                  <a:lnTo>
                    <a:pt x="272306" y="37187"/>
                  </a:lnTo>
                  <a:lnTo>
                    <a:pt x="268130" y="33917"/>
                  </a:lnTo>
                  <a:lnTo>
                    <a:pt x="263852" y="30781"/>
                  </a:lnTo>
                  <a:lnTo>
                    <a:pt x="259476" y="27782"/>
                  </a:lnTo>
                  <a:lnTo>
                    <a:pt x="255008" y="24923"/>
                  </a:lnTo>
                  <a:lnTo>
                    <a:pt x="250451" y="22207"/>
                  </a:lnTo>
                  <a:lnTo>
                    <a:pt x="245810" y="19638"/>
                  </a:lnTo>
                  <a:lnTo>
                    <a:pt x="241091" y="17217"/>
                  </a:lnTo>
                  <a:lnTo>
                    <a:pt x="236296" y="14947"/>
                  </a:lnTo>
                  <a:lnTo>
                    <a:pt x="231432" y="12830"/>
                  </a:lnTo>
                  <a:lnTo>
                    <a:pt x="226504" y="10869"/>
                  </a:lnTo>
                  <a:lnTo>
                    <a:pt x="221515" y="9065"/>
                  </a:lnTo>
                  <a:lnTo>
                    <a:pt x="216472" y="7420"/>
                  </a:lnTo>
                  <a:lnTo>
                    <a:pt x="211379" y="5936"/>
                  </a:lnTo>
                  <a:lnTo>
                    <a:pt x="206242" y="4615"/>
                  </a:lnTo>
                  <a:lnTo>
                    <a:pt x="201066" y="3457"/>
                  </a:lnTo>
                  <a:lnTo>
                    <a:pt x="195855" y="2464"/>
                  </a:lnTo>
                  <a:lnTo>
                    <a:pt x="190615" y="1636"/>
                  </a:lnTo>
                  <a:lnTo>
                    <a:pt x="185352" y="976"/>
                  </a:lnTo>
                  <a:lnTo>
                    <a:pt x="180070" y="482"/>
                  </a:lnTo>
                  <a:lnTo>
                    <a:pt x="174776" y="157"/>
                  </a:lnTo>
                  <a:lnTo>
                    <a:pt x="169474" y="0"/>
                  </a:lnTo>
                  <a:lnTo>
                    <a:pt x="167167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2306" cy="167167"/>
            </a:xfrm>
            <a:custGeom>
              <a:avLst/>
              <a:pathLst>
                <a:path w="2306" h="167167">
                  <a:moveTo>
                    <a:pt x="2306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3333" y="2633064"/>
              <a:ext cx="35677" cy="167167"/>
            </a:xfrm>
            <a:custGeom>
              <a:avLst/>
              <a:pathLst>
                <a:path w="35677" h="167167">
                  <a:moveTo>
                    <a:pt x="35677" y="0"/>
                  </a:moveTo>
                  <a:lnTo>
                    <a:pt x="28489" y="154"/>
                  </a:lnTo>
                  <a:lnTo>
                    <a:pt x="21313" y="618"/>
                  </a:lnTo>
                  <a:lnTo>
                    <a:pt x="14164" y="1390"/>
                  </a:lnTo>
                  <a:lnTo>
                    <a:pt x="7056" y="2468"/>
                  </a:lnTo>
                  <a:lnTo>
                    <a:pt x="0" y="3851"/>
                  </a:lnTo>
                  <a:lnTo>
                    <a:pt x="3567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3333" y="2636915"/>
              <a:ext cx="35677" cy="163315"/>
            </a:xfrm>
            <a:custGeom>
              <a:avLst/>
              <a:pathLst>
                <a:path w="35677" h="163315">
                  <a:moveTo>
                    <a:pt x="0" y="0"/>
                  </a:moveTo>
                  <a:lnTo>
                    <a:pt x="35677" y="1633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44" y="2636915"/>
              <a:ext cx="334323" cy="330472"/>
            </a:xfrm>
            <a:custGeom>
              <a:avLst/>
              <a:pathLst>
                <a:path w="334323" h="330472">
                  <a:moveTo>
                    <a:pt x="131489" y="0"/>
                  </a:moveTo>
                  <a:lnTo>
                    <a:pt x="126348" y="1208"/>
                  </a:lnTo>
                  <a:lnTo>
                    <a:pt x="121248" y="2578"/>
                  </a:lnTo>
                  <a:lnTo>
                    <a:pt x="116194" y="4109"/>
                  </a:lnTo>
                  <a:lnTo>
                    <a:pt x="111190" y="5798"/>
                  </a:lnTo>
                  <a:lnTo>
                    <a:pt x="106243" y="7645"/>
                  </a:lnTo>
                  <a:lnTo>
                    <a:pt x="101356" y="9647"/>
                  </a:lnTo>
                  <a:lnTo>
                    <a:pt x="96535" y="11802"/>
                  </a:lnTo>
                  <a:lnTo>
                    <a:pt x="91785" y="14109"/>
                  </a:lnTo>
                  <a:lnTo>
                    <a:pt x="87109" y="16564"/>
                  </a:lnTo>
                  <a:lnTo>
                    <a:pt x="82514" y="19166"/>
                  </a:lnTo>
                  <a:lnTo>
                    <a:pt x="78003" y="21912"/>
                  </a:lnTo>
                  <a:lnTo>
                    <a:pt x="73581" y="24799"/>
                  </a:lnTo>
                  <a:lnTo>
                    <a:pt x="69252" y="27824"/>
                  </a:lnTo>
                  <a:lnTo>
                    <a:pt x="65022" y="30985"/>
                  </a:lnTo>
                  <a:lnTo>
                    <a:pt x="60893" y="34277"/>
                  </a:lnTo>
                  <a:lnTo>
                    <a:pt x="56870" y="37698"/>
                  </a:lnTo>
                  <a:lnTo>
                    <a:pt x="52957" y="41245"/>
                  </a:lnTo>
                  <a:lnTo>
                    <a:pt x="49158" y="44913"/>
                  </a:lnTo>
                  <a:lnTo>
                    <a:pt x="45477" y="48700"/>
                  </a:lnTo>
                  <a:lnTo>
                    <a:pt x="41918" y="52601"/>
                  </a:lnTo>
                  <a:lnTo>
                    <a:pt x="38483" y="56612"/>
                  </a:lnTo>
                  <a:lnTo>
                    <a:pt x="35177" y="60730"/>
                  </a:lnTo>
                  <a:lnTo>
                    <a:pt x="32003" y="64950"/>
                  </a:lnTo>
                  <a:lnTo>
                    <a:pt x="28963" y="69269"/>
                  </a:lnTo>
                  <a:lnTo>
                    <a:pt x="26061" y="73681"/>
                  </a:lnTo>
                  <a:lnTo>
                    <a:pt x="23301" y="78183"/>
                  </a:lnTo>
                  <a:lnTo>
                    <a:pt x="20683" y="82769"/>
                  </a:lnTo>
                  <a:lnTo>
                    <a:pt x="18212" y="87436"/>
                  </a:lnTo>
                  <a:lnTo>
                    <a:pt x="15890" y="92179"/>
                  </a:lnTo>
                  <a:lnTo>
                    <a:pt x="13718" y="96993"/>
                  </a:lnTo>
                  <a:lnTo>
                    <a:pt x="11700" y="101873"/>
                  </a:lnTo>
                  <a:lnTo>
                    <a:pt x="9837" y="106814"/>
                  </a:lnTo>
                  <a:lnTo>
                    <a:pt x="8131" y="111812"/>
                  </a:lnTo>
                  <a:lnTo>
                    <a:pt x="6583" y="116861"/>
                  </a:lnTo>
                  <a:lnTo>
                    <a:pt x="5196" y="121956"/>
                  </a:lnTo>
                  <a:lnTo>
                    <a:pt x="3970" y="127093"/>
                  </a:lnTo>
                  <a:lnTo>
                    <a:pt x="2908" y="132266"/>
                  </a:lnTo>
                  <a:lnTo>
                    <a:pt x="2009" y="137470"/>
                  </a:lnTo>
                  <a:lnTo>
                    <a:pt x="1275" y="142699"/>
                  </a:lnTo>
                  <a:lnTo>
                    <a:pt x="707" y="147950"/>
                  </a:lnTo>
                  <a:lnTo>
                    <a:pt x="304" y="153215"/>
                  </a:lnTo>
                  <a:lnTo>
                    <a:pt x="69" y="158491"/>
                  </a:lnTo>
                  <a:lnTo>
                    <a:pt x="0" y="163771"/>
                  </a:lnTo>
                  <a:lnTo>
                    <a:pt x="97" y="169051"/>
                  </a:lnTo>
                  <a:lnTo>
                    <a:pt x="362" y="174325"/>
                  </a:lnTo>
                  <a:lnTo>
                    <a:pt x="793" y="179589"/>
                  </a:lnTo>
                  <a:lnTo>
                    <a:pt x="1390" y="184836"/>
                  </a:lnTo>
                  <a:lnTo>
                    <a:pt x="2152" y="190061"/>
                  </a:lnTo>
                  <a:lnTo>
                    <a:pt x="3080" y="195260"/>
                  </a:lnTo>
                  <a:lnTo>
                    <a:pt x="4170" y="200427"/>
                  </a:lnTo>
                  <a:lnTo>
                    <a:pt x="5424" y="205557"/>
                  </a:lnTo>
                  <a:lnTo>
                    <a:pt x="6839" y="210645"/>
                  </a:lnTo>
                  <a:lnTo>
                    <a:pt x="8414" y="215686"/>
                  </a:lnTo>
                  <a:lnTo>
                    <a:pt x="10147" y="220674"/>
                  </a:lnTo>
                  <a:lnTo>
                    <a:pt x="12037" y="225605"/>
                  </a:lnTo>
                  <a:lnTo>
                    <a:pt x="14082" y="230474"/>
                  </a:lnTo>
                  <a:lnTo>
                    <a:pt x="16280" y="235276"/>
                  </a:lnTo>
                  <a:lnTo>
                    <a:pt x="18628" y="240006"/>
                  </a:lnTo>
                  <a:lnTo>
                    <a:pt x="21125" y="244659"/>
                  </a:lnTo>
                  <a:lnTo>
                    <a:pt x="23767" y="249232"/>
                  </a:lnTo>
                  <a:lnTo>
                    <a:pt x="26552" y="253718"/>
                  </a:lnTo>
                  <a:lnTo>
                    <a:pt x="29478" y="258115"/>
                  </a:lnTo>
                  <a:lnTo>
                    <a:pt x="32541" y="262416"/>
                  </a:lnTo>
                  <a:lnTo>
                    <a:pt x="35739" y="266619"/>
                  </a:lnTo>
                  <a:lnTo>
                    <a:pt x="39067" y="270719"/>
                  </a:lnTo>
                  <a:lnTo>
                    <a:pt x="42524" y="274712"/>
                  </a:lnTo>
                  <a:lnTo>
                    <a:pt x="46104" y="278593"/>
                  </a:lnTo>
                  <a:lnTo>
                    <a:pt x="49806" y="282359"/>
                  </a:lnTo>
                  <a:lnTo>
                    <a:pt x="53625" y="286007"/>
                  </a:lnTo>
                  <a:lnTo>
                    <a:pt x="57557" y="289532"/>
                  </a:lnTo>
                  <a:lnTo>
                    <a:pt x="61598" y="292931"/>
                  </a:lnTo>
                  <a:lnTo>
                    <a:pt x="65745" y="296201"/>
                  </a:lnTo>
                  <a:lnTo>
                    <a:pt x="69993" y="299339"/>
                  </a:lnTo>
                  <a:lnTo>
                    <a:pt x="74338" y="302340"/>
                  </a:lnTo>
                  <a:lnTo>
                    <a:pt x="78776" y="305203"/>
                  </a:lnTo>
                  <a:lnTo>
                    <a:pt x="83301" y="307924"/>
                  </a:lnTo>
                  <a:lnTo>
                    <a:pt x="87911" y="310501"/>
                  </a:lnTo>
                  <a:lnTo>
                    <a:pt x="92600" y="312931"/>
                  </a:lnTo>
                  <a:lnTo>
                    <a:pt x="97363" y="315211"/>
                  </a:lnTo>
                  <a:lnTo>
                    <a:pt x="102195" y="317340"/>
                  </a:lnTo>
                  <a:lnTo>
                    <a:pt x="107093" y="319316"/>
                  </a:lnTo>
                  <a:lnTo>
                    <a:pt x="112050" y="321135"/>
                  </a:lnTo>
                  <a:lnTo>
                    <a:pt x="117063" y="322798"/>
                  </a:lnTo>
                  <a:lnTo>
                    <a:pt x="122125" y="324301"/>
                  </a:lnTo>
                  <a:lnTo>
                    <a:pt x="127233" y="325643"/>
                  </a:lnTo>
                  <a:lnTo>
                    <a:pt x="132380" y="326823"/>
                  </a:lnTo>
                  <a:lnTo>
                    <a:pt x="137562" y="327841"/>
                  </a:lnTo>
                  <a:lnTo>
                    <a:pt x="142774" y="328694"/>
                  </a:lnTo>
                  <a:lnTo>
                    <a:pt x="148009" y="329381"/>
                  </a:lnTo>
                  <a:lnTo>
                    <a:pt x="153264" y="329904"/>
                  </a:lnTo>
                  <a:lnTo>
                    <a:pt x="158533" y="330260"/>
                  </a:lnTo>
                  <a:lnTo>
                    <a:pt x="163811" y="330449"/>
                  </a:lnTo>
                  <a:lnTo>
                    <a:pt x="169092" y="330472"/>
                  </a:lnTo>
                  <a:lnTo>
                    <a:pt x="174371" y="330327"/>
                  </a:lnTo>
                  <a:lnTo>
                    <a:pt x="179642" y="330017"/>
                  </a:lnTo>
                  <a:lnTo>
                    <a:pt x="184902" y="329539"/>
                  </a:lnTo>
                  <a:lnTo>
                    <a:pt x="190143" y="328896"/>
                  </a:lnTo>
                  <a:lnTo>
                    <a:pt x="195362" y="328088"/>
                  </a:lnTo>
                  <a:lnTo>
                    <a:pt x="200552" y="327115"/>
                  </a:lnTo>
                  <a:lnTo>
                    <a:pt x="205710" y="325979"/>
                  </a:lnTo>
                  <a:lnTo>
                    <a:pt x="210828" y="324680"/>
                  </a:lnTo>
                  <a:lnTo>
                    <a:pt x="215903" y="323220"/>
                  </a:lnTo>
                  <a:lnTo>
                    <a:pt x="220930" y="321601"/>
                  </a:lnTo>
                  <a:lnTo>
                    <a:pt x="225903" y="319824"/>
                  </a:lnTo>
                  <a:lnTo>
                    <a:pt x="230817" y="317891"/>
                  </a:lnTo>
                  <a:lnTo>
                    <a:pt x="235668" y="315803"/>
                  </a:lnTo>
                  <a:lnTo>
                    <a:pt x="240450" y="313563"/>
                  </a:lnTo>
                  <a:lnTo>
                    <a:pt x="245159" y="311173"/>
                  </a:lnTo>
                  <a:lnTo>
                    <a:pt x="249791" y="308636"/>
                  </a:lnTo>
                  <a:lnTo>
                    <a:pt x="254340" y="305954"/>
                  </a:lnTo>
                  <a:lnTo>
                    <a:pt x="258802" y="303129"/>
                  </a:lnTo>
                  <a:lnTo>
                    <a:pt x="263172" y="300165"/>
                  </a:lnTo>
                  <a:lnTo>
                    <a:pt x="267447" y="297064"/>
                  </a:lnTo>
                  <a:lnTo>
                    <a:pt x="271621" y="293830"/>
                  </a:lnTo>
                  <a:lnTo>
                    <a:pt x="275692" y="290465"/>
                  </a:lnTo>
                  <a:lnTo>
                    <a:pt x="279654" y="286974"/>
                  </a:lnTo>
                  <a:lnTo>
                    <a:pt x="283504" y="283359"/>
                  </a:lnTo>
                  <a:lnTo>
                    <a:pt x="287237" y="279625"/>
                  </a:lnTo>
                  <a:lnTo>
                    <a:pt x="290851" y="275774"/>
                  </a:lnTo>
                  <a:lnTo>
                    <a:pt x="294342" y="271811"/>
                  </a:lnTo>
                  <a:lnTo>
                    <a:pt x="297705" y="267740"/>
                  </a:lnTo>
                  <a:lnTo>
                    <a:pt x="300939" y="263565"/>
                  </a:lnTo>
                  <a:lnTo>
                    <a:pt x="304038" y="259289"/>
                  </a:lnTo>
                  <a:lnTo>
                    <a:pt x="307002" y="254918"/>
                  </a:lnTo>
                  <a:lnTo>
                    <a:pt x="309825" y="250455"/>
                  </a:lnTo>
                  <a:lnTo>
                    <a:pt x="312506" y="245906"/>
                  </a:lnTo>
                  <a:lnTo>
                    <a:pt x="315043" y="241274"/>
                  </a:lnTo>
                  <a:lnTo>
                    <a:pt x="317431" y="236564"/>
                  </a:lnTo>
                  <a:lnTo>
                    <a:pt x="319670" y="231781"/>
                  </a:lnTo>
                  <a:lnTo>
                    <a:pt x="321757" y="226930"/>
                  </a:lnTo>
                  <a:lnTo>
                    <a:pt x="323689" y="222015"/>
                  </a:lnTo>
                  <a:lnTo>
                    <a:pt x="325465" y="217042"/>
                  </a:lnTo>
                  <a:lnTo>
                    <a:pt x="327083" y="212015"/>
                  </a:lnTo>
                  <a:lnTo>
                    <a:pt x="328541" y="206940"/>
                  </a:lnTo>
                  <a:lnTo>
                    <a:pt x="329839" y="201820"/>
                  </a:lnTo>
                  <a:lnTo>
                    <a:pt x="330974" y="196663"/>
                  </a:lnTo>
                  <a:lnTo>
                    <a:pt x="331945" y="191472"/>
                  </a:lnTo>
                  <a:lnTo>
                    <a:pt x="332753" y="186253"/>
                  </a:lnTo>
                  <a:lnTo>
                    <a:pt x="333394" y="181012"/>
                  </a:lnTo>
                  <a:lnTo>
                    <a:pt x="333870" y="175752"/>
                  </a:lnTo>
                  <a:lnTo>
                    <a:pt x="334180" y="170481"/>
                  </a:lnTo>
                  <a:lnTo>
                    <a:pt x="334323" y="165202"/>
                  </a:lnTo>
                  <a:lnTo>
                    <a:pt x="334299" y="159921"/>
                  </a:lnTo>
                  <a:lnTo>
                    <a:pt x="334109" y="154643"/>
                  </a:lnTo>
                  <a:lnTo>
                    <a:pt x="333751" y="149374"/>
                  </a:lnTo>
                  <a:lnTo>
                    <a:pt x="333228" y="144120"/>
                  </a:lnTo>
                  <a:lnTo>
                    <a:pt x="332539" y="138884"/>
                  </a:lnTo>
                  <a:lnTo>
                    <a:pt x="331685" y="133673"/>
                  </a:lnTo>
                  <a:lnTo>
                    <a:pt x="330666" y="128491"/>
                  </a:lnTo>
                  <a:lnTo>
                    <a:pt x="329485" y="123344"/>
                  </a:lnTo>
                  <a:lnTo>
                    <a:pt x="328141" y="118237"/>
                  </a:lnTo>
                  <a:lnTo>
                    <a:pt x="326637" y="113175"/>
                  </a:lnTo>
                  <a:lnTo>
                    <a:pt x="324974" y="108162"/>
                  </a:lnTo>
                  <a:lnTo>
                    <a:pt x="323153" y="103205"/>
                  </a:lnTo>
                  <a:lnTo>
                    <a:pt x="321176" y="98308"/>
                  </a:lnTo>
                  <a:lnTo>
                    <a:pt x="319046" y="93476"/>
                  </a:lnTo>
                  <a:lnTo>
                    <a:pt x="316764" y="88714"/>
                  </a:lnTo>
                  <a:lnTo>
                    <a:pt x="314333" y="84026"/>
                  </a:lnTo>
                  <a:lnTo>
                    <a:pt x="311755" y="79417"/>
                  </a:lnTo>
                  <a:lnTo>
                    <a:pt x="309033" y="74891"/>
                  </a:lnTo>
                  <a:lnTo>
                    <a:pt x="306169" y="70455"/>
                  </a:lnTo>
                  <a:lnTo>
                    <a:pt x="303167" y="66110"/>
                  </a:lnTo>
                  <a:lnTo>
                    <a:pt x="300029" y="61863"/>
                  </a:lnTo>
                  <a:lnTo>
                    <a:pt x="296758" y="57717"/>
                  </a:lnTo>
                  <a:lnTo>
                    <a:pt x="293358" y="53676"/>
                  </a:lnTo>
                  <a:lnTo>
                    <a:pt x="289832" y="49745"/>
                  </a:lnTo>
                  <a:lnTo>
                    <a:pt x="286183" y="45927"/>
                  </a:lnTo>
                  <a:lnTo>
                    <a:pt x="282416" y="42226"/>
                  </a:lnTo>
                  <a:lnTo>
                    <a:pt x="278533" y="38647"/>
                  </a:lnTo>
                  <a:lnTo>
                    <a:pt x="274540" y="35191"/>
                  </a:lnTo>
                  <a:lnTo>
                    <a:pt x="270439" y="31863"/>
                  </a:lnTo>
                  <a:lnTo>
                    <a:pt x="266236" y="28667"/>
                  </a:lnTo>
                  <a:lnTo>
                    <a:pt x="261933" y="25605"/>
                  </a:lnTo>
                  <a:lnTo>
                    <a:pt x="257536" y="22680"/>
                  </a:lnTo>
                  <a:lnTo>
                    <a:pt x="253049" y="19896"/>
                  </a:lnTo>
                  <a:lnTo>
                    <a:pt x="248476" y="17255"/>
                  </a:lnTo>
                  <a:lnTo>
                    <a:pt x="243822" y="14759"/>
                  </a:lnTo>
                  <a:lnTo>
                    <a:pt x="239091" y="12412"/>
                  </a:lnTo>
                  <a:lnTo>
                    <a:pt x="234289" y="10216"/>
                  </a:lnTo>
                  <a:lnTo>
                    <a:pt x="229420" y="8172"/>
                  </a:lnTo>
                  <a:lnTo>
                    <a:pt x="224488" y="6283"/>
                  </a:lnTo>
                  <a:lnTo>
                    <a:pt x="219499" y="4551"/>
                  </a:lnTo>
                  <a:lnTo>
                    <a:pt x="214458" y="2977"/>
                  </a:lnTo>
                  <a:lnTo>
                    <a:pt x="209370" y="1563"/>
                  </a:lnTo>
                  <a:lnTo>
                    <a:pt x="167166" y="1633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42204" cy="167167"/>
            </a:xfrm>
            <a:custGeom>
              <a:avLst/>
              <a:pathLst>
                <a:path w="42204" h="167167">
                  <a:moveTo>
                    <a:pt x="42204" y="5415"/>
                  </a:moveTo>
                  <a:lnTo>
                    <a:pt x="36279" y="3984"/>
                  </a:lnTo>
                  <a:lnTo>
                    <a:pt x="30306" y="2770"/>
                  </a:lnTo>
                  <a:lnTo>
                    <a:pt x="24294" y="1774"/>
                  </a:lnTo>
                  <a:lnTo>
                    <a:pt x="18248" y="999"/>
                  </a:lnTo>
                  <a:lnTo>
                    <a:pt x="12179" y="444"/>
                  </a:lnTo>
                  <a:lnTo>
                    <a:pt x="6093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313" y="2126963"/>
              <a:ext cx="7158" cy="167167"/>
            </a:xfrm>
            <a:custGeom>
              <a:avLst/>
              <a:pathLst>
                <a:path w="7158" h="167167">
                  <a:moveTo>
                    <a:pt x="7158" y="0"/>
                  </a:moveTo>
                  <a:lnTo>
                    <a:pt x="0" y="153"/>
                  </a:lnTo>
                  <a:lnTo>
                    <a:pt x="71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313" y="2127117"/>
              <a:ext cx="7158" cy="167014"/>
            </a:xfrm>
            <a:custGeom>
              <a:avLst/>
              <a:pathLst>
                <a:path w="7158" h="167014">
                  <a:moveTo>
                    <a:pt x="0" y="0"/>
                  </a:moveTo>
                  <a:lnTo>
                    <a:pt x="7158" y="1670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6" y="2127117"/>
              <a:ext cx="167165" cy="332795"/>
            </a:xfrm>
            <a:custGeom>
              <a:avLst/>
              <a:pathLst>
                <a:path w="167165" h="332795">
                  <a:moveTo>
                    <a:pt x="160006" y="0"/>
                  </a:moveTo>
                  <a:lnTo>
                    <a:pt x="154677" y="313"/>
                  </a:lnTo>
                  <a:lnTo>
                    <a:pt x="149361" y="797"/>
                  </a:lnTo>
                  <a:lnTo>
                    <a:pt x="144063" y="1450"/>
                  </a:lnTo>
                  <a:lnTo>
                    <a:pt x="138789" y="2272"/>
                  </a:lnTo>
                  <a:lnTo>
                    <a:pt x="133543" y="3262"/>
                  </a:lnTo>
                  <a:lnTo>
                    <a:pt x="128332" y="4419"/>
                  </a:lnTo>
                  <a:lnTo>
                    <a:pt x="123160" y="5742"/>
                  </a:lnTo>
                  <a:lnTo>
                    <a:pt x="118033" y="7229"/>
                  </a:lnTo>
                  <a:lnTo>
                    <a:pt x="112957" y="8879"/>
                  </a:lnTo>
                  <a:lnTo>
                    <a:pt x="107935" y="10691"/>
                  </a:lnTo>
                  <a:lnTo>
                    <a:pt x="102974" y="12662"/>
                  </a:lnTo>
                  <a:lnTo>
                    <a:pt x="98079" y="14790"/>
                  </a:lnTo>
                  <a:lnTo>
                    <a:pt x="93254" y="17073"/>
                  </a:lnTo>
                  <a:lnTo>
                    <a:pt x="88504" y="19510"/>
                  </a:lnTo>
                  <a:lnTo>
                    <a:pt x="83834" y="22096"/>
                  </a:lnTo>
                  <a:lnTo>
                    <a:pt x="79250" y="24831"/>
                  </a:lnTo>
                  <a:lnTo>
                    <a:pt x="74755" y="27711"/>
                  </a:lnTo>
                  <a:lnTo>
                    <a:pt x="70354" y="30732"/>
                  </a:lnTo>
                  <a:lnTo>
                    <a:pt x="66052" y="33893"/>
                  </a:lnTo>
                  <a:lnTo>
                    <a:pt x="61853" y="37189"/>
                  </a:lnTo>
                  <a:lnTo>
                    <a:pt x="57762" y="40618"/>
                  </a:lnTo>
                  <a:lnTo>
                    <a:pt x="53782" y="44175"/>
                  </a:lnTo>
                  <a:lnTo>
                    <a:pt x="49918" y="47858"/>
                  </a:lnTo>
                  <a:lnTo>
                    <a:pt x="46173" y="51662"/>
                  </a:lnTo>
                  <a:lnTo>
                    <a:pt x="42552" y="55584"/>
                  </a:lnTo>
                  <a:lnTo>
                    <a:pt x="39058" y="59620"/>
                  </a:lnTo>
                  <a:lnTo>
                    <a:pt x="35694" y="63765"/>
                  </a:lnTo>
                  <a:lnTo>
                    <a:pt x="32464" y="68015"/>
                  </a:lnTo>
                  <a:lnTo>
                    <a:pt x="29372" y="72367"/>
                  </a:lnTo>
                  <a:lnTo>
                    <a:pt x="26420" y="76814"/>
                  </a:lnTo>
                  <a:lnTo>
                    <a:pt x="23612" y="81354"/>
                  </a:lnTo>
                  <a:lnTo>
                    <a:pt x="20950" y="85981"/>
                  </a:lnTo>
                  <a:lnTo>
                    <a:pt x="18438" y="90691"/>
                  </a:lnTo>
                  <a:lnTo>
                    <a:pt x="16077" y="95479"/>
                  </a:lnTo>
                  <a:lnTo>
                    <a:pt x="13870" y="100339"/>
                  </a:lnTo>
                  <a:lnTo>
                    <a:pt x="11819" y="105268"/>
                  </a:lnTo>
                  <a:lnTo>
                    <a:pt x="9927" y="110259"/>
                  </a:lnTo>
                  <a:lnTo>
                    <a:pt x="8195" y="115309"/>
                  </a:lnTo>
                  <a:lnTo>
                    <a:pt x="6625" y="120411"/>
                  </a:lnTo>
                  <a:lnTo>
                    <a:pt x="5219" y="125560"/>
                  </a:lnTo>
                  <a:lnTo>
                    <a:pt x="3978" y="130752"/>
                  </a:lnTo>
                  <a:lnTo>
                    <a:pt x="2903" y="135981"/>
                  </a:lnTo>
                  <a:lnTo>
                    <a:pt x="1996" y="141242"/>
                  </a:lnTo>
                  <a:lnTo>
                    <a:pt x="1257" y="146528"/>
                  </a:lnTo>
                  <a:lnTo>
                    <a:pt x="688" y="151836"/>
                  </a:lnTo>
                  <a:lnTo>
                    <a:pt x="288" y="157159"/>
                  </a:lnTo>
                  <a:lnTo>
                    <a:pt x="59" y="162492"/>
                  </a:lnTo>
                  <a:lnTo>
                    <a:pt x="0" y="167830"/>
                  </a:lnTo>
                  <a:lnTo>
                    <a:pt x="111" y="173167"/>
                  </a:lnTo>
                  <a:lnTo>
                    <a:pt x="392" y="178498"/>
                  </a:lnTo>
                  <a:lnTo>
                    <a:pt x="844" y="183817"/>
                  </a:lnTo>
                  <a:lnTo>
                    <a:pt x="1465" y="189119"/>
                  </a:lnTo>
                  <a:lnTo>
                    <a:pt x="2256" y="194398"/>
                  </a:lnTo>
                  <a:lnTo>
                    <a:pt x="3214" y="199650"/>
                  </a:lnTo>
                  <a:lnTo>
                    <a:pt x="4340" y="204868"/>
                  </a:lnTo>
                  <a:lnTo>
                    <a:pt x="5631" y="210047"/>
                  </a:lnTo>
                  <a:lnTo>
                    <a:pt x="7088" y="215183"/>
                  </a:lnTo>
                  <a:lnTo>
                    <a:pt x="8707" y="220269"/>
                  </a:lnTo>
                  <a:lnTo>
                    <a:pt x="10489" y="225302"/>
                  </a:lnTo>
                  <a:lnTo>
                    <a:pt x="12430" y="230274"/>
                  </a:lnTo>
                  <a:lnTo>
                    <a:pt x="14528" y="235183"/>
                  </a:lnTo>
                  <a:lnTo>
                    <a:pt x="16783" y="240021"/>
                  </a:lnTo>
                  <a:lnTo>
                    <a:pt x="19190" y="244786"/>
                  </a:lnTo>
                  <a:lnTo>
                    <a:pt x="21749" y="249471"/>
                  </a:lnTo>
                  <a:lnTo>
                    <a:pt x="24456" y="254072"/>
                  </a:lnTo>
                  <a:lnTo>
                    <a:pt x="27308" y="258584"/>
                  </a:lnTo>
                  <a:lnTo>
                    <a:pt x="30303" y="263003"/>
                  </a:lnTo>
                  <a:lnTo>
                    <a:pt x="33438" y="267323"/>
                  </a:lnTo>
                  <a:lnTo>
                    <a:pt x="36709" y="271542"/>
                  </a:lnTo>
                  <a:lnTo>
                    <a:pt x="40113" y="275654"/>
                  </a:lnTo>
                  <a:lnTo>
                    <a:pt x="43646" y="279655"/>
                  </a:lnTo>
                  <a:lnTo>
                    <a:pt x="47306" y="283542"/>
                  </a:lnTo>
                  <a:lnTo>
                    <a:pt x="51088" y="287309"/>
                  </a:lnTo>
                  <a:lnTo>
                    <a:pt x="54988" y="290954"/>
                  </a:lnTo>
                  <a:lnTo>
                    <a:pt x="59002" y="294473"/>
                  </a:lnTo>
                  <a:lnTo>
                    <a:pt x="63127" y="297861"/>
                  </a:lnTo>
                  <a:lnTo>
                    <a:pt x="67358" y="301116"/>
                  </a:lnTo>
                  <a:lnTo>
                    <a:pt x="71691" y="304235"/>
                  </a:lnTo>
                  <a:lnTo>
                    <a:pt x="76120" y="307213"/>
                  </a:lnTo>
                  <a:lnTo>
                    <a:pt x="80643" y="310048"/>
                  </a:lnTo>
                  <a:lnTo>
                    <a:pt x="85254" y="312738"/>
                  </a:lnTo>
                  <a:lnTo>
                    <a:pt x="89949" y="315279"/>
                  </a:lnTo>
                  <a:lnTo>
                    <a:pt x="94722" y="317669"/>
                  </a:lnTo>
                  <a:lnTo>
                    <a:pt x="99569" y="319905"/>
                  </a:lnTo>
                  <a:lnTo>
                    <a:pt x="104486" y="321985"/>
                  </a:lnTo>
                  <a:lnTo>
                    <a:pt x="109466" y="323908"/>
                  </a:lnTo>
                  <a:lnTo>
                    <a:pt x="114504" y="325670"/>
                  </a:lnTo>
                  <a:lnTo>
                    <a:pt x="119597" y="327270"/>
                  </a:lnTo>
                  <a:lnTo>
                    <a:pt x="124738" y="328707"/>
                  </a:lnTo>
                  <a:lnTo>
                    <a:pt x="129922" y="329980"/>
                  </a:lnTo>
                  <a:lnTo>
                    <a:pt x="135145" y="331086"/>
                  </a:lnTo>
                  <a:lnTo>
                    <a:pt x="140400" y="332024"/>
                  </a:lnTo>
                  <a:lnTo>
                    <a:pt x="145682" y="332795"/>
                  </a:lnTo>
                  <a:lnTo>
                    <a:pt x="167165" y="1670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06989" y="2126963"/>
              <a:ext cx="188631" cy="334334"/>
            </a:xfrm>
            <a:custGeom>
              <a:avLst/>
              <a:pathLst>
                <a:path w="188631" h="334334">
                  <a:moveTo>
                    <a:pt x="0" y="332948"/>
                  </a:moveTo>
                  <a:lnTo>
                    <a:pt x="5273" y="333547"/>
                  </a:lnTo>
                  <a:lnTo>
                    <a:pt x="10564" y="333977"/>
                  </a:lnTo>
                  <a:lnTo>
                    <a:pt x="15865" y="334240"/>
                  </a:lnTo>
                  <a:lnTo>
                    <a:pt x="21172" y="334334"/>
                  </a:lnTo>
                  <a:lnTo>
                    <a:pt x="26479" y="334260"/>
                  </a:lnTo>
                  <a:lnTo>
                    <a:pt x="31781" y="334017"/>
                  </a:lnTo>
                  <a:lnTo>
                    <a:pt x="37073" y="333606"/>
                  </a:lnTo>
                  <a:lnTo>
                    <a:pt x="42349" y="333027"/>
                  </a:lnTo>
                  <a:lnTo>
                    <a:pt x="47604" y="332281"/>
                  </a:lnTo>
                  <a:lnTo>
                    <a:pt x="52832" y="331368"/>
                  </a:lnTo>
                  <a:lnTo>
                    <a:pt x="58029" y="330290"/>
                  </a:lnTo>
                  <a:lnTo>
                    <a:pt x="63190" y="329048"/>
                  </a:lnTo>
                  <a:lnTo>
                    <a:pt x="68308" y="327642"/>
                  </a:lnTo>
                  <a:lnTo>
                    <a:pt x="73379" y="326075"/>
                  </a:lnTo>
                  <a:lnTo>
                    <a:pt x="78397" y="324347"/>
                  </a:lnTo>
                  <a:lnTo>
                    <a:pt x="83359" y="322461"/>
                  </a:lnTo>
                  <a:lnTo>
                    <a:pt x="88257" y="320419"/>
                  </a:lnTo>
                  <a:lnTo>
                    <a:pt x="93089" y="318221"/>
                  </a:lnTo>
                  <a:lnTo>
                    <a:pt x="97848" y="315872"/>
                  </a:lnTo>
                  <a:lnTo>
                    <a:pt x="102531" y="313373"/>
                  </a:lnTo>
                  <a:lnTo>
                    <a:pt x="107132" y="310726"/>
                  </a:lnTo>
                  <a:lnTo>
                    <a:pt x="111646" y="307935"/>
                  </a:lnTo>
                  <a:lnTo>
                    <a:pt x="116069" y="305001"/>
                  </a:lnTo>
                  <a:lnTo>
                    <a:pt x="120397" y="301929"/>
                  </a:lnTo>
                  <a:lnTo>
                    <a:pt x="124626" y="298721"/>
                  </a:lnTo>
                  <a:lnTo>
                    <a:pt x="128750" y="295380"/>
                  </a:lnTo>
                  <a:lnTo>
                    <a:pt x="132767" y="291910"/>
                  </a:lnTo>
                  <a:lnTo>
                    <a:pt x="136671" y="288314"/>
                  </a:lnTo>
                  <a:lnTo>
                    <a:pt x="140459" y="284596"/>
                  </a:lnTo>
                  <a:lnTo>
                    <a:pt x="144127" y="280760"/>
                  </a:lnTo>
                  <a:lnTo>
                    <a:pt x="147671" y="276809"/>
                  </a:lnTo>
                  <a:lnTo>
                    <a:pt x="151088" y="272748"/>
                  </a:lnTo>
                  <a:lnTo>
                    <a:pt x="154375" y="268580"/>
                  </a:lnTo>
                  <a:lnTo>
                    <a:pt x="157527" y="264310"/>
                  </a:lnTo>
                  <a:lnTo>
                    <a:pt x="160543" y="259942"/>
                  </a:lnTo>
                  <a:lnTo>
                    <a:pt x="163418" y="255481"/>
                  </a:lnTo>
                  <a:lnTo>
                    <a:pt x="166150" y="250930"/>
                  </a:lnTo>
                  <a:lnTo>
                    <a:pt x="168736" y="246295"/>
                  </a:lnTo>
                  <a:lnTo>
                    <a:pt x="171174" y="241580"/>
                  </a:lnTo>
                  <a:lnTo>
                    <a:pt x="173461" y="236791"/>
                  </a:lnTo>
                  <a:lnTo>
                    <a:pt x="175595" y="231931"/>
                  </a:lnTo>
                  <a:lnTo>
                    <a:pt x="177573" y="227006"/>
                  </a:lnTo>
                  <a:lnTo>
                    <a:pt x="179394" y="222020"/>
                  </a:lnTo>
                  <a:lnTo>
                    <a:pt x="181056" y="216979"/>
                  </a:lnTo>
                  <a:lnTo>
                    <a:pt x="182557" y="211888"/>
                  </a:lnTo>
                  <a:lnTo>
                    <a:pt x="183895" y="206752"/>
                  </a:lnTo>
                  <a:lnTo>
                    <a:pt x="185070" y="201576"/>
                  </a:lnTo>
                  <a:lnTo>
                    <a:pt x="186080" y="196365"/>
                  </a:lnTo>
                  <a:lnTo>
                    <a:pt x="186924" y="191125"/>
                  </a:lnTo>
                  <a:lnTo>
                    <a:pt x="187601" y="185861"/>
                  </a:lnTo>
                  <a:lnTo>
                    <a:pt x="188111" y="180578"/>
                  </a:lnTo>
                  <a:lnTo>
                    <a:pt x="188453" y="175281"/>
                  </a:lnTo>
                  <a:lnTo>
                    <a:pt x="188626" y="169976"/>
                  </a:lnTo>
                  <a:lnTo>
                    <a:pt x="188631" y="164669"/>
                  </a:lnTo>
                  <a:lnTo>
                    <a:pt x="188468" y="159363"/>
                  </a:lnTo>
                  <a:lnTo>
                    <a:pt x="188136" y="154066"/>
                  </a:lnTo>
                  <a:lnTo>
                    <a:pt x="187636" y="148782"/>
                  </a:lnTo>
                  <a:lnTo>
                    <a:pt x="186968" y="143516"/>
                  </a:lnTo>
                  <a:lnTo>
                    <a:pt x="186134" y="138275"/>
                  </a:lnTo>
                  <a:lnTo>
                    <a:pt x="185134" y="133062"/>
                  </a:lnTo>
                  <a:lnTo>
                    <a:pt x="183969" y="127884"/>
                  </a:lnTo>
                  <a:lnTo>
                    <a:pt x="182640" y="122745"/>
                  </a:lnTo>
                  <a:lnTo>
                    <a:pt x="181148" y="117652"/>
                  </a:lnTo>
                  <a:lnTo>
                    <a:pt x="179496" y="112608"/>
                  </a:lnTo>
                  <a:lnTo>
                    <a:pt x="177684" y="107619"/>
                  </a:lnTo>
                  <a:lnTo>
                    <a:pt x="175715" y="102690"/>
                  </a:lnTo>
                  <a:lnTo>
                    <a:pt x="173590" y="97826"/>
                  </a:lnTo>
                  <a:lnTo>
                    <a:pt x="171312" y="93032"/>
                  </a:lnTo>
                  <a:lnTo>
                    <a:pt x="168883" y="88313"/>
                  </a:lnTo>
                  <a:lnTo>
                    <a:pt x="166306" y="83673"/>
                  </a:lnTo>
                  <a:lnTo>
                    <a:pt x="163582" y="79117"/>
                  </a:lnTo>
                  <a:lnTo>
                    <a:pt x="160715" y="74651"/>
                  </a:lnTo>
                  <a:lnTo>
                    <a:pt x="157708" y="70277"/>
                  </a:lnTo>
                  <a:lnTo>
                    <a:pt x="154563" y="66001"/>
                  </a:lnTo>
                  <a:lnTo>
                    <a:pt x="151284" y="61827"/>
                  </a:lnTo>
                  <a:lnTo>
                    <a:pt x="147875" y="57760"/>
                  </a:lnTo>
                  <a:lnTo>
                    <a:pt x="144338" y="53802"/>
                  </a:lnTo>
                  <a:lnTo>
                    <a:pt x="140677" y="49959"/>
                  </a:lnTo>
                  <a:lnTo>
                    <a:pt x="136896" y="46234"/>
                  </a:lnTo>
                  <a:lnTo>
                    <a:pt x="132998" y="42631"/>
                  </a:lnTo>
                  <a:lnTo>
                    <a:pt x="128989" y="39154"/>
                  </a:lnTo>
                  <a:lnTo>
                    <a:pt x="124870" y="35805"/>
                  </a:lnTo>
                  <a:lnTo>
                    <a:pt x="120648" y="32589"/>
                  </a:lnTo>
                  <a:lnTo>
                    <a:pt x="116326" y="29509"/>
                  </a:lnTo>
                  <a:lnTo>
                    <a:pt x="111908" y="26567"/>
                  </a:lnTo>
                  <a:lnTo>
                    <a:pt x="107398" y="23767"/>
                  </a:lnTo>
                  <a:lnTo>
                    <a:pt x="102803" y="21112"/>
                  </a:lnTo>
                  <a:lnTo>
                    <a:pt x="98125" y="18604"/>
                  </a:lnTo>
                  <a:lnTo>
                    <a:pt x="93370" y="16246"/>
                  </a:lnTo>
                  <a:lnTo>
                    <a:pt x="88542" y="14040"/>
                  </a:lnTo>
                  <a:lnTo>
                    <a:pt x="83647" y="11988"/>
                  </a:lnTo>
                  <a:lnTo>
                    <a:pt x="78690" y="10093"/>
                  </a:lnTo>
                  <a:lnTo>
                    <a:pt x="73674" y="8356"/>
                  </a:lnTo>
                  <a:lnTo>
                    <a:pt x="68606" y="6779"/>
                  </a:lnTo>
                  <a:lnTo>
                    <a:pt x="63491" y="5364"/>
                  </a:lnTo>
                  <a:lnTo>
                    <a:pt x="58333" y="4112"/>
                  </a:lnTo>
                  <a:lnTo>
                    <a:pt x="53138" y="3024"/>
                  </a:lnTo>
                  <a:lnTo>
                    <a:pt x="47911" y="2102"/>
                  </a:lnTo>
                  <a:lnTo>
                    <a:pt x="42657" y="1346"/>
                  </a:lnTo>
                  <a:lnTo>
                    <a:pt x="37382" y="757"/>
                  </a:lnTo>
                  <a:lnTo>
                    <a:pt x="32091" y="336"/>
                  </a:lnTo>
                  <a:lnTo>
                    <a:pt x="26790" y="84"/>
                  </a:lnTo>
                  <a:lnTo>
                    <a:pt x="21483" y="0"/>
                  </a:lnTo>
                  <a:lnTo>
                    <a:pt x="2148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7886" y="1681503"/>
              <a:ext cx="15348" cy="167167"/>
            </a:xfrm>
            <a:custGeom>
              <a:avLst/>
              <a:pathLst>
                <a:path w="15348" h="167167">
                  <a:moveTo>
                    <a:pt x="15348" y="0"/>
                  </a:moveTo>
                  <a:lnTo>
                    <a:pt x="0" y="706"/>
                  </a:lnTo>
                  <a:lnTo>
                    <a:pt x="1534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7886" y="1682209"/>
              <a:ext cx="15348" cy="166461"/>
            </a:xfrm>
            <a:custGeom>
              <a:avLst/>
              <a:pathLst>
                <a:path w="15348" h="166461">
                  <a:moveTo>
                    <a:pt x="0" y="0"/>
                  </a:moveTo>
                  <a:lnTo>
                    <a:pt x="15348" y="1664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71" y="1682209"/>
              <a:ext cx="334329" cy="333611"/>
            </a:xfrm>
            <a:custGeom>
              <a:avLst/>
              <a:pathLst>
                <a:path w="334329" h="333611">
                  <a:moveTo>
                    <a:pt x="151814" y="0"/>
                  </a:moveTo>
                  <a:lnTo>
                    <a:pt x="146559" y="568"/>
                  </a:lnTo>
                  <a:lnTo>
                    <a:pt x="141325" y="1302"/>
                  </a:lnTo>
                  <a:lnTo>
                    <a:pt x="136117" y="2202"/>
                  </a:lnTo>
                  <a:lnTo>
                    <a:pt x="130939" y="3265"/>
                  </a:lnTo>
                  <a:lnTo>
                    <a:pt x="125798" y="4492"/>
                  </a:lnTo>
                  <a:lnTo>
                    <a:pt x="120699" y="5880"/>
                  </a:lnTo>
                  <a:lnTo>
                    <a:pt x="115645" y="7430"/>
                  </a:lnTo>
                  <a:lnTo>
                    <a:pt x="110644" y="9138"/>
                  </a:lnTo>
                  <a:lnTo>
                    <a:pt x="105698" y="11003"/>
                  </a:lnTo>
                  <a:lnTo>
                    <a:pt x="100815" y="13024"/>
                  </a:lnTo>
                  <a:lnTo>
                    <a:pt x="95997" y="15198"/>
                  </a:lnTo>
                  <a:lnTo>
                    <a:pt x="91251" y="17523"/>
                  </a:lnTo>
                  <a:lnTo>
                    <a:pt x="86580" y="19998"/>
                  </a:lnTo>
                  <a:lnTo>
                    <a:pt x="81990" y="22618"/>
                  </a:lnTo>
                  <a:lnTo>
                    <a:pt x="77486" y="25383"/>
                  </a:lnTo>
                  <a:lnTo>
                    <a:pt x="73071" y="28288"/>
                  </a:lnTo>
                  <a:lnTo>
                    <a:pt x="68749" y="31332"/>
                  </a:lnTo>
                  <a:lnTo>
                    <a:pt x="64527" y="34511"/>
                  </a:lnTo>
                  <a:lnTo>
                    <a:pt x="60407" y="37821"/>
                  </a:lnTo>
                  <a:lnTo>
                    <a:pt x="56393" y="41260"/>
                  </a:lnTo>
                  <a:lnTo>
                    <a:pt x="52491" y="44825"/>
                  </a:lnTo>
                  <a:lnTo>
                    <a:pt x="48703" y="48511"/>
                  </a:lnTo>
                  <a:lnTo>
                    <a:pt x="45033" y="52315"/>
                  </a:lnTo>
                  <a:lnTo>
                    <a:pt x="41486" y="56233"/>
                  </a:lnTo>
                  <a:lnTo>
                    <a:pt x="38064" y="60261"/>
                  </a:lnTo>
                  <a:lnTo>
                    <a:pt x="34771" y="64395"/>
                  </a:lnTo>
                  <a:lnTo>
                    <a:pt x="31611" y="68631"/>
                  </a:lnTo>
                  <a:lnTo>
                    <a:pt x="28586" y="72966"/>
                  </a:lnTo>
                  <a:lnTo>
                    <a:pt x="25699" y="77393"/>
                  </a:lnTo>
                  <a:lnTo>
                    <a:pt x="22954" y="81910"/>
                  </a:lnTo>
                  <a:lnTo>
                    <a:pt x="20353" y="86511"/>
                  </a:lnTo>
                  <a:lnTo>
                    <a:pt x="17899" y="91192"/>
                  </a:lnTo>
                  <a:lnTo>
                    <a:pt x="15594" y="95948"/>
                  </a:lnTo>
                  <a:lnTo>
                    <a:pt x="13441" y="100775"/>
                  </a:lnTo>
                  <a:lnTo>
                    <a:pt x="11441" y="105668"/>
                  </a:lnTo>
                  <a:lnTo>
                    <a:pt x="9597" y="110621"/>
                  </a:lnTo>
                  <a:lnTo>
                    <a:pt x="7911" y="115630"/>
                  </a:lnTo>
                  <a:lnTo>
                    <a:pt x="6383" y="120690"/>
                  </a:lnTo>
                  <a:lnTo>
                    <a:pt x="5017" y="125796"/>
                  </a:lnTo>
                  <a:lnTo>
                    <a:pt x="3812" y="130942"/>
                  </a:lnTo>
                  <a:lnTo>
                    <a:pt x="2771" y="136124"/>
                  </a:lnTo>
                  <a:lnTo>
                    <a:pt x="1894" y="141336"/>
                  </a:lnTo>
                  <a:lnTo>
                    <a:pt x="1182" y="146573"/>
                  </a:lnTo>
                  <a:lnTo>
                    <a:pt x="637" y="151830"/>
                  </a:lnTo>
                  <a:lnTo>
                    <a:pt x="257" y="157102"/>
                  </a:lnTo>
                  <a:lnTo>
                    <a:pt x="45" y="162383"/>
                  </a:lnTo>
                  <a:lnTo>
                    <a:pt x="0" y="167668"/>
                  </a:lnTo>
                  <a:lnTo>
                    <a:pt x="121" y="172952"/>
                  </a:lnTo>
                  <a:lnTo>
                    <a:pt x="410" y="178230"/>
                  </a:lnTo>
                  <a:lnTo>
                    <a:pt x="865" y="183495"/>
                  </a:lnTo>
                  <a:lnTo>
                    <a:pt x="1487" y="188744"/>
                  </a:lnTo>
                  <a:lnTo>
                    <a:pt x="2274" y="193970"/>
                  </a:lnTo>
                  <a:lnTo>
                    <a:pt x="3226" y="199169"/>
                  </a:lnTo>
                  <a:lnTo>
                    <a:pt x="4342" y="204336"/>
                  </a:lnTo>
                  <a:lnTo>
                    <a:pt x="5621" y="209464"/>
                  </a:lnTo>
                  <a:lnTo>
                    <a:pt x="7061" y="214549"/>
                  </a:lnTo>
                  <a:lnTo>
                    <a:pt x="8661" y="219587"/>
                  </a:lnTo>
                  <a:lnTo>
                    <a:pt x="10420" y="224571"/>
                  </a:lnTo>
                  <a:lnTo>
                    <a:pt x="12336" y="229497"/>
                  </a:lnTo>
                  <a:lnTo>
                    <a:pt x="14406" y="234360"/>
                  </a:lnTo>
                  <a:lnTo>
                    <a:pt x="16629" y="239155"/>
                  </a:lnTo>
                  <a:lnTo>
                    <a:pt x="19002" y="243878"/>
                  </a:lnTo>
                  <a:lnTo>
                    <a:pt x="21523" y="248523"/>
                  </a:lnTo>
                  <a:lnTo>
                    <a:pt x="24190" y="253086"/>
                  </a:lnTo>
                  <a:lnTo>
                    <a:pt x="27000" y="257562"/>
                  </a:lnTo>
                  <a:lnTo>
                    <a:pt x="29950" y="261948"/>
                  </a:lnTo>
                  <a:lnTo>
                    <a:pt x="33038" y="266238"/>
                  </a:lnTo>
                  <a:lnTo>
                    <a:pt x="36259" y="270428"/>
                  </a:lnTo>
                  <a:lnTo>
                    <a:pt x="39611" y="274514"/>
                  </a:lnTo>
                  <a:lnTo>
                    <a:pt x="43091" y="278493"/>
                  </a:lnTo>
                  <a:lnTo>
                    <a:pt x="46695" y="282359"/>
                  </a:lnTo>
                  <a:lnTo>
                    <a:pt x="50419" y="286110"/>
                  </a:lnTo>
                  <a:lnTo>
                    <a:pt x="54260" y="289740"/>
                  </a:lnTo>
                  <a:lnTo>
                    <a:pt x="58213" y="293248"/>
                  </a:lnTo>
                  <a:lnTo>
                    <a:pt x="62276" y="296629"/>
                  </a:lnTo>
                  <a:lnTo>
                    <a:pt x="66443" y="299880"/>
                  </a:lnTo>
                  <a:lnTo>
                    <a:pt x="70712" y="302997"/>
                  </a:lnTo>
                  <a:lnTo>
                    <a:pt x="75076" y="305978"/>
                  </a:lnTo>
                  <a:lnTo>
                    <a:pt x="79533" y="308819"/>
                  </a:lnTo>
                  <a:lnTo>
                    <a:pt x="84077" y="311518"/>
                  </a:lnTo>
                  <a:lnTo>
                    <a:pt x="88704" y="314073"/>
                  </a:lnTo>
                  <a:lnTo>
                    <a:pt x="93410" y="316479"/>
                  </a:lnTo>
                  <a:lnTo>
                    <a:pt x="98189" y="318736"/>
                  </a:lnTo>
                  <a:lnTo>
                    <a:pt x="103038" y="320840"/>
                  </a:lnTo>
                  <a:lnTo>
                    <a:pt x="107950" y="322790"/>
                  </a:lnTo>
                  <a:lnTo>
                    <a:pt x="112922" y="324584"/>
                  </a:lnTo>
                  <a:lnTo>
                    <a:pt x="117948" y="326220"/>
                  </a:lnTo>
                  <a:lnTo>
                    <a:pt x="123023" y="327696"/>
                  </a:lnTo>
                  <a:lnTo>
                    <a:pt x="128142" y="329010"/>
                  </a:lnTo>
                  <a:lnTo>
                    <a:pt x="133300" y="330163"/>
                  </a:lnTo>
                  <a:lnTo>
                    <a:pt x="138492" y="331151"/>
                  </a:lnTo>
                  <a:lnTo>
                    <a:pt x="143713" y="331975"/>
                  </a:lnTo>
                  <a:lnTo>
                    <a:pt x="148957" y="332634"/>
                  </a:lnTo>
                  <a:lnTo>
                    <a:pt x="154220" y="333126"/>
                  </a:lnTo>
                  <a:lnTo>
                    <a:pt x="159495" y="333452"/>
                  </a:lnTo>
                  <a:lnTo>
                    <a:pt x="164778" y="333611"/>
                  </a:lnTo>
                  <a:lnTo>
                    <a:pt x="170063" y="333603"/>
                  </a:lnTo>
                  <a:lnTo>
                    <a:pt x="175346" y="333428"/>
                  </a:lnTo>
                  <a:lnTo>
                    <a:pt x="180620" y="333086"/>
                  </a:lnTo>
                  <a:lnTo>
                    <a:pt x="185881" y="332577"/>
                  </a:lnTo>
                  <a:lnTo>
                    <a:pt x="191123" y="331902"/>
                  </a:lnTo>
                  <a:lnTo>
                    <a:pt x="196341" y="331062"/>
                  </a:lnTo>
                  <a:lnTo>
                    <a:pt x="201530" y="330057"/>
                  </a:lnTo>
                  <a:lnTo>
                    <a:pt x="206685" y="328889"/>
                  </a:lnTo>
                  <a:lnTo>
                    <a:pt x="211800" y="327558"/>
                  </a:lnTo>
                  <a:lnTo>
                    <a:pt x="216871" y="326067"/>
                  </a:lnTo>
                  <a:lnTo>
                    <a:pt x="221891" y="324416"/>
                  </a:lnTo>
                  <a:lnTo>
                    <a:pt x="226857" y="322606"/>
                  </a:lnTo>
                  <a:lnTo>
                    <a:pt x="231764" y="320641"/>
                  </a:lnTo>
                  <a:lnTo>
                    <a:pt x="236606" y="318522"/>
                  </a:lnTo>
                  <a:lnTo>
                    <a:pt x="241378" y="316251"/>
                  </a:lnTo>
                  <a:lnTo>
                    <a:pt x="246076" y="313830"/>
                  </a:lnTo>
                  <a:lnTo>
                    <a:pt x="250696" y="311261"/>
                  </a:lnTo>
                  <a:lnTo>
                    <a:pt x="255232" y="308548"/>
                  </a:lnTo>
                  <a:lnTo>
                    <a:pt x="259680" y="305693"/>
                  </a:lnTo>
                  <a:lnTo>
                    <a:pt x="264035" y="302699"/>
                  </a:lnTo>
                  <a:lnTo>
                    <a:pt x="268293" y="299568"/>
                  </a:lnTo>
                  <a:lnTo>
                    <a:pt x="272451" y="296304"/>
                  </a:lnTo>
                  <a:lnTo>
                    <a:pt x="276503" y="292911"/>
                  </a:lnTo>
                  <a:lnTo>
                    <a:pt x="280446" y="289391"/>
                  </a:lnTo>
                  <a:lnTo>
                    <a:pt x="284275" y="285748"/>
                  </a:lnTo>
                  <a:lnTo>
                    <a:pt x="287988" y="281986"/>
                  </a:lnTo>
                  <a:lnTo>
                    <a:pt x="291580" y="278109"/>
                  </a:lnTo>
                  <a:lnTo>
                    <a:pt x="295047" y="274120"/>
                  </a:lnTo>
                  <a:lnTo>
                    <a:pt x="298387" y="270023"/>
                  </a:lnTo>
                  <a:lnTo>
                    <a:pt x="301595" y="265823"/>
                  </a:lnTo>
                  <a:lnTo>
                    <a:pt x="304669" y="261524"/>
                  </a:lnTo>
                  <a:lnTo>
                    <a:pt x="307605" y="257129"/>
                  </a:lnTo>
                  <a:lnTo>
                    <a:pt x="310402" y="252644"/>
                  </a:lnTo>
                  <a:lnTo>
                    <a:pt x="313055" y="248073"/>
                  </a:lnTo>
                  <a:lnTo>
                    <a:pt x="315562" y="243420"/>
                  </a:lnTo>
                  <a:lnTo>
                    <a:pt x="317920" y="238690"/>
                  </a:lnTo>
                  <a:lnTo>
                    <a:pt x="320128" y="233888"/>
                  </a:lnTo>
                  <a:lnTo>
                    <a:pt x="322184" y="229018"/>
                  </a:lnTo>
                  <a:lnTo>
                    <a:pt x="324084" y="224086"/>
                  </a:lnTo>
                  <a:lnTo>
                    <a:pt x="325827" y="219097"/>
                  </a:lnTo>
                  <a:lnTo>
                    <a:pt x="327412" y="214055"/>
                  </a:lnTo>
                  <a:lnTo>
                    <a:pt x="328836" y="208965"/>
                  </a:lnTo>
                  <a:lnTo>
                    <a:pt x="330099" y="203832"/>
                  </a:lnTo>
                  <a:lnTo>
                    <a:pt x="331199" y="198663"/>
                  </a:lnTo>
                  <a:lnTo>
                    <a:pt x="332135" y="193461"/>
                  </a:lnTo>
                  <a:lnTo>
                    <a:pt x="332906" y="188232"/>
                  </a:lnTo>
                  <a:lnTo>
                    <a:pt x="333512" y="182982"/>
                  </a:lnTo>
                  <a:lnTo>
                    <a:pt x="333951" y="177714"/>
                  </a:lnTo>
                  <a:lnTo>
                    <a:pt x="334223" y="172436"/>
                  </a:lnTo>
                  <a:lnTo>
                    <a:pt x="334329" y="167152"/>
                  </a:lnTo>
                  <a:lnTo>
                    <a:pt x="334267" y="161867"/>
                  </a:lnTo>
                  <a:lnTo>
                    <a:pt x="334038" y="156586"/>
                  </a:lnTo>
                  <a:lnTo>
                    <a:pt x="333643" y="151316"/>
                  </a:lnTo>
                  <a:lnTo>
                    <a:pt x="333081" y="146060"/>
                  </a:lnTo>
                  <a:lnTo>
                    <a:pt x="332353" y="140825"/>
                  </a:lnTo>
                  <a:lnTo>
                    <a:pt x="331460" y="135616"/>
                  </a:lnTo>
                  <a:lnTo>
                    <a:pt x="330403" y="130437"/>
                  </a:lnTo>
                  <a:lnTo>
                    <a:pt x="329182" y="125295"/>
                  </a:lnTo>
                  <a:lnTo>
                    <a:pt x="327800" y="120194"/>
                  </a:lnTo>
                  <a:lnTo>
                    <a:pt x="326257" y="115138"/>
                  </a:lnTo>
                  <a:lnTo>
                    <a:pt x="324555" y="110135"/>
                  </a:lnTo>
                  <a:lnTo>
                    <a:pt x="322695" y="105187"/>
                  </a:lnTo>
                  <a:lnTo>
                    <a:pt x="320681" y="100301"/>
                  </a:lnTo>
                  <a:lnTo>
                    <a:pt x="318512" y="95481"/>
                  </a:lnTo>
                  <a:lnTo>
                    <a:pt x="316193" y="90731"/>
                  </a:lnTo>
                  <a:lnTo>
                    <a:pt x="313724" y="86058"/>
                  </a:lnTo>
                  <a:lnTo>
                    <a:pt x="311109" y="81465"/>
                  </a:lnTo>
                  <a:lnTo>
                    <a:pt x="308350" y="76957"/>
                  </a:lnTo>
                  <a:lnTo>
                    <a:pt x="305450" y="72538"/>
                  </a:lnTo>
                  <a:lnTo>
                    <a:pt x="302412" y="68213"/>
                  </a:lnTo>
                  <a:lnTo>
                    <a:pt x="299238" y="63987"/>
                  </a:lnTo>
                  <a:lnTo>
                    <a:pt x="295933" y="59863"/>
                  </a:lnTo>
                  <a:lnTo>
                    <a:pt x="292498" y="55845"/>
                  </a:lnTo>
                  <a:lnTo>
                    <a:pt x="288939" y="51938"/>
                  </a:lnTo>
                  <a:lnTo>
                    <a:pt x="285258" y="48145"/>
                  </a:lnTo>
                  <a:lnTo>
                    <a:pt x="281458" y="44471"/>
                  </a:lnTo>
                  <a:lnTo>
                    <a:pt x="277545" y="40919"/>
                  </a:lnTo>
                  <a:lnTo>
                    <a:pt x="273521" y="37492"/>
                  </a:lnTo>
                  <a:lnTo>
                    <a:pt x="269390" y="34194"/>
                  </a:lnTo>
                  <a:lnTo>
                    <a:pt x="265158" y="31029"/>
                  </a:lnTo>
                  <a:lnTo>
                    <a:pt x="260827" y="27998"/>
                  </a:lnTo>
                  <a:lnTo>
                    <a:pt x="256403" y="25107"/>
                  </a:lnTo>
                  <a:lnTo>
                    <a:pt x="251890" y="22356"/>
                  </a:lnTo>
                  <a:lnTo>
                    <a:pt x="247292" y="19749"/>
                  </a:lnTo>
                  <a:lnTo>
                    <a:pt x="242614" y="17290"/>
                  </a:lnTo>
                  <a:lnTo>
                    <a:pt x="237861" y="14979"/>
                  </a:lnTo>
                  <a:lnTo>
                    <a:pt x="233036" y="12820"/>
                  </a:lnTo>
                  <a:lnTo>
                    <a:pt x="228146" y="10814"/>
                  </a:lnTo>
                  <a:lnTo>
                    <a:pt x="223195" y="8964"/>
                  </a:lnTo>
                  <a:lnTo>
                    <a:pt x="218188" y="7271"/>
                  </a:lnTo>
                  <a:lnTo>
                    <a:pt x="213130" y="5738"/>
                  </a:lnTo>
                  <a:lnTo>
                    <a:pt x="208026" y="4365"/>
                  </a:lnTo>
                  <a:lnTo>
                    <a:pt x="202882" y="3154"/>
                  </a:lnTo>
                  <a:lnTo>
                    <a:pt x="197701" y="2106"/>
                  </a:lnTo>
                  <a:lnTo>
                    <a:pt x="167163" y="1664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30538" cy="167167"/>
            </a:xfrm>
            <a:custGeom>
              <a:avLst/>
              <a:pathLst>
                <a:path w="30538" h="167167">
                  <a:moveTo>
                    <a:pt x="30538" y="2813"/>
                  </a:moveTo>
                  <a:lnTo>
                    <a:pt x="22960" y="1584"/>
                  </a:lnTo>
                  <a:lnTo>
                    <a:pt x="15333" y="704"/>
                  </a:lnTo>
                  <a:lnTo>
                    <a:pt x="7675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79" y="1322571"/>
              <a:ext cx="167159" cy="330660"/>
            </a:xfrm>
            <a:custGeom>
              <a:avLst/>
              <a:pathLst>
                <a:path w="167159" h="330660">
                  <a:moveTo>
                    <a:pt x="167159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4" y="763"/>
                  </a:lnTo>
                  <a:lnTo>
                    <a:pt x="145910" y="1356"/>
                  </a:lnTo>
                  <a:lnTo>
                    <a:pt x="140639" y="2117"/>
                  </a:lnTo>
                  <a:lnTo>
                    <a:pt x="135394" y="3045"/>
                  </a:lnTo>
                  <a:lnTo>
                    <a:pt x="130181" y="4141"/>
                  </a:lnTo>
                  <a:lnTo>
                    <a:pt x="125006" y="5402"/>
                  </a:lnTo>
                  <a:lnTo>
                    <a:pt x="119874" y="6827"/>
                  </a:lnTo>
                  <a:lnTo>
                    <a:pt x="114789" y="8415"/>
                  </a:lnTo>
                  <a:lnTo>
                    <a:pt x="109758" y="10164"/>
                  </a:lnTo>
                  <a:lnTo>
                    <a:pt x="104785" y="12072"/>
                  </a:lnTo>
                  <a:lnTo>
                    <a:pt x="99876" y="14138"/>
                  </a:lnTo>
                  <a:lnTo>
                    <a:pt x="95035" y="16359"/>
                  </a:lnTo>
                  <a:lnTo>
                    <a:pt x="90267" y="18734"/>
                  </a:lnTo>
                  <a:lnTo>
                    <a:pt x="85577" y="21259"/>
                  </a:lnTo>
                  <a:lnTo>
                    <a:pt x="80970" y="23932"/>
                  </a:lnTo>
                  <a:lnTo>
                    <a:pt x="76450" y="26751"/>
                  </a:lnTo>
                  <a:lnTo>
                    <a:pt x="72023" y="29712"/>
                  </a:lnTo>
                  <a:lnTo>
                    <a:pt x="67692" y="32813"/>
                  </a:lnTo>
                  <a:lnTo>
                    <a:pt x="63462" y="36050"/>
                  </a:lnTo>
                  <a:lnTo>
                    <a:pt x="59337" y="39420"/>
                  </a:lnTo>
                  <a:lnTo>
                    <a:pt x="55322" y="42920"/>
                  </a:lnTo>
                  <a:lnTo>
                    <a:pt x="51420" y="46546"/>
                  </a:lnTo>
                  <a:lnTo>
                    <a:pt x="47636" y="50295"/>
                  </a:lnTo>
                  <a:lnTo>
                    <a:pt x="43973" y="54162"/>
                  </a:lnTo>
                  <a:lnTo>
                    <a:pt x="40436" y="58144"/>
                  </a:lnTo>
                  <a:lnTo>
                    <a:pt x="37027" y="62236"/>
                  </a:lnTo>
                  <a:lnTo>
                    <a:pt x="33750" y="66436"/>
                  </a:lnTo>
                  <a:lnTo>
                    <a:pt x="30608" y="70737"/>
                  </a:lnTo>
                  <a:lnTo>
                    <a:pt x="27605" y="75136"/>
                  </a:lnTo>
                  <a:lnTo>
                    <a:pt x="24744" y="79629"/>
                  </a:lnTo>
                  <a:lnTo>
                    <a:pt x="22028" y="84211"/>
                  </a:lnTo>
                  <a:lnTo>
                    <a:pt x="19458" y="88877"/>
                  </a:lnTo>
                  <a:lnTo>
                    <a:pt x="17039" y="93622"/>
                  </a:lnTo>
                  <a:lnTo>
                    <a:pt x="14772" y="98442"/>
                  </a:lnTo>
                  <a:lnTo>
                    <a:pt x="12660" y="103332"/>
                  </a:lnTo>
                  <a:lnTo>
                    <a:pt x="10705" y="108287"/>
                  </a:lnTo>
                  <a:lnTo>
                    <a:pt x="8908" y="113301"/>
                  </a:lnTo>
                  <a:lnTo>
                    <a:pt x="7273" y="118370"/>
                  </a:lnTo>
                  <a:lnTo>
                    <a:pt x="5799" y="123489"/>
                  </a:lnTo>
                  <a:lnTo>
                    <a:pt x="4490" y="128652"/>
                  </a:lnTo>
                  <a:lnTo>
                    <a:pt x="3345" y="133854"/>
                  </a:lnTo>
                  <a:lnTo>
                    <a:pt x="2367" y="139090"/>
                  </a:lnTo>
                  <a:lnTo>
                    <a:pt x="1556" y="144354"/>
                  </a:lnTo>
                  <a:lnTo>
                    <a:pt x="913" y="149642"/>
                  </a:lnTo>
                  <a:lnTo>
                    <a:pt x="439" y="154947"/>
                  </a:lnTo>
                  <a:lnTo>
                    <a:pt x="135" y="160265"/>
                  </a:lnTo>
                  <a:lnTo>
                    <a:pt x="0" y="165589"/>
                  </a:lnTo>
                  <a:lnTo>
                    <a:pt x="34" y="170916"/>
                  </a:lnTo>
                  <a:lnTo>
                    <a:pt x="238" y="176238"/>
                  </a:lnTo>
                  <a:lnTo>
                    <a:pt x="612" y="181552"/>
                  </a:lnTo>
                  <a:lnTo>
                    <a:pt x="1155" y="186850"/>
                  </a:lnTo>
                  <a:lnTo>
                    <a:pt x="1866" y="192129"/>
                  </a:lnTo>
                  <a:lnTo>
                    <a:pt x="2745" y="197383"/>
                  </a:lnTo>
                  <a:lnTo>
                    <a:pt x="3792" y="202605"/>
                  </a:lnTo>
                  <a:lnTo>
                    <a:pt x="5004" y="207792"/>
                  </a:lnTo>
                  <a:lnTo>
                    <a:pt x="6380" y="212938"/>
                  </a:lnTo>
                  <a:lnTo>
                    <a:pt x="7920" y="218037"/>
                  </a:lnTo>
                  <a:lnTo>
                    <a:pt x="9621" y="223084"/>
                  </a:lnTo>
                  <a:lnTo>
                    <a:pt x="11483" y="228075"/>
                  </a:lnTo>
                  <a:lnTo>
                    <a:pt x="13502" y="233004"/>
                  </a:lnTo>
                  <a:lnTo>
                    <a:pt x="15678" y="237865"/>
                  </a:lnTo>
                  <a:lnTo>
                    <a:pt x="18007" y="242656"/>
                  </a:lnTo>
                  <a:lnTo>
                    <a:pt x="20488" y="247369"/>
                  </a:lnTo>
                  <a:lnTo>
                    <a:pt x="23118" y="252001"/>
                  </a:lnTo>
                  <a:lnTo>
                    <a:pt x="25893" y="256547"/>
                  </a:lnTo>
                  <a:lnTo>
                    <a:pt x="28813" y="261002"/>
                  </a:lnTo>
                  <a:lnTo>
                    <a:pt x="31872" y="265362"/>
                  </a:lnTo>
                  <a:lnTo>
                    <a:pt x="35070" y="269623"/>
                  </a:lnTo>
                  <a:lnTo>
                    <a:pt x="38401" y="273779"/>
                  </a:lnTo>
                  <a:lnTo>
                    <a:pt x="41863" y="277827"/>
                  </a:lnTo>
                  <a:lnTo>
                    <a:pt x="45452" y="281763"/>
                  </a:lnTo>
                  <a:lnTo>
                    <a:pt x="49164" y="285582"/>
                  </a:lnTo>
                  <a:lnTo>
                    <a:pt x="52997" y="289281"/>
                  </a:lnTo>
                  <a:lnTo>
                    <a:pt x="56945" y="292856"/>
                  </a:lnTo>
                  <a:lnTo>
                    <a:pt x="61006" y="296304"/>
                  </a:lnTo>
                  <a:lnTo>
                    <a:pt x="65174" y="299620"/>
                  </a:lnTo>
                  <a:lnTo>
                    <a:pt x="69445" y="302802"/>
                  </a:lnTo>
                  <a:lnTo>
                    <a:pt x="73816" y="305846"/>
                  </a:lnTo>
                  <a:lnTo>
                    <a:pt x="78282" y="308750"/>
                  </a:lnTo>
                  <a:lnTo>
                    <a:pt x="82838" y="311509"/>
                  </a:lnTo>
                  <a:lnTo>
                    <a:pt x="87479" y="314123"/>
                  </a:lnTo>
                  <a:lnTo>
                    <a:pt x="92201" y="316587"/>
                  </a:lnTo>
                  <a:lnTo>
                    <a:pt x="97000" y="318899"/>
                  </a:lnTo>
                  <a:lnTo>
                    <a:pt x="101869" y="321057"/>
                  </a:lnTo>
                  <a:lnTo>
                    <a:pt x="106805" y="323059"/>
                  </a:lnTo>
                  <a:lnTo>
                    <a:pt x="111803" y="324903"/>
                  </a:lnTo>
                  <a:lnTo>
                    <a:pt x="116856" y="326586"/>
                  </a:lnTo>
                  <a:lnTo>
                    <a:pt x="121960" y="328108"/>
                  </a:lnTo>
                  <a:lnTo>
                    <a:pt x="127111" y="329466"/>
                  </a:lnTo>
                  <a:lnTo>
                    <a:pt x="132302" y="33066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6181" y="1489739"/>
              <a:ext cx="34857" cy="163492"/>
            </a:xfrm>
            <a:custGeom>
              <a:avLst/>
              <a:pathLst>
                <a:path w="34857" h="163492">
                  <a:moveTo>
                    <a:pt x="0" y="163492"/>
                  </a:moveTo>
                  <a:lnTo>
                    <a:pt x="3485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6181" y="1325335"/>
              <a:ext cx="202013" cy="331554"/>
            </a:xfrm>
            <a:custGeom>
              <a:avLst/>
              <a:pathLst>
                <a:path w="202013" h="331554">
                  <a:moveTo>
                    <a:pt x="0" y="327896"/>
                  </a:moveTo>
                  <a:lnTo>
                    <a:pt x="5251" y="328928"/>
                  </a:lnTo>
                  <a:lnTo>
                    <a:pt x="10532" y="329791"/>
                  </a:lnTo>
                  <a:lnTo>
                    <a:pt x="15839" y="330485"/>
                  </a:lnTo>
                  <a:lnTo>
                    <a:pt x="21165" y="331009"/>
                  </a:lnTo>
                  <a:lnTo>
                    <a:pt x="26505" y="331362"/>
                  </a:lnTo>
                  <a:lnTo>
                    <a:pt x="31854" y="331543"/>
                  </a:lnTo>
                  <a:lnTo>
                    <a:pt x="37206" y="331554"/>
                  </a:lnTo>
                  <a:lnTo>
                    <a:pt x="42555" y="331393"/>
                  </a:lnTo>
                  <a:lnTo>
                    <a:pt x="47896" y="331061"/>
                  </a:lnTo>
                  <a:lnTo>
                    <a:pt x="53224" y="330558"/>
                  </a:lnTo>
                  <a:lnTo>
                    <a:pt x="58534" y="329885"/>
                  </a:lnTo>
                  <a:lnTo>
                    <a:pt x="63819" y="329042"/>
                  </a:lnTo>
                  <a:lnTo>
                    <a:pt x="69074" y="328031"/>
                  </a:lnTo>
                  <a:lnTo>
                    <a:pt x="74294" y="326852"/>
                  </a:lnTo>
                  <a:lnTo>
                    <a:pt x="79474" y="325506"/>
                  </a:lnTo>
                  <a:lnTo>
                    <a:pt x="84608" y="323995"/>
                  </a:lnTo>
                  <a:lnTo>
                    <a:pt x="89691" y="322321"/>
                  </a:lnTo>
                  <a:lnTo>
                    <a:pt x="94718" y="320485"/>
                  </a:lnTo>
                  <a:lnTo>
                    <a:pt x="99684" y="318489"/>
                  </a:lnTo>
                  <a:lnTo>
                    <a:pt x="104583" y="316335"/>
                  </a:lnTo>
                  <a:lnTo>
                    <a:pt x="109410" y="314025"/>
                  </a:lnTo>
                  <a:lnTo>
                    <a:pt x="114162" y="311562"/>
                  </a:lnTo>
                  <a:lnTo>
                    <a:pt x="118832" y="308948"/>
                  </a:lnTo>
                  <a:lnTo>
                    <a:pt x="123416" y="306186"/>
                  </a:lnTo>
                  <a:lnTo>
                    <a:pt x="127909" y="303278"/>
                  </a:lnTo>
                  <a:lnTo>
                    <a:pt x="132306" y="300229"/>
                  </a:lnTo>
                  <a:lnTo>
                    <a:pt x="136604" y="297040"/>
                  </a:lnTo>
                  <a:lnTo>
                    <a:pt x="140798" y="293715"/>
                  </a:lnTo>
                  <a:lnTo>
                    <a:pt x="144883" y="290257"/>
                  </a:lnTo>
                  <a:lnTo>
                    <a:pt x="148855" y="286671"/>
                  </a:lnTo>
                  <a:lnTo>
                    <a:pt x="152710" y="282959"/>
                  </a:lnTo>
                  <a:lnTo>
                    <a:pt x="156445" y="279126"/>
                  </a:lnTo>
                  <a:lnTo>
                    <a:pt x="160055" y="275175"/>
                  </a:lnTo>
                  <a:lnTo>
                    <a:pt x="163537" y="271111"/>
                  </a:lnTo>
                  <a:lnTo>
                    <a:pt x="166887" y="266937"/>
                  </a:lnTo>
                  <a:lnTo>
                    <a:pt x="170101" y="262658"/>
                  </a:lnTo>
                  <a:lnTo>
                    <a:pt x="173177" y="258278"/>
                  </a:lnTo>
                  <a:lnTo>
                    <a:pt x="176111" y="253803"/>
                  </a:lnTo>
                  <a:lnTo>
                    <a:pt x="178900" y="249235"/>
                  </a:lnTo>
                  <a:lnTo>
                    <a:pt x="181542" y="244581"/>
                  </a:lnTo>
                  <a:lnTo>
                    <a:pt x="184033" y="239844"/>
                  </a:lnTo>
                  <a:lnTo>
                    <a:pt x="186372" y="235031"/>
                  </a:lnTo>
                  <a:lnTo>
                    <a:pt x="188555" y="230144"/>
                  </a:lnTo>
                  <a:lnTo>
                    <a:pt x="190581" y="225191"/>
                  </a:lnTo>
                  <a:lnTo>
                    <a:pt x="192447" y="220175"/>
                  </a:lnTo>
                  <a:lnTo>
                    <a:pt x="194151" y="215102"/>
                  </a:lnTo>
                  <a:lnTo>
                    <a:pt x="195692" y="209977"/>
                  </a:lnTo>
                  <a:lnTo>
                    <a:pt x="197069" y="204805"/>
                  </a:lnTo>
                  <a:lnTo>
                    <a:pt x="198279" y="199592"/>
                  </a:lnTo>
                  <a:lnTo>
                    <a:pt x="199322" y="194343"/>
                  </a:lnTo>
                  <a:lnTo>
                    <a:pt x="200196" y="189063"/>
                  </a:lnTo>
                  <a:lnTo>
                    <a:pt x="200900" y="183758"/>
                  </a:lnTo>
                  <a:lnTo>
                    <a:pt x="201435" y="178433"/>
                  </a:lnTo>
                  <a:lnTo>
                    <a:pt x="201799" y="173093"/>
                  </a:lnTo>
                  <a:lnTo>
                    <a:pt x="201991" y="167745"/>
                  </a:lnTo>
                  <a:lnTo>
                    <a:pt x="202013" y="162393"/>
                  </a:lnTo>
                  <a:lnTo>
                    <a:pt x="201863" y="157044"/>
                  </a:lnTo>
                  <a:lnTo>
                    <a:pt x="201541" y="151702"/>
                  </a:lnTo>
                  <a:lnTo>
                    <a:pt x="201049" y="146373"/>
                  </a:lnTo>
                  <a:lnTo>
                    <a:pt x="200387" y="141062"/>
                  </a:lnTo>
                  <a:lnTo>
                    <a:pt x="199555" y="135775"/>
                  </a:lnTo>
                  <a:lnTo>
                    <a:pt x="198554" y="130518"/>
                  </a:lnTo>
                  <a:lnTo>
                    <a:pt x="197386" y="125295"/>
                  </a:lnTo>
                  <a:lnTo>
                    <a:pt x="196051" y="120113"/>
                  </a:lnTo>
                  <a:lnTo>
                    <a:pt x="194550" y="114976"/>
                  </a:lnTo>
                  <a:lnTo>
                    <a:pt x="192886" y="109889"/>
                  </a:lnTo>
                  <a:lnTo>
                    <a:pt x="191060" y="104859"/>
                  </a:lnTo>
                  <a:lnTo>
                    <a:pt x="189074" y="99889"/>
                  </a:lnTo>
                  <a:lnTo>
                    <a:pt x="186930" y="94985"/>
                  </a:lnTo>
                  <a:lnTo>
                    <a:pt x="184630" y="90153"/>
                  </a:lnTo>
                  <a:lnTo>
                    <a:pt x="182177" y="85397"/>
                  </a:lnTo>
                  <a:lnTo>
                    <a:pt x="179572" y="80722"/>
                  </a:lnTo>
                  <a:lnTo>
                    <a:pt x="176819" y="76132"/>
                  </a:lnTo>
                  <a:lnTo>
                    <a:pt x="173921" y="71633"/>
                  </a:lnTo>
                  <a:lnTo>
                    <a:pt x="170880" y="67229"/>
                  </a:lnTo>
                  <a:lnTo>
                    <a:pt x="167700" y="62925"/>
                  </a:lnTo>
                  <a:lnTo>
                    <a:pt x="164383" y="58725"/>
                  </a:lnTo>
                  <a:lnTo>
                    <a:pt x="160934" y="54633"/>
                  </a:lnTo>
                  <a:lnTo>
                    <a:pt x="157356" y="50653"/>
                  </a:lnTo>
                  <a:lnTo>
                    <a:pt x="153652" y="46790"/>
                  </a:lnTo>
                  <a:lnTo>
                    <a:pt x="149826" y="43048"/>
                  </a:lnTo>
                  <a:lnTo>
                    <a:pt x="145883" y="39430"/>
                  </a:lnTo>
                  <a:lnTo>
                    <a:pt x="141825" y="35940"/>
                  </a:lnTo>
                  <a:lnTo>
                    <a:pt x="137659" y="32582"/>
                  </a:lnTo>
                  <a:lnTo>
                    <a:pt x="133386" y="29359"/>
                  </a:lnTo>
                  <a:lnTo>
                    <a:pt x="129013" y="26274"/>
                  </a:lnTo>
                  <a:lnTo>
                    <a:pt x="124543" y="23331"/>
                  </a:lnTo>
                  <a:lnTo>
                    <a:pt x="119981" y="20532"/>
                  </a:lnTo>
                  <a:lnTo>
                    <a:pt x="115332" y="17881"/>
                  </a:lnTo>
                  <a:lnTo>
                    <a:pt x="110601" y="15380"/>
                  </a:lnTo>
                  <a:lnTo>
                    <a:pt x="105792" y="13032"/>
                  </a:lnTo>
                  <a:lnTo>
                    <a:pt x="100910" y="10839"/>
                  </a:lnTo>
                  <a:lnTo>
                    <a:pt x="95961" y="8803"/>
                  </a:lnTo>
                  <a:lnTo>
                    <a:pt x="90949" y="6927"/>
                  </a:lnTo>
                  <a:lnTo>
                    <a:pt x="85879" y="5212"/>
                  </a:lnTo>
                  <a:lnTo>
                    <a:pt x="80757" y="3660"/>
                  </a:lnTo>
                  <a:lnTo>
                    <a:pt x="75588" y="2274"/>
                  </a:lnTo>
                  <a:lnTo>
                    <a:pt x="70378" y="1053"/>
                  </a:lnTo>
                  <a:lnTo>
                    <a:pt x="65130" y="0"/>
                  </a:lnTo>
                  <a:lnTo>
                    <a:pt x="34857" y="164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30273" cy="167167"/>
            </a:xfrm>
            <a:custGeom>
              <a:avLst/>
              <a:pathLst>
                <a:path w="30273" h="167167">
                  <a:moveTo>
                    <a:pt x="30273" y="2764"/>
                  </a:moveTo>
                  <a:lnTo>
                    <a:pt x="22760" y="1556"/>
                  </a:lnTo>
                  <a:lnTo>
                    <a:pt x="15199" y="692"/>
                  </a:lnTo>
                  <a:lnTo>
                    <a:pt x="7607" y="17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1" y="1071028"/>
              <a:ext cx="167167" cy="307210"/>
            </a:xfrm>
            <a:custGeom>
              <a:avLst/>
              <a:pathLst>
                <a:path w="167167" h="307210">
                  <a:moveTo>
                    <a:pt x="167167" y="0"/>
                  </a:moveTo>
                  <a:lnTo>
                    <a:pt x="161810" y="85"/>
                  </a:lnTo>
                  <a:lnTo>
                    <a:pt x="156459" y="343"/>
                  </a:lnTo>
                  <a:lnTo>
                    <a:pt x="151119" y="772"/>
                  </a:lnTo>
                  <a:lnTo>
                    <a:pt x="145795" y="1371"/>
                  </a:lnTo>
                  <a:lnTo>
                    <a:pt x="140494" y="2141"/>
                  </a:lnTo>
                  <a:lnTo>
                    <a:pt x="135219" y="3081"/>
                  </a:lnTo>
                  <a:lnTo>
                    <a:pt x="129978" y="4189"/>
                  </a:lnTo>
                  <a:lnTo>
                    <a:pt x="124774" y="5464"/>
                  </a:lnTo>
                  <a:lnTo>
                    <a:pt x="119615" y="6905"/>
                  </a:lnTo>
                  <a:lnTo>
                    <a:pt x="114504" y="8512"/>
                  </a:lnTo>
                  <a:lnTo>
                    <a:pt x="109447" y="10280"/>
                  </a:lnTo>
                  <a:lnTo>
                    <a:pt x="104449" y="12211"/>
                  </a:lnTo>
                  <a:lnTo>
                    <a:pt x="99516" y="14300"/>
                  </a:lnTo>
                  <a:lnTo>
                    <a:pt x="94653" y="16546"/>
                  </a:lnTo>
                  <a:lnTo>
                    <a:pt x="89863" y="18947"/>
                  </a:lnTo>
                  <a:lnTo>
                    <a:pt x="85154" y="21500"/>
                  </a:lnTo>
                  <a:lnTo>
                    <a:pt x="80528" y="24203"/>
                  </a:lnTo>
                  <a:lnTo>
                    <a:pt x="75991" y="27053"/>
                  </a:lnTo>
                  <a:lnTo>
                    <a:pt x="71548" y="30046"/>
                  </a:lnTo>
                  <a:lnTo>
                    <a:pt x="67204" y="33181"/>
                  </a:lnTo>
                  <a:lnTo>
                    <a:pt x="62962" y="36453"/>
                  </a:lnTo>
                  <a:lnTo>
                    <a:pt x="58827" y="39859"/>
                  </a:lnTo>
                  <a:lnTo>
                    <a:pt x="54803" y="43396"/>
                  </a:lnTo>
                  <a:lnTo>
                    <a:pt x="50895" y="47060"/>
                  </a:lnTo>
                  <a:lnTo>
                    <a:pt x="47106" y="50847"/>
                  </a:lnTo>
                  <a:lnTo>
                    <a:pt x="43440" y="54754"/>
                  </a:lnTo>
                  <a:lnTo>
                    <a:pt x="39901" y="58777"/>
                  </a:lnTo>
                  <a:lnTo>
                    <a:pt x="36494" y="62910"/>
                  </a:lnTo>
                  <a:lnTo>
                    <a:pt x="33220" y="67151"/>
                  </a:lnTo>
                  <a:lnTo>
                    <a:pt x="30084" y="71495"/>
                  </a:lnTo>
                  <a:lnTo>
                    <a:pt x="27089" y="75937"/>
                  </a:lnTo>
                  <a:lnTo>
                    <a:pt x="24237" y="80472"/>
                  </a:lnTo>
                  <a:lnTo>
                    <a:pt x="21532" y="85096"/>
                  </a:lnTo>
                  <a:lnTo>
                    <a:pt x="18977" y="89805"/>
                  </a:lnTo>
                  <a:lnTo>
                    <a:pt x="16575" y="94594"/>
                  </a:lnTo>
                  <a:lnTo>
                    <a:pt x="14326" y="99456"/>
                  </a:lnTo>
                  <a:lnTo>
                    <a:pt x="12235" y="104389"/>
                  </a:lnTo>
                  <a:lnTo>
                    <a:pt x="10303" y="109385"/>
                  </a:lnTo>
                  <a:lnTo>
                    <a:pt x="8532" y="114442"/>
                  </a:lnTo>
                  <a:lnTo>
                    <a:pt x="6924" y="119552"/>
                  </a:lnTo>
                  <a:lnTo>
                    <a:pt x="5481" y="124711"/>
                  </a:lnTo>
                  <a:lnTo>
                    <a:pt x="4203" y="129914"/>
                  </a:lnTo>
                  <a:lnTo>
                    <a:pt x="3093" y="135155"/>
                  </a:lnTo>
                  <a:lnTo>
                    <a:pt x="2152" y="140429"/>
                  </a:lnTo>
                  <a:lnTo>
                    <a:pt x="1380" y="145730"/>
                  </a:lnTo>
                  <a:lnTo>
                    <a:pt x="778" y="151054"/>
                  </a:lnTo>
                  <a:lnTo>
                    <a:pt x="347" y="156394"/>
                  </a:lnTo>
                  <a:lnTo>
                    <a:pt x="87" y="161745"/>
                  </a:lnTo>
                  <a:lnTo>
                    <a:pt x="0" y="167101"/>
                  </a:lnTo>
                  <a:lnTo>
                    <a:pt x="83" y="172458"/>
                  </a:lnTo>
                  <a:lnTo>
                    <a:pt x="339" y="177809"/>
                  </a:lnTo>
                  <a:lnTo>
                    <a:pt x="765" y="183150"/>
                  </a:lnTo>
                  <a:lnTo>
                    <a:pt x="1363" y="188474"/>
                  </a:lnTo>
                  <a:lnTo>
                    <a:pt x="2131" y="193776"/>
                  </a:lnTo>
                  <a:lnTo>
                    <a:pt x="3068" y="199050"/>
                  </a:lnTo>
                  <a:lnTo>
                    <a:pt x="4174" y="204292"/>
                  </a:lnTo>
                  <a:lnTo>
                    <a:pt x="5447" y="209496"/>
                  </a:lnTo>
                  <a:lnTo>
                    <a:pt x="6887" y="214656"/>
                  </a:lnTo>
                  <a:lnTo>
                    <a:pt x="8491" y="219768"/>
                  </a:lnTo>
                  <a:lnTo>
                    <a:pt x="10258" y="224825"/>
                  </a:lnTo>
                  <a:lnTo>
                    <a:pt x="12186" y="229824"/>
                  </a:lnTo>
                  <a:lnTo>
                    <a:pt x="14273" y="234758"/>
                  </a:lnTo>
                  <a:lnTo>
                    <a:pt x="16518" y="239622"/>
                  </a:lnTo>
                  <a:lnTo>
                    <a:pt x="18917" y="244412"/>
                  </a:lnTo>
                  <a:lnTo>
                    <a:pt x="21468" y="249123"/>
                  </a:lnTo>
                  <a:lnTo>
                    <a:pt x="24169" y="253750"/>
                  </a:lnTo>
                  <a:lnTo>
                    <a:pt x="27017" y="258287"/>
                  </a:lnTo>
                  <a:lnTo>
                    <a:pt x="30009" y="262732"/>
                  </a:lnTo>
                  <a:lnTo>
                    <a:pt x="33141" y="267078"/>
                  </a:lnTo>
                  <a:lnTo>
                    <a:pt x="36412" y="271321"/>
                  </a:lnTo>
                  <a:lnTo>
                    <a:pt x="39816" y="275457"/>
                  </a:lnTo>
                  <a:lnTo>
                    <a:pt x="43352" y="279482"/>
                  </a:lnTo>
                  <a:lnTo>
                    <a:pt x="47014" y="283392"/>
                  </a:lnTo>
                  <a:lnTo>
                    <a:pt x="50800" y="287183"/>
                  </a:lnTo>
                  <a:lnTo>
                    <a:pt x="54706" y="290850"/>
                  </a:lnTo>
                  <a:lnTo>
                    <a:pt x="58727" y="294390"/>
                  </a:lnTo>
                  <a:lnTo>
                    <a:pt x="62859" y="297799"/>
                  </a:lnTo>
                  <a:lnTo>
                    <a:pt x="67099" y="301075"/>
                  </a:lnTo>
                  <a:lnTo>
                    <a:pt x="71441" y="304213"/>
                  </a:lnTo>
                  <a:lnTo>
                    <a:pt x="75882" y="30721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3973" y="1238196"/>
              <a:ext cx="91285" cy="140042"/>
            </a:xfrm>
            <a:custGeom>
              <a:avLst/>
              <a:pathLst>
                <a:path w="91285" h="140042">
                  <a:moveTo>
                    <a:pt x="0" y="140042"/>
                  </a:moveTo>
                  <a:lnTo>
                    <a:pt x="912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53973" y="1118559"/>
              <a:ext cx="258452" cy="286804"/>
            </a:xfrm>
            <a:custGeom>
              <a:avLst/>
              <a:pathLst>
                <a:path w="258452" h="286804">
                  <a:moveTo>
                    <a:pt x="0" y="259679"/>
                  </a:moveTo>
                  <a:lnTo>
                    <a:pt x="4530" y="262530"/>
                  </a:lnTo>
                  <a:lnTo>
                    <a:pt x="9149" y="265234"/>
                  </a:lnTo>
                  <a:lnTo>
                    <a:pt x="13853" y="267790"/>
                  </a:lnTo>
                  <a:lnTo>
                    <a:pt x="18636" y="270193"/>
                  </a:lnTo>
                  <a:lnTo>
                    <a:pt x="23494" y="272441"/>
                  </a:lnTo>
                  <a:lnTo>
                    <a:pt x="28421" y="274534"/>
                  </a:lnTo>
                  <a:lnTo>
                    <a:pt x="33412" y="276467"/>
                  </a:lnTo>
                  <a:lnTo>
                    <a:pt x="38463" y="278239"/>
                  </a:lnTo>
                  <a:lnTo>
                    <a:pt x="43568" y="279849"/>
                  </a:lnTo>
                  <a:lnTo>
                    <a:pt x="48722" y="281295"/>
                  </a:lnTo>
                  <a:lnTo>
                    <a:pt x="53920" y="282575"/>
                  </a:lnTo>
                  <a:lnTo>
                    <a:pt x="59156" y="283687"/>
                  </a:lnTo>
                  <a:lnTo>
                    <a:pt x="64425" y="284632"/>
                  </a:lnTo>
                  <a:lnTo>
                    <a:pt x="69721" y="285407"/>
                  </a:lnTo>
                  <a:lnTo>
                    <a:pt x="75040" y="286013"/>
                  </a:lnTo>
                  <a:lnTo>
                    <a:pt x="80375" y="286448"/>
                  </a:lnTo>
                  <a:lnTo>
                    <a:pt x="85721" y="286711"/>
                  </a:lnTo>
                  <a:lnTo>
                    <a:pt x="91073" y="286804"/>
                  </a:lnTo>
                  <a:lnTo>
                    <a:pt x="96425" y="286725"/>
                  </a:lnTo>
                  <a:lnTo>
                    <a:pt x="101772" y="286475"/>
                  </a:lnTo>
                  <a:lnTo>
                    <a:pt x="107109" y="286053"/>
                  </a:lnTo>
                  <a:lnTo>
                    <a:pt x="112429" y="285461"/>
                  </a:lnTo>
                  <a:lnTo>
                    <a:pt x="117727" y="284699"/>
                  </a:lnTo>
                  <a:lnTo>
                    <a:pt x="122998" y="283768"/>
                  </a:lnTo>
                  <a:lnTo>
                    <a:pt x="128237" y="282669"/>
                  </a:lnTo>
                  <a:lnTo>
                    <a:pt x="133438" y="281402"/>
                  </a:lnTo>
                  <a:lnTo>
                    <a:pt x="138595" y="279970"/>
                  </a:lnTo>
                  <a:lnTo>
                    <a:pt x="143705" y="278373"/>
                  </a:lnTo>
                  <a:lnTo>
                    <a:pt x="148760" y="276613"/>
                  </a:lnTo>
                  <a:lnTo>
                    <a:pt x="153756" y="274692"/>
                  </a:lnTo>
                  <a:lnTo>
                    <a:pt x="158689" y="272613"/>
                  </a:lnTo>
                  <a:lnTo>
                    <a:pt x="163552" y="270376"/>
                  </a:lnTo>
                  <a:lnTo>
                    <a:pt x="168341" y="267985"/>
                  </a:lnTo>
                  <a:lnTo>
                    <a:pt x="173051" y="265442"/>
                  </a:lnTo>
                  <a:lnTo>
                    <a:pt x="177677" y="262749"/>
                  </a:lnTo>
                  <a:lnTo>
                    <a:pt x="182215" y="259910"/>
                  </a:lnTo>
                  <a:lnTo>
                    <a:pt x="186660" y="256927"/>
                  </a:lnTo>
                  <a:lnTo>
                    <a:pt x="191006" y="253803"/>
                  </a:lnTo>
                  <a:lnTo>
                    <a:pt x="195251" y="250541"/>
                  </a:lnTo>
                  <a:lnTo>
                    <a:pt x="199389" y="247145"/>
                  </a:lnTo>
                  <a:lnTo>
                    <a:pt x="203416" y="243619"/>
                  </a:lnTo>
                  <a:lnTo>
                    <a:pt x="207328" y="239965"/>
                  </a:lnTo>
                  <a:lnTo>
                    <a:pt x="211121" y="236188"/>
                  </a:lnTo>
                  <a:lnTo>
                    <a:pt x="214791" y="232292"/>
                  </a:lnTo>
                  <a:lnTo>
                    <a:pt x="218334" y="228280"/>
                  </a:lnTo>
                  <a:lnTo>
                    <a:pt x="221748" y="224156"/>
                  </a:lnTo>
                  <a:lnTo>
                    <a:pt x="225027" y="219926"/>
                  </a:lnTo>
                  <a:lnTo>
                    <a:pt x="228170" y="215592"/>
                  </a:lnTo>
                  <a:lnTo>
                    <a:pt x="231172" y="211161"/>
                  </a:lnTo>
                  <a:lnTo>
                    <a:pt x="234030" y="206635"/>
                  </a:lnTo>
                  <a:lnTo>
                    <a:pt x="236742" y="202020"/>
                  </a:lnTo>
                  <a:lnTo>
                    <a:pt x="239306" y="197321"/>
                  </a:lnTo>
                  <a:lnTo>
                    <a:pt x="241717" y="192542"/>
                  </a:lnTo>
                  <a:lnTo>
                    <a:pt x="243974" y="187688"/>
                  </a:lnTo>
                  <a:lnTo>
                    <a:pt x="246074" y="182764"/>
                  </a:lnTo>
                  <a:lnTo>
                    <a:pt x="248016" y="177776"/>
                  </a:lnTo>
                  <a:lnTo>
                    <a:pt x="249797" y="172728"/>
                  </a:lnTo>
                  <a:lnTo>
                    <a:pt x="251416" y="167626"/>
                  </a:lnTo>
                  <a:lnTo>
                    <a:pt x="252870" y="162475"/>
                  </a:lnTo>
                  <a:lnTo>
                    <a:pt x="254159" y="157279"/>
                  </a:lnTo>
                  <a:lnTo>
                    <a:pt x="255281" y="152045"/>
                  </a:lnTo>
                  <a:lnTo>
                    <a:pt x="256234" y="146778"/>
                  </a:lnTo>
                  <a:lnTo>
                    <a:pt x="257019" y="141483"/>
                  </a:lnTo>
                  <a:lnTo>
                    <a:pt x="257633" y="136165"/>
                  </a:lnTo>
                  <a:lnTo>
                    <a:pt x="258077" y="130831"/>
                  </a:lnTo>
                  <a:lnTo>
                    <a:pt x="258350" y="125485"/>
                  </a:lnTo>
                  <a:lnTo>
                    <a:pt x="258452" y="120133"/>
                  </a:lnTo>
                  <a:lnTo>
                    <a:pt x="258382" y="114781"/>
                  </a:lnTo>
                  <a:lnTo>
                    <a:pt x="258141" y="109433"/>
                  </a:lnTo>
                  <a:lnTo>
                    <a:pt x="257728" y="104096"/>
                  </a:lnTo>
                  <a:lnTo>
                    <a:pt x="257146" y="98775"/>
                  </a:lnTo>
                  <a:lnTo>
                    <a:pt x="256393" y="93476"/>
                  </a:lnTo>
                  <a:lnTo>
                    <a:pt x="255470" y="88203"/>
                  </a:lnTo>
                  <a:lnTo>
                    <a:pt x="254380" y="82962"/>
                  </a:lnTo>
                  <a:lnTo>
                    <a:pt x="253122" y="77759"/>
                  </a:lnTo>
                  <a:lnTo>
                    <a:pt x="251698" y="72599"/>
                  </a:lnTo>
                  <a:lnTo>
                    <a:pt x="250110" y="67488"/>
                  </a:lnTo>
                  <a:lnTo>
                    <a:pt x="248359" y="62429"/>
                  </a:lnTo>
                  <a:lnTo>
                    <a:pt x="246447" y="57430"/>
                  </a:lnTo>
                  <a:lnTo>
                    <a:pt x="244376" y="52494"/>
                  </a:lnTo>
                  <a:lnTo>
                    <a:pt x="242147" y="47627"/>
                  </a:lnTo>
                  <a:lnTo>
                    <a:pt x="239765" y="42833"/>
                  </a:lnTo>
                  <a:lnTo>
                    <a:pt x="237229" y="38119"/>
                  </a:lnTo>
                  <a:lnTo>
                    <a:pt x="234545" y="33488"/>
                  </a:lnTo>
                  <a:lnTo>
                    <a:pt x="231713" y="28945"/>
                  </a:lnTo>
                  <a:lnTo>
                    <a:pt x="228737" y="24496"/>
                  </a:lnTo>
                  <a:lnTo>
                    <a:pt x="225621" y="20144"/>
                  </a:lnTo>
                  <a:lnTo>
                    <a:pt x="222367" y="15894"/>
                  </a:lnTo>
                  <a:lnTo>
                    <a:pt x="218978" y="11750"/>
                  </a:lnTo>
                  <a:lnTo>
                    <a:pt x="215458" y="7717"/>
                  </a:lnTo>
                  <a:lnTo>
                    <a:pt x="211811" y="3799"/>
                  </a:lnTo>
                  <a:lnTo>
                    <a:pt x="208041" y="0"/>
                  </a:lnTo>
                  <a:lnTo>
                    <a:pt x="91285" y="1196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16755" cy="167167"/>
            </a:xfrm>
            <a:custGeom>
              <a:avLst/>
              <a:pathLst>
                <a:path w="116755" h="167167">
                  <a:moveTo>
                    <a:pt x="116755" y="47530"/>
                  </a:moveTo>
                  <a:lnTo>
                    <a:pt x="112668" y="43673"/>
                  </a:lnTo>
                  <a:lnTo>
                    <a:pt x="108454" y="39956"/>
                  </a:lnTo>
                  <a:lnTo>
                    <a:pt x="104117" y="36383"/>
                  </a:lnTo>
                  <a:lnTo>
                    <a:pt x="99662" y="32957"/>
                  </a:lnTo>
                  <a:lnTo>
                    <a:pt x="95095" y="29683"/>
                  </a:lnTo>
                  <a:lnTo>
                    <a:pt x="90420" y="26564"/>
                  </a:lnTo>
                  <a:lnTo>
                    <a:pt x="85643" y="23605"/>
                  </a:lnTo>
                  <a:lnTo>
                    <a:pt x="80769" y="20807"/>
                  </a:lnTo>
                  <a:lnTo>
                    <a:pt x="75804" y="18175"/>
                  </a:lnTo>
                  <a:lnTo>
                    <a:pt x="70753" y="15711"/>
                  </a:lnTo>
                  <a:lnTo>
                    <a:pt x="65623" y="13419"/>
                  </a:lnTo>
                  <a:lnTo>
                    <a:pt x="60418" y="11300"/>
                  </a:lnTo>
                  <a:lnTo>
                    <a:pt x="55145" y="9357"/>
                  </a:lnTo>
                  <a:lnTo>
                    <a:pt x="49810" y="7593"/>
                  </a:lnTo>
                  <a:lnTo>
                    <a:pt x="44418" y="6009"/>
                  </a:lnTo>
                  <a:lnTo>
                    <a:pt x="38976" y="4607"/>
                  </a:lnTo>
                  <a:lnTo>
                    <a:pt x="33490" y="3389"/>
                  </a:lnTo>
                  <a:lnTo>
                    <a:pt x="27966" y="2356"/>
                  </a:lnTo>
                  <a:lnTo>
                    <a:pt x="22411" y="1509"/>
                  </a:lnTo>
                  <a:lnTo>
                    <a:pt x="16830" y="849"/>
                  </a:lnTo>
                  <a:lnTo>
                    <a:pt x="11231" y="377"/>
                  </a:lnTo>
                  <a:lnTo>
                    <a:pt x="561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450" y="941493"/>
              <a:ext cx="84093" cy="167167"/>
            </a:xfrm>
            <a:custGeom>
              <a:avLst/>
              <a:pathLst>
                <a:path w="84093" h="167167">
                  <a:moveTo>
                    <a:pt x="84093" y="0"/>
                  </a:moveTo>
                  <a:lnTo>
                    <a:pt x="78220" y="103"/>
                  </a:lnTo>
                  <a:lnTo>
                    <a:pt x="72354" y="412"/>
                  </a:lnTo>
                  <a:lnTo>
                    <a:pt x="66502" y="928"/>
                  </a:lnTo>
                  <a:lnTo>
                    <a:pt x="60672" y="1648"/>
                  </a:lnTo>
                  <a:lnTo>
                    <a:pt x="54871" y="2573"/>
                  </a:lnTo>
                  <a:lnTo>
                    <a:pt x="49106" y="3702"/>
                  </a:lnTo>
                  <a:lnTo>
                    <a:pt x="43385" y="5032"/>
                  </a:lnTo>
                  <a:lnTo>
                    <a:pt x="37713" y="6562"/>
                  </a:lnTo>
                  <a:lnTo>
                    <a:pt x="32099" y="8291"/>
                  </a:lnTo>
                  <a:lnTo>
                    <a:pt x="26549" y="10216"/>
                  </a:lnTo>
                  <a:lnTo>
                    <a:pt x="21071" y="12334"/>
                  </a:lnTo>
                  <a:lnTo>
                    <a:pt x="15670" y="14644"/>
                  </a:lnTo>
                  <a:lnTo>
                    <a:pt x="10353" y="17142"/>
                  </a:lnTo>
                  <a:lnTo>
                    <a:pt x="5127" y="19826"/>
                  </a:lnTo>
                  <a:lnTo>
                    <a:pt x="0" y="22691"/>
                  </a:lnTo>
                  <a:lnTo>
                    <a:pt x="8409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9450" y="964185"/>
              <a:ext cx="84093" cy="144475"/>
            </a:xfrm>
            <a:custGeom>
              <a:avLst/>
              <a:pathLst>
                <a:path w="84093" h="144475">
                  <a:moveTo>
                    <a:pt x="0" y="0"/>
                  </a:moveTo>
                  <a:lnTo>
                    <a:pt x="84093" y="1444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78" y="950222"/>
              <a:ext cx="334328" cy="325597"/>
            </a:xfrm>
            <a:custGeom>
              <a:avLst/>
              <a:pathLst>
                <a:path w="334328" h="325597">
                  <a:moveTo>
                    <a:pt x="83072" y="13962"/>
                  </a:moveTo>
                  <a:lnTo>
                    <a:pt x="78526" y="16705"/>
                  </a:lnTo>
                  <a:lnTo>
                    <a:pt x="74070" y="19592"/>
                  </a:lnTo>
                  <a:lnTo>
                    <a:pt x="69707" y="22618"/>
                  </a:lnTo>
                  <a:lnTo>
                    <a:pt x="65443" y="25782"/>
                  </a:lnTo>
                  <a:lnTo>
                    <a:pt x="61281" y="29079"/>
                  </a:lnTo>
                  <a:lnTo>
                    <a:pt x="57227" y="32507"/>
                  </a:lnTo>
                  <a:lnTo>
                    <a:pt x="53283" y="36062"/>
                  </a:lnTo>
                  <a:lnTo>
                    <a:pt x="49454" y="39741"/>
                  </a:lnTo>
                  <a:lnTo>
                    <a:pt x="45744" y="43539"/>
                  </a:lnTo>
                  <a:lnTo>
                    <a:pt x="42156" y="47453"/>
                  </a:lnTo>
                  <a:lnTo>
                    <a:pt x="38695" y="51479"/>
                  </a:lnTo>
                  <a:lnTo>
                    <a:pt x="35363" y="55612"/>
                  </a:lnTo>
                  <a:lnTo>
                    <a:pt x="32164" y="59850"/>
                  </a:lnTo>
                  <a:lnTo>
                    <a:pt x="29101" y="64187"/>
                  </a:lnTo>
                  <a:lnTo>
                    <a:pt x="26177" y="68619"/>
                  </a:lnTo>
                  <a:lnTo>
                    <a:pt x="23396" y="73142"/>
                  </a:lnTo>
                  <a:lnTo>
                    <a:pt x="20760" y="77751"/>
                  </a:lnTo>
                  <a:lnTo>
                    <a:pt x="18271" y="82441"/>
                  </a:lnTo>
                  <a:lnTo>
                    <a:pt x="15933" y="87208"/>
                  </a:lnTo>
                  <a:lnTo>
                    <a:pt x="13747" y="92047"/>
                  </a:lnTo>
                  <a:lnTo>
                    <a:pt x="11716" y="96952"/>
                  </a:lnTo>
                  <a:lnTo>
                    <a:pt x="9842" y="101920"/>
                  </a:lnTo>
                  <a:lnTo>
                    <a:pt x="8126" y="106945"/>
                  </a:lnTo>
                  <a:lnTo>
                    <a:pt x="6571" y="112021"/>
                  </a:lnTo>
                  <a:lnTo>
                    <a:pt x="5178" y="117145"/>
                  </a:lnTo>
                  <a:lnTo>
                    <a:pt x="3948" y="122310"/>
                  </a:lnTo>
                  <a:lnTo>
                    <a:pt x="2883" y="127512"/>
                  </a:lnTo>
                  <a:lnTo>
                    <a:pt x="1984" y="132744"/>
                  </a:lnTo>
                  <a:lnTo>
                    <a:pt x="1251" y="138003"/>
                  </a:lnTo>
                  <a:lnTo>
                    <a:pt x="686" y="143283"/>
                  </a:lnTo>
                  <a:lnTo>
                    <a:pt x="289" y="148577"/>
                  </a:lnTo>
                  <a:lnTo>
                    <a:pt x="60" y="153882"/>
                  </a:lnTo>
                  <a:lnTo>
                    <a:pt x="0" y="159191"/>
                  </a:lnTo>
                  <a:lnTo>
                    <a:pt x="108" y="164499"/>
                  </a:lnTo>
                  <a:lnTo>
                    <a:pt x="385" y="169802"/>
                  </a:lnTo>
                  <a:lnTo>
                    <a:pt x="830" y="175092"/>
                  </a:lnTo>
                  <a:lnTo>
                    <a:pt x="1442" y="180367"/>
                  </a:lnTo>
                  <a:lnTo>
                    <a:pt x="2222" y="185618"/>
                  </a:lnTo>
                  <a:lnTo>
                    <a:pt x="3169" y="190843"/>
                  </a:lnTo>
                  <a:lnTo>
                    <a:pt x="4281" y="196035"/>
                  </a:lnTo>
                  <a:lnTo>
                    <a:pt x="5557" y="201189"/>
                  </a:lnTo>
                  <a:lnTo>
                    <a:pt x="6996" y="206299"/>
                  </a:lnTo>
                  <a:lnTo>
                    <a:pt x="8597" y="211362"/>
                  </a:lnTo>
                  <a:lnTo>
                    <a:pt x="10357" y="216371"/>
                  </a:lnTo>
                  <a:lnTo>
                    <a:pt x="12276" y="221321"/>
                  </a:lnTo>
                  <a:lnTo>
                    <a:pt x="14351" y="226209"/>
                  </a:lnTo>
                  <a:lnTo>
                    <a:pt x="16581" y="231027"/>
                  </a:lnTo>
                  <a:lnTo>
                    <a:pt x="18962" y="235773"/>
                  </a:lnTo>
                  <a:lnTo>
                    <a:pt x="21493" y="240441"/>
                  </a:lnTo>
                  <a:lnTo>
                    <a:pt x="24170" y="245026"/>
                  </a:lnTo>
                  <a:lnTo>
                    <a:pt x="26992" y="249523"/>
                  </a:lnTo>
                  <a:lnTo>
                    <a:pt x="29956" y="253929"/>
                  </a:lnTo>
                  <a:lnTo>
                    <a:pt x="33058" y="258238"/>
                  </a:lnTo>
                  <a:lnTo>
                    <a:pt x="36295" y="262447"/>
                  </a:lnTo>
                  <a:lnTo>
                    <a:pt x="39664" y="266550"/>
                  </a:lnTo>
                  <a:lnTo>
                    <a:pt x="43161" y="270545"/>
                  </a:lnTo>
                  <a:lnTo>
                    <a:pt x="46784" y="274426"/>
                  </a:lnTo>
                  <a:lnTo>
                    <a:pt x="50528" y="278191"/>
                  </a:lnTo>
                  <a:lnTo>
                    <a:pt x="54390" y="281835"/>
                  </a:lnTo>
                  <a:lnTo>
                    <a:pt x="58366" y="285354"/>
                  </a:lnTo>
                  <a:lnTo>
                    <a:pt x="62452" y="288745"/>
                  </a:lnTo>
                  <a:lnTo>
                    <a:pt x="66643" y="292005"/>
                  </a:lnTo>
                  <a:lnTo>
                    <a:pt x="70935" y="295130"/>
                  </a:lnTo>
                  <a:lnTo>
                    <a:pt x="75325" y="298117"/>
                  </a:lnTo>
                  <a:lnTo>
                    <a:pt x="79807" y="300963"/>
                  </a:lnTo>
                  <a:lnTo>
                    <a:pt x="84377" y="303665"/>
                  </a:lnTo>
                  <a:lnTo>
                    <a:pt x="89031" y="306221"/>
                  </a:lnTo>
                  <a:lnTo>
                    <a:pt x="93764" y="308628"/>
                  </a:lnTo>
                  <a:lnTo>
                    <a:pt x="98570" y="310883"/>
                  </a:lnTo>
                  <a:lnTo>
                    <a:pt x="103446" y="312985"/>
                  </a:lnTo>
                  <a:lnTo>
                    <a:pt x="108386" y="314931"/>
                  </a:lnTo>
                  <a:lnTo>
                    <a:pt x="113386" y="316718"/>
                  </a:lnTo>
                  <a:lnTo>
                    <a:pt x="118440" y="318346"/>
                  </a:lnTo>
                  <a:lnTo>
                    <a:pt x="123543" y="319813"/>
                  </a:lnTo>
                  <a:lnTo>
                    <a:pt x="128690" y="321117"/>
                  </a:lnTo>
                  <a:lnTo>
                    <a:pt x="133875" y="322257"/>
                  </a:lnTo>
                  <a:lnTo>
                    <a:pt x="139095" y="323231"/>
                  </a:lnTo>
                  <a:lnTo>
                    <a:pt x="144342" y="324040"/>
                  </a:lnTo>
                  <a:lnTo>
                    <a:pt x="149613" y="324681"/>
                  </a:lnTo>
                  <a:lnTo>
                    <a:pt x="154901" y="325155"/>
                  </a:lnTo>
                  <a:lnTo>
                    <a:pt x="160202" y="325460"/>
                  </a:lnTo>
                  <a:lnTo>
                    <a:pt x="165510" y="325597"/>
                  </a:lnTo>
                  <a:lnTo>
                    <a:pt x="170819" y="325565"/>
                  </a:lnTo>
                  <a:lnTo>
                    <a:pt x="176125" y="325365"/>
                  </a:lnTo>
                  <a:lnTo>
                    <a:pt x="181422" y="324996"/>
                  </a:lnTo>
                  <a:lnTo>
                    <a:pt x="186704" y="324459"/>
                  </a:lnTo>
                  <a:lnTo>
                    <a:pt x="191966" y="323755"/>
                  </a:lnTo>
                  <a:lnTo>
                    <a:pt x="197204" y="322884"/>
                  </a:lnTo>
                  <a:lnTo>
                    <a:pt x="202411" y="321847"/>
                  </a:lnTo>
                  <a:lnTo>
                    <a:pt x="207583" y="320645"/>
                  </a:lnTo>
                  <a:lnTo>
                    <a:pt x="212714" y="319280"/>
                  </a:lnTo>
                  <a:lnTo>
                    <a:pt x="217799" y="317752"/>
                  </a:lnTo>
                  <a:lnTo>
                    <a:pt x="222833" y="316064"/>
                  </a:lnTo>
                  <a:lnTo>
                    <a:pt x="227811" y="314217"/>
                  </a:lnTo>
                  <a:lnTo>
                    <a:pt x="232727" y="312212"/>
                  </a:lnTo>
                  <a:lnTo>
                    <a:pt x="237578" y="310052"/>
                  </a:lnTo>
                  <a:lnTo>
                    <a:pt x="242357" y="307740"/>
                  </a:lnTo>
                  <a:lnTo>
                    <a:pt x="247061" y="305277"/>
                  </a:lnTo>
                  <a:lnTo>
                    <a:pt x="251684" y="302665"/>
                  </a:lnTo>
                  <a:lnTo>
                    <a:pt x="256221" y="299908"/>
                  </a:lnTo>
                  <a:lnTo>
                    <a:pt x="260669" y="297009"/>
                  </a:lnTo>
                  <a:lnTo>
                    <a:pt x="265023" y="293970"/>
                  </a:lnTo>
                  <a:lnTo>
                    <a:pt x="269278" y="290793"/>
                  </a:lnTo>
                  <a:lnTo>
                    <a:pt x="273429" y="287484"/>
                  </a:lnTo>
                  <a:lnTo>
                    <a:pt x="277474" y="284044"/>
                  </a:lnTo>
                  <a:lnTo>
                    <a:pt x="281407" y="280478"/>
                  </a:lnTo>
                  <a:lnTo>
                    <a:pt x="285225" y="276788"/>
                  </a:lnTo>
                  <a:lnTo>
                    <a:pt x="288924" y="272979"/>
                  </a:lnTo>
                  <a:lnTo>
                    <a:pt x="292500" y="269054"/>
                  </a:lnTo>
                  <a:lnTo>
                    <a:pt x="295950" y="265018"/>
                  </a:lnTo>
                  <a:lnTo>
                    <a:pt x="299270" y="260875"/>
                  </a:lnTo>
                  <a:lnTo>
                    <a:pt x="302456" y="256628"/>
                  </a:lnTo>
                  <a:lnTo>
                    <a:pt x="305506" y="252281"/>
                  </a:lnTo>
                  <a:lnTo>
                    <a:pt x="308417" y="247841"/>
                  </a:lnTo>
                  <a:lnTo>
                    <a:pt x="311185" y="243310"/>
                  </a:lnTo>
                  <a:lnTo>
                    <a:pt x="313808" y="238693"/>
                  </a:lnTo>
                  <a:lnTo>
                    <a:pt x="316282" y="233996"/>
                  </a:lnTo>
                  <a:lnTo>
                    <a:pt x="318607" y="229222"/>
                  </a:lnTo>
                  <a:lnTo>
                    <a:pt x="320778" y="224377"/>
                  </a:lnTo>
                  <a:lnTo>
                    <a:pt x="322795" y="219465"/>
                  </a:lnTo>
                  <a:lnTo>
                    <a:pt x="324654" y="214492"/>
                  </a:lnTo>
                  <a:lnTo>
                    <a:pt x="326355" y="209462"/>
                  </a:lnTo>
                  <a:lnTo>
                    <a:pt x="327895" y="204381"/>
                  </a:lnTo>
                  <a:lnTo>
                    <a:pt x="329273" y="199254"/>
                  </a:lnTo>
                  <a:lnTo>
                    <a:pt x="330488" y="194085"/>
                  </a:lnTo>
                  <a:lnTo>
                    <a:pt x="331537" y="188880"/>
                  </a:lnTo>
                  <a:lnTo>
                    <a:pt x="332421" y="183645"/>
                  </a:lnTo>
                  <a:lnTo>
                    <a:pt x="333138" y="178384"/>
                  </a:lnTo>
                  <a:lnTo>
                    <a:pt x="333688" y="173103"/>
                  </a:lnTo>
                  <a:lnTo>
                    <a:pt x="334070" y="167807"/>
                  </a:lnTo>
                  <a:lnTo>
                    <a:pt x="334283" y="162502"/>
                  </a:lnTo>
                  <a:lnTo>
                    <a:pt x="334328" y="157192"/>
                  </a:lnTo>
                  <a:lnTo>
                    <a:pt x="334204" y="151884"/>
                  </a:lnTo>
                  <a:lnTo>
                    <a:pt x="333912" y="146583"/>
                  </a:lnTo>
                  <a:lnTo>
                    <a:pt x="333451" y="141293"/>
                  </a:lnTo>
                  <a:lnTo>
                    <a:pt x="332823" y="136021"/>
                  </a:lnTo>
                  <a:lnTo>
                    <a:pt x="332027" y="130772"/>
                  </a:lnTo>
                  <a:lnTo>
                    <a:pt x="331066" y="125550"/>
                  </a:lnTo>
                  <a:lnTo>
                    <a:pt x="329939" y="120361"/>
                  </a:lnTo>
                  <a:lnTo>
                    <a:pt x="328647" y="115211"/>
                  </a:lnTo>
                  <a:lnTo>
                    <a:pt x="327193" y="110105"/>
                  </a:lnTo>
                  <a:lnTo>
                    <a:pt x="325577" y="105047"/>
                  </a:lnTo>
                  <a:lnTo>
                    <a:pt x="323802" y="100043"/>
                  </a:lnTo>
                  <a:lnTo>
                    <a:pt x="321868" y="95098"/>
                  </a:lnTo>
                  <a:lnTo>
                    <a:pt x="319779" y="90217"/>
                  </a:lnTo>
                  <a:lnTo>
                    <a:pt x="317535" y="85405"/>
                  </a:lnTo>
                  <a:lnTo>
                    <a:pt x="315140" y="80666"/>
                  </a:lnTo>
                  <a:lnTo>
                    <a:pt x="312596" y="76006"/>
                  </a:lnTo>
                  <a:lnTo>
                    <a:pt x="309905" y="71429"/>
                  </a:lnTo>
                  <a:lnTo>
                    <a:pt x="307069" y="66940"/>
                  </a:lnTo>
                  <a:lnTo>
                    <a:pt x="304093" y="62543"/>
                  </a:lnTo>
                  <a:lnTo>
                    <a:pt x="300979" y="58243"/>
                  </a:lnTo>
                  <a:lnTo>
                    <a:pt x="297729" y="54044"/>
                  </a:lnTo>
                  <a:lnTo>
                    <a:pt x="294348" y="49950"/>
                  </a:lnTo>
                  <a:lnTo>
                    <a:pt x="290839" y="45966"/>
                  </a:lnTo>
                  <a:lnTo>
                    <a:pt x="287204" y="42095"/>
                  </a:lnTo>
                  <a:lnTo>
                    <a:pt x="283449" y="38342"/>
                  </a:lnTo>
                  <a:lnTo>
                    <a:pt x="279576" y="34709"/>
                  </a:lnTo>
                  <a:lnTo>
                    <a:pt x="275590" y="31202"/>
                  </a:lnTo>
                  <a:lnTo>
                    <a:pt x="271495" y="27823"/>
                  </a:lnTo>
                  <a:lnTo>
                    <a:pt x="267294" y="24575"/>
                  </a:lnTo>
                  <a:lnTo>
                    <a:pt x="262993" y="21463"/>
                  </a:lnTo>
                  <a:lnTo>
                    <a:pt x="258594" y="18489"/>
                  </a:lnTo>
                  <a:lnTo>
                    <a:pt x="254104" y="15656"/>
                  </a:lnTo>
                  <a:lnTo>
                    <a:pt x="249526" y="12967"/>
                  </a:lnTo>
                  <a:lnTo>
                    <a:pt x="244864" y="10425"/>
                  </a:lnTo>
                  <a:lnTo>
                    <a:pt x="240124" y="8032"/>
                  </a:lnTo>
                  <a:lnTo>
                    <a:pt x="235311" y="5791"/>
                  </a:lnTo>
                  <a:lnTo>
                    <a:pt x="230429" y="3704"/>
                  </a:lnTo>
                  <a:lnTo>
                    <a:pt x="225483" y="1773"/>
                  </a:lnTo>
                  <a:lnTo>
                    <a:pt x="220478" y="0"/>
                  </a:lnTo>
                  <a:lnTo>
                    <a:pt x="167165" y="1584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53313" cy="167167"/>
            </a:xfrm>
            <a:custGeom>
              <a:avLst/>
              <a:pathLst>
                <a:path w="53313" h="167167">
                  <a:moveTo>
                    <a:pt x="53313" y="8729"/>
                  </a:moveTo>
                  <a:lnTo>
                    <a:pt x="47565" y="6909"/>
                  </a:lnTo>
                  <a:lnTo>
                    <a:pt x="41756" y="5299"/>
                  </a:lnTo>
                  <a:lnTo>
                    <a:pt x="35892" y="3898"/>
                  </a:lnTo>
                  <a:lnTo>
                    <a:pt x="29981" y="2710"/>
                  </a:lnTo>
                  <a:lnTo>
                    <a:pt x="24032" y="1736"/>
                  </a:lnTo>
                  <a:lnTo>
                    <a:pt x="18051" y="977"/>
                  </a:lnTo>
                  <a:lnTo>
                    <a:pt x="12047" y="434"/>
                  </a:lnTo>
                  <a:lnTo>
                    <a:pt x="6027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126" y="941493"/>
              <a:ext cx="167089" cy="167167"/>
            </a:xfrm>
            <a:custGeom>
              <a:avLst/>
              <a:pathLst>
                <a:path w="167089" h="167167">
                  <a:moveTo>
                    <a:pt x="167089" y="0"/>
                  </a:moveTo>
                  <a:lnTo>
                    <a:pt x="161726" y="86"/>
                  </a:lnTo>
                  <a:lnTo>
                    <a:pt x="156368" y="344"/>
                  </a:lnTo>
                  <a:lnTo>
                    <a:pt x="151021" y="774"/>
                  </a:lnTo>
                  <a:lnTo>
                    <a:pt x="145691" y="1375"/>
                  </a:lnTo>
                  <a:lnTo>
                    <a:pt x="140382" y="2147"/>
                  </a:lnTo>
                  <a:lnTo>
                    <a:pt x="135101" y="3089"/>
                  </a:lnTo>
                  <a:lnTo>
                    <a:pt x="129853" y="4199"/>
                  </a:lnTo>
                  <a:lnTo>
                    <a:pt x="124644" y="5478"/>
                  </a:lnTo>
                  <a:lnTo>
                    <a:pt x="119478" y="6923"/>
                  </a:lnTo>
                  <a:lnTo>
                    <a:pt x="114361" y="8533"/>
                  </a:lnTo>
                  <a:lnTo>
                    <a:pt x="109298" y="10307"/>
                  </a:lnTo>
                  <a:lnTo>
                    <a:pt x="104295" y="12242"/>
                  </a:lnTo>
                  <a:lnTo>
                    <a:pt x="99357" y="14336"/>
                  </a:lnTo>
                  <a:lnTo>
                    <a:pt x="94488" y="16588"/>
                  </a:lnTo>
                  <a:lnTo>
                    <a:pt x="89694" y="18995"/>
                  </a:lnTo>
                  <a:lnTo>
                    <a:pt x="84980" y="21554"/>
                  </a:lnTo>
                  <a:lnTo>
                    <a:pt x="80351" y="24264"/>
                  </a:lnTo>
                  <a:lnTo>
                    <a:pt x="75810" y="27120"/>
                  </a:lnTo>
                  <a:lnTo>
                    <a:pt x="71364" y="30121"/>
                  </a:lnTo>
                  <a:lnTo>
                    <a:pt x="67016" y="33263"/>
                  </a:lnTo>
                  <a:lnTo>
                    <a:pt x="62771" y="36543"/>
                  </a:lnTo>
                  <a:lnTo>
                    <a:pt x="58634" y="39957"/>
                  </a:lnTo>
                  <a:lnTo>
                    <a:pt x="54608" y="43502"/>
                  </a:lnTo>
                  <a:lnTo>
                    <a:pt x="50699" y="47175"/>
                  </a:lnTo>
                  <a:lnTo>
                    <a:pt x="46909" y="50971"/>
                  </a:lnTo>
                  <a:lnTo>
                    <a:pt x="43242" y="54887"/>
                  </a:lnTo>
                  <a:lnTo>
                    <a:pt x="39704" y="58918"/>
                  </a:lnTo>
                  <a:lnTo>
                    <a:pt x="36296" y="63061"/>
                  </a:lnTo>
                  <a:lnTo>
                    <a:pt x="33023" y="67311"/>
                  </a:lnTo>
                  <a:lnTo>
                    <a:pt x="29888" y="71664"/>
                  </a:lnTo>
                  <a:lnTo>
                    <a:pt x="26895" y="76115"/>
                  </a:lnTo>
                  <a:lnTo>
                    <a:pt x="24046" y="80660"/>
                  </a:lnTo>
                  <a:lnTo>
                    <a:pt x="21344" y="85294"/>
                  </a:lnTo>
                  <a:lnTo>
                    <a:pt x="18792" y="90012"/>
                  </a:lnTo>
                  <a:lnTo>
                    <a:pt x="16393" y="94810"/>
                  </a:lnTo>
                  <a:lnTo>
                    <a:pt x="14149" y="99682"/>
                  </a:lnTo>
                  <a:lnTo>
                    <a:pt x="12062" y="104624"/>
                  </a:lnTo>
                  <a:lnTo>
                    <a:pt x="10136" y="109630"/>
                  </a:lnTo>
                  <a:lnTo>
                    <a:pt x="8370" y="114696"/>
                  </a:lnTo>
                  <a:lnTo>
                    <a:pt x="6769" y="119815"/>
                  </a:lnTo>
                  <a:lnTo>
                    <a:pt x="5332" y="124983"/>
                  </a:lnTo>
                  <a:lnTo>
                    <a:pt x="4062" y="130195"/>
                  </a:lnTo>
                  <a:lnTo>
                    <a:pt x="2959" y="135445"/>
                  </a:lnTo>
                  <a:lnTo>
                    <a:pt x="2026" y="140727"/>
                  </a:lnTo>
                  <a:lnTo>
                    <a:pt x="1263" y="146037"/>
                  </a:lnTo>
                  <a:lnTo>
                    <a:pt x="670" y="151368"/>
                  </a:lnTo>
                  <a:lnTo>
                    <a:pt x="249" y="156716"/>
                  </a:lnTo>
                  <a:lnTo>
                    <a:pt x="0" y="162074"/>
                  </a:lnTo>
                  <a:lnTo>
                    <a:pt x="16708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126" y="1103568"/>
              <a:ext cx="167089" cy="5092"/>
            </a:xfrm>
            <a:custGeom>
              <a:avLst/>
              <a:pathLst>
                <a:path w="167089" h="5092">
                  <a:moveTo>
                    <a:pt x="0" y="0"/>
                  </a:moveTo>
                  <a:lnTo>
                    <a:pt x="167089" y="50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48" y="1103568"/>
              <a:ext cx="167167" cy="171074"/>
            </a:xfrm>
            <a:custGeom>
              <a:avLst/>
              <a:pathLst>
                <a:path w="167167" h="171074">
                  <a:moveTo>
                    <a:pt x="77" y="0"/>
                  </a:moveTo>
                  <a:lnTo>
                    <a:pt x="0" y="5385"/>
                  </a:lnTo>
                  <a:lnTo>
                    <a:pt x="96" y="10770"/>
                  </a:lnTo>
                  <a:lnTo>
                    <a:pt x="365" y="16149"/>
                  </a:lnTo>
                  <a:lnTo>
                    <a:pt x="808" y="21516"/>
                  </a:lnTo>
                  <a:lnTo>
                    <a:pt x="1423" y="26867"/>
                  </a:lnTo>
                  <a:lnTo>
                    <a:pt x="2211" y="32194"/>
                  </a:lnTo>
                  <a:lnTo>
                    <a:pt x="3170" y="37494"/>
                  </a:lnTo>
                  <a:lnTo>
                    <a:pt x="4298" y="42760"/>
                  </a:lnTo>
                  <a:lnTo>
                    <a:pt x="5596" y="47987"/>
                  </a:lnTo>
                  <a:lnTo>
                    <a:pt x="7062" y="53170"/>
                  </a:lnTo>
                  <a:lnTo>
                    <a:pt x="8694" y="58302"/>
                  </a:lnTo>
                  <a:lnTo>
                    <a:pt x="10490" y="63380"/>
                  </a:lnTo>
                  <a:lnTo>
                    <a:pt x="12449" y="68396"/>
                  </a:lnTo>
                  <a:lnTo>
                    <a:pt x="14569" y="73348"/>
                  </a:lnTo>
                  <a:lnTo>
                    <a:pt x="16847" y="78228"/>
                  </a:lnTo>
                  <a:lnTo>
                    <a:pt x="19281" y="83032"/>
                  </a:lnTo>
                  <a:lnTo>
                    <a:pt x="21868" y="87756"/>
                  </a:lnTo>
                  <a:lnTo>
                    <a:pt x="24606" y="92393"/>
                  </a:lnTo>
                  <a:lnTo>
                    <a:pt x="27493" y="96940"/>
                  </a:lnTo>
                  <a:lnTo>
                    <a:pt x="30524" y="101392"/>
                  </a:lnTo>
                  <a:lnTo>
                    <a:pt x="33697" y="105744"/>
                  </a:lnTo>
                  <a:lnTo>
                    <a:pt x="37009" y="109991"/>
                  </a:lnTo>
                  <a:lnTo>
                    <a:pt x="40455" y="114130"/>
                  </a:lnTo>
                  <a:lnTo>
                    <a:pt x="44033" y="118155"/>
                  </a:lnTo>
                  <a:lnTo>
                    <a:pt x="47740" y="122063"/>
                  </a:lnTo>
                  <a:lnTo>
                    <a:pt x="51570" y="125849"/>
                  </a:lnTo>
                  <a:lnTo>
                    <a:pt x="55520" y="129510"/>
                  </a:lnTo>
                  <a:lnTo>
                    <a:pt x="59585" y="133042"/>
                  </a:lnTo>
                  <a:lnTo>
                    <a:pt x="63763" y="136441"/>
                  </a:lnTo>
                  <a:lnTo>
                    <a:pt x="68048" y="139704"/>
                  </a:lnTo>
                  <a:lnTo>
                    <a:pt x="72436" y="142827"/>
                  </a:lnTo>
                  <a:lnTo>
                    <a:pt x="76922" y="145808"/>
                  </a:lnTo>
                  <a:lnTo>
                    <a:pt x="81501" y="148642"/>
                  </a:lnTo>
                  <a:lnTo>
                    <a:pt x="86170" y="151327"/>
                  </a:lnTo>
                  <a:lnTo>
                    <a:pt x="90923" y="153860"/>
                  </a:lnTo>
                  <a:lnTo>
                    <a:pt x="95755" y="156239"/>
                  </a:lnTo>
                  <a:lnTo>
                    <a:pt x="100661" y="158461"/>
                  </a:lnTo>
                  <a:lnTo>
                    <a:pt x="105636" y="160524"/>
                  </a:lnTo>
                  <a:lnTo>
                    <a:pt x="110675" y="162425"/>
                  </a:lnTo>
                  <a:lnTo>
                    <a:pt x="115772" y="164163"/>
                  </a:lnTo>
                  <a:lnTo>
                    <a:pt x="120923" y="165736"/>
                  </a:lnTo>
                  <a:lnTo>
                    <a:pt x="126122" y="167143"/>
                  </a:lnTo>
                  <a:lnTo>
                    <a:pt x="131364" y="168381"/>
                  </a:lnTo>
                  <a:lnTo>
                    <a:pt x="136642" y="169449"/>
                  </a:lnTo>
                  <a:lnTo>
                    <a:pt x="141953" y="170347"/>
                  </a:lnTo>
                  <a:lnTo>
                    <a:pt x="147289" y="171074"/>
                  </a:lnTo>
                  <a:lnTo>
                    <a:pt x="167167" y="5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66338" y="941493"/>
              <a:ext cx="187043" cy="334328"/>
            </a:xfrm>
            <a:custGeom>
              <a:avLst/>
              <a:pathLst>
                <a:path w="187043" h="334328">
                  <a:moveTo>
                    <a:pt x="0" y="333148"/>
                  </a:moveTo>
                  <a:lnTo>
                    <a:pt x="5315" y="333699"/>
                  </a:lnTo>
                  <a:lnTo>
                    <a:pt x="10645" y="334079"/>
                  </a:lnTo>
                  <a:lnTo>
                    <a:pt x="15985" y="334289"/>
                  </a:lnTo>
                  <a:lnTo>
                    <a:pt x="21329" y="334328"/>
                  </a:lnTo>
                  <a:lnTo>
                    <a:pt x="26671" y="334196"/>
                  </a:lnTo>
                  <a:lnTo>
                    <a:pt x="32006" y="333894"/>
                  </a:lnTo>
                  <a:lnTo>
                    <a:pt x="37329" y="333421"/>
                  </a:lnTo>
                  <a:lnTo>
                    <a:pt x="42634" y="332778"/>
                  </a:lnTo>
                  <a:lnTo>
                    <a:pt x="47916" y="331966"/>
                  </a:lnTo>
                  <a:lnTo>
                    <a:pt x="53169" y="330986"/>
                  </a:lnTo>
                  <a:lnTo>
                    <a:pt x="58388" y="329838"/>
                  </a:lnTo>
                  <a:lnTo>
                    <a:pt x="63568" y="328524"/>
                  </a:lnTo>
                  <a:lnTo>
                    <a:pt x="68703" y="327045"/>
                  </a:lnTo>
                  <a:lnTo>
                    <a:pt x="73788" y="325403"/>
                  </a:lnTo>
                  <a:lnTo>
                    <a:pt x="78819" y="323599"/>
                  </a:lnTo>
                  <a:lnTo>
                    <a:pt x="83788" y="321635"/>
                  </a:lnTo>
                  <a:lnTo>
                    <a:pt x="88693" y="319513"/>
                  </a:lnTo>
                  <a:lnTo>
                    <a:pt x="93527" y="317236"/>
                  </a:lnTo>
                  <a:lnTo>
                    <a:pt x="98286" y="314805"/>
                  </a:lnTo>
                  <a:lnTo>
                    <a:pt x="102965" y="312223"/>
                  </a:lnTo>
                  <a:lnTo>
                    <a:pt x="107559" y="309493"/>
                  </a:lnTo>
                  <a:lnTo>
                    <a:pt x="112064" y="306618"/>
                  </a:lnTo>
                  <a:lnTo>
                    <a:pt x="116474" y="303600"/>
                  </a:lnTo>
                  <a:lnTo>
                    <a:pt x="120785" y="300443"/>
                  </a:lnTo>
                  <a:lnTo>
                    <a:pt x="124994" y="297150"/>
                  </a:lnTo>
                  <a:lnTo>
                    <a:pt x="129094" y="293723"/>
                  </a:lnTo>
                  <a:lnTo>
                    <a:pt x="133084" y="290168"/>
                  </a:lnTo>
                  <a:lnTo>
                    <a:pt x="136957" y="286486"/>
                  </a:lnTo>
                  <a:lnTo>
                    <a:pt x="140711" y="282683"/>
                  </a:lnTo>
                  <a:lnTo>
                    <a:pt x="144342" y="278762"/>
                  </a:lnTo>
                  <a:lnTo>
                    <a:pt x="147845" y="274727"/>
                  </a:lnTo>
                  <a:lnTo>
                    <a:pt x="151218" y="270581"/>
                  </a:lnTo>
                  <a:lnTo>
                    <a:pt x="154456" y="266331"/>
                  </a:lnTo>
                  <a:lnTo>
                    <a:pt x="157557" y="261978"/>
                  </a:lnTo>
                  <a:lnTo>
                    <a:pt x="160517" y="257529"/>
                  </a:lnTo>
                  <a:lnTo>
                    <a:pt x="163333" y="252988"/>
                  </a:lnTo>
                  <a:lnTo>
                    <a:pt x="166003" y="248359"/>
                  </a:lnTo>
                  <a:lnTo>
                    <a:pt x="168524" y="243647"/>
                  </a:lnTo>
                  <a:lnTo>
                    <a:pt x="170892" y="238856"/>
                  </a:lnTo>
                  <a:lnTo>
                    <a:pt x="173106" y="233993"/>
                  </a:lnTo>
                  <a:lnTo>
                    <a:pt x="175164" y="229061"/>
                  </a:lnTo>
                  <a:lnTo>
                    <a:pt x="177063" y="224066"/>
                  </a:lnTo>
                  <a:lnTo>
                    <a:pt x="178801" y="219013"/>
                  </a:lnTo>
                  <a:lnTo>
                    <a:pt x="180377" y="213906"/>
                  </a:lnTo>
                  <a:lnTo>
                    <a:pt x="181789" y="208752"/>
                  </a:lnTo>
                  <a:lnTo>
                    <a:pt x="183036" y="203556"/>
                  </a:lnTo>
                  <a:lnTo>
                    <a:pt x="184116" y="198322"/>
                  </a:lnTo>
                  <a:lnTo>
                    <a:pt x="185027" y="193057"/>
                  </a:lnTo>
                  <a:lnTo>
                    <a:pt x="185771" y="187765"/>
                  </a:lnTo>
                  <a:lnTo>
                    <a:pt x="186344" y="182452"/>
                  </a:lnTo>
                  <a:lnTo>
                    <a:pt x="186748" y="177123"/>
                  </a:lnTo>
                  <a:lnTo>
                    <a:pt x="186981" y="171785"/>
                  </a:lnTo>
                  <a:lnTo>
                    <a:pt x="187043" y="166441"/>
                  </a:lnTo>
                  <a:lnTo>
                    <a:pt x="186934" y="161098"/>
                  </a:lnTo>
                  <a:lnTo>
                    <a:pt x="186655" y="155762"/>
                  </a:lnTo>
                  <a:lnTo>
                    <a:pt x="186205" y="150437"/>
                  </a:lnTo>
                  <a:lnTo>
                    <a:pt x="185585" y="145129"/>
                  </a:lnTo>
                  <a:lnTo>
                    <a:pt x="184796" y="139844"/>
                  </a:lnTo>
                  <a:lnTo>
                    <a:pt x="183839" y="134586"/>
                  </a:lnTo>
                  <a:lnTo>
                    <a:pt x="182714" y="129362"/>
                  </a:lnTo>
                  <a:lnTo>
                    <a:pt x="181422" y="124177"/>
                  </a:lnTo>
                  <a:lnTo>
                    <a:pt x="179965" y="119035"/>
                  </a:lnTo>
                  <a:lnTo>
                    <a:pt x="178345" y="113943"/>
                  </a:lnTo>
                  <a:lnTo>
                    <a:pt x="176563" y="108905"/>
                  </a:lnTo>
                  <a:lnTo>
                    <a:pt x="174621" y="103927"/>
                  </a:lnTo>
                  <a:lnTo>
                    <a:pt x="172520" y="99013"/>
                  </a:lnTo>
                  <a:lnTo>
                    <a:pt x="170264" y="94169"/>
                  </a:lnTo>
                  <a:lnTo>
                    <a:pt x="167854" y="89399"/>
                  </a:lnTo>
                  <a:lnTo>
                    <a:pt x="165293" y="84709"/>
                  </a:lnTo>
                  <a:lnTo>
                    <a:pt x="162583" y="80104"/>
                  </a:lnTo>
                  <a:lnTo>
                    <a:pt x="159727" y="75587"/>
                  </a:lnTo>
                  <a:lnTo>
                    <a:pt x="156728" y="71164"/>
                  </a:lnTo>
                  <a:lnTo>
                    <a:pt x="153590" y="66838"/>
                  </a:lnTo>
                  <a:lnTo>
                    <a:pt x="150315" y="62616"/>
                  </a:lnTo>
                  <a:lnTo>
                    <a:pt x="146906" y="58500"/>
                  </a:lnTo>
                  <a:lnTo>
                    <a:pt x="143368" y="54495"/>
                  </a:lnTo>
                  <a:lnTo>
                    <a:pt x="139704" y="50606"/>
                  </a:lnTo>
                  <a:lnTo>
                    <a:pt x="135917" y="46835"/>
                  </a:lnTo>
                  <a:lnTo>
                    <a:pt x="132011" y="43188"/>
                  </a:lnTo>
                  <a:lnTo>
                    <a:pt x="127991" y="39667"/>
                  </a:lnTo>
                  <a:lnTo>
                    <a:pt x="123861" y="36276"/>
                  </a:lnTo>
                  <a:lnTo>
                    <a:pt x="119624" y="33020"/>
                  </a:lnTo>
                  <a:lnTo>
                    <a:pt x="115285" y="29900"/>
                  </a:lnTo>
                  <a:lnTo>
                    <a:pt x="110849" y="26921"/>
                  </a:lnTo>
                  <a:lnTo>
                    <a:pt x="106320" y="24085"/>
                  </a:lnTo>
                  <a:lnTo>
                    <a:pt x="101702" y="21395"/>
                  </a:lnTo>
                  <a:lnTo>
                    <a:pt x="97001" y="18854"/>
                  </a:lnTo>
                  <a:lnTo>
                    <a:pt x="92221" y="16464"/>
                  </a:lnTo>
                  <a:lnTo>
                    <a:pt x="87367" y="14229"/>
                  </a:lnTo>
                  <a:lnTo>
                    <a:pt x="82445" y="12150"/>
                  </a:lnTo>
                  <a:lnTo>
                    <a:pt x="77458" y="10229"/>
                  </a:lnTo>
                  <a:lnTo>
                    <a:pt x="72412" y="8469"/>
                  </a:lnTo>
                  <a:lnTo>
                    <a:pt x="67313" y="6871"/>
                  </a:lnTo>
                  <a:lnTo>
                    <a:pt x="62165" y="5437"/>
                  </a:lnTo>
                  <a:lnTo>
                    <a:pt x="56974" y="4168"/>
                  </a:lnTo>
                  <a:lnTo>
                    <a:pt x="51745" y="3065"/>
                  </a:lnTo>
                  <a:lnTo>
                    <a:pt x="46484" y="2130"/>
                  </a:lnTo>
                  <a:lnTo>
                    <a:pt x="41195" y="1364"/>
                  </a:lnTo>
                  <a:lnTo>
                    <a:pt x="35885" y="768"/>
                  </a:lnTo>
                  <a:lnTo>
                    <a:pt x="30558" y="341"/>
                  </a:lnTo>
                  <a:lnTo>
                    <a:pt x="25220" y="85"/>
                  </a:lnTo>
                  <a:lnTo>
                    <a:pt x="19877" y="0"/>
                  </a:lnTo>
                  <a:lnTo>
                    <a:pt x="1987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47" y="1071028"/>
              <a:ext cx="167154" cy="197440"/>
            </a:xfrm>
            <a:custGeom>
              <a:avLst/>
              <a:pathLst>
                <a:path w="167154" h="197440">
                  <a:moveTo>
                    <a:pt x="167154" y="0"/>
                  </a:moveTo>
                  <a:lnTo>
                    <a:pt x="161728" y="88"/>
                  </a:lnTo>
                  <a:lnTo>
                    <a:pt x="156308" y="352"/>
                  </a:lnTo>
                  <a:lnTo>
                    <a:pt x="150900" y="792"/>
                  </a:lnTo>
                  <a:lnTo>
                    <a:pt x="145509" y="1407"/>
                  </a:lnTo>
                  <a:lnTo>
                    <a:pt x="140140" y="2197"/>
                  </a:lnTo>
                  <a:lnTo>
                    <a:pt x="134800" y="3160"/>
                  </a:lnTo>
                  <a:lnTo>
                    <a:pt x="129495" y="4297"/>
                  </a:lnTo>
                  <a:lnTo>
                    <a:pt x="124228" y="5605"/>
                  </a:lnTo>
                  <a:lnTo>
                    <a:pt x="119007" y="7083"/>
                  </a:lnTo>
                  <a:lnTo>
                    <a:pt x="113837" y="8730"/>
                  </a:lnTo>
                  <a:lnTo>
                    <a:pt x="108723" y="10544"/>
                  </a:lnTo>
                  <a:lnTo>
                    <a:pt x="103671" y="12523"/>
                  </a:lnTo>
                  <a:lnTo>
                    <a:pt x="98685" y="14664"/>
                  </a:lnTo>
                  <a:lnTo>
                    <a:pt x="93772" y="16967"/>
                  </a:lnTo>
                  <a:lnTo>
                    <a:pt x="88935" y="19428"/>
                  </a:lnTo>
                  <a:lnTo>
                    <a:pt x="84182" y="22044"/>
                  </a:lnTo>
                  <a:lnTo>
                    <a:pt x="79515" y="24813"/>
                  </a:lnTo>
                  <a:lnTo>
                    <a:pt x="74942" y="27733"/>
                  </a:lnTo>
                  <a:lnTo>
                    <a:pt x="70465" y="30799"/>
                  </a:lnTo>
                  <a:lnTo>
                    <a:pt x="66090" y="34009"/>
                  </a:lnTo>
                  <a:lnTo>
                    <a:pt x="61821" y="37359"/>
                  </a:lnTo>
                  <a:lnTo>
                    <a:pt x="57664" y="40846"/>
                  </a:lnTo>
                  <a:lnTo>
                    <a:pt x="53622" y="44466"/>
                  </a:lnTo>
                  <a:lnTo>
                    <a:pt x="49699" y="48216"/>
                  </a:lnTo>
                  <a:lnTo>
                    <a:pt x="45901" y="52090"/>
                  </a:lnTo>
                  <a:lnTo>
                    <a:pt x="42230" y="56086"/>
                  </a:lnTo>
                  <a:lnTo>
                    <a:pt x="38690" y="60199"/>
                  </a:lnTo>
                  <a:lnTo>
                    <a:pt x="35286" y="64425"/>
                  </a:lnTo>
                  <a:lnTo>
                    <a:pt x="32021" y="68759"/>
                  </a:lnTo>
                  <a:lnTo>
                    <a:pt x="28898" y="73196"/>
                  </a:lnTo>
                  <a:lnTo>
                    <a:pt x="25921" y="77733"/>
                  </a:lnTo>
                  <a:lnTo>
                    <a:pt x="23093" y="82364"/>
                  </a:lnTo>
                  <a:lnTo>
                    <a:pt x="20417" y="87084"/>
                  </a:lnTo>
                  <a:lnTo>
                    <a:pt x="17895" y="91889"/>
                  </a:lnTo>
                  <a:lnTo>
                    <a:pt x="15530" y="96772"/>
                  </a:lnTo>
                  <a:lnTo>
                    <a:pt x="13326" y="101731"/>
                  </a:lnTo>
                  <a:lnTo>
                    <a:pt x="11283" y="106758"/>
                  </a:lnTo>
                  <a:lnTo>
                    <a:pt x="9404" y="111848"/>
                  </a:lnTo>
                  <a:lnTo>
                    <a:pt x="7692" y="116997"/>
                  </a:lnTo>
                  <a:lnTo>
                    <a:pt x="6148" y="122199"/>
                  </a:lnTo>
                  <a:lnTo>
                    <a:pt x="4773" y="127448"/>
                  </a:lnTo>
                  <a:lnTo>
                    <a:pt x="3570" y="132739"/>
                  </a:lnTo>
                  <a:lnTo>
                    <a:pt x="2538" y="138066"/>
                  </a:lnTo>
                  <a:lnTo>
                    <a:pt x="1681" y="143424"/>
                  </a:lnTo>
                  <a:lnTo>
                    <a:pt x="997" y="148807"/>
                  </a:lnTo>
                  <a:lnTo>
                    <a:pt x="489" y="154210"/>
                  </a:lnTo>
                  <a:lnTo>
                    <a:pt x="156" y="159626"/>
                  </a:lnTo>
                  <a:lnTo>
                    <a:pt x="0" y="165050"/>
                  </a:lnTo>
                  <a:lnTo>
                    <a:pt x="19" y="170476"/>
                  </a:lnTo>
                  <a:lnTo>
                    <a:pt x="214" y="175899"/>
                  </a:lnTo>
                  <a:lnTo>
                    <a:pt x="586" y="181312"/>
                  </a:lnTo>
                  <a:lnTo>
                    <a:pt x="1132" y="186711"/>
                  </a:lnTo>
                  <a:lnTo>
                    <a:pt x="1854" y="192089"/>
                  </a:lnTo>
                  <a:lnTo>
                    <a:pt x="2750" y="19744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800098" y="1238196"/>
              <a:ext cx="164403" cy="30273"/>
            </a:xfrm>
            <a:custGeom>
              <a:avLst/>
              <a:pathLst>
                <a:path w="164403" h="30273">
                  <a:moveTo>
                    <a:pt x="0" y="30273"/>
                  </a:moveTo>
                  <a:lnTo>
                    <a:pt x="16440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800098" y="1071280"/>
              <a:ext cx="331566" cy="334078"/>
            </a:xfrm>
            <a:custGeom>
              <a:avLst/>
              <a:pathLst>
                <a:path w="331566" h="334078">
                  <a:moveTo>
                    <a:pt x="0" y="197189"/>
                  </a:moveTo>
                  <a:lnTo>
                    <a:pt x="1043" y="202391"/>
                  </a:lnTo>
                  <a:lnTo>
                    <a:pt x="2251" y="207557"/>
                  </a:lnTo>
                  <a:lnTo>
                    <a:pt x="3623" y="212683"/>
                  </a:lnTo>
                  <a:lnTo>
                    <a:pt x="5156" y="217762"/>
                  </a:lnTo>
                  <a:lnTo>
                    <a:pt x="6850" y="222790"/>
                  </a:lnTo>
                  <a:lnTo>
                    <a:pt x="8702" y="227762"/>
                  </a:lnTo>
                  <a:lnTo>
                    <a:pt x="10712" y="232673"/>
                  </a:lnTo>
                  <a:lnTo>
                    <a:pt x="12876" y="237517"/>
                  </a:lnTo>
                  <a:lnTo>
                    <a:pt x="15193" y="242290"/>
                  </a:lnTo>
                  <a:lnTo>
                    <a:pt x="17660" y="246988"/>
                  </a:lnTo>
                  <a:lnTo>
                    <a:pt x="20275" y="251604"/>
                  </a:lnTo>
                  <a:lnTo>
                    <a:pt x="23036" y="256136"/>
                  </a:lnTo>
                  <a:lnTo>
                    <a:pt x="25938" y="260577"/>
                  </a:lnTo>
                  <a:lnTo>
                    <a:pt x="28980" y="264924"/>
                  </a:lnTo>
                  <a:lnTo>
                    <a:pt x="32159" y="269172"/>
                  </a:lnTo>
                  <a:lnTo>
                    <a:pt x="35471" y="273318"/>
                  </a:lnTo>
                  <a:lnTo>
                    <a:pt x="38912" y="277356"/>
                  </a:lnTo>
                  <a:lnTo>
                    <a:pt x="42480" y="281283"/>
                  </a:lnTo>
                  <a:lnTo>
                    <a:pt x="46171" y="285094"/>
                  </a:lnTo>
                  <a:lnTo>
                    <a:pt x="49981" y="288787"/>
                  </a:lnTo>
                  <a:lnTo>
                    <a:pt x="53907" y="292357"/>
                  </a:lnTo>
                  <a:lnTo>
                    <a:pt x="57943" y="295800"/>
                  </a:lnTo>
                  <a:lnTo>
                    <a:pt x="62087" y="299114"/>
                  </a:lnTo>
                  <a:lnTo>
                    <a:pt x="66334" y="302294"/>
                  </a:lnTo>
                  <a:lnTo>
                    <a:pt x="70680" y="305338"/>
                  </a:lnTo>
                  <a:lnTo>
                    <a:pt x="75120" y="308243"/>
                  </a:lnTo>
                  <a:lnTo>
                    <a:pt x="79650" y="311005"/>
                  </a:lnTo>
                  <a:lnTo>
                    <a:pt x="84265" y="313622"/>
                  </a:lnTo>
                  <a:lnTo>
                    <a:pt x="88961" y="316092"/>
                  </a:lnTo>
                  <a:lnTo>
                    <a:pt x="93733" y="318411"/>
                  </a:lnTo>
                  <a:lnTo>
                    <a:pt x="98577" y="320577"/>
                  </a:lnTo>
                  <a:lnTo>
                    <a:pt x="103486" y="322589"/>
                  </a:lnTo>
                  <a:lnTo>
                    <a:pt x="108458" y="324444"/>
                  </a:lnTo>
                  <a:lnTo>
                    <a:pt x="113485" y="326140"/>
                  </a:lnTo>
                  <a:lnTo>
                    <a:pt x="118564" y="327675"/>
                  </a:lnTo>
                  <a:lnTo>
                    <a:pt x="123688" y="329049"/>
                  </a:lnTo>
                  <a:lnTo>
                    <a:pt x="128854" y="330260"/>
                  </a:lnTo>
                  <a:lnTo>
                    <a:pt x="134056" y="331305"/>
                  </a:lnTo>
                  <a:lnTo>
                    <a:pt x="139288" y="332186"/>
                  </a:lnTo>
                  <a:lnTo>
                    <a:pt x="144546" y="332899"/>
                  </a:lnTo>
                  <a:lnTo>
                    <a:pt x="149823" y="333446"/>
                  </a:lnTo>
                  <a:lnTo>
                    <a:pt x="155116" y="333825"/>
                  </a:lnTo>
                  <a:lnTo>
                    <a:pt x="160417" y="334036"/>
                  </a:lnTo>
                  <a:lnTo>
                    <a:pt x="165723" y="334078"/>
                  </a:lnTo>
                  <a:lnTo>
                    <a:pt x="171027" y="333952"/>
                  </a:lnTo>
                  <a:lnTo>
                    <a:pt x="176325" y="333657"/>
                  </a:lnTo>
                  <a:lnTo>
                    <a:pt x="181610" y="333195"/>
                  </a:lnTo>
                  <a:lnTo>
                    <a:pt x="186879" y="332565"/>
                  </a:lnTo>
                  <a:lnTo>
                    <a:pt x="192124" y="331768"/>
                  </a:lnTo>
                  <a:lnTo>
                    <a:pt x="197342" y="330806"/>
                  </a:lnTo>
                  <a:lnTo>
                    <a:pt x="202527" y="329678"/>
                  </a:lnTo>
                  <a:lnTo>
                    <a:pt x="207673" y="328386"/>
                  </a:lnTo>
                  <a:lnTo>
                    <a:pt x="212775" y="326931"/>
                  </a:lnTo>
                  <a:lnTo>
                    <a:pt x="217829" y="325316"/>
                  </a:lnTo>
                  <a:lnTo>
                    <a:pt x="222829" y="323540"/>
                  </a:lnTo>
                  <a:lnTo>
                    <a:pt x="227770" y="321607"/>
                  </a:lnTo>
                  <a:lnTo>
                    <a:pt x="232647" y="319518"/>
                  </a:lnTo>
                  <a:lnTo>
                    <a:pt x="237456" y="317276"/>
                  </a:lnTo>
                  <a:lnTo>
                    <a:pt x="242191" y="314882"/>
                  </a:lnTo>
                  <a:lnTo>
                    <a:pt x="246848" y="312339"/>
                  </a:lnTo>
                  <a:lnTo>
                    <a:pt x="251421" y="309649"/>
                  </a:lnTo>
                  <a:lnTo>
                    <a:pt x="255907" y="306815"/>
                  </a:lnTo>
                  <a:lnTo>
                    <a:pt x="260301" y="303841"/>
                  </a:lnTo>
                  <a:lnTo>
                    <a:pt x="264598" y="300729"/>
                  </a:lnTo>
                  <a:lnTo>
                    <a:pt x="268794" y="297482"/>
                  </a:lnTo>
                  <a:lnTo>
                    <a:pt x="272885" y="294103"/>
                  </a:lnTo>
                  <a:lnTo>
                    <a:pt x="276867" y="290596"/>
                  </a:lnTo>
                  <a:lnTo>
                    <a:pt x="280735" y="286965"/>
                  </a:lnTo>
                  <a:lnTo>
                    <a:pt x="284486" y="283212"/>
                  </a:lnTo>
                  <a:lnTo>
                    <a:pt x="288116" y="279343"/>
                  </a:lnTo>
                  <a:lnTo>
                    <a:pt x="291622" y="275360"/>
                  </a:lnTo>
                  <a:lnTo>
                    <a:pt x="294999" y="271268"/>
                  </a:lnTo>
                  <a:lnTo>
                    <a:pt x="298245" y="267071"/>
                  </a:lnTo>
                  <a:lnTo>
                    <a:pt x="301356" y="262773"/>
                  </a:lnTo>
                  <a:lnTo>
                    <a:pt x="304330" y="258379"/>
                  </a:lnTo>
                  <a:lnTo>
                    <a:pt x="307162" y="253892"/>
                  </a:lnTo>
                  <a:lnTo>
                    <a:pt x="309850" y="249318"/>
                  </a:lnTo>
                  <a:lnTo>
                    <a:pt x="312392" y="244660"/>
                  </a:lnTo>
                  <a:lnTo>
                    <a:pt x="314784" y="239925"/>
                  </a:lnTo>
                  <a:lnTo>
                    <a:pt x="317026" y="235116"/>
                  </a:lnTo>
                  <a:lnTo>
                    <a:pt x="319113" y="230238"/>
                  </a:lnTo>
                  <a:lnTo>
                    <a:pt x="321045" y="225296"/>
                  </a:lnTo>
                  <a:lnTo>
                    <a:pt x="322819" y="220295"/>
                  </a:lnTo>
                  <a:lnTo>
                    <a:pt x="324433" y="215241"/>
                  </a:lnTo>
                  <a:lnTo>
                    <a:pt x="325886" y="210138"/>
                  </a:lnTo>
                  <a:lnTo>
                    <a:pt x="327176" y="204992"/>
                  </a:lnTo>
                  <a:lnTo>
                    <a:pt x="328303" y="199807"/>
                  </a:lnTo>
                  <a:lnTo>
                    <a:pt x="329264" y="194589"/>
                  </a:lnTo>
                  <a:lnTo>
                    <a:pt x="330059" y="189343"/>
                  </a:lnTo>
                  <a:lnTo>
                    <a:pt x="330687" y="184075"/>
                  </a:lnTo>
                  <a:lnTo>
                    <a:pt x="331148" y="178789"/>
                  </a:lnTo>
                  <a:lnTo>
                    <a:pt x="331441" y="173491"/>
                  </a:lnTo>
                  <a:lnTo>
                    <a:pt x="331566" y="168187"/>
                  </a:lnTo>
                  <a:lnTo>
                    <a:pt x="331522" y="162881"/>
                  </a:lnTo>
                  <a:lnTo>
                    <a:pt x="331309" y="157580"/>
                  </a:lnTo>
                  <a:lnTo>
                    <a:pt x="330929" y="152287"/>
                  </a:lnTo>
                  <a:lnTo>
                    <a:pt x="330381" y="147010"/>
                  </a:lnTo>
                  <a:lnTo>
                    <a:pt x="329666" y="141753"/>
                  </a:lnTo>
                  <a:lnTo>
                    <a:pt x="328784" y="136521"/>
                  </a:lnTo>
                  <a:lnTo>
                    <a:pt x="327736" y="131319"/>
                  </a:lnTo>
                  <a:lnTo>
                    <a:pt x="326525" y="126154"/>
                  </a:lnTo>
                  <a:lnTo>
                    <a:pt x="325149" y="121029"/>
                  </a:lnTo>
                  <a:lnTo>
                    <a:pt x="323612" y="115951"/>
                  </a:lnTo>
                  <a:lnTo>
                    <a:pt x="321915" y="110924"/>
                  </a:lnTo>
                  <a:lnTo>
                    <a:pt x="320058" y="105954"/>
                  </a:lnTo>
                  <a:lnTo>
                    <a:pt x="318045" y="101045"/>
                  </a:lnTo>
                  <a:lnTo>
                    <a:pt x="315877" y="96202"/>
                  </a:lnTo>
                  <a:lnTo>
                    <a:pt x="313557" y="91430"/>
                  </a:lnTo>
                  <a:lnTo>
                    <a:pt x="311086" y="86735"/>
                  </a:lnTo>
                  <a:lnTo>
                    <a:pt x="308468" y="82120"/>
                  </a:lnTo>
                  <a:lnTo>
                    <a:pt x="305704" y="77591"/>
                  </a:lnTo>
                  <a:lnTo>
                    <a:pt x="302798" y="73152"/>
                  </a:lnTo>
                  <a:lnTo>
                    <a:pt x="299753" y="68807"/>
                  </a:lnTo>
                  <a:lnTo>
                    <a:pt x="296571" y="64561"/>
                  </a:lnTo>
                  <a:lnTo>
                    <a:pt x="293256" y="60418"/>
                  </a:lnTo>
                  <a:lnTo>
                    <a:pt x="289812" y="56383"/>
                  </a:lnTo>
                  <a:lnTo>
                    <a:pt x="286241" y="52458"/>
                  </a:lnTo>
                  <a:lnTo>
                    <a:pt x="282547" y="48649"/>
                  </a:lnTo>
                  <a:lnTo>
                    <a:pt x="278734" y="44960"/>
                  </a:lnTo>
                  <a:lnTo>
                    <a:pt x="274806" y="41393"/>
                  </a:lnTo>
                  <a:lnTo>
                    <a:pt x="270767" y="37952"/>
                  </a:lnTo>
                  <a:lnTo>
                    <a:pt x="266621" y="34642"/>
                  </a:lnTo>
                  <a:lnTo>
                    <a:pt x="262372" y="31464"/>
                  </a:lnTo>
                  <a:lnTo>
                    <a:pt x="258024" y="28423"/>
                  </a:lnTo>
                  <a:lnTo>
                    <a:pt x="253582" y="25522"/>
                  </a:lnTo>
                  <a:lnTo>
                    <a:pt x="249050" y="22763"/>
                  </a:lnTo>
                  <a:lnTo>
                    <a:pt x="244432" y="20150"/>
                  </a:lnTo>
                  <a:lnTo>
                    <a:pt x="239734" y="17684"/>
                  </a:lnTo>
                  <a:lnTo>
                    <a:pt x="234960" y="15368"/>
                  </a:lnTo>
                  <a:lnTo>
                    <a:pt x="230115" y="13205"/>
                  </a:lnTo>
                  <a:lnTo>
                    <a:pt x="225204" y="11197"/>
                  </a:lnTo>
                  <a:lnTo>
                    <a:pt x="220232" y="9346"/>
                  </a:lnTo>
                  <a:lnTo>
                    <a:pt x="215203" y="7654"/>
                  </a:lnTo>
                  <a:lnTo>
                    <a:pt x="210123" y="6122"/>
                  </a:lnTo>
                  <a:lnTo>
                    <a:pt x="204997" y="4752"/>
                  </a:lnTo>
                  <a:lnTo>
                    <a:pt x="199831" y="3545"/>
                  </a:lnTo>
                  <a:lnTo>
                    <a:pt x="194628" y="2503"/>
                  </a:lnTo>
                  <a:lnTo>
                    <a:pt x="189395" y="1627"/>
                  </a:lnTo>
                  <a:lnTo>
                    <a:pt x="184137" y="917"/>
                  </a:lnTo>
                  <a:lnTo>
                    <a:pt x="178859" y="374"/>
                  </a:lnTo>
                  <a:lnTo>
                    <a:pt x="173567" y="0"/>
                  </a:lnTo>
                  <a:lnTo>
                    <a:pt x="164403" y="1669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9163" cy="167167"/>
            </a:xfrm>
            <a:custGeom>
              <a:avLst/>
              <a:pathLst>
                <a:path w="9163" h="167167">
                  <a:moveTo>
                    <a:pt x="9163" y="25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4244" y="1322571"/>
              <a:ext cx="54476" cy="167167"/>
            </a:xfrm>
            <a:custGeom>
              <a:avLst/>
              <a:pathLst>
                <a:path w="54476" h="167167">
                  <a:moveTo>
                    <a:pt x="54476" y="0"/>
                  </a:moveTo>
                  <a:lnTo>
                    <a:pt x="48311" y="113"/>
                  </a:lnTo>
                  <a:lnTo>
                    <a:pt x="42156" y="454"/>
                  </a:lnTo>
                  <a:lnTo>
                    <a:pt x="36017" y="1022"/>
                  </a:lnTo>
                  <a:lnTo>
                    <a:pt x="29903" y="1815"/>
                  </a:lnTo>
                  <a:lnTo>
                    <a:pt x="23822" y="2834"/>
                  </a:lnTo>
                  <a:lnTo>
                    <a:pt x="17784" y="4076"/>
                  </a:lnTo>
                  <a:lnTo>
                    <a:pt x="11795" y="5540"/>
                  </a:lnTo>
                  <a:lnTo>
                    <a:pt x="5864" y="7224"/>
                  </a:lnTo>
                  <a:lnTo>
                    <a:pt x="0" y="9125"/>
                  </a:lnTo>
                  <a:lnTo>
                    <a:pt x="5447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4244" y="1331697"/>
              <a:ext cx="54476" cy="158042"/>
            </a:xfrm>
            <a:custGeom>
              <a:avLst/>
              <a:pathLst>
                <a:path w="54476" h="158042">
                  <a:moveTo>
                    <a:pt x="0" y="0"/>
                  </a:moveTo>
                  <a:lnTo>
                    <a:pt x="54476" y="158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56" y="1331697"/>
              <a:ext cx="334314" cy="325208"/>
            </a:xfrm>
            <a:custGeom>
              <a:avLst/>
              <a:pathLst>
                <a:path w="334314" h="325208">
                  <a:moveTo>
                    <a:pt x="112688" y="0"/>
                  </a:moveTo>
                  <a:lnTo>
                    <a:pt x="107719" y="1801"/>
                  </a:lnTo>
                  <a:lnTo>
                    <a:pt x="102810" y="3758"/>
                  </a:lnTo>
                  <a:lnTo>
                    <a:pt x="97965" y="5869"/>
                  </a:lnTo>
                  <a:lnTo>
                    <a:pt x="93189" y="8133"/>
                  </a:lnTo>
                  <a:lnTo>
                    <a:pt x="88487" y="10546"/>
                  </a:lnTo>
                  <a:lnTo>
                    <a:pt x="83864" y="13107"/>
                  </a:lnTo>
                  <a:lnTo>
                    <a:pt x="79324" y="15813"/>
                  </a:lnTo>
                  <a:lnTo>
                    <a:pt x="74872" y="18661"/>
                  </a:lnTo>
                  <a:lnTo>
                    <a:pt x="70512" y="21648"/>
                  </a:lnTo>
                  <a:lnTo>
                    <a:pt x="66249" y="24771"/>
                  </a:lnTo>
                  <a:lnTo>
                    <a:pt x="62086" y="28028"/>
                  </a:lnTo>
                  <a:lnTo>
                    <a:pt x="58029" y="31415"/>
                  </a:lnTo>
                  <a:lnTo>
                    <a:pt x="54080" y="34928"/>
                  </a:lnTo>
                  <a:lnTo>
                    <a:pt x="50245" y="38564"/>
                  </a:lnTo>
                  <a:lnTo>
                    <a:pt x="46527" y="42320"/>
                  </a:lnTo>
                  <a:lnTo>
                    <a:pt x="42929" y="46191"/>
                  </a:lnTo>
                  <a:lnTo>
                    <a:pt x="39455" y="50174"/>
                  </a:lnTo>
                  <a:lnTo>
                    <a:pt x="36109" y="54265"/>
                  </a:lnTo>
                  <a:lnTo>
                    <a:pt x="32894" y="58460"/>
                  </a:lnTo>
                  <a:lnTo>
                    <a:pt x="29813" y="62754"/>
                  </a:lnTo>
                  <a:lnTo>
                    <a:pt x="26870" y="67144"/>
                  </a:lnTo>
                  <a:lnTo>
                    <a:pt x="24066" y="71624"/>
                  </a:lnTo>
                  <a:lnTo>
                    <a:pt x="21406" y="76191"/>
                  </a:lnTo>
                  <a:lnTo>
                    <a:pt x="18891" y="80839"/>
                  </a:lnTo>
                  <a:lnTo>
                    <a:pt x="16525" y="85565"/>
                  </a:lnTo>
                  <a:lnTo>
                    <a:pt x="14309" y="90363"/>
                  </a:lnTo>
                  <a:lnTo>
                    <a:pt x="12246" y="95229"/>
                  </a:lnTo>
                  <a:lnTo>
                    <a:pt x="10338" y="100158"/>
                  </a:lnTo>
                  <a:lnTo>
                    <a:pt x="8587" y="105144"/>
                  </a:lnTo>
                  <a:lnTo>
                    <a:pt x="6994" y="110184"/>
                  </a:lnTo>
                  <a:lnTo>
                    <a:pt x="5561" y="115271"/>
                  </a:lnTo>
                  <a:lnTo>
                    <a:pt x="4290" y="120401"/>
                  </a:lnTo>
                  <a:lnTo>
                    <a:pt x="3181" y="125568"/>
                  </a:lnTo>
                  <a:lnTo>
                    <a:pt x="2237" y="130768"/>
                  </a:lnTo>
                  <a:lnTo>
                    <a:pt x="1457" y="135995"/>
                  </a:lnTo>
                  <a:lnTo>
                    <a:pt x="843" y="141245"/>
                  </a:lnTo>
                  <a:lnTo>
                    <a:pt x="395" y="146511"/>
                  </a:lnTo>
                  <a:lnTo>
                    <a:pt x="114" y="151788"/>
                  </a:lnTo>
                  <a:lnTo>
                    <a:pt x="0" y="157072"/>
                  </a:lnTo>
                  <a:lnTo>
                    <a:pt x="52" y="162357"/>
                  </a:lnTo>
                  <a:lnTo>
                    <a:pt x="272" y="167638"/>
                  </a:lnTo>
                  <a:lnTo>
                    <a:pt x="659" y="172908"/>
                  </a:lnTo>
                  <a:lnTo>
                    <a:pt x="1212" y="178165"/>
                  </a:lnTo>
                  <a:lnTo>
                    <a:pt x="1931" y="183400"/>
                  </a:lnTo>
                  <a:lnTo>
                    <a:pt x="2816" y="188611"/>
                  </a:lnTo>
                  <a:lnTo>
                    <a:pt x="3864" y="193791"/>
                  </a:lnTo>
                  <a:lnTo>
                    <a:pt x="5076" y="198935"/>
                  </a:lnTo>
                  <a:lnTo>
                    <a:pt x="6449" y="204039"/>
                  </a:lnTo>
                  <a:lnTo>
                    <a:pt x="7984" y="209096"/>
                  </a:lnTo>
                  <a:lnTo>
                    <a:pt x="9677" y="214103"/>
                  </a:lnTo>
                  <a:lnTo>
                    <a:pt x="11528" y="219053"/>
                  </a:lnTo>
                  <a:lnTo>
                    <a:pt x="13535" y="223943"/>
                  </a:lnTo>
                  <a:lnTo>
                    <a:pt x="15695" y="228766"/>
                  </a:lnTo>
                  <a:lnTo>
                    <a:pt x="18006" y="233519"/>
                  </a:lnTo>
                  <a:lnTo>
                    <a:pt x="20467" y="238196"/>
                  </a:lnTo>
                  <a:lnTo>
                    <a:pt x="23074" y="242794"/>
                  </a:lnTo>
                  <a:lnTo>
                    <a:pt x="25825" y="247306"/>
                  </a:lnTo>
                  <a:lnTo>
                    <a:pt x="28717" y="251730"/>
                  </a:lnTo>
                  <a:lnTo>
                    <a:pt x="31748" y="256059"/>
                  </a:lnTo>
                  <a:lnTo>
                    <a:pt x="34914" y="260291"/>
                  </a:lnTo>
                  <a:lnTo>
                    <a:pt x="38213" y="264421"/>
                  </a:lnTo>
                  <a:lnTo>
                    <a:pt x="41640" y="268444"/>
                  </a:lnTo>
                  <a:lnTo>
                    <a:pt x="45193" y="272357"/>
                  </a:lnTo>
                  <a:lnTo>
                    <a:pt x="48867" y="276155"/>
                  </a:lnTo>
                  <a:lnTo>
                    <a:pt x="52660" y="279836"/>
                  </a:lnTo>
                  <a:lnTo>
                    <a:pt x="56567" y="283394"/>
                  </a:lnTo>
                  <a:lnTo>
                    <a:pt x="60585" y="286828"/>
                  </a:lnTo>
                  <a:lnTo>
                    <a:pt x="64710" y="290133"/>
                  </a:lnTo>
                  <a:lnTo>
                    <a:pt x="68937" y="293305"/>
                  </a:lnTo>
                  <a:lnTo>
                    <a:pt x="73262" y="296343"/>
                  </a:lnTo>
                  <a:lnTo>
                    <a:pt x="77680" y="299242"/>
                  </a:lnTo>
                  <a:lnTo>
                    <a:pt x="82189" y="302000"/>
                  </a:lnTo>
                  <a:lnTo>
                    <a:pt x="86782" y="304615"/>
                  </a:lnTo>
                  <a:lnTo>
                    <a:pt x="91456" y="307082"/>
                  </a:lnTo>
                  <a:lnTo>
                    <a:pt x="96205" y="309401"/>
                  </a:lnTo>
                  <a:lnTo>
                    <a:pt x="101025" y="311569"/>
                  </a:lnTo>
                  <a:lnTo>
                    <a:pt x="105911" y="313583"/>
                  </a:lnTo>
                  <a:lnTo>
                    <a:pt x="110859" y="315441"/>
                  </a:lnTo>
                  <a:lnTo>
                    <a:pt x="115863" y="317143"/>
                  </a:lnTo>
                  <a:lnTo>
                    <a:pt x="120918" y="318685"/>
                  </a:lnTo>
                  <a:lnTo>
                    <a:pt x="126019" y="320066"/>
                  </a:lnTo>
                  <a:lnTo>
                    <a:pt x="131161" y="321286"/>
                  </a:lnTo>
                  <a:lnTo>
                    <a:pt x="136340" y="322343"/>
                  </a:lnTo>
                  <a:lnTo>
                    <a:pt x="141549" y="323235"/>
                  </a:lnTo>
                  <a:lnTo>
                    <a:pt x="146784" y="323962"/>
                  </a:lnTo>
                  <a:lnTo>
                    <a:pt x="152039" y="324523"/>
                  </a:lnTo>
                  <a:lnTo>
                    <a:pt x="157309" y="324918"/>
                  </a:lnTo>
                  <a:lnTo>
                    <a:pt x="162590" y="325146"/>
                  </a:lnTo>
                  <a:lnTo>
                    <a:pt x="167874" y="325208"/>
                  </a:lnTo>
                  <a:lnTo>
                    <a:pt x="173158" y="325102"/>
                  </a:lnTo>
                  <a:lnTo>
                    <a:pt x="178436" y="324829"/>
                  </a:lnTo>
                  <a:lnTo>
                    <a:pt x="183703" y="324389"/>
                  </a:lnTo>
                  <a:lnTo>
                    <a:pt x="188953" y="323783"/>
                  </a:lnTo>
                  <a:lnTo>
                    <a:pt x="194182" y="323011"/>
                  </a:lnTo>
                  <a:lnTo>
                    <a:pt x="199383" y="322075"/>
                  </a:lnTo>
                  <a:lnTo>
                    <a:pt x="204552" y="320974"/>
                  </a:lnTo>
                  <a:lnTo>
                    <a:pt x="209684" y="319711"/>
                  </a:lnTo>
                  <a:lnTo>
                    <a:pt x="214774" y="318286"/>
                  </a:lnTo>
                  <a:lnTo>
                    <a:pt x="219816" y="316701"/>
                  </a:lnTo>
                  <a:lnTo>
                    <a:pt x="224805" y="314957"/>
                  </a:lnTo>
                  <a:lnTo>
                    <a:pt x="229736" y="313057"/>
                  </a:lnTo>
                  <a:lnTo>
                    <a:pt x="234605" y="311001"/>
                  </a:lnTo>
                  <a:lnTo>
                    <a:pt x="239407" y="308793"/>
                  </a:lnTo>
                  <a:lnTo>
                    <a:pt x="244136" y="306434"/>
                  </a:lnTo>
                  <a:lnTo>
                    <a:pt x="248789" y="303926"/>
                  </a:lnTo>
                  <a:lnTo>
                    <a:pt x="253360" y="301273"/>
                  </a:lnTo>
                  <a:lnTo>
                    <a:pt x="257844" y="298477"/>
                  </a:lnTo>
                  <a:lnTo>
                    <a:pt x="262238" y="295540"/>
                  </a:lnTo>
                  <a:lnTo>
                    <a:pt x="266537" y="292466"/>
                  </a:lnTo>
                  <a:lnTo>
                    <a:pt x="270737" y="289258"/>
                  </a:lnTo>
                  <a:lnTo>
                    <a:pt x="274833" y="285918"/>
                  </a:lnTo>
                  <a:lnTo>
                    <a:pt x="278822" y="282450"/>
                  </a:lnTo>
                  <a:lnTo>
                    <a:pt x="282699" y="278858"/>
                  </a:lnTo>
                  <a:lnTo>
                    <a:pt x="286460" y="275146"/>
                  </a:lnTo>
                  <a:lnTo>
                    <a:pt x="290102" y="271316"/>
                  </a:lnTo>
                  <a:lnTo>
                    <a:pt x="293622" y="267373"/>
                  </a:lnTo>
                  <a:lnTo>
                    <a:pt x="297015" y="263321"/>
                  </a:lnTo>
                  <a:lnTo>
                    <a:pt x="300278" y="259164"/>
                  </a:lnTo>
                  <a:lnTo>
                    <a:pt x="303408" y="254905"/>
                  </a:lnTo>
                  <a:lnTo>
                    <a:pt x="306402" y="250550"/>
                  </a:lnTo>
                  <a:lnTo>
                    <a:pt x="309257" y="246102"/>
                  </a:lnTo>
                  <a:lnTo>
                    <a:pt x="311969" y="241566"/>
                  </a:lnTo>
                  <a:lnTo>
                    <a:pt x="314537" y="236947"/>
                  </a:lnTo>
                  <a:lnTo>
                    <a:pt x="316958" y="232249"/>
                  </a:lnTo>
                  <a:lnTo>
                    <a:pt x="319229" y="227477"/>
                  </a:lnTo>
                  <a:lnTo>
                    <a:pt x="321348" y="222635"/>
                  </a:lnTo>
                  <a:lnTo>
                    <a:pt x="323313" y="217729"/>
                  </a:lnTo>
                  <a:lnTo>
                    <a:pt x="325122" y="212763"/>
                  </a:lnTo>
                  <a:lnTo>
                    <a:pt x="326772" y="207742"/>
                  </a:lnTo>
                  <a:lnTo>
                    <a:pt x="328264" y="202672"/>
                  </a:lnTo>
                  <a:lnTo>
                    <a:pt x="329594" y="197557"/>
                  </a:lnTo>
                  <a:lnTo>
                    <a:pt x="330762" y="192402"/>
                  </a:lnTo>
                  <a:lnTo>
                    <a:pt x="331767" y="187214"/>
                  </a:lnTo>
                  <a:lnTo>
                    <a:pt x="332606" y="181996"/>
                  </a:lnTo>
                  <a:lnTo>
                    <a:pt x="333281" y="176754"/>
                  </a:lnTo>
                  <a:lnTo>
                    <a:pt x="333789" y="171493"/>
                  </a:lnTo>
                  <a:lnTo>
                    <a:pt x="334131" y="166219"/>
                  </a:lnTo>
                  <a:lnTo>
                    <a:pt x="334306" y="160937"/>
                  </a:lnTo>
                  <a:lnTo>
                    <a:pt x="334314" y="155652"/>
                  </a:lnTo>
                  <a:lnTo>
                    <a:pt x="334155" y="150369"/>
                  </a:lnTo>
                  <a:lnTo>
                    <a:pt x="333829" y="145094"/>
                  </a:lnTo>
                  <a:lnTo>
                    <a:pt x="333337" y="139832"/>
                  </a:lnTo>
                  <a:lnTo>
                    <a:pt x="332678" y="134588"/>
                  </a:lnTo>
                  <a:lnTo>
                    <a:pt x="331854" y="129368"/>
                  </a:lnTo>
                  <a:lnTo>
                    <a:pt x="330865" y="124176"/>
                  </a:lnTo>
                  <a:lnTo>
                    <a:pt x="329713" y="119018"/>
                  </a:lnTo>
                  <a:lnTo>
                    <a:pt x="328398" y="113899"/>
                  </a:lnTo>
                  <a:lnTo>
                    <a:pt x="326922" y="108824"/>
                  </a:lnTo>
                  <a:lnTo>
                    <a:pt x="325286" y="103799"/>
                  </a:lnTo>
                  <a:lnTo>
                    <a:pt x="323493" y="98827"/>
                  </a:lnTo>
                  <a:lnTo>
                    <a:pt x="321543" y="93915"/>
                  </a:lnTo>
                  <a:lnTo>
                    <a:pt x="319438" y="89067"/>
                  </a:lnTo>
                  <a:lnTo>
                    <a:pt x="317182" y="84288"/>
                  </a:lnTo>
                  <a:lnTo>
                    <a:pt x="314776" y="79583"/>
                  </a:lnTo>
                  <a:lnTo>
                    <a:pt x="312222" y="74956"/>
                  </a:lnTo>
                  <a:lnTo>
                    <a:pt x="309523" y="70412"/>
                  </a:lnTo>
                  <a:lnTo>
                    <a:pt x="306681" y="65955"/>
                  </a:lnTo>
                  <a:lnTo>
                    <a:pt x="303701" y="61591"/>
                  </a:lnTo>
                  <a:lnTo>
                    <a:pt x="300583" y="57323"/>
                  </a:lnTo>
                  <a:lnTo>
                    <a:pt x="297333" y="53156"/>
                  </a:lnTo>
                  <a:lnTo>
                    <a:pt x="293952" y="49093"/>
                  </a:lnTo>
                  <a:lnTo>
                    <a:pt x="290445" y="45140"/>
                  </a:lnTo>
                  <a:lnTo>
                    <a:pt x="286814" y="41299"/>
                  </a:lnTo>
                  <a:lnTo>
                    <a:pt x="283064" y="37575"/>
                  </a:lnTo>
                  <a:lnTo>
                    <a:pt x="279198" y="33971"/>
                  </a:lnTo>
                  <a:lnTo>
                    <a:pt x="275220" y="30492"/>
                  </a:lnTo>
                  <a:lnTo>
                    <a:pt x="271134" y="27140"/>
                  </a:lnTo>
                  <a:lnTo>
                    <a:pt x="266944" y="23919"/>
                  </a:lnTo>
                  <a:lnTo>
                    <a:pt x="262654" y="20831"/>
                  </a:lnTo>
                  <a:lnTo>
                    <a:pt x="258269" y="17881"/>
                  </a:lnTo>
                  <a:lnTo>
                    <a:pt x="253793" y="15072"/>
                  </a:lnTo>
                  <a:lnTo>
                    <a:pt x="249230" y="12405"/>
                  </a:lnTo>
                  <a:lnTo>
                    <a:pt x="244585" y="9883"/>
                  </a:lnTo>
                  <a:lnTo>
                    <a:pt x="239863" y="7510"/>
                  </a:lnTo>
                  <a:lnTo>
                    <a:pt x="235068" y="5287"/>
                  </a:lnTo>
                  <a:lnTo>
                    <a:pt x="230205" y="3217"/>
                  </a:lnTo>
                  <a:lnTo>
                    <a:pt x="225279" y="1301"/>
                  </a:lnTo>
                  <a:lnTo>
                    <a:pt x="167164" y="158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58115" cy="167167"/>
            </a:xfrm>
            <a:custGeom>
              <a:avLst/>
              <a:pathLst>
                <a:path w="58115" h="167167">
                  <a:moveTo>
                    <a:pt x="58115" y="10426"/>
                  </a:moveTo>
                  <a:lnTo>
                    <a:pt x="52514" y="8462"/>
                  </a:lnTo>
                  <a:lnTo>
                    <a:pt x="46847" y="6698"/>
                  </a:lnTo>
                  <a:lnTo>
                    <a:pt x="41121" y="5136"/>
                  </a:lnTo>
                  <a:lnTo>
                    <a:pt x="35343" y="3779"/>
                  </a:lnTo>
                  <a:lnTo>
                    <a:pt x="29521" y="2627"/>
                  </a:lnTo>
                  <a:lnTo>
                    <a:pt x="23662" y="1683"/>
                  </a:lnTo>
                  <a:lnTo>
                    <a:pt x="17772" y="947"/>
                  </a:lnTo>
                  <a:lnTo>
                    <a:pt x="11860" y="421"/>
                  </a:lnTo>
                  <a:lnTo>
                    <a:pt x="593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48130" y="1681503"/>
              <a:ext cx="38394" cy="167167"/>
            </a:xfrm>
            <a:custGeom>
              <a:avLst/>
              <a:pathLst>
                <a:path w="38394" h="167167">
                  <a:moveTo>
                    <a:pt x="38394" y="0"/>
                  </a:moveTo>
                  <a:lnTo>
                    <a:pt x="31939" y="124"/>
                  </a:lnTo>
                  <a:lnTo>
                    <a:pt x="25494" y="498"/>
                  </a:lnTo>
                  <a:lnTo>
                    <a:pt x="19067" y="1121"/>
                  </a:lnTo>
                  <a:lnTo>
                    <a:pt x="12670" y="1991"/>
                  </a:lnTo>
                  <a:lnTo>
                    <a:pt x="6311" y="3107"/>
                  </a:lnTo>
                  <a:lnTo>
                    <a:pt x="0" y="4468"/>
                  </a:lnTo>
                  <a:lnTo>
                    <a:pt x="3839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8130" y="1685972"/>
              <a:ext cx="38394" cy="162698"/>
            </a:xfrm>
            <a:custGeom>
              <a:avLst/>
              <a:pathLst>
                <a:path w="38394" h="162698">
                  <a:moveTo>
                    <a:pt x="0" y="0"/>
                  </a:moveTo>
                  <a:lnTo>
                    <a:pt x="38394" y="1626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91089" y="1685972"/>
              <a:ext cx="95435" cy="162698"/>
            </a:xfrm>
            <a:custGeom>
              <a:avLst/>
              <a:pathLst>
                <a:path w="95435" h="162698">
                  <a:moveTo>
                    <a:pt x="57040" y="0"/>
                  </a:moveTo>
                  <a:lnTo>
                    <a:pt x="50954" y="1557"/>
                  </a:lnTo>
                  <a:lnTo>
                    <a:pt x="44930" y="3342"/>
                  </a:lnTo>
                  <a:lnTo>
                    <a:pt x="38978" y="5353"/>
                  </a:lnTo>
                  <a:lnTo>
                    <a:pt x="33105" y="7585"/>
                  </a:lnTo>
                  <a:lnTo>
                    <a:pt x="27321" y="10037"/>
                  </a:lnTo>
                  <a:lnTo>
                    <a:pt x="21632" y="12704"/>
                  </a:lnTo>
                  <a:lnTo>
                    <a:pt x="16048" y="15583"/>
                  </a:lnTo>
                  <a:lnTo>
                    <a:pt x="10576" y="18670"/>
                  </a:lnTo>
                  <a:lnTo>
                    <a:pt x="5224" y="21961"/>
                  </a:lnTo>
                  <a:lnTo>
                    <a:pt x="0" y="25450"/>
                  </a:lnTo>
                  <a:lnTo>
                    <a:pt x="95435" y="1626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69" y="1681503"/>
              <a:ext cx="334305" cy="334334"/>
            </a:xfrm>
            <a:custGeom>
              <a:avLst/>
              <a:pathLst>
                <a:path w="334305" h="334334">
                  <a:moveTo>
                    <a:pt x="71719" y="29919"/>
                  </a:moveTo>
                  <a:lnTo>
                    <a:pt x="67416" y="33013"/>
                  </a:lnTo>
                  <a:lnTo>
                    <a:pt x="63214" y="36243"/>
                  </a:lnTo>
                  <a:lnTo>
                    <a:pt x="59115" y="39604"/>
                  </a:lnTo>
                  <a:lnTo>
                    <a:pt x="55126" y="43093"/>
                  </a:lnTo>
                  <a:lnTo>
                    <a:pt x="51248" y="46707"/>
                  </a:lnTo>
                  <a:lnTo>
                    <a:pt x="47488" y="50442"/>
                  </a:lnTo>
                  <a:lnTo>
                    <a:pt x="43848" y="54294"/>
                  </a:lnTo>
                  <a:lnTo>
                    <a:pt x="40331" y="58260"/>
                  </a:lnTo>
                  <a:lnTo>
                    <a:pt x="36943" y="62335"/>
                  </a:lnTo>
                  <a:lnTo>
                    <a:pt x="33685" y="66516"/>
                  </a:lnTo>
                  <a:lnTo>
                    <a:pt x="30561" y="70798"/>
                  </a:lnTo>
                  <a:lnTo>
                    <a:pt x="27574" y="75176"/>
                  </a:lnTo>
                  <a:lnTo>
                    <a:pt x="24728" y="79648"/>
                  </a:lnTo>
                  <a:lnTo>
                    <a:pt x="22025" y="84207"/>
                  </a:lnTo>
                  <a:lnTo>
                    <a:pt x="19468" y="88849"/>
                  </a:lnTo>
                  <a:lnTo>
                    <a:pt x="17060" y="93571"/>
                  </a:lnTo>
                  <a:lnTo>
                    <a:pt x="14802" y="98366"/>
                  </a:lnTo>
                  <a:lnTo>
                    <a:pt x="12698" y="103230"/>
                  </a:lnTo>
                  <a:lnTo>
                    <a:pt x="10748" y="108159"/>
                  </a:lnTo>
                  <a:lnTo>
                    <a:pt x="8956" y="113147"/>
                  </a:lnTo>
                  <a:lnTo>
                    <a:pt x="7323" y="118190"/>
                  </a:lnTo>
                  <a:lnTo>
                    <a:pt x="5851" y="123281"/>
                  </a:lnTo>
                  <a:lnTo>
                    <a:pt x="4541" y="128417"/>
                  </a:lnTo>
                  <a:lnTo>
                    <a:pt x="3394" y="133592"/>
                  </a:lnTo>
                  <a:lnTo>
                    <a:pt x="2412" y="138800"/>
                  </a:lnTo>
                  <a:lnTo>
                    <a:pt x="1595" y="144037"/>
                  </a:lnTo>
                  <a:lnTo>
                    <a:pt x="945" y="149297"/>
                  </a:lnTo>
                  <a:lnTo>
                    <a:pt x="462" y="154575"/>
                  </a:lnTo>
                  <a:lnTo>
                    <a:pt x="147" y="159866"/>
                  </a:lnTo>
                  <a:lnTo>
                    <a:pt x="0" y="165164"/>
                  </a:lnTo>
                  <a:lnTo>
                    <a:pt x="20" y="170464"/>
                  </a:lnTo>
                  <a:lnTo>
                    <a:pt x="209" y="175761"/>
                  </a:lnTo>
                  <a:lnTo>
                    <a:pt x="565" y="181049"/>
                  </a:lnTo>
                  <a:lnTo>
                    <a:pt x="1089" y="186323"/>
                  </a:lnTo>
                  <a:lnTo>
                    <a:pt x="1780" y="191578"/>
                  </a:lnTo>
                  <a:lnTo>
                    <a:pt x="2637" y="196809"/>
                  </a:lnTo>
                  <a:lnTo>
                    <a:pt x="3659" y="202010"/>
                  </a:lnTo>
                  <a:lnTo>
                    <a:pt x="4846" y="207175"/>
                  </a:lnTo>
                  <a:lnTo>
                    <a:pt x="6196" y="212301"/>
                  </a:lnTo>
                  <a:lnTo>
                    <a:pt x="7707" y="217381"/>
                  </a:lnTo>
                  <a:lnTo>
                    <a:pt x="9379" y="222410"/>
                  </a:lnTo>
                  <a:lnTo>
                    <a:pt x="11210" y="227384"/>
                  </a:lnTo>
                  <a:lnTo>
                    <a:pt x="13197" y="232298"/>
                  </a:lnTo>
                  <a:lnTo>
                    <a:pt x="15339" y="237146"/>
                  </a:lnTo>
                  <a:lnTo>
                    <a:pt x="17634" y="241923"/>
                  </a:lnTo>
                  <a:lnTo>
                    <a:pt x="20079" y="246626"/>
                  </a:lnTo>
                  <a:lnTo>
                    <a:pt x="22672" y="251248"/>
                  </a:lnTo>
                  <a:lnTo>
                    <a:pt x="25410" y="255787"/>
                  </a:lnTo>
                  <a:lnTo>
                    <a:pt x="28291" y="260236"/>
                  </a:lnTo>
                  <a:lnTo>
                    <a:pt x="31311" y="264591"/>
                  </a:lnTo>
                  <a:lnTo>
                    <a:pt x="34468" y="268849"/>
                  </a:lnTo>
                  <a:lnTo>
                    <a:pt x="37758" y="273004"/>
                  </a:lnTo>
                  <a:lnTo>
                    <a:pt x="41179" y="277053"/>
                  </a:lnTo>
                  <a:lnTo>
                    <a:pt x="44725" y="280991"/>
                  </a:lnTo>
                  <a:lnTo>
                    <a:pt x="48395" y="284815"/>
                  </a:lnTo>
                  <a:lnTo>
                    <a:pt x="52185" y="288521"/>
                  </a:lnTo>
                  <a:lnTo>
                    <a:pt x="56090" y="292105"/>
                  </a:lnTo>
                  <a:lnTo>
                    <a:pt x="60106" y="295563"/>
                  </a:lnTo>
                  <a:lnTo>
                    <a:pt x="64231" y="298892"/>
                  </a:lnTo>
                  <a:lnTo>
                    <a:pt x="68458" y="302089"/>
                  </a:lnTo>
                  <a:lnTo>
                    <a:pt x="72785" y="305150"/>
                  </a:lnTo>
                  <a:lnTo>
                    <a:pt x="77207" y="308072"/>
                  </a:lnTo>
                  <a:lnTo>
                    <a:pt x="81719" y="310853"/>
                  </a:lnTo>
                  <a:lnTo>
                    <a:pt x="86317" y="313489"/>
                  </a:lnTo>
                  <a:lnTo>
                    <a:pt x="90996" y="315978"/>
                  </a:lnTo>
                  <a:lnTo>
                    <a:pt x="95752" y="318318"/>
                  </a:lnTo>
                  <a:lnTo>
                    <a:pt x="100580" y="320506"/>
                  </a:lnTo>
                  <a:lnTo>
                    <a:pt x="105475" y="322539"/>
                  </a:lnTo>
                  <a:lnTo>
                    <a:pt x="110431" y="324416"/>
                  </a:lnTo>
                  <a:lnTo>
                    <a:pt x="115445" y="326136"/>
                  </a:lnTo>
                  <a:lnTo>
                    <a:pt x="120510" y="327695"/>
                  </a:lnTo>
                  <a:lnTo>
                    <a:pt x="125623" y="329093"/>
                  </a:lnTo>
                  <a:lnTo>
                    <a:pt x="130777" y="330328"/>
                  </a:lnTo>
                  <a:lnTo>
                    <a:pt x="135968" y="331399"/>
                  </a:lnTo>
                  <a:lnTo>
                    <a:pt x="141190" y="332306"/>
                  </a:lnTo>
                  <a:lnTo>
                    <a:pt x="146438" y="333046"/>
                  </a:lnTo>
                  <a:lnTo>
                    <a:pt x="151707" y="333619"/>
                  </a:lnTo>
                  <a:lnTo>
                    <a:pt x="156992" y="334025"/>
                  </a:lnTo>
                  <a:lnTo>
                    <a:pt x="162287" y="334263"/>
                  </a:lnTo>
                  <a:lnTo>
                    <a:pt x="167586" y="334334"/>
                  </a:lnTo>
                  <a:lnTo>
                    <a:pt x="172886" y="334236"/>
                  </a:lnTo>
                  <a:lnTo>
                    <a:pt x="178179" y="333970"/>
                  </a:lnTo>
                  <a:lnTo>
                    <a:pt x="183462" y="333537"/>
                  </a:lnTo>
                  <a:lnTo>
                    <a:pt x="188728" y="332937"/>
                  </a:lnTo>
                  <a:lnTo>
                    <a:pt x="193972" y="332169"/>
                  </a:lnTo>
                  <a:lnTo>
                    <a:pt x="199190" y="331236"/>
                  </a:lnTo>
                  <a:lnTo>
                    <a:pt x="204375" y="330138"/>
                  </a:lnTo>
                  <a:lnTo>
                    <a:pt x="209523" y="328876"/>
                  </a:lnTo>
                  <a:lnTo>
                    <a:pt x="214628" y="327452"/>
                  </a:lnTo>
                  <a:lnTo>
                    <a:pt x="219685" y="325866"/>
                  </a:lnTo>
                  <a:lnTo>
                    <a:pt x="224690" y="324121"/>
                  </a:lnTo>
                  <a:lnTo>
                    <a:pt x="229637" y="322218"/>
                  </a:lnTo>
                  <a:lnTo>
                    <a:pt x="234521" y="320160"/>
                  </a:lnTo>
                  <a:lnTo>
                    <a:pt x="239337" y="317947"/>
                  </a:lnTo>
                  <a:lnTo>
                    <a:pt x="244081" y="315583"/>
                  </a:lnTo>
                  <a:lnTo>
                    <a:pt x="248747" y="313070"/>
                  </a:lnTo>
                  <a:lnTo>
                    <a:pt x="253332" y="310410"/>
                  </a:lnTo>
                  <a:lnTo>
                    <a:pt x="257829" y="307606"/>
                  </a:lnTo>
                  <a:lnTo>
                    <a:pt x="262236" y="304661"/>
                  </a:lnTo>
                  <a:lnTo>
                    <a:pt x="266547" y="301577"/>
                  </a:lnTo>
                  <a:lnTo>
                    <a:pt x="270758" y="298359"/>
                  </a:lnTo>
                  <a:lnTo>
                    <a:pt x="274865" y="295009"/>
                  </a:lnTo>
                  <a:lnTo>
                    <a:pt x="278864" y="291530"/>
                  </a:lnTo>
                  <a:lnTo>
                    <a:pt x="282750" y="287926"/>
                  </a:lnTo>
                  <a:lnTo>
                    <a:pt x="286520" y="284201"/>
                  </a:lnTo>
                  <a:lnTo>
                    <a:pt x="290170" y="280358"/>
                  </a:lnTo>
                  <a:lnTo>
                    <a:pt x="293697" y="276401"/>
                  </a:lnTo>
                  <a:lnTo>
                    <a:pt x="297096" y="272334"/>
                  </a:lnTo>
                  <a:lnTo>
                    <a:pt x="300365" y="268162"/>
                  </a:lnTo>
                  <a:lnTo>
                    <a:pt x="303500" y="263888"/>
                  </a:lnTo>
                  <a:lnTo>
                    <a:pt x="306497" y="259517"/>
                  </a:lnTo>
                  <a:lnTo>
                    <a:pt x="309355" y="255054"/>
                  </a:lnTo>
                  <a:lnTo>
                    <a:pt x="312070" y="250501"/>
                  </a:lnTo>
                  <a:lnTo>
                    <a:pt x="314639" y="245865"/>
                  </a:lnTo>
                  <a:lnTo>
                    <a:pt x="317060" y="241150"/>
                  </a:lnTo>
                  <a:lnTo>
                    <a:pt x="319330" y="236361"/>
                  </a:lnTo>
                  <a:lnTo>
                    <a:pt x="321447" y="231502"/>
                  </a:lnTo>
                  <a:lnTo>
                    <a:pt x="323409" y="226578"/>
                  </a:lnTo>
                  <a:lnTo>
                    <a:pt x="325214" y="221595"/>
                  </a:lnTo>
                  <a:lnTo>
                    <a:pt x="326860" y="216557"/>
                  </a:lnTo>
                  <a:lnTo>
                    <a:pt x="328345" y="211469"/>
                  </a:lnTo>
                  <a:lnTo>
                    <a:pt x="329669" y="206337"/>
                  </a:lnTo>
                  <a:lnTo>
                    <a:pt x="330829" y="201165"/>
                  </a:lnTo>
                  <a:lnTo>
                    <a:pt x="331824" y="195959"/>
                  </a:lnTo>
                  <a:lnTo>
                    <a:pt x="332654" y="190724"/>
                  </a:lnTo>
                  <a:lnTo>
                    <a:pt x="333318" y="185466"/>
                  </a:lnTo>
                  <a:lnTo>
                    <a:pt x="333814" y="180189"/>
                  </a:lnTo>
                  <a:lnTo>
                    <a:pt x="334143" y="174899"/>
                  </a:lnTo>
                  <a:lnTo>
                    <a:pt x="334305" y="169601"/>
                  </a:lnTo>
                  <a:lnTo>
                    <a:pt x="334298" y="164301"/>
                  </a:lnTo>
                  <a:lnTo>
                    <a:pt x="334123" y="159004"/>
                  </a:lnTo>
                  <a:lnTo>
                    <a:pt x="333780" y="153715"/>
                  </a:lnTo>
                  <a:lnTo>
                    <a:pt x="333270" y="148439"/>
                  </a:lnTo>
                  <a:lnTo>
                    <a:pt x="332593" y="143182"/>
                  </a:lnTo>
                  <a:lnTo>
                    <a:pt x="331749" y="137950"/>
                  </a:lnTo>
                  <a:lnTo>
                    <a:pt x="330740" y="132747"/>
                  </a:lnTo>
                  <a:lnTo>
                    <a:pt x="329567" y="127578"/>
                  </a:lnTo>
                  <a:lnTo>
                    <a:pt x="328230" y="122449"/>
                  </a:lnTo>
                  <a:lnTo>
                    <a:pt x="326732" y="117365"/>
                  </a:lnTo>
                  <a:lnTo>
                    <a:pt x="325073" y="112331"/>
                  </a:lnTo>
                  <a:lnTo>
                    <a:pt x="323255" y="107352"/>
                  </a:lnTo>
                  <a:lnTo>
                    <a:pt x="321280" y="102434"/>
                  </a:lnTo>
                  <a:lnTo>
                    <a:pt x="319151" y="97580"/>
                  </a:lnTo>
                  <a:lnTo>
                    <a:pt x="316868" y="92797"/>
                  </a:lnTo>
                  <a:lnTo>
                    <a:pt x="314435" y="88088"/>
                  </a:lnTo>
                  <a:lnTo>
                    <a:pt x="311854" y="83459"/>
                  </a:lnTo>
                  <a:lnTo>
                    <a:pt x="309128" y="78914"/>
                  </a:lnTo>
                  <a:lnTo>
                    <a:pt x="306259" y="74457"/>
                  </a:lnTo>
                  <a:lnTo>
                    <a:pt x="303250" y="70094"/>
                  </a:lnTo>
                  <a:lnTo>
                    <a:pt x="300104" y="65828"/>
                  </a:lnTo>
                  <a:lnTo>
                    <a:pt x="296824" y="61664"/>
                  </a:lnTo>
                  <a:lnTo>
                    <a:pt x="293415" y="57607"/>
                  </a:lnTo>
                  <a:lnTo>
                    <a:pt x="289878" y="53659"/>
                  </a:lnTo>
                  <a:lnTo>
                    <a:pt x="286218" y="49826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5" y="39048"/>
                  </a:lnTo>
                  <a:lnTo>
                    <a:pt x="270419" y="35708"/>
                  </a:lnTo>
                  <a:lnTo>
                    <a:pt x="266200" y="32500"/>
                  </a:lnTo>
                  <a:lnTo>
                    <a:pt x="261881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3"/>
                  </a:lnTo>
                  <a:lnTo>
                    <a:pt x="238948" y="16201"/>
                  </a:lnTo>
                  <a:lnTo>
                    <a:pt x="234126" y="14001"/>
                  </a:lnTo>
                  <a:lnTo>
                    <a:pt x="229236" y="11955"/>
                  </a:lnTo>
                  <a:lnTo>
                    <a:pt x="224285" y="10065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1603" y="2126963"/>
              <a:ext cx="29683" cy="167167"/>
            </a:xfrm>
            <a:custGeom>
              <a:avLst/>
              <a:pathLst>
                <a:path w="29683" h="167167">
                  <a:moveTo>
                    <a:pt x="29683" y="0"/>
                  </a:moveTo>
                  <a:lnTo>
                    <a:pt x="22225" y="166"/>
                  </a:lnTo>
                  <a:lnTo>
                    <a:pt x="14782" y="665"/>
                  </a:lnTo>
                  <a:lnTo>
                    <a:pt x="7369" y="1496"/>
                  </a:lnTo>
                  <a:lnTo>
                    <a:pt x="0" y="2656"/>
                  </a:lnTo>
                  <a:lnTo>
                    <a:pt x="2968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1603" y="2129620"/>
              <a:ext cx="29683" cy="164510"/>
            </a:xfrm>
            <a:custGeom>
              <a:avLst/>
              <a:pathLst>
                <a:path w="29683" h="164510">
                  <a:moveTo>
                    <a:pt x="0" y="0"/>
                  </a:moveTo>
                  <a:lnTo>
                    <a:pt x="29683" y="1645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20" y="2128491"/>
              <a:ext cx="334317" cy="332803"/>
            </a:xfrm>
            <a:custGeom>
              <a:avLst/>
              <a:pathLst>
                <a:path w="334317" h="332803">
                  <a:moveTo>
                    <a:pt x="137483" y="1128"/>
                  </a:moveTo>
                  <a:lnTo>
                    <a:pt x="132302" y="2147"/>
                  </a:lnTo>
                  <a:lnTo>
                    <a:pt x="127157" y="3330"/>
                  </a:lnTo>
                  <a:lnTo>
                    <a:pt x="122051" y="4674"/>
                  </a:lnTo>
                  <a:lnTo>
                    <a:pt x="116991" y="6179"/>
                  </a:lnTo>
                  <a:lnTo>
                    <a:pt x="111980" y="7843"/>
                  </a:lnTo>
                  <a:lnTo>
                    <a:pt x="107025" y="9664"/>
                  </a:lnTo>
                  <a:lnTo>
                    <a:pt x="102129" y="11641"/>
                  </a:lnTo>
                  <a:lnTo>
                    <a:pt x="97299" y="13772"/>
                  </a:lnTo>
                  <a:lnTo>
                    <a:pt x="92538" y="16054"/>
                  </a:lnTo>
                  <a:lnTo>
                    <a:pt x="87852" y="18485"/>
                  </a:lnTo>
                  <a:lnTo>
                    <a:pt x="83244" y="21063"/>
                  </a:lnTo>
                  <a:lnTo>
                    <a:pt x="78721" y="23786"/>
                  </a:lnTo>
                  <a:lnTo>
                    <a:pt x="74285" y="26649"/>
                  </a:lnTo>
                  <a:lnTo>
                    <a:pt x="69942" y="29652"/>
                  </a:lnTo>
                  <a:lnTo>
                    <a:pt x="65697" y="32790"/>
                  </a:lnTo>
                  <a:lnTo>
                    <a:pt x="61552" y="36060"/>
                  </a:lnTo>
                  <a:lnTo>
                    <a:pt x="57513" y="39460"/>
                  </a:lnTo>
                  <a:lnTo>
                    <a:pt x="53583" y="42986"/>
                  </a:lnTo>
                  <a:lnTo>
                    <a:pt x="49766" y="46634"/>
                  </a:lnTo>
                  <a:lnTo>
                    <a:pt x="46067" y="50400"/>
                  </a:lnTo>
                  <a:lnTo>
                    <a:pt x="42488" y="54282"/>
                  </a:lnTo>
                  <a:lnTo>
                    <a:pt x="39034" y="58275"/>
                  </a:lnTo>
                  <a:lnTo>
                    <a:pt x="35707" y="62375"/>
                  </a:lnTo>
                  <a:lnTo>
                    <a:pt x="32512" y="66577"/>
                  </a:lnTo>
                  <a:lnTo>
                    <a:pt x="29451" y="70879"/>
                  </a:lnTo>
                  <a:lnTo>
                    <a:pt x="26527" y="75275"/>
                  </a:lnTo>
                  <a:lnTo>
                    <a:pt x="23744" y="79761"/>
                  </a:lnTo>
                  <a:lnTo>
                    <a:pt x="21104" y="84333"/>
                  </a:lnTo>
                  <a:lnTo>
                    <a:pt x="18609" y="88986"/>
                  </a:lnTo>
                  <a:lnTo>
                    <a:pt x="16262" y="93716"/>
                  </a:lnTo>
                  <a:lnTo>
                    <a:pt x="14066" y="98517"/>
                  </a:lnTo>
                  <a:lnTo>
                    <a:pt x="12023" y="103385"/>
                  </a:lnTo>
                  <a:lnTo>
                    <a:pt x="10135" y="108315"/>
                  </a:lnTo>
                  <a:lnTo>
                    <a:pt x="8403" y="113303"/>
                  </a:lnTo>
                  <a:lnTo>
                    <a:pt x="6829" y="118342"/>
                  </a:lnTo>
                  <a:lnTo>
                    <a:pt x="5416" y="123429"/>
                  </a:lnTo>
                  <a:lnTo>
                    <a:pt x="4163" y="128558"/>
                  </a:lnTo>
                  <a:lnTo>
                    <a:pt x="3074" y="133724"/>
                  </a:lnTo>
                  <a:lnTo>
                    <a:pt x="2148" y="138922"/>
                  </a:lnTo>
                  <a:lnTo>
                    <a:pt x="1386" y="144146"/>
                  </a:lnTo>
                  <a:lnTo>
                    <a:pt x="790" y="149392"/>
                  </a:lnTo>
                  <a:lnTo>
                    <a:pt x="360" y="154654"/>
                  </a:lnTo>
                  <a:lnTo>
                    <a:pt x="97" y="159927"/>
                  </a:lnTo>
                  <a:lnTo>
                    <a:pt x="0" y="165206"/>
                  </a:lnTo>
                  <a:lnTo>
                    <a:pt x="69" y="170485"/>
                  </a:lnTo>
                  <a:lnTo>
                    <a:pt x="306" y="175759"/>
                  </a:lnTo>
                  <a:lnTo>
                    <a:pt x="708" y="181023"/>
                  </a:lnTo>
                  <a:lnTo>
                    <a:pt x="1277" y="186272"/>
                  </a:lnTo>
                  <a:lnTo>
                    <a:pt x="2012" y="191500"/>
                  </a:lnTo>
                  <a:lnTo>
                    <a:pt x="2911" y="196703"/>
                  </a:lnTo>
                  <a:lnTo>
                    <a:pt x="3973" y="201874"/>
                  </a:lnTo>
                  <a:lnTo>
                    <a:pt x="5199" y="207010"/>
                  </a:lnTo>
                  <a:lnTo>
                    <a:pt x="6586" y="212104"/>
                  </a:lnTo>
                  <a:lnTo>
                    <a:pt x="8134" y="217151"/>
                  </a:lnTo>
                  <a:lnTo>
                    <a:pt x="9840" y="222148"/>
                  </a:lnTo>
                  <a:lnTo>
                    <a:pt x="11703" y="227088"/>
                  </a:lnTo>
                  <a:lnTo>
                    <a:pt x="13721" y="231966"/>
                  </a:lnTo>
                  <a:lnTo>
                    <a:pt x="15892" y="236779"/>
                  </a:lnTo>
                  <a:lnTo>
                    <a:pt x="18214" y="241520"/>
                  </a:lnTo>
                  <a:lnTo>
                    <a:pt x="20684" y="246186"/>
                  </a:lnTo>
                  <a:lnTo>
                    <a:pt x="23301" y="250772"/>
                  </a:lnTo>
                  <a:lnTo>
                    <a:pt x="26061" y="255272"/>
                  </a:lnTo>
                  <a:lnTo>
                    <a:pt x="28962" y="259684"/>
                  </a:lnTo>
                  <a:lnTo>
                    <a:pt x="32001" y="264001"/>
                  </a:lnTo>
                  <a:lnTo>
                    <a:pt x="35174" y="268220"/>
                  </a:lnTo>
                  <a:lnTo>
                    <a:pt x="38479" y="272337"/>
                  </a:lnTo>
                  <a:lnTo>
                    <a:pt x="41913" y="276348"/>
                  </a:lnTo>
                  <a:lnTo>
                    <a:pt x="45471" y="280248"/>
                  </a:lnTo>
                  <a:lnTo>
                    <a:pt x="49151" y="284034"/>
                  </a:lnTo>
                  <a:lnTo>
                    <a:pt x="52949" y="287702"/>
                  </a:lnTo>
                  <a:lnTo>
                    <a:pt x="56860" y="291247"/>
                  </a:lnTo>
                  <a:lnTo>
                    <a:pt x="60882" y="294668"/>
                  </a:lnTo>
                  <a:lnTo>
                    <a:pt x="65010" y="297960"/>
                  </a:lnTo>
                  <a:lnTo>
                    <a:pt x="69239" y="301120"/>
                  </a:lnTo>
                  <a:lnTo>
                    <a:pt x="73566" y="304145"/>
                  </a:lnTo>
                  <a:lnTo>
                    <a:pt x="77987" y="307032"/>
                  </a:lnTo>
                  <a:lnTo>
                    <a:pt x="82496" y="309777"/>
                  </a:lnTo>
                  <a:lnTo>
                    <a:pt x="87090" y="312379"/>
                  </a:lnTo>
                  <a:lnTo>
                    <a:pt x="91764" y="314835"/>
                  </a:lnTo>
                  <a:lnTo>
                    <a:pt x="96513" y="317141"/>
                  </a:lnTo>
                  <a:lnTo>
                    <a:pt x="101332" y="319297"/>
                  </a:lnTo>
                  <a:lnTo>
                    <a:pt x="106218" y="321299"/>
                  </a:lnTo>
                  <a:lnTo>
                    <a:pt x="111163" y="323146"/>
                  </a:lnTo>
                  <a:lnTo>
                    <a:pt x="116165" y="324836"/>
                  </a:lnTo>
                  <a:lnTo>
                    <a:pt x="121218" y="326367"/>
                  </a:lnTo>
                  <a:lnTo>
                    <a:pt x="126316" y="327738"/>
                  </a:lnTo>
                  <a:lnTo>
                    <a:pt x="131456" y="328947"/>
                  </a:lnTo>
                  <a:lnTo>
                    <a:pt x="136631" y="329994"/>
                  </a:lnTo>
                  <a:lnTo>
                    <a:pt x="141836" y="330876"/>
                  </a:lnTo>
                  <a:lnTo>
                    <a:pt x="147066" y="331593"/>
                  </a:lnTo>
                  <a:lnTo>
                    <a:pt x="152317" y="332145"/>
                  </a:lnTo>
                  <a:lnTo>
                    <a:pt x="157583" y="332531"/>
                  </a:lnTo>
                  <a:lnTo>
                    <a:pt x="162858" y="332751"/>
                  </a:lnTo>
                  <a:lnTo>
                    <a:pt x="168137" y="332803"/>
                  </a:lnTo>
                  <a:lnTo>
                    <a:pt x="173415" y="332689"/>
                  </a:lnTo>
                  <a:lnTo>
                    <a:pt x="178687" y="332409"/>
                  </a:lnTo>
                  <a:lnTo>
                    <a:pt x="183948" y="331962"/>
                  </a:lnTo>
                  <a:lnTo>
                    <a:pt x="189192" y="331349"/>
                  </a:lnTo>
                  <a:lnTo>
                    <a:pt x="194414" y="330571"/>
                  </a:lnTo>
                  <a:lnTo>
                    <a:pt x="199608" y="329628"/>
                  </a:lnTo>
                  <a:lnTo>
                    <a:pt x="204771" y="328522"/>
                  </a:lnTo>
                  <a:lnTo>
                    <a:pt x="209896" y="327253"/>
                  </a:lnTo>
                  <a:lnTo>
                    <a:pt x="214978" y="325823"/>
                  </a:lnTo>
                  <a:lnTo>
                    <a:pt x="220012" y="324233"/>
                  </a:lnTo>
                  <a:lnTo>
                    <a:pt x="224994" y="322485"/>
                  </a:lnTo>
                  <a:lnTo>
                    <a:pt x="229918" y="320581"/>
                  </a:lnTo>
                  <a:lnTo>
                    <a:pt x="234780" y="318522"/>
                  </a:lnTo>
                  <a:lnTo>
                    <a:pt x="239574" y="316311"/>
                  </a:lnTo>
                  <a:lnTo>
                    <a:pt x="244296" y="313949"/>
                  </a:lnTo>
                  <a:lnTo>
                    <a:pt x="248941" y="311439"/>
                  </a:lnTo>
                  <a:lnTo>
                    <a:pt x="253504" y="308784"/>
                  </a:lnTo>
                  <a:lnTo>
                    <a:pt x="257982" y="305987"/>
                  </a:lnTo>
                  <a:lnTo>
                    <a:pt x="262368" y="303049"/>
                  </a:lnTo>
                  <a:lnTo>
                    <a:pt x="266660" y="299974"/>
                  </a:lnTo>
                  <a:lnTo>
                    <a:pt x="270853" y="296765"/>
                  </a:lnTo>
                  <a:lnTo>
                    <a:pt x="274942" y="293425"/>
                  </a:lnTo>
                  <a:lnTo>
                    <a:pt x="278923" y="289958"/>
                  </a:lnTo>
                  <a:lnTo>
                    <a:pt x="282793" y="286367"/>
                  </a:lnTo>
                  <a:lnTo>
                    <a:pt x="286548" y="282656"/>
                  </a:lnTo>
                  <a:lnTo>
                    <a:pt x="290184" y="278827"/>
                  </a:lnTo>
                  <a:lnTo>
                    <a:pt x="293697" y="274886"/>
                  </a:lnTo>
                  <a:lnTo>
                    <a:pt x="297084" y="270836"/>
                  </a:lnTo>
                  <a:lnTo>
                    <a:pt x="300341" y="266681"/>
                  </a:lnTo>
                  <a:lnTo>
                    <a:pt x="303465" y="262425"/>
                  </a:lnTo>
                  <a:lnTo>
                    <a:pt x="306454" y="258073"/>
                  </a:lnTo>
                  <a:lnTo>
                    <a:pt x="309303" y="253628"/>
                  </a:lnTo>
                  <a:lnTo>
                    <a:pt x="312011" y="249096"/>
                  </a:lnTo>
                  <a:lnTo>
                    <a:pt x="314574" y="244480"/>
                  </a:lnTo>
                  <a:lnTo>
                    <a:pt x="316990" y="239786"/>
                  </a:lnTo>
                  <a:lnTo>
                    <a:pt x="319257" y="235018"/>
                  </a:lnTo>
                  <a:lnTo>
                    <a:pt x="321372" y="230180"/>
                  </a:lnTo>
                  <a:lnTo>
                    <a:pt x="323333" y="225278"/>
                  </a:lnTo>
                  <a:lnTo>
                    <a:pt x="325139" y="220317"/>
                  </a:lnTo>
                  <a:lnTo>
                    <a:pt x="326786" y="215301"/>
                  </a:lnTo>
                  <a:lnTo>
                    <a:pt x="328275" y="210236"/>
                  </a:lnTo>
                  <a:lnTo>
                    <a:pt x="329603" y="205126"/>
                  </a:lnTo>
                  <a:lnTo>
                    <a:pt x="330769" y="199977"/>
                  </a:lnTo>
                  <a:lnTo>
                    <a:pt x="331772" y="194793"/>
                  </a:lnTo>
                  <a:lnTo>
                    <a:pt x="332610" y="189581"/>
                  </a:lnTo>
                  <a:lnTo>
                    <a:pt x="333284" y="184345"/>
                  </a:lnTo>
                  <a:lnTo>
                    <a:pt x="333792" y="179089"/>
                  </a:lnTo>
                  <a:lnTo>
                    <a:pt x="334133" y="173821"/>
                  </a:lnTo>
                  <a:lnTo>
                    <a:pt x="334309" y="168544"/>
                  </a:lnTo>
                  <a:lnTo>
                    <a:pt x="334317" y="163265"/>
                  </a:lnTo>
                  <a:lnTo>
                    <a:pt x="334159" y="157987"/>
                  </a:lnTo>
                  <a:lnTo>
                    <a:pt x="333834" y="152718"/>
                  </a:lnTo>
                  <a:lnTo>
                    <a:pt x="333343" y="147461"/>
                  </a:lnTo>
                  <a:lnTo>
                    <a:pt x="332686" y="142223"/>
                  </a:lnTo>
                  <a:lnTo>
                    <a:pt x="331864" y="137007"/>
                  </a:lnTo>
                  <a:lnTo>
                    <a:pt x="330877" y="131821"/>
                  </a:lnTo>
                  <a:lnTo>
                    <a:pt x="329728" y="126668"/>
                  </a:lnTo>
                  <a:lnTo>
                    <a:pt x="328416" y="121554"/>
                  </a:lnTo>
                  <a:lnTo>
                    <a:pt x="326944" y="116484"/>
                  </a:lnTo>
                  <a:lnTo>
                    <a:pt x="325312" y="111463"/>
                  </a:lnTo>
                  <a:lnTo>
                    <a:pt x="323522" y="106496"/>
                  </a:lnTo>
                  <a:lnTo>
                    <a:pt x="321576" y="101588"/>
                  </a:lnTo>
                  <a:lnTo>
                    <a:pt x="319477" y="96744"/>
                  </a:lnTo>
                  <a:lnTo>
                    <a:pt x="317225" y="91968"/>
                  </a:lnTo>
                  <a:lnTo>
                    <a:pt x="314824" y="87266"/>
                  </a:lnTo>
                  <a:lnTo>
                    <a:pt x="312275" y="82643"/>
                  </a:lnTo>
                  <a:lnTo>
                    <a:pt x="309582" y="78102"/>
                  </a:lnTo>
                  <a:lnTo>
                    <a:pt x="306747" y="73648"/>
                  </a:lnTo>
                  <a:lnTo>
                    <a:pt x="303772" y="69286"/>
                  </a:lnTo>
                  <a:lnTo>
                    <a:pt x="300661" y="65021"/>
                  </a:lnTo>
                  <a:lnTo>
                    <a:pt x="297417" y="60855"/>
                  </a:lnTo>
                  <a:lnTo>
                    <a:pt x="294044" y="56794"/>
                  </a:lnTo>
                  <a:lnTo>
                    <a:pt x="290543" y="52842"/>
                  </a:lnTo>
                  <a:lnTo>
                    <a:pt x="286920" y="49002"/>
                  </a:lnTo>
                  <a:lnTo>
                    <a:pt x="283177" y="45279"/>
                  </a:lnTo>
                  <a:lnTo>
                    <a:pt x="279318" y="41675"/>
                  </a:lnTo>
                  <a:lnTo>
                    <a:pt x="275348" y="38195"/>
                  </a:lnTo>
                  <a:lnTo>
                    <a:pt x="271269" y="34843"/>
                  </a:lnTo>
                  <a:lnTo>
                    <a:pt x="267087" y="31621"/>
                  </a:lnTo>
                  <a:lnTo>
                    <a:pt x="262805" y="28532"/>
                  </a:lnTo>
                  <a:lnTo>
                    <a:pt x="258428" y="25580"/>
                  </a:lnTo>
                  <a:lnTo>
                    <a:pt x="253959" y="22768"/>
                  </a:lnTo>
                  <a:lnTo>
                    <a:pt x="249404" y="20099"/>
                  </a:lnTo>
                  <a:lnTo>
                    <a:pt x="244767" y="17574"/>
                  </a:lnTo>
                  <a:lnTo>
                    <a:pt x="240053" y="15198"/>
                  </a:lnTo>
                  <a:lnTo>
                    <a:pt x="235266" y="12971"/>
                  </a:lnTo>
                  <a:lnTo>
                    <a:pt x="230411" y="10897"/>
                  </a:lnTo>
                  <a:lnTo>
                    <a:pt x="225493" y="8977"/>
                  </a:lnTo>
                  <a:lnTo>
                    <a:pt x="220517" y="7213"/>
                  </a:lnTo>
                  <a:lnTo>
                    <a:pt x="215487" y="5607"/>
                  </a:lnTo>
                  <a:lnTo>
                    <a:pt x="210409" y="4161"/>
                  </a:lnTo>
                  <a:lnTo>
                    <a:pt x="205289" y="2876"/>
                  </a:lnTo>
                  <a:lnTo>
                    <a:pt x="200130" y="1753"/>
                  </a:lnTo>
                  <a:lnTo>
                    <a:pt x="194938" y="794"/>
                  </a:lnTo>
                  <a:lnTo>
                    <a:pt x="189719" y="0"/>
                  </a:lnTo>
                  <a:lnTo>
                    <a:pt x="167166" y="1656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22552" cy="167167"/>
            </a:xfrm>
            <a:custGeom>
              <a:avLst/>
              <a:pathLst>
                <a:path w="22552" h="167167">
                  <a:moveTo>
                    <a:pt x="22552" y="1528"/>
                  </a:moveTo>
                  <a:lnTo>
                    <a:pt x="15060" y="679"/>
                  </a:lnTo>
                  <a:lnTo>
                    <a:pt x="7537" y="17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224" y="2633064"/>
              <a:ext cx="4523" cy="167167"/>
            </a:xfrm>
            <a:custGeom>
              <a:avLst/>
              <a:pathLst>
                <a:path w="4523" h="167167">
                  <a:moveTo>
                    <a:pt x="4523" y="0"/>
                  </a:moveTo>
                  <a:lnTo>
                    <a:pt x="0" y="61"/>
                  </a:lnTo>
                  <a:lnTo>
                    <a:pt x="452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6224" y="2633125"/>
              <a:ext cx="4523" cy="167106"/>
            </a:xfrm>
            <a:custGeom>
              <a:avLst/>
              <a:pathLst>
                <a:path w="4523" h="167106">
                  <a:moveTo>
                    <a:pt x="0" y="0"/>
                  </a:moveTo>
                  <a:lnTo>
                    <a:pt x="4523" y="1671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85" y="2633125"/>
              <a:ext cx="334330" cy="334260"/>
            </a:xfrm>
            <a:custGeom>
              <a:avLst/>
              <a:pathLst>
                <a:path w="334330" h="334260">
                  <a:moveTo>
                    <a:pt x="162639" y="0"/>
                  </a:moveTo>
                  <a:lnTo>
                    <a:pt x="157353" y="226"/>
                  </a:lnTo>
                  <a:lnTo>
                    <a:pt x="152077" y="620"/>
                  </a:lnTo>
                  <a:lnTo>
                    <a:pt x="146816" y="1181"/>
                  </a:lnTo>
                  <a:lnTo>
                    <a:pt x="141575" y="1908"/>
                  </a:lnTo>
                  <a:lnTo>
                    <a:pt x="136360" y="2801"/>
                  </a:lnTo>
                  <a:lnTo>
                    <a:pt x="131175" y="3858"/>
                  </a:lnTo>
                  <a:lnTo>
                    <a:pt x="126027" y="5078"/>
                  </a:lnTo>
                  <a:lnTo>
                    <a:pt x="120920" y="6461"/>
                  </a:lnTo>
                  <a:lnTo>
                    <a:pt x="115860" y="8005"/>
                  </a:lnTo>
                  <a:lnTo>
                    <a:pt x="110850" y="9709"/>
                  </a:lnTo>
                  <a:lnTo>
                    <a:pt x="105897" y="11569"/>
                  </a:lnTo>
                  <a:lnTo>
                    <a:pt x="101006" y="13586"/>
                  </a:lnTo>
                  <a:lnTo>
                    <a:pt x="96181" y="15757"/>
                  </a:lnTo>
                  <a:lnTo>
                    <a:pt x="91427" y="18079"/>
                  </a:lnTo>
                  <a:lnTo>
                    <a:pt x="86748" y="20550"/>
                  </a:lnTo>
                  <a:lnTo>
                    <a:pt x="82151" y="23168"/>
                  </a:lnTo>
                  <a:lnTo>
                    <a:pt x="77638" y="25931"/>
                  </a:lnTo>
                  <a:lnTo>
                    <a:pt x="73215" y="28835"/>
                  </a:lnTo>
                  <a:lnTo>
                    <a:pt x="68887" y="31877"/>
                  </a:lnTo>
                  <a:lnTo>
                    <a:pt x="64656" y="35055"/>
                  </a:lnTo>
                  <a:lnTo>
                    <a:pt x="60529" y="38365"/>
                  </a:lnTo>
                  <a:lnTo>
                    <a:pt x="56508" y="41804"/>
                  </a:lnTo>
                  <a:lnTo>
                    <a:pt x="52598" y="45369"/>
                  </a:lnTo>
                  <a:lnTo>
                    <a:pt x="48803" y="49055"/>
                  </a:lnTo>
                  <a:lnTo>
                    <a:pt x="45126" y="52860"/>
                  </a:lnTo>
                  <a:lnTo>
                    <a:pt x="41572" y="56779"/>
                  </a:lnTo>
                  <a:lnTo>
                    <a:pt x="38143" y="60809"/>
                  </a:lnTo>
                  <a:lnTo>
                    <a:pt x="34844" y="64945"/>
                  </a:lnTo>
                  <a:lnTo>
                    <a:pt x="31677" y="69184"/>
                  </a:lnTo>
                  <a:lnTo>
                    <a:pt x="28646" y="73521"/>
                  </a:lnTo>
                  <a:lnTo>
                    <a:pt x="25754" y="77951"/>
                  </a:lnTo>
                  <a:lnTo>
                    <a:pt x="23003" y="82471"/>
                  </a:lnTo>
                  <a:lnTo>
                    <a:pt x="20397" y="87075"/>
                  </a:lnTo>
                  <a:lnTo>
                    <a:pt x="17938" y="91760"/>
                  </a:lnTo>
                  <a:lnTo>
                    <a:pt x="15628" y="96520"/>
                  </a:lnTo>
                  <a:lnTo>
                    <a:pt x="13471" y="101351"/>
                  </a:lnTo>
                  <a:lnTo>
                    <a:pt x="11467" y="106248"/>
                  </a:lnTo>
                  <a:lnTo>
                    <a:pt x="9619" y="111205"/>
                  </a:lnTo>
                  <a:lnTo>
                    <a:pt x="7928" y="116219"/>
                  </a:lnTo>
                  <a:lnTo>
                    <a:pt x="6398" y="121284"/>
                  </a:lnTo>
                  <a:lnTo>
                    <a:pt x="5028" y="126394"/>
                  </a:lnTo>
                  <a:lnTo>
                    <a:pt x="3821" y="131546"/>
                  </a:lnTo>
                  <a:lnTo>
                    <a:pt x="2778" y="136733"/>
                  </a:lnTo>
                  <a:lnTo>
                    <a:pt x="1899" y="141950"/>
                  </a:lnTo>
                  <a:lnTo>
                    <a:pt x="1185" y="147193"/>
                  </a:lnTo>
                  <a:lnTo>
                    <a:pt x="638" y="152455"/>
                  </a:lnTo>
                  <a:lnTo>
                    <a:pt x="258" y="157733"/>
                  </a:lnTo>
                  <a:lnTo>
                    <a:pt x="45" y="163019"/>
                  </a:lnTo>
                  <a:lnTo>
                    <a:pt x="0" y="168310"/>
                  </a:lnTo>
                  <a:lnTo>
                    <a:pt x="121" y="173599"/>
                  </a:lnTo>
                  <a:lnTo>
                    <a:pt x="411" y="178882"/>
                  </a:lnTo>
                  <a:lnTo>
                    <a:pt x="867" y="184154"/>
                  </a:lnTo>
                  <a:lnTo>
                    <a:pt x="1490" y="189408"/>
                  </a:lnTo>
                  <a:lnTo>
                    <a:pt x="2278" y="194640"/>
                  </a:lnTo>
                  <a:lnTo>
                    <a:pt x="3232" y="199844"/>
                  </a:lnTo>
                  <a:lnTo>
                    <a:pt x="4350" y="205015"/>
                  </a:lnTo>
                  <a:lnTo>
                    <a:pt x="5632" y="210149"/>
                  </a:lnTo>
                  <a:lnTo>
                    <a:pt x="7075" y="215239"/>
                  </a:lnTo>
                  <a:lnTo>
                    <a:pt x="8678" y="220281"/>
                  </a:lnTo>
                  <a:lnTo>
                    <a:pt x="10440" y="225270"/>
                  </a:lnTo>
                  <a:lnTo>
                    <a:pt x="12360" y="230201"/>
                  </a:lnTo>
                  <a:lnTo>
                    <a:pt x="14434" y="235068"/>
                  </a:lnTo>
                  <a:lnTo>
                    <a:pt x="16661" y="239867"/>
                  </a:lnTo>
                  <a:lnTo>
                    <a:pt x="19039" y="244594"/>
                  </a:lnTo>
                  <a:lnTo>
                    <a:pt x="21565" y="249242"/>
                  </a:lnTo>
                  <a:lnTo>
                    <a:pt x="24238" y="253809"/>
                  </a:lnTo>
                  <a:lnTo>
                    <a:pt x="27053" y="258288"/>
                  </a:lnTo>
                  <a:lnTo>
                    <a:pt x="30009" y="262677"/>
                  </a:lnTo>
                  <a:lnTo>
                    <a:pt x="33102" y="266969"/>
                  </a:lnTo>
                  <a:lnTo>
                    <a:pt x="36330" y="271162"/>
                  </a:lnTo>
                  <a:lnTo>
                    <a:pt x="39688" y="275250"/>
                  </a:lnTo>
                  <a:lnTo>
                    <a:pt x="43174" y="279230"/>
                  </a:lnTo>
                  <a:lnTo>
                    <a:pt x="46785" y="283098"/>
                  </a:lnTo>
                  <a:lnTo>
                    <a:pt x="50516" y="286849"/>
                  </a:lnTo>
                  <a:lnTo>
                    <a:pt x="54364" y="290481"/>
                  </a:lnTo>
                  <a:lnTo>
                    <a:pt x="58325" y="293989"/>
                  </a:lnTo>
                  <a:lnTo>
                    <a:pt x="62395" y="297369"/>
                  </a:lnTo>
                  <a:lnTo>
                    <a:pt x="66569" y="300620"/>
                  </a:lnTo>
                  <a:lnTo>
                    <a:pt x="70845" y="303736"/>
                  </a:lnTo>
                  <a:lnTo>
                    <a:pt x="75217" y="306716"/>
                  </a:lnTo>
                  <a:lnTo>
                    <a:pt x="79681" y="309556"/>
                  </a:lnTo>
                  <a:lnTo>
                    <a:pt x="84233" y="312253"/>
                  </a:lnTo>
                  <a:lnTo>
                    <a:pt x="88868" y="314805"/>
                  </a:lnTo>
                  <a:lnTo>
                    <a:pt x="93582" y="317208"/>
                  </a:lnTo>
                  <a:lnTo>
                    <a:pt x="98369" y="319462"/>
                  </a:lnTo>
                  <a:lnTo>
                    <a:pt x="103225" y="321562"/>
                  </a:lnTo>
                  <a:lnTo>
                    <a:pt x="108145" y="323508"/>
                  </a:lnTo>
                  <a:lnTo>
                    <a:pt x="113124" y="325298"/>
                  </a:lnTo>
                  <a:lnTo>
                    <a:pt x="118157" y="326929"/>
                  </a:lnTo>
                  <a:lnTo>
                    <a:pt x="123239" y="328400"/>
                  </a:lnTo>
                  <a:lnTo>
                    <a:pt x="128366" y="329709"/>
                  </a:lnTo>
                  <a:lnTo>
                    <a:pt x="133531" y="330855"/>
                  </a:lnTo>
                  <a:lnTo>
                    <a:pt x="138730" y="331837"/>
                  </a:lnTo>
                  <a:lnTo>
                    <a:pt x="143957" y="332655"/>
                  </a:lnTo>
                  <a:lnTo>
                    <a:pt x="149208" y="333306"/>
                  </a:lnTo>
                  <a:lnTo>
                    <a:pt x="154477" y="333791"/>
                  </a:lnTo>
                  <a:lnTo>
                    <a:pt x="159758" y="334109"/>
                  </a:lnTo>
                  <a:lnTo>
                    <a:pt x="165047" y="334260"/>
                  </a:lnTo>
                  <a:lnTo>
                    <a:pt x="170338" y="334243"/>
                  </a:lnTo>
                  <a:lnTo>
                    <a:pt x="175625" y="334059"/>
                  </a:lnTo>
                  <a:lnTo>
                    <a:pt x="180905" y="333707"/>
                  </a:lnTo>
                  <a:lnTo>
                    <a:pt x="186170" y="333189"/>
                  </a:lnTo>
                  <a:lnTo>
                    <a:pt x="191417" y="332504"/>
                  </a:lnTo>
                  <a:lnTo>
                    <a:pt x="196639" y="331654"/>
                  </a:lnTo>
                  <a:lnTo>
                    <a:pt x="201831" y="330639"/>
                  </a:lnTo>
                  <a:lnTo>
                    <a:pt x="206989" y="329460"/>
                  </a:lnTo>
                  <a:lnTo>
                    <a:pt x="212107" y="328118"/>
                  </a:lnTo>
                  <a:lnTo>
                    <a:pt x="217180" y="326615"/>
                  </a:lnTo>
                  <a:lnTo>
                    <a:pt x="222203" y="324952"/>
                  </a:lnTo>
                  <a:lnTo>
                    <a:pt x="227171" y="323131"/>
                  </a:lnTo>
                  <a:lnTo>
                    <a:pt x="232078" y="321154"/>
                  </a:lnTo>
                  <a:lnTo>
                    <a:pt x="236921" y="319023"/>
                  </a:lnTo>
                  <a:lnTo>
                    <a:pt x="241694" y="316739"/>
                  </a:lnTo>
                  <a:lnTo>
                    <a:pt x="246392" y="314305"/>
                  </a:lnTo>
                  <a:lnTo>
                    <a:pt x="251010" y="311724"/>
                  </a:lnTo>
                  <a:lnTo>
                    <a:pt x="255545" y="308998"/>
                  </a:lnTo>
                  <a:lnTo>
                    <a:pt x="259991" y="306130"/>
                  </a:lnTo>
                  <a:lnTo>
                    <a:pt x="264344" y="303123"/>
                  </a:lnTo>
                  <a:lnTo>
                    <a:pt x="268600" y="299979"/>
                  </a:lnTo>
                  <a:lnTo>
                    <a:pt x="272754" y="296703"/>
                  </a:lnTo>
                  <a:lnTo>
                    <a:pt x="276803" y="293296"/>
                  </a:lnTo>
                  <a:lnTo>
                    <a:pt x="280741" y="289763"/>
                  </a:lnTo>
                  <a:lnTo>
                    <a:pt x="284566" y="286107"/>
                  </a:lnTo>
                  <a:lnTo>
                    <a:pt x="288273" y="282332"/>
                  </a:lnTo>
                  <a:lnTo>
                    <a:pt x="291859" y="278442"/>
                  </a:lnTo>
                  <a:lnTo>
                    <a:pt x="295320" y="274440"/>
                  </a:lnTo>
                  <a:lnTo>
                    <a:pt x="298652" y="270331"/>
                  </a:lnTo>
                  <a:lnTo>
                    <a:pt x="301853" y="266118"/>
                  </a:lnTo>
                  <a:lnTo>
                    <a:pt x="304919" y="261806"/>
                  </a:lnTo>
                  <a:lnTo>
                    <a:pt x="307847" y="257399"/>
                  </a:lnTo>
                  <a:lnTo>
                    <a:pt x="310634" y="252901"/>
                  </a:lnTo>
                  <a:lnTo>
                    <a:pt x="313277" y="248318"/>
                  </a:lnTo>
                  <a:lnTo>
                    <a:pt x="315774" y="243653"/>
                  </a:lnTo>
                  <a:lnTo>
                    <a:pt x="318122" y="238912"/>
                  </a:lnTo>
                  <a:lnTo>
                    <a:pt x="320319" y="234099"/>
                  </a:lnTo>
                  <a:lnTo>
                    <a:pt x="322362" y="229218"/>
                  </a:lnTo>
                  <a:lnTo>
                    <a:pt x="324250" y="224275"/>
                  </a:lnTo>
                  <a:lnTo>
                    <a:pt x="325981" y="219276"/>
                  </a:lnTo>
                  <a:lnTo>
                    <a:pt x="327552" y="214223"/>
                  </a:lnTo>
                  <a:lnTo>
                    <a:pt x="328963" y="209124"/>
                  </a:lnTo>
                  <a:lnTo>
                    <a:pt x="330212" y="203983"/>
                  </a:lnTo>
                  <a:lnTo>
                    <a:pt x="331297" y="198804"/>
                  </a:lnTo>
                  <a:lnTo>
                    <a:pt x="332218" y="193594"/>
                  </a:lnTo>
                  <a:lnTo>
                    <a:pt x="332974" y="188357"/>
                  </a:lnTo>
                  <a:lnTo>
                    <a:pt x="333563" y="183099"/>
                  </a:lnTo>
                  <a:lnTo>
                    <a:pt x="333986" y="177825"/>
                  </a:lnTo>
                  <a:lnTo>
                    <a:pt x="334242" y="172541"/>
                  </a:lnTo>
                  <a:lnTo>
                    <a:pt x="334330" y="167250"/>
                  </a:lnTo>
                  <a:lnTo>
                    <a:pt x="334251" y="161960"/>
                  </a:lnTo>
                  <a:lnTo>
                    <a:pt x="334004" y="156675"/>
                  </a:lnTo>
                  <a:lnTo>
                    <a:pt x="333591" y="151400"/>
                  </a:lnTo>
                  <a:lnTo>
                    <a:pt x="333010" y="146141"/>
                  </a:lnTo>
                  <a:lnTo>
                    <a:pt x="332264" y="140903"/>
                  </a:lnTo>
                  <a:lnTo>
                    <a:pt x="331352" y="135691"/>
                  </a:lnTo>
                  <a:lnTo>
                    <a:pt x="330275" y="130511"/>
                  </a:lnTo>
                  <a:lnTo>
                    <a:pt x="329036" y="125368"/>
                  </a:lnTo>
                  <a:lnTo>
                    <a:pt x="327634" y="120266"/>
                  </a:lnTo>
                  <a:lnTo>
                    <a:pt x="326071" y="115211"/>
                  </a:lnTo>
                  <a:lnTo>
                    <a:pt x="324349" y="110208"/>
                  </a:lnTo>
                  <a:lnTo>
                    <a:pt x="322470" y="105262"/>
                  </a:lnTo>
                  <a:lnTo>
                    <a:pt x="320435" y="100378"/>
                  </a:lnTo>
                  <a:lnTo>
                    <a:pt x="318246" y="95561"/>
                  </a:lnTo>
                  <a:lnTo>
                    <a:pt x="315907" y="90816"/>
                  </a:lnTo>
                  <a:lnTo>
                    <a:pt x="313418" y="86147"/>
                  </a:lnTo>
                  <a:lnTo>
                    <a:pt x="310782" y="81559"/>
                  </a:lnTo>
                  <a:lnTo>
                    <a:pt x="308003" y="77056"/>
                  </a:lnTo>
                  <a:lnTo>
                    <a:pt x="305083" y="72644"/>
                  </a:lnTo>
                  <a:lnTo>
                    <a:pt x="302025" y="68327"/>
                  </a:lnTo>
                  <a:lnTo>
                    <a:pt x="298831" y="64109"/>
                  </a:lnTo>
                  <a:lnTo>
                    <a:pt x="295506" y="59993"/>
                  </a:lnTo>
                  <a:lnTo>
                    <a:pt x="292052" y="55985"/>
                  </a:lnTo>
                  <a:lnTo>
                    <a:pt x="288472" y="52089"/>
                  </a:lnTo>
                  <a:lnTo>
                    <a:pt x="284772" y="48307"/>
                  </a:lnTo>
                  <a:lnTo>
                    <a:pt x="280953" y="44645"/>
                  </a:lnTo>
                  <a:lnTo>
                    <a:pt x="277021" y="41105"/>
                  </a:lnTo>
                  <a:lnTo>
                    <a:pt x="272978" y="37692"/>
                  </a:lnTo>
                  <a:lnTo>
                    <a:pt x="268830" y="34408"/>
                  </a:lnTo>
                  <a:lnTo>
                    <a:pt x="264580" y="31257"/>
                  </a:lnTo>
                  <a:lnTo>
                    <a:pt x="260232" y="28242"/>
                  </a:lnTo>
                  <a:lnTo>
                    <a:pt x="255790" y="25366"/>
                  </a:lnTo>
                  <a:lnTo>
                    <a:pt x="251261" y="22633"/>
                  </a:lnTo>
                  <a:lnTo>
                    <a:pt x="246646" y="20044"/>
                  </a:lnTo>
                  <a:lnTo>
                    <a:pt x="241953" y="17602"/>
                  </a:lnTo>
                  <a:lnTo>
                    <a:pt x="237184" y="15310"/>
                  </a:lnTo>
                  <a:lnTo>
                    <a:pt x="232345" y="13170"/>
                  </a:lnTo>
                  <a:lnTo>
                    <a:pt x="227441" y="11184"/>
                  </a:lnTo>
                  <a:lnTo>
                    <a:pt x="222476" y="9355"/>
                  </a:lnTo>
                  <a:lnTo>
                    <a:pt x="217456" y="7683"/>
                  </a:lnTo>
                  <a:lnTo>
                    <a:pt x="167163" y="167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50293" cy="167167"/>
            </a:xfrm>
            <a:custGeom>
              <a:avLst/>
              <a:pathLst>
                <a:path w="50293" h="167167">
                  <a:moveTo>
                    <a:pt x="50293" y="7745"/>
                  </a:moveTo>
                  <a:lnTo>
                    <a:pt x="44168" y="5940"/>
                  </a:lnTo>
                  <a:lnTo>
                    <a:pt x="37979" y="4371"/>
                  </a:lnTo>
                  <a:lnTo>
                    <a:pt x="31734" y="3039"/>
                  </a:lnTo>
                  <a:lnTo>
                    <a:pt x="25443" y="1947"/>
                  </a:lnTo>
                  <a:lnTo>
                    <a:pt x="19114" y="1096"/>
                  </a:lnTo>
                  <a:lnTo>
                    <a:pt x="12758" y="487"/>
                  </a:lnTo>
                  <a:lnTo>
                    <a:pt x="6384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678" y="3170392"/>
              <a:ext cx="24302" cy="167167"/>
            </a:xfrm>
            <a:custGeom>
              <a:avLst/>
              <a:pathLst>
                <a:path w="24302" h="167167">
                  <a:moveTo>
                    <a:pt x="24302" y="0"/>
                  </a:moveTo>
                  <a:lnTo>
                    <a:pt x="16176" y="197"/>
                  </a:lnTo>
                  <a:lnTo>
                    <a:pt x="8068" y="790"/>
                  </a:lnTo>
                  <a:lnTo>
                    <a:pt x="0" y="1775"/>
                  </a:lnTo>
                  <a:lnTo>
                    <a:pt x="243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678" y="3172168"/>
              <a:ext cx="24302" cy="165391"/>
            </a:xfrm>
            <a:custGeom>
              <a:avLst/>
              <a:pathLst>
                <a:path w="24302" h="165391">
                  <a:moveTo>
                    <a:pt x="0" y="0"/>
                  </a:moveTo>
                  <a:lnTo>
                    <a:pt x="24302" y="1653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14" y="3172168"/>
              <a:ext cx="334329" cy="332549"/>
            </a:xfrm>
            <a:custGeom>
              <a:avLst/>
              <a:pathLst>
                <a:path w="334329" h="332549">
                  <a:moveTo>
                    <a:pt x="142863" y="0"/>
                  </a:moveTo>
                  <a:lnTo>
                    <a:pt x="137624" y="855"/>
                  </a:lnTo>
                  <a:lnTo>
                    <a:pt x="132414" y="1876"/>
                  </a:lnTo>
                  <a:lnTo>
                    <a:pt x="127240" y="3061"/>
                  </a:lnTo>
                  <a:lnTo>
                    <a:pt x="122105" y="4411"/>
                  </a:lnTo>
                  <a:lnTo>
                    <a:pt x="117017" y="5923"/>
                  </a:lnTo>
                  <a:lnTo>
                    <a:pt x="111978" y="7596"/>
                  </a:lnTo>
                  <a:lnTo>
                    <a:pt x="106996" y="9428"/>
                  </a:lnTo>
                  <a:lnTo>
                    <a:pt x="102074" y="11417"/>
                  </a:lnTo>
                  <a:lnTo>
                    <a:pt x="97218" y="13561"/>
                  </a:lnTo>
                  <a:lnTo>
                    <a:pt x="92432" y="15859"/>
                  </a:lnTo>
                  <a:lnTo>
                    <a:pt x="87722" y="18307"/>
                  </a:lnTo>
                  <a:lnTo>
                    <a:pt x="83092" y="20904"/>
                  </a:lnTo>
                  <a:lnTo>
                    <a:pt x="78546" y="23646"/>
                  </a:lnTo>
                  <a:lnTo>
                    <a:pt x="74090" y="26532"/>
                  </a:lnTo>
                  <a:lnTo>
                    <a:pt x="69728" y="29557"/>
                  </a:lnTo>
                  <a:lnTo>
                    <a:pt x="65464" y="32719"/>
                  </a:lnTo>
                  <a:lnTo>
                    <a:pt x="61303" y="36015"/>
                  </a:lnTo>
                  <a:lnTo>
                    <a:pt x="57248" y="39442"/>
                  </a:lnTo>
                  <a:lnTo>
                    <a:pt x="53304" y="42996"/>
                  </a:lnTo>
                  <a:lnTo>
                    <a:pt x="49475" y="46673"/>
                  </a:lnTo>
                  <a:lnTo>
                    <a:pt x="45765" y="50470"/>
                  </a:lnTo>
                  <a:lnTo>
                    <a:pt x="42177" y="54382"/>
                  </a:lnTo>
                  <a:lnTo>
                    <a:pt x="38716" y="58407"/>
                  </a:lnTo>
                  <a:lnTo>
                    <a:pt x="35383" y="62539"/>
                  </a:lnTo>
                  <a:lnTo>
                    <a:pt x="32184" y="66776"/>
                  </a:lnTo>
                  <a:lnTo>
                    <a:pt x="29121" y="71111"/>
                  </a:lnTo>
                  <a:lnTo>
                    <a:pt x="26197" y="75542"/>
                  </a:lnTo>
                  <a:lnTo>
                    <a:pt x="23415" y="80064"/>
                  </a:lnTo>
                  <a:lnTo>
                    <a:pt x="20778" y="84671"/>
                  </a:lnTo>
                  <a:lnTo>
                    <a:pt x="18289" y="89360"/>
                  </a:lnTo>
                  <a:lnTo>
                    <a:pt x="15950" y="94125"/>
                  </a:lnTo>
                  <a:lnTo>
                    <a:pt x="13763" y="98963"/>
                  </a:lnTo>
                  <a:lnTo>
                    <a:pt x="11731" y="103867"/>
                  </a:lnTo>
                  <a:lnTo>
                    <a:pt x="9856" y="108834"/>
                  </a:lnTo>
                  <a:lnTo>
                    <a:pt x="8140" y="113857"/>
                  </a:lnTo>
                  <a:lnTo>
                    <a:pt x="6584" y="118932"/>
                  </a:lnTo>
                  <a:lnTo>
                    <a:pt x="5189" y="124055"/>
                  </a:lnTo>
                  <a:lnTo>
                    <a:pt x="3958" y="129219"/>
                  </a:lnTo>
                  <a:lnTo>
                    <a:pt x="2892" y="134419"/>
                  </a:lnTo>
                  <a:lnTo>
                    <a:pt x="1992" y="139651"/>
                  </a:lnTo>
                  <a:lnTo>
                    <a:pt x="1258" y="144908"/>
                  </a:lnTo>
                  <a:lnTo>
                    <a:pt x="691" y="150187"/>
                  </a:lnTo>
                  <a:lnTo>
                    <a:pt x="292" y="155480"/>
                  </a:lnTo>
                  <a:lnTo>
                    <a:pt x="62" y="160784"/>
                  </a:lnTo>
                  <a:lnTo>
                    <a:pt x="0" y="166092"/>
                  </a:lnTo>
                  <a:lnTo>
                    <a:pt x="106" y="171400"/>
                  </a:lnTo>
                  <a:lnTo>
                    <a:pt x="381" y="176701"/>
                  </a:lnTo>
                  <a:lnTo>
                    <a:pt x="824" y="181991"/>
                  </a:lnTo>
                  <a:lnTo>
                    <a:pt x="1435" y="187265"/>
                  </a:lnTo>
                  <a:lnTo>
                    <a:pt x="2213" y="192516"/>
                  </a:lnTo>
                  <a:lnTo>
                    <a:pt x="3158" y="197740"/>
                  </a:lnTo>
                  <a:lnTo>
                    <a:pt x="4268" y="202931"/>
                  </a:lnTo>
                  <a:lnTo>
                    <a:pt x="5542" y="208085"/>
                  </a:lnTo>
                  <a:lnTo>
                    <a:pt x="6979" y="213195"/>
                  </a:lnTo>
                  <a:lnTo>
                    <a:pt x="8578" y="218257"/>
                  </a:lnTo>
                  <a:lnTo>
                    <a:pt x="10336" y="223266"/>
                  </a:lnTo>
                  <a:lnTo>
                    <a:pt x="12253" y="228217"/>
                  </a:lnTo>
                  <a:lnTo>
                    <a:pt x="14326" y="233104"/>
                  </a:lnTo>
                  <a:lnTo>
                    <a:pt x="16553" y="237923"/>
                  </a:lnTo>
                  <a:lnTo>
                    <a:pt x="18932" y="242669"/>
                  </a:lnTo>
                  <a:lnTo>
                    <a:pt x="21461" y="247336"/>
                  </a:lnTo>
                  <a:lnTo>
                    <a:pt x="24136" y="251921"/>
                  </a:lnTo>
                  <a:lnTo>
                    <a:pt x="26956" y="256419"/>
                  </a:lnTo>
                  <a:lnTo>
                    <a:pt x="29917" y="260825"/>
                  </a:lnTo>
                  <a:lnTo>
                    <a:pt x="33016" y="265135"/>
                  </a:lnTo>
                  <a:lnTo>
                    <a:pt x="36251" y="269345"/>
                  </a:lnTo>
                  <a:lnTo>
                    <a:pt x="39618" y="273449"/>
                  </a:lnTo>
                  <a:lnTo>
                    <a:pt x="43113" y="277444"/>
                  </a:lnTo>
                  <a:lnTo>
                    <a:pt x="46734" y="281327"/>
                  </a:lnTo>
                  <a:lnTo>
                    <a:pt x="50476" y="285092"/>
                  </a:lnTo>
                  <a:lnTo>
                    <a:pt x="54335" y="288737"/>
                  </a:lnTo>
                  <a:lnTo>
                    <a:pt x="58309" y="292258"/>
                  </a:lnTo>
                  <a:lnTo>
                    <a:pt x="62392" y="295650"/>
                  </a:lnTo>
                  <a:lnTo>
                    <a:pt x="66581" y="298911"/>
                  </a:lnTo>
                  <a:lnTo>
                    <a:pt x="70871" y="302038"/>
                  </a:lnTo>
                  <a:lnTo>
                    <a:pt x="75258" y="305026"/>
                  </a:lnTo>
                  <a:lnTo>
                    <a:pt x="79739" y="307874"/>
                  </a:lnTo>
                  <a:lnTo>
                    <a:pt x="84307" y="310578"/>
                  </a:lnTo>
                  <a:lnTo>
                    <a:pt x="88959" y="313136"/>
                  </a:lnTo>
                  <a:lnTo>
                    <a:pt x="93689" y="315545"/>
                  </a:lnTo>
                  <a:lnTo>
                    <a:pt x="98494" y="317802"/>
                  </a:lnTo>
                  <a:lnTo>
                    <a:pt x="103368" y="319906"/>
                  </a:lnTo>
                  <a:lnTo>
                    <a:pt x="108307" y="321854"/>
                  </a:lnTo>
                  <a:lnTo>
                    <a:pt x="113304" y="323644"/>
                  </a:lnTo>
                  <a:lnTo>
                    <a:pt x="118356" y="325274"/>
                  </a:lnTo>
                  <a:lnTo>
                    <a:pt x="123458" y="326743"/>
                  </a:lnTo>
                  <a:lnTo>
                    <a:pt x="128603" y="328050"/>
                  </a:lnTo>
                  <a:lnTo>
                    <a:pt x="133787" y="329192"/>
                  </a:lnTo>
                  <a:lnTo>
                    <a:pt x="139005" y="330169"/>
                  </a:lnTo>
                  <a:lnTo>
                    <a:pt x="144251" y="330981"/>
                  </a:lnTo>
                  <a:lnTo>
                    <a:pt x="149521" y="331625"/>
                  </a:lnTo>
                  <a:lnTo>
                    <a:pt x="154808" y="332101"/>
                  </a:lnTo>
                  <a:lnTo>
                    <a:pt x="160108" y="332409"/>
                  </a:lnTo>
                  <a:lnTo>
                    <a:pt x="165415" y="332549"/>
                  </a:lnTo>
                  <a:lnTo>
                    <a:pt x="170723" y="332521"/>
                  </a:lnTo>
                  <a:lnTo>
                    <a:pt x="176028" y="332323"/>
                  </a:lnTo>
                  <a:lnTo>
                    <a:pt x="181324" y="331958"/>
                  </a:lnTo>
                  <a:lnTo>
                    <a:pt x="186606" y="331424"/>
                  </a:lnTo>
                  <a:lnTo>
                    <a:pt x="191868" y="330723"/>
                  </a:lnTo>
                  <a:lnTo>
                    <a:pt x="197105" y="329855"/>
                  </a:lnTo>
                  <a:lnTo>
                    <a:pt x="202312" y="328822"/>
                  </a:lnTo>
                  <a:lnTo>
                    <a:pt x="207484" y="327623"/>
                  </a:lnTo>
                  <a:lnTo>
                    <a:pt x="212615" y="326261"/>
                  </a:lnTo>
                  <a:lnTo>
                    <a:pt x="217700" y="324737"/>
                  </a:lnTo>
                  <a:lnTo>
                    <a:pt x="222734" y="323052"/>
                  </a:lnTo>
                  <a:lnTo>
                    <a:pt x="227712" y="321208"/>
                  </a:lnTo>
                  <a:lnTo>
                    <a:pt x="232629" y="319207"/>
                  </a:lnTo>
                  <a:lnTo>
                    <a:pt x="237480" y="317051"/>
                  </a:lnTo>
                  <a:lnTo>
                    <a:pt x="242260" y="314742"/>
                  </a:lnTo>
                  <a:lnTo>
                    <a:pt x="246965" y="312282"/>
                  </a:lnTo>
                  <a:lnTo>
                    <a:pt x="251589" y="309674"/>
                  </a:lnTo>
                  <a:lnTo>
                    <a:pt x="256127" y="306921"/>
                  </a:lnTo>
                  <a:lnTo>
                    <a:pt x="260576" y="304025"/>
                  </a:lnTo>
                  <a:lnTo>
                    <a:pt x="264931" y="300989"/>
                  </a:lnTo>
                  <a:lnTo>
                    <a:pt x="269187" y="297816"/>
                  </a:lnTo>
                  <a:lnTo>
                    <a:pt x="273341" y="294510"/>
                  </a:lnTo>
                  <a:lnTo>
                    <a:pt x="277387" y="291074"/>
                  </a:lnTo>
                  <a:lnTo>
                    <a:pt x="281322" y="287510"/>
                  </a:lnTo>
                  <a:lnTo>
                    <a:pt x="285142" y="283824"/>
                  </a:lnTo>
                  <a:lnTo>
                    <a:pt x="288843" y="280018"/>
                  </a:lnTo>
                  <a:lnTo>
                    <a:pt x="292422" y="276097"/>
                  </a:lnTo>
                  <a:lnTo>
                    <a:pt x="295874" y="272064"/>
                  </a:lnTo>
                  <a:lnTo>
                    <a:pt x="299196" y="267923"/>
                  </a:lnTo>
                  <a:lnTo>
                    <a:pt x="302385" y="263679"/>
                  </a:lnTo>
                  <a:lnTo>
                    <a:pt x="305438" y="259336"/>
                  </a:lnTo>
                  <a:lnTo>
                    <a:pt x="308351" y="254899"/>
                  </a:lnTo>
                  <a:lnTo>
                    <a:pt x="311122" y="250370"/>
                  </a:lnTo>
                  <a:lnTo>
                    <a:pt x="313748" y="245757"/>
                  </a:lnTo>
                  <a:lnTo>
                    <a:pt x="316225" y="241062"/>
                  </a:lnTo>
                  <a:lnTo>
                    <a:pt x="318553" y="236291"/>
                  </a:lnTo>
                  <a:lnTo>
                    <a:pt x="320728" y="231448"/>
                  </a:lnTo>
                  <a:lnTo>
                    <a:pt x="322748" y="226539"/>
                  </a:lnTo>
                  <a:lnTo>
                    <a:pt x="324611" y="221568"/>
                  </a:lnTo>
                  <a:lnTo>
                    <a:pt x="326315" y="216540"/>
                  </a:lnTo>
                  <a:lnTo>
                    <a:pt x="327859" y="211461"/>
                  </a:lnTo>
                  <a:lnTo>
                    <a:pt x="329241" y="206335"/>
                  </a:lnTo>
                  <a:lnTo>
                    <a:pt x="330459" y="201168"/>
                  </a:lnTo>
                  <a:lnTo>
                    <a:pt x="331513" y="195965"/>
                  </a:lnTo>
                  <a:lnTo>
                    <a:pt x="332401" y="190732"/>
                  </a:lnTo>
                  <a:lnTo>
                    <a:pt x="333122" y="185472"/>
                  </a:lnTo>
                  <a:lnTo>
                    <a:pt x="333676" y="180192"/>
                  </a:lnTo>
                  <a:lnTo>
                    <a:pt x="334062" y="174898"/>
                  </a:lnTo>
                  <a:lnTo>
                    <a:pt x="334280" y="169594"/>
                  </a:lnTo>
                  <a:lnTo>
                    <a:pt x="334329" y="164285"/>
                  </a:lnTo>
                  <a:lnTo>
                    <a:pt x="334210" y="158978"/>
                  </a:lnTo>
                  <a:lnTo>
                    <a:pt x="333922" y="153677"/>
                  </a:lnTo>
                  <a:lnTo>
                    <a:pt x="333466" y="148388"/>
                  </a:lnTo>
                  <a:lnTo>
                    <a:pt x="332842" y="143116"/>
                  </a:lnTo>
                  <a:lnTo>
                    <a:pt x="332051" y="137867"/>
                  </a:lnTo>
                  <a:lnTo>
                    <a:pt x="331094" y="132645"/>
                  </a:lnTo>
                  <a:lnTo>
                    <a:pt x="329972" y="127457"/>
                  </a:lnTo>
                  <a:lnTo>
                    <a:pt x="328685" y="122306"/>
                  </a:lnTo>
                  <a:lnTo>
                    <a:pt x="327236" y="117199"/>
                  </a:lnTo>
                  <a:lnTo>
                    <a:pt x="325625" y="112141"/>
                  </a:lnTo>
                  <a:lnTo>
                    <a:pt x="323854" y="107137"/>
                  </a:lnTo>
                  <a:lnTo>
                    <a:pt x="321926" y="102191"/>
                  </a:lnTo>
                  <a:lnTo>
                    <a:pt x="319841" y="97309"/>
                  </a:lnTo>
                  <a:lnTo>
                    <a:pt x="317602" y="92495"/>
                  </a:lnTo>
                  <a:lnTo>
                    <a:pt x="315212" y="87755"/>
                  </a:lnTo>
                  <a:lnTo>
                    <a:pt x="312672" y="83093"/>
                  </a:lnTo>
                  <a:lnTo>
                    <a:pt x="309985" y="78515"/>
                  </a:lnTo>
                  <a:lnTo>
                    <a:pt x="307155" y="74024"/>
                  </a:lnTo>
                  <a:lnTo>
                    <a:pt x="304183" y="69625"/>
                  </a:lnTo>
                  <a:lnTo>
                    <a:pt x="301073" y="65322"/>
                  </a:lnTo>
                  <a:lnTo>
                    <a:pt x="297828" y="61121"/>
                  </a:lnTo>
                  <a:lnTo>
                    <a:pt x="294451" y="57025"/>
                  </a:lnTo>
                  <a:lnTo>
                    <a:pt x="290946" y="53038"/>
                  </a:lnTo>
                  <a:lnTo>
                    <a:pt x="287317" y="49164"/>
                  </a:lnTo>
                  <a:lnTo>
                    <a:pt x="283565" y="45408"/>
                  </a:lnTo>
                  <a:lnTo>
                    <a:pt x="279697" y="41772"/>
                  </a:lnTo>
                  <a:lnTo>
                    <a:pt x="275715" y="38261"/>
                  </a:lnTo>
                  <a:lnTo>
                    <a:pt x="271624" y="34879"/>
                  </a:lnTo>
                  <a:lnTo>
                    <a:pt x="267427" y="31628"/>
                  </a:lnTo>
                  <a:lnTo>
                    <a:pt x="263129" y="28512"/>
                  </a:lnTo>
                  <a:lnTo>
                    <a:pt x="258734" y="25534"/>
                  </a:lnTo>
                  <a:lnTo>
                    <a:pt x="254247" y="22697"/>
                  </a:lnTo>
                  <a:lnTo>
                    <a:pt x="249673" y="20004"/>
                  </a:lnTo>
                  <a:lnTo>
                    <a:pt x="245015" y="17457"/>
                  </a:lnTo>
                  <a:lnTo>
                    <a:pt x="240278" y="15060"/>
                  </a:lnTo>
                  <a:lnTo>
                    <a:pt x="235468" y="12814"/>
                  </a:lnTo>
                  <a:lnTo>
                    <a:pt x="230589" y="10722"/>
                  </a:lnTo>
                  <a:lnTo>
                    <a:pt x="225646" y="8786"/>
                  </a:lnTo>
                  <a:lnTo>
                    <a:pt x="167165" y="1653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58480" cy="167167"/>
            </a:xfrm>
            <a:custGeom>
              <a:avLst/>
              <a:pathLst>
                <a:path w="58480" h="167167">
                  <a:moveTo>
                    <a:pt x="58480" y="10562"/>
                  </a:moveTo>
                  <a:lnTo>
                    <a:pt x="52847" y="8573"/>
                  </a:lnTo>
                  <a:lnTo>
                    <a:pt x="47146" y="6786"/>
                  </a:lnTo>
                  <a:lnTo>
                    <a:pt x="41385" y="5203"/>
                  </a:lnTo>
                  <a:lnTo>
                    <a:pt x="35572" y="3828"/>
                  </a:lnTo>
                  <a:lnTo>
                    <a:pt x="29713" y="2661"/>
                  </a:lnTo>
                  <a:lnTo>
                    <a:pt x="23816" y="1705"/>
                  </a:lnTo>
                  <a:lnTo>
                    <a:pt x="17888" y="959"/>
                  </a:lnTo>
                  <a:lnTo>
                    <a:pt x="11938" y="426"/>
                  </a:lnTo>
                  <a:lnTo>
                    <a:pt x="597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985" y="3707720"/>
              <a:ext cx="4763" cy="167167"/>
            </a:xfrm>
            <a:custGeom>
              <a:avLst/>
              <a:pathLst>
                <a:path w="4763" h="167167">
                  <a:moveTo>
                    <a:pt x="4763" y="0"/>
                  </a:moveTo>
                  <a:lnTo>
                    <a:pt x="0" y="67"/>
                  </a:lnTo>
                  <a:lnTo>
                    <a:pt x="47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83" y="3707720"/>
              <a:ext cx="334325" cy="334317"/>
            </a:xfrm>
            <a:custGeom>
              <a:avLst/>
              <a:pathLst>
                <a:path w="334325" h="334317">
                  <a:moveTo>
                    <a:pt x="162401" y="67"/>
                  </a:moveTo>
                  <a:lnTo>
                    <a:pt x="157126" y="301"/>
                  </a:lnTo>
                  <a:lnTo>
                    <a:pt x="151860" y="701"/>
                  </a:lnTo>
                  <a:lnTo>
                    <a:pt x="146610" y="1268"/>
                  </a:lnTo>
                  <a:lnTo>
                    <a:pt x="141381" y="2000"/>
                  </a:lnTo>
                  <a:lnTo>
                    <a:pt x="136177" y="2897"/>
                  </a:lnTo>
                  <a:lnTo>
                    <a:pt x="131004" y="3957"/>
                  </a:lnTo>
                  <a:lnTo>
                    <a:pt x="125867" y="5181"/>
                  </a:lnTo>
                  <a:lnTo>
                    <a:pt x="120772" y="6566"/>
                  </a:lnTo>
                  <a:lnTo>
                    <a:pt x="115723" y="8111"/>
                  </a:lnTo>
                  <a:lnTo>
                    <a:pt x="110725" y="9815"/>
                  </a:lnTo>
                  <a:lnTo>
                    <a:pt x="105783" y="11676"/>
                  </a:lnTo>
                  <a:lnTo>
                    <a:pt x="100903" y="13693"/>
                  </a:lnTo>
                  <a:lnTo>
                    <a:pt x="96088" y="15862"/>
                  </a:lnTo>
                  <a:lnTo>
                    <a:pt x="91345" y="18182"/>
                  </a:lnTo>
                  <a:lnTo>
                    <a:pt x="86677" y="20651"/>
                  </a:lnTo>
                  <a:lnTo>
                    <a:pt x="82090" y="23267"/>
                  </a:lnTo>
                  <a:lnTo>
                    <a:pt x="77587" y="26025"/>
                  </a:lnTo>
                  <a:lnTo>
                    <a:pt x="73174" y="28925"/>
                  </a:lnTo>
                  <a:lnTo>
                    <a:pt x="68855" y="31963"/>
                  </a:lnTo>
                  <a:lnTo>
                    <a:pt x="64634" y="35135"/>
                  </a:lnTo>
                  <a:lnTo>
                    <a:pt x="60515" y="38439"/>
                  </a:lnTo>
                  <a:lnTo>
                    <a:pt x="56502" y="41872"/>
                  </a:lnTo>
                  <a:lnTo>
                    <a:pt x="52600" y="45430"/>
                  </a:lnTo>
                  <a:lnTo>
                    <a:pt x="48812" y="49109"/>
                  </a:lnTo>
                  <a:lnTo>
                    <a:pt x="45142" y="52906"/>
                  </a:lnTo>
                  <a:lnTo>
                    <a:pt x="41595" y="56817"/>
                  </a:lnTo>
                  <a:lnTo>
                    <a:pt x="38172" y="60838"/>
                  </a:lnTo>
                  <a:lnTo>
                    <a:pt x="34878" y="64965"/>
                  </a:lnTo>
                  <a:lnTo>
                    <a:pt x="31716" y="69194"/>
                  </a:lnTo>
                  <a:lnTo>
                    <a:pt x="28689" y="73521"/>
                  </a:lnTo>
                  <a:lnTo>
                    <a:pt x="25800" y="77941"/>
                  </a:lnTo>
                  <a:lnTo>
                    <a:pt x="23053" y="82451"/>
                  </a:lnTo>
                  <a:lnTo>
                    <a:pt x="20449" y="87045"/>
                  </a:lnTo>
                  <a:lnTo>
                    <a:pt x="17992" y="91718"/>
                  </a:lnTo>
                  <a:lnTo>
                    <a:pt x="15683" y="96468"/>
                  </a:lnTo>
                  <a:lnTo>
                    <a:pt x="13526" y="101287"/>
                  </a:lnTo>
                  <a:lnTo>
                    <a:pt x="11522" y="106173"/>
                  </a:lnTo>
                  <a:lnTo>
                    <a:pt x="9673" y="111119"/>
                  </a:lnTo>
                  <a:lnTo>
                    <a:pt x="7981" y="116121"/>
                  </a:lnTo>
                  <a:lnTo>
                    <a:pt x="6448" y="121174"/>
                  </a:lnTo>
                  <a:lnTo>
                    <a:pt x="5076" y="126273"/>
                  </a:lnTo>
                  <a:lnTo>
                    <a:pt x="3865" y="131413"/>
                  </a:lnTo>
                  <a:lnTo>
                    <a:pt x="2817" y="136588"/>
                  </a:lnTo>
                  <a:lnTo>
                    <a:pt x="1934" y="141794"/>
                  </a:lnTo>
                  <a:lnTo>
                    <a:pt x="1215" y="147026"/>
                  </a:lnTo>
                  <a:lnTo>
                    <a:pt x="661" y="152277"/>
                  </a:lnTo>
                  <a:lnTo>
                    <a:pt x="274" y="157543"/>
                  </a:lnTo>
                  <a:lnTo>
                    <a:pt x="53" y="162819"/>
                  </a:lnTo>
                  <a:lnTo>
                    <a:pt x="0" y="168100"/>
                  </a:lnTo>
                  <a:lnTo>
                    <a:pt x="112" y="173379"/>
                  </a:lnTo>
                  <a:lnTo>
                    <a:pt x="392" y="178652"/>
                  </a:lnTo>
                  <a:lnTo>
                    <a:pt x="838" y="183914"/>
                  </a:lnTo>
                  <a:lnTo>
                    <a:pt x="1450" y="189158"/>
                  </a:lnTo>
                  <a:lnTo>
                    <a:pt x="2227" y="194381"/>
                  </a:lnTo>
                  <a:lnTo>
                    <a:pt x="3169" y="199577"/>
                  </a:lnTo>
                  <a:lnTo>
                    <a:pt x="4274" y="204741"/>
                  </a:lnTo>
                  <a:lnTo>
                    <a:pt x="5542" y="209867"/>
                  </a:lnTo>
                  <a:lnTo>
                    <a:pt x="6972" y="214950"/>
                  </a:lnTo>
                  <a:lnTo>
                    <a:pt x="8561" y="219986"/>
                  </a:lnTo>
                  <a:lnTo>
                    <a:pt x="10308" y="224969"/>
                  </a:lnTo>
                  <a:lnTo>
                    <a:pt x="12212" y="229894"/>
                  </a:lnTo>
                  <a:lnTo>
                    <a:pt x="14270" y="234757"/>
                  </a:lnTo>
                  <a:lnTo>
                    <a:pt x="16481" y="239552"/>
                  </a:lnTo>
                  <a:lnTo>
                    <a:pt x="18843" y="244275"/>
                  </a:lnTo>
                  <a:lnTo>
                    <a:pt x="21352" y="248921"/>
                  </a:lnTo>
                  <a:lnTo>
                    <a:pt x="24007" y="253486"/>
                  </a:lnTo>
                  <a:lnTo>
                    <a:pt x="26805" y="257964"/>
                  </a:lnTo>
                  <a:lnTo>
                    <a:pt x="29743" y="262352"/>
                  </a:lnTo>
                  <a:lnTo>
                    <a:pt x="32817" y="266645"/>
                  </a:lnTo>
                  <a:lnTo>
                    <a:pt x="36026" y="270839"/>
                  </a:lnTo>
                  <a:lnTo>
                    <a:pt x="39366" y="274929"/>
                  </a:lnTo>
                  <a:lnTo>
                    <a:pt x="42834" y="278911"/>
                  </a:lnTo>
                  <a:lnTo>
                    <a:pt x="46425" y="282782"/>
                  </a:lnTo>
                  <a:lnTo>
                    <a:pt x="50137" y="286538"/>
                  </a:lnTo>
                  <a:lnTo>
                    <a:pt x="53965" y="290175"/>
                  </a:lnTo>
                  <a:lnTo>
                    <a:pt x="57907" y="293689"/>
                  </a:lnTo>
                  <a:lnTo>
                    <a:pt x="61958" y="297076"/>
                  </a:lnTo>
                  <a:lnTo>
                    <a:pt x="66113" y="300335"/>
                  </a:lnTo>
                  <a:lnTo>
                    <a:pt x="70369" y="303460"/>
                  </a:lnTo>
                  <a:lnTo>
                    <a:pt x="74722" y="306449"/>
                  </a:lnTo>
                  <a:lnTo>
                    <a:pt x="79168" y="309299"/>
                  </a:lnTo>
                  <a:lnTo>
                    <a:pt x="83701" y="312007"/>
                  </a:lnTo>
                  <a:lnTo>
                    <a:pt x="88317" y="314571"/>
                  </a:lnTo>
                  <a:lnTo>
                    <a:pt x="93012" y="316988"/>
                  </a:lnTo>
                  <a:lnTo>
                    <a:pt x="97781" y="319255"/>
                  </a:lnTo>
                  <a:lnTo>
                    <a:pt x="102619" y="321371"/>
                  </a:lnTo>
                  <a:lnTo>
                    <a:pt x="107522" y="323333"/>
                  </a:lnTo>
                  <a:lnTo>
                    <a:pt x="112484" y="325138"/>
                  </a:lnTo>
                  <a:lnTo>
                    <a:pt x="117500" y="326787"/>
                  </a:lnTo>
                  <a:lnTo>
                    <a:pt x="122567" y="328276"/>
                  </a:lnTo>
                  <a:lnTo>
                    <a:pt x="127677" y="329604"/>
                  </a:lnTo>
                  <a:lnTo>
                    <a:pt x="132828" y="330770"/>
                  </a:lnTo>
                  <a:lnTo>
                    <a:pt x="138012" y="331773"/>
                  </a:lnTo>
                  <a:lnTo>
                    <a:pt x="143225" y="332611"/>
                  </a:lnTo>
                  <a:lnTo>
                    <a:pt x="148463" y="333285"/>
                  </a:lnTo>
                  <a:lnTo>
                    <a:pt x="153719" y="333793"/>
                  </a:lnTo>
                  <a:lnTo>
                    <a:pt x="158988" y="334134"/>
                  </a:lnTo>
                  <a:lnTo>
                    <a:pt x="164266" y="334309"/>
                  </a:lnTo>
                  <a:lnTo>
                    <a:pt x="169546" y="334317"/>
                  </a:lnTo>
                  <a:lnTo>
                    <a:pt x="174824" y="334159"/>
                  </a:lnTo>
                  <a:lnTo>
                    <a:pt x="180095" y="333834"/>
                  </a:lnTo>
                  <a:lnTo>
                    <a:pt x="185352" y="333342"/>
                  </a:lnTo>
                  <a:lnTo>
                    <a:pt x="190592" y="332685"/>
                  </a:lnTo>
                  <a:lnTo>
                    <a:pt x="195808" y="331862"/>
                  </a:lnTo>
                  <a:lnTo>
                    <a:pt x="200995" y="330875"/>
                  </a:lnTo>
                  <a:lnTo>
                    <a:pt x="206149" y="329725"/>
                  </a:lnTo>
                  <a:lnTo>
                    <a:pt x="211264" y="328413"/>
                  </a:lnTo>
                  <a:lnTo>
                    <a:pt x="216335" y="326939"/>
                  </a:lnTo>
                  <a:lnTo>
                    <a:pt x="221356" y="325307"/>
                  </a:lnTo>
                  <a:lnTo>
                    <a:pt x="226324" y="323516"/>
                  </a:lnTo>
                  <a:lnTo>
                    <a:pt x="231233" y="321570"/>
                  </a:lnTo>
                  <a:lnTo>
                    <a:pt x="236077" y="319469"/>
                  </a:lnTo>
                  <a:lnTo>
                    <a:pt x="240853" y="317217"/>
                  </a:lnTo>
                  <a:lnTo>
                    <a:pt x="245556" y="314814"/>
                  </a:lnTo>
                  <a:lnTo>
                    <a:pt x="250180" y="312265"/>
                  </a:lnTo>
                  <a:lnTo>
                    <a:pt x="254721" y="309570"/>
                  </a:lnTo>
                  <a:lnTo>
                    <a:pt x="259175" y="306734"/>
                  </a:lnTo>
                  <a:lnTo>
                    <a:pt x="263537" y="303758"/>
                  </a:lnTo>
                  <a:lnTo>
                    <a:pt x="267803" y="300646"/>
                  </a:lnTo>
                  <a:lnTo>
                    <a:pt x="271969" y="297401"/>
                  </a:lnTo>
                  <a:lnTo>
                    <a:pt x="276030" y="294026"/>
                  </a:lnTo>
                  <a:lnTo>
                    <a:pt x="279982" y="290524"/>
                  </a:lnTo>
                  <a:lnTo>
                    <a:pt x="283822" y="286899"/>
                  </a:lnTo>
                  <a:lnTo>
                    <a:pt x="287546" y="283155"/>
                  </a:lnTo>
                  <a:lnTo>
                    <a:pt x="291149" y="279295"/>
                  </a:lnTo>
                  <a:lnTo>
                    <a:pt x="294629" y="275323"/>
                  </a:lnTo>
                  <a:lnTo>
                    <a:pt x="297981" y="271243"/>
                  </a:lnTo>
                  <a:lnTo>
                    <a:pt x="301203" y="267060"/>
                  </a:lnTo>
                  <a:lnTo>
                    <a:pt x="304291" y="262776"/>
                  </a:lnTo>
                  <a:lnTo>
                    <a:pt x="307243" y="258398"/>
                  </a:lnTo>
                  <a:lnTo>
                    <a:pt x="310054" y="253928"/>
                  </a:lnTo>
                  <a:lnTo>
                    <a:pt x="312723" y="249372"/>
                  </a:lnTo>
                  <a:lnTo>
                    <a:pt x="315247" y="244733"/>
                  </a:lnTo>
                  <a:lnTo>
                    <a:pt x="317623" y="240018"/>
                  </a:lnTo>
                  <a:lnTo>
                    <a:pt x="319849" y="235229"/>
                  </a:lnTo>
                  <a:lnTo>
                    <a:pt x="321922" y="230373"/>
                  </a:lnTo>
                  <a:lnTo>
                    <a:pt x="323841" y="225453"/>
                  </a:lnTo>
                  <a:lnTo>
                    <a:pt x="325604" y="220476"/>
                  </a:lnTo>
                  <a:lnTo>
                    <a:pt x="327209" y="215445"/>
                  </a:lnTo>
                  <a:lnTo>
                    <a:pt x="328654" y="210366"/>
                  </a:lnTo>
                  <a:lnTo>
                    <a:pt x="329937" y="205244"/>
                  </a:lnTo>
                  <a:lnTo>
                    <a:pt x="331059" y="200084"/>
                  </a:lnTo>
                  <a:lnTo>
                    <a:pt x="332017" y="194891"/>
                  </a:lnTo>
                  <a:lnTo>
                    <a:pt x="332810" y="189671"/>
                  </a:lnTo>
                  <a:lnTo>
                    <a:pt x="333438" y="184428"/>
                  </a:lnTo>
                  <a:lnTo>
                    <a:pt x="333900" y="179167"/>
                  </a:lnTo>
                  <a:lnTo>
                    <a:pt x="334196" y="173895"/>
                  </a:lnTo>
                  <a:lnTo>
                    <a:pt x="334325" y="168616"/>
                  </a:lnTo>
                  <a:lnTo>
                    <a:pt x="334288" y="163336"/>
                  </a:lnTo>
                  <a:lnTo>
                    <a:pt x="334084" y="158059"/>
                  </a:lnTo>
                  <a:lnTo>
                    <a:pt x="333713" y="152792"/>
                  </a:lnTo>
                  <a:lnTo>
                    <a:pt x="333175" y="147539"/>
                  </a:lnTo>
                  <a:lnTo>
                    <a:pt x="332473" y="142305"/>
                  </a:lnTo>
                  <a:lnTo>
                    <a:pt x="331605" y="137097"/>
                  </a:lnTo>
                  <a:lnTo>
                    <a:pt x="330573" y="131918"/>
                  </a:lnTo>
                  <a:lnTo>
                    <a:pt x="329378" y="126774"/>
                  </a:lnTo>
                  <a:lnTo>
                    <a:pt x="328022" y="121671"/>
                  </a:lnTo>
                  <a:lnTo>
                    <a:pt x="326505" y="116613"/>
                  </a:lnTo>
                  <a:lnTo>
                    <a:pt x="324828" y="111606"/>
                  </a:lnTo>
                  <a:lnTo>
                    <a:pt x="322995" y="106654"/>
                  </a:lnTo>
                  <a:lnTo>
                    <a:pt x="321006" y="101762"/>
                  </a:lnTo>
                  <a:lnTo>
                    <a:pt x="318863" y="96936"/>
                  </a:lnTo>
                  <a:lnTo>
                    <a:pt x="316569" y="92180"/>
                  </a:lnTo>
                  <a:lnTo>
                    <a:pt x="314127" y="87498"/>
                  </a:lnTo>
                  <a:lnTo>
                    <a:pt x="311537" y="82897"/>
                  </a:lnTo>
                  <a:lnTo>
                    <a:pt x="308803" y="78379"/>
                  </a:lnTo>
                  <a:lnTo>
                    <a:pt x="305928" y="73949"/>
                  </a:lnTo>
                  <a:lnTo>
                    <a:pt x="302915" y="69613"/>
                  </a:lnTo>
                  <a:lnTo>
                    <a:pt x="299766" y="65374"/>
                  </a:lnTo>
                  <a:lnTo>
                    <a:pt x="296485" y="61237"/>
                  </a:lnTo>
                  <a:lnTo>
                    <a:pt x="293075" y="57205"/>
                  </a:lnTo>
                  <a:lnTo>
                    <a:pt x="289539" y="53284"/>
                  </a:lnTo>
                  <a:lnTo>
                    <a:pt x="285881" y="49475"/>
                  </a:lnTo>
                  <a:lnTo>
                    <a:pt x="282104" y="45784"/>
                  </a:lnTo>
                  <a:lnTo>
                    <a:pt x="278213" y="42215"/>
                  </a:lnTo>
                  <a:lnTo>
                    <a:pt x="274211" y="38770"/>
                  </a:lnTo>
                  <a:lnTo>
                    <a:pt x="270103" y="35453"/>
                  </a:lnTo>
                  <a:lnTo>
                    <a:pt x="265891" y="32267"/>
                  </a:lnTo>
                  <a:lnTo>
                    <a:pt x="261581" y="29216"/>
                  </a:lnTo>
                  <a:lnTo>
                    <a:pt x="257177" y="26303"/>
                  </a:lnTo>
                  <a:lnTo>
                    <a:pt x="252683" y="23530"/>
                  </a:lnTo>
                  <a:lnTo>
                    <a:pt x="248104" y="20901"/>
                  </a:lnTo>
                  <a:lnTo>
                    <a:pt x="243444" y="18418"/>
                  </a:lnTo>
                  <a:lnTo>
                    <a:pt x="238708" y="16083"/>
                  </a:lnTo>
                  <a:lnTo>
                    <a:pt x="233900" y="13898"/>
                  </a:lnTo>
                  <a:lnTo>
                    <a:pt x="229026" y="11867"/>
                  </a:lnTo>
                  <a:lnTo>
                    <a:pt x="224090" y="9991"/>
                  </a:lnTo>
                  <a:lnTo>
                    <a:pt x="219098" y="8271"/>
                  </a:lnTo>
                  <a:lnTo>
                    <a:pt x="214053" y="6710"/>
                  </a:lnTo>
                  <a:lnTo>
                    <a:pt x="208962" y="5309"/>
                  </a:lnTo>
                  <a:lnTo>
                    <a:pt x="203829" y="4070"/>
                  </a:lnTo>
                  <a:lnTo>
                    <a:pt x="198659" y="2993"/>
                  </a:lnTo>
                  <a:lnTo>
                    <a:pt x="193458" y="2080"/>
                  </a:lnTo>
                  <a:lnTo>
                    <a:pt x="188231" y="1332"/>
                  </a:lnTo>
                  <a:lnTo>
                    <a:pt x="182983" y="750"/>
                  </a:lnTo>
                  <a:lnTo>
                    <a:pt x="177719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524" y="4213821"/>
              <a:ext cx="4763" cy="167167"/>
            </a:xfrm>
            <a:custGeom>
              <a:avLst/>
              <a:pathLst>
                <a:path w="4763" h="167167">
                  <a:moveTo>
                    <a:pt x="4763" y="0"/>
                  </a:moveTo>
                  <a:lnTo>
                    <a:pt x="0" y="67"/>
                  </a:lnTo>
                  <a:lnTo>
                    <a:pt x="47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2" y="4213821"/>
              <a:ext cx="334325" cy="334317"/>
            </a:xfrm>
            <a:custGeom>
              <a:avLst/>
              <a:pathLst>
                <a:path w="334325" h="334317">
                  <a:moveTo>
                    <a:pt x="162401" y="67"/>
                  </a:moveTo>
                  <a:lnTo>
                    <a:pt x="157126" y="301"/>
                  </a:lnTo>
                  <a:lnTo>
                    <a:pt x="151860" y="701"/>
                  </a:lnTo>
                  <a:lnTo>
                    <a:pt x="146610" y="1268"/>
                  </a:lnTo>
                  <a:lnTo>
                    <a:pt x="141381" y="2000"/>
                  </a:lnTo>
                  <a:lnTo>
                    <a:pt x="136177" y="2897"/>
                  </a:lnTo>
                  <a:lnTo>
                    <a:pt x="131004" y="3957"/>
                  </a:lnTo>
                  <a:lnTo>
                    <a:pt x="125867" y="5181"/>
                  </a:lnTo>
                  <a:lnTo>
                    <a:pt x="120772" y="6566"/>
                  </a:lnTo>
                  <a:lnTo>
                    <a:pt x="115723" y="8111"/>
                  </a:lnTo>
                  <a:lnTo>
                    <a:pt x="110725" y="9815"/>
                  </a:lnTo>
                  <a:lnTo>
                    <a:pt x="105783" y="11676"/>
                  </a:lnTo>
                  <a:lnTo>
                    <a:pt x="100903" y="13693"/>
                  </a:lnTo>
                  <a:lnTo>
                    <a:pt x="96088" y="15862"/>
                  </a:lnTo>
                  <a:lnTo>
                    <a:pt x="91345" y="18182"/>
                  </a:lnTo>
                  <a:lnTo>
                    <a:pt x="86677" y="20651"/>
                  </a:lnTo>
                  <a:lnTo>
                    <a:pt x="82090" y="23267"/>
                  </a:lnTo>
                  <a:lnTo>
                    <a:pt x="77587" y="26025"/>
                  </a:lnTo>
                  <a:lnTo>
                    <a:pt x="73174" y="28925"/>
                  </a:lnTo>
                  <a:lnTo>
                    <a:pt x="68855" y="31963"/>
                  </a:lnTo>
                  <a:lnTo>
                    <a:pt x="64634" y="35135"/>
                  </a:lnTo>
                  <a:lnTo>
                    <a:pt x="60515" y="38439"/>
                  </a:lnTo>
                  <a:lnTo>
                    <a:pt x="56502" y="41872"/>
                  </a:lnTo>
                  <a:lnTo>
                    <a:pt x="52600" y="45430"/>
                  </a:lnTo>
                  <a:lnTo>
                    <a:pt x="48812" y="49109"/>
                  </a:lnTo>
                  <a:lnTo>
                    <a:pt x="45142" y="52906"/>
                  </a:lnTo>
                  <a:lnTo>
                    <a:pt x="41595" y="56817"/>
                  </a:lnTo>
                  <a:lnTo>
                    <a:pt x="38172" y="60838"/>
                  </a:lnTo>
                  <a:lnTo>
                    <a:pt x="34878" y="64965"/>
                  </a:lnTo>
                  <a:lnTo>
                    <a:pt x="31716" y="69194"/>
                  </a:lnTo>
                  <a:lnTo>
                    <a:pt x="28689" y="73521"/>
                  </a:lnTo>
                  <a:lnTo>
                    <a:pt x="25800" y="77941"/>
                  </a:lnTo>
                  <a:lnTo>
                    <a:pt x="23053" y="82451"/>
                  </a:lnTo>
                  <a:lnTo>
                    <a:pt x="20449" y="87045"/>
                  </a:lnTo>
                  <a:lnTo>
                    <a:pt x="17992" y="91718"/>
                  </a:lnTo>
                  <a:lnTo>
                    <a:pt x="15683" y="96468"/>
                  </a:lnTo>
                  <a:lnTo>
                    <a:pt x="13526" y="101287"/>
                  </a:lnTo>
                  <a:lnTo>
                    <a:pt x="11522" y="106173"/>
                  </a:lnTo>
                  <a:lnTo>
                    <a:pt x="9673" y="111119"/>
                  </a:lnTo>
                  <a:lnTo>
                    <a:pt x="7981" y="116121"/>
                  </a:lnTo>
                  <a:lnTo>
                    <a:pt x="6448" y="121174"/>
                  </a:lnTo>
                  <a:lnTo>
                    <a:pt x="5076" y="126273"/>
                  </a:lnTo>
                  <a:lnTo>
                    <a:pt x="3865" y="131413"/>
                  </a:lnTo>
                  <a:lnTo>
                    <a:pt x="2817" y="136588"/>
                  </a:lnTo>
                  <a:lnTo>
                    <a:pt x="1934" y="141794"/>
                  </a:lnTo>
                  <a:lnTo>
                    <a:pt x="1215" y="147026"/>
                  </a:lnTo>
                  <a:lnTo>
                    <a:pt x="661" y="152277"/>
                  </a:lnTo>
                  <a:lnTo>
                    <a:pt x="274" y="157543"/>
                  </a:lnTo>
                  <a:lnTo>
                    <a:pt x="53" y="162819"/>
                  </a:lnTo>
                  <a:lnTo>
                    <a:pt x="0" y="168100"/>
                  </a:lnTo>
                  <a:lnTo>
                    <a:pt x="112" y="173379"/>
                  </a:lnTo>
                  <a:lnTo>
                    <a:pt x="392" y="178652"/>
                  </a:lnTo>
                  <a:lnTo>
                    <a:pt x="838" y="183914"/>
                  </a:lnTo>
                  <a:lnTo>
                    <a:pt x="1450" y="189158"/>
                  </a:lnTo>
                  <a:lnTo>
                    <a:pt x="2227" y="194381"/>
                  </a:lnTo>
                  <a:lnTo>
                    <a:pt x="3169" y="199577"/>
                  </a:lnTo>
                  <a:lnTo>
                    <a:pt x="4274" y="204741"/>
                  </a:lnTo>
                  <a:lnTo>
                    <a:pt x="5542" y="209867"/>
                  </a:lnTo>
                  <a:lnTo>
                    <a:pt x="6972" y="214950"/>
                  </a:lnTo>
                  <a:lnTo>
                    <a:pt x="8561" y="219986"/>
                  </a:lnTo>
                  <a:lnTo>
                    <a:pt x="10308" y="224969"/>
                  </a:lnTo>
                  <a:lnTo>
                    <a:pt x="12212" y="229894"/>
                  </a:lnTo>
                  <a:lnTo>
                    <a:pt x="14270" y="234757"/>
                  </a:lnTo>
                  <a:lnTo>
                    <a:pt x="16481" y="239552"/>
                  </a:lnTo>
                  <a:lnTo>
                    <a:pt x="18843" y="244275"/>
                  </a:lnTo>
                  <a:lnTo>
                    <a:pt x="21352" y="248921"/>
                  </a:lnTo>
                  <a:lnTo>
                    <a:pt x="24007" y="253486"/>
                  </a:lnTo>
                  <a:lnTo>
                    <a:pt x="26805" y="257964"/>
                  </a:lnTo>
                  <a:lnTo>
                    <a:pt x="29743" y="262352"/>
                  </a:lnTo>
                  <a:lnTo>
                    <a:pt x="32817" y="266645"/>
                  </a:lnTo>
                  <a:lnTo>
                    <a:pt x="36026" y="270839"/>
                  </a:lnTo>
                  <a:lnTo>
                    <a:pt x="39366" y="274929"/>
                  </a:lnTo>
                  <a:lnTo>
                    <a:pt x="42834" y="278911"/>
                  </a:lnTo>
                  <a:lnTo>
                    <a:pt x="46425" y="282782"/>
                  </a:lnTo>
                  <a:lnTo>
                    <a:pt x="50137" y="286538"/>
                  </a:lnTo>
                  <a:lnTo>
                    <a:pt x="53965" y="290175"/>
                  </a:lnTo>
                  <a:lnTo>
                    <a:pt x="57907" y="293689"/>
                  </a:lnTo>
                  <a:lnTo>
                    <a:pt x="61958" y="297076"/>
                  </a:lnTo>
                  <a:lnTo>
                    <a:pt x="66113" y="300335"/>
                  </a:lnTo>
                  <a:lnTo>
                    <a:pt x="70369" y="303460"/>
                  </a:lnTo>
                  <a:lnTo>
                    <a:pt x="74722" y="306449"/>
                  </a:lnTo>
                  <a:lnTo>
                    <a:pt x="79168" y="309299"/>
                  </a:lnTo>
                  <a:lnTo>
                    <a:pt x="83701" y="312007"/>
                  </a:lnTo>
                  <a:lnTo>
                    <a:pt x="88317" y="314571"/>
                  </a:lnTo>
                  <a:lnTo>
                    <a:pt x="93012" y="316988"/>
                  </a:lnTo>
                  <a:lnTo>
                    <a:pt x="97781" y="319255"/>
                  </a:lnTo>
                  <a:lnTo>
                    <a:pt x="102619" y="321371"/>
                  </a:lnTo>
                  <a:lnTo>
                    <a:pt x="107522" y="323333"/>
                  </a:lnTo>
                  <a:lnTo>
                    <a:pt x="112484" y="325138"/>
                  </a:lnTo>
                  <a:lnTo>
                    <a:pt x="117500" y="326787"/>
                  </a:lnTo>
                  <a:lnTo>
                    <a:pt x="122567" y="328276"/>
                  </a:lnTo>
                  <a:lnTo>
                    <a:pt x="127677" y="329604"/>
                  </a:lnTo>
                  <a:lnTo>
                    <a:pt x="132828" y="330770"/>
                  </a:lnTo>
                  <a:lnTo>
                    <a:pt x="138012" y="331773"/>
                  </a:lnTo>
                  <a:lnTo>
                    <a:pt x="143225" y="332611"/>
                  </a:lnTo>
                  <a:lnTo>
                    <a:pt x="148463" y="333285"/>
                  </a:lnTo>
                  <a:lnTo>
                    <a:pt x="153719" y="333793"/>
                  </a:lnTo>
                  <a:lnTo>
                    <a:pt x="158988" y="334134"/>
                  </a:lnTo>
                  <a:lnTo>
                    <a:pt x="164266" y="334309"/>
                  </a:lnTo>
                  <a:lnTo>
                    <a:pt x="169546" y="334317"/>
                  </a:lnTo>
                  <a:lnTo>
                    <a:pt x="174824" y="334159"/>
                  </a:lnTo>
                  <a:lnTo>
                    <a:pt x="180095" y="333834"/>
                  </a:lnTo>
                  <a:lnTo>
                    <a:pt x="185352" y="333342"/>
                  </a:lnTo>
                  <a:lnTo>
                    <a:pt x="190592" y="332685"/>
                  </a:lnTo>
                  <a:lnTo>
                    <a:pt x="195808" y="331862"/>
                  </a:lnTo>
                  <a:lnTo>
                    <a:pt x="200995" y="330875"/>
                  </a:lnTo>
                  <a:lnTo>
                    <a:pt x="206149" y="329725"/>
                  </a:lnTo>
                  <a:lnTo>
                    <a:pt x="211264" y="328413"/>
                  </a:lnTo>
                  <a:lnTo>
                    <a:pt x="216335" y="326939"/>
                  </a:lnTo>
                  <a:lnTo>
                    <a:pt x="221356" y="325307"/>
                  </a:lnTo>
                  <a:lnTo>
                    <a:pt x="226324" y="323516"/>
                  </a:lnTo>
                  <a:lnTo>
                    <a:pt x="231233" y="321570"/>
                  </a:lnTo>
                  <a:lnTo>
                    <a:pt x="236077" y="319469"/>
                  </a:lnTo>
                  <a:lnTo>
                    <a:pt x="240853" y="317217"/>
                  </a:lnTo>
                  <a:lnTo>
                    <a:pt x="245556" y="314814"/>
                  </a:lnTo>
                  <a:lnTo>
                    <a:pt x="250180" y="312265"/>
                  </a:lnTo>
                  <a:lnTo>
                    <a:pt x="254721" y="309570"/>
                  </a:lnTo>
                  <a:lnTo>
                    <a:pt x="259175" y="306734"/>
                  </a:lnTo>
                  <a:lnTo>
                    <a:pt x="263537" y="303758"/>
                  </a:lnTo>
                  <a:lnTo>
                    <a:pt x="267803" y="300646"/>
                  </a:lnTo>
                  <a:lnTo>
                    <a:pt x="271969" y="297401"/>
                  </a:lnTo>
                  <a:lnTo>
                    <a:pt x="276030" y="294026"/>
                  </a:lnTo>
                  <a:lnTo>
                    <a:pt x="279982" y="290524"/>
                  </a:lnTo>
                  <a:lnTo>
                    <a:pt x="283822" y="286899"/>
                  </a:lnTo>
                  <a:lnTo>
                    <a:pt x="287546" y="283155"/>
                  </a:lnTo>
                  <a:lnTo>
                    <a:pt x="291149" y="279295"/>
                  </a:lnTo>
                  <a:lnTo>
                    <a:pt x="294629" y="275323"/>
                  </a:lnTo>
                  <a:lnTo>
                    <a:pt x="297981" y="271243"/>
                  </a:lnTo>
                  <a:lnTo>
                    <a:pt x="301203" y="267060"/>
                  </a:lnTo>
                  <a:lnTo>
                    <a:pt x="304291" y="262776"/>
                  </a:lnTo>
                  <a:lnTo>
                    <a:pt x="307243" y="258398"/>
                  </a:lnTo>
                  <a:lnTo>
                    <a:pt x="310054" y="253928"/>
                  </a:lnTo>
                  <a:lnTo>
                    <a:pt x="312723" y="249372"/>
                  </a:lnTo>
                  <a:lnTo>
                    <a:pt x="315247" y="244733"/>
                  </a:lnTo>
                  <a:lnTo>
                    <a:pt x="317623" y="240018"/>
                  </a:lnTo>
                  <a:lnTo>
                    <a:pt x="319849" y="235229"/>
                  </a:lnTo>
                  <a:lnTo>
                    <a:pt x="321922" y="230373"/>
                  </a:lnTo>
                  <a:lnTo>
                    <a:pt x="323841" y="225453"/>
                  </a:lnTo>
                  <a:lnTo>
                    <a:pt x="325604" y="220476"/>
                  </a:lnTo>
                  <a:lnTo>
                    <a:pt x="327209" y="215445"/>
                  </a:lnTo>
                  <a:lnTo>
                    <a:pt x="328654" y="210366"/>
                  </a:lnTo>
                  <a:lnTo>
                    <a:pt x="329937" y="205244"/>
                  </a:lnTo>
                  <a:lnTo>
                    <a:pt x="331059" y="200084"/>
                  </a:lnTo>
                  <a:lnTo>
                    <a:pt x="332017" y="194891"/>
                  </a:lnTo>
                  <a:lnTo>
                    <a:pt x="332810" y="189671"/>
                  </a:lnTo>
                  <a:lnTo>
                    <a:pt x="333438" y="184428"/>
                  </a:lnTo>
                  <a:lnTo>
                    <a:pt x="333900" y="179167"/>
                  </a:lnTo>
                  <a:lnTo>
                    <a:pt x="334196" y="173895"/>
                  </a:lnTo>
                  <a:lnTo>
                    <a:pt x="334325" y="168616"/>
                  </a:lnTo>
                  <a:lnTo>
                    <a:pt x="334288" y="163336"/>
                  </a:lnTo>
                  <a:lnTo>
                    <a:pt x="334084" y="158059"/>
                  </a:lnTo>
                  <a:lnTo>
                    <a:pt x="333713" y="152792"/>
                  </a:lnTo>
                  <a:lnTo>
                    <a:pt x="333175" y="147539"/>
                  </a:lnTo>
                  <a:lnTo>
                    <a:pt x="332473" y="142305"/>
                  </a:lnTo>
                  <a:lnTo>
                    <a:pt x="331605" y="137097"/>
                  </a:lnTo>
                  <a:lnTo>
                    <a:pt x="330573" y="131918"/>
                  </a:lnTo>
                  <a:lnTo>
                    <a:pt x="329378" y="126774"/>
                  </a:lnTo>
                  <a:lnTo>
                    <a:pt x="328022" y="121671"/>
                  </a:lnTo>
                  <a:lnTo>
                    <a:pt x="326505" y="116613"/>
                  </a:lnTo>
                  <a:lnTo>
                    <a:pt x="324828" y="111606"/>
                  </a:lnTo>
                  <a:lnTo>
                    <a:pt x="322995" y="106654"/>
                  </a:lnTo>
                  <a:lnTo>
                    <a:pt x="321006" y="101762"/>
                  </a:lnTo>
                  <a:lnTo>
                    <a:pt x="318863" y="96936"/>
                  </a:lnTo>
                  <a:lnTo>
                    <a:pt x="316569" y="92180"/>
                  </a:lnTo>
                  <a:lnTo>
                    <a:pt x="314127" y="87498"/>
                  </a:lnTo>
                  <a:lnTo>
                    <a:pt x="311537" y="82897"/>
                  </a:lnTo>
                  <a:lnTo>
                    <a:pt x="308803" y="78379"/>
                  </a:lnTo>
                  <a:lnTo>
                    <a:pt x="305928" y="73949"/>
                  </a:lnTo>
                  <a:lnTo>
                    <a:pt x="302915" y="69613"/>
                  </a:lnTo>
                  <a:lnTo>
                    <a:pt x="299766" y="65374"/>
                  </a:lnTo>
                  <a:lnTo>
                    <a:pt x="296485" y="61237"/>
                  </a:lnTo>
                  <a:lnTo>
                    <a:pt x="293075" y="57205"/>
                  </a:lnTo>
                  <a:lnTo>
                    <a:pt x="289539" y="53284"/>
                  </a:lnTo>
                  <a:lnTo>
                    <a:pt x="285881" y="49475"/>
                  </a:lnTo>
                  <a:lnTo>
                    <a:pt x="282104" y="45784"/>
                  </a:lnTo>
                  <a:lnTo>
                    <a:pt x="278213" y="42215"/>
                  </a:lnTo>
                  <a:lnTo>
                    <a:pt x="274211" y="38770"/>
                  </a:lnTo>
                  <a:lnTo>
                    <a:pt x="270103" y="35453"/>
                  </a:lnTo>
                  <a:lnTo>
                    <a:pt x="265891" y="32267"/>
                  </a:lnTo>
                  <a:lnTo>
                    <a:pt x="261581" y="29216"/>
                  </a:lnTo>
                  <a:lnTo>
                    <a:pt x="257177" y="26303"/>
                  </a:lnTo>
                  <a:lnTo>
                    <a:pt x="252683" y="23530"/>
                  </a:lnTo>
                  <a:lnTo>
                    <a:pt x="248104" y="20901"/>
                  </a:lnTo>
                  <a:lnTo>
                    <a:pt x="243444" y="18418"/>
                  </a:lnTo>
                  <a:lnTo>
                    <a:pt x="238708" y="16083"/>
                  </a:lnTo>
                  <a:lnTo>
                    <a:pt x="233900" y="13898"/>
                  </a:lnTo>
                  <a:lnTo>
                    <a:pt x="229026" y="11867"/>
                  </a:lnTo>
                  <a:lnTo>
                    <a:pt x="224090" y="9991"/>
                  </a:lnTo>
                  <a:lnTo>
                    <a:pt x="219098" y="8271"/>
                  </a:lnTo>
                  <a:lnTo>
                    <a:pt x="214053" y="6710"/>
                  </a:lnTo>
                  <a:lnTo>
                    <a:pt x="208962" y="5309"/>
                  </a:lnTo>
                  <a:lnTo>
                    <a:pt x="203829" y="4070"/>
                  </a:lnTo>
                  <a:lnTo>
                    <a:pt x="198659" y="2993"/>
                  </a:lnTo>
                  <a:lnTo>
                    <a:pt x="193458" y="2080"/>
                  </a:lnTo>
                  <a:lnTo>
                    <a:pt x="188231" y="1332"/>
                  </a:lnTo>
                  <a:lnTo>
                    <a:pt x="182983" y="750"/>
                  </a:lnTo>
                  <a:lnTo>
                    <a:pt x="177719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36" y="4659281"/>
              <a:ext cx="1288" cy="167167"/>
            </a:xfrm>
            <a:custGeom>
              <a:avLst/>
              <a:pathLst>
                <a:path w="1288" h="167167">
                  <a:moveTo>
                    <a:pt x="1288" y="0"/>
                  </a:moveTo>
                  <a:lnTo>
                    <a:pt x="0" y="4"/>
                  </a:lnTo>
                  <a:lnTo>
                    <a:pt x="128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5236" y="4659286"/>
              <a:ext cx="1288" cy="167162"/>
            </a:xfrm>
            <a:custGeom>
              <a:avLst/>
              <a:pathLst>
                <a:path w="1288" h="167162">
                  <a:moveTo>
                    <a:pt x="0" y="0"/>
                  </a:moveTo>
                  <a:lnTo>
                    <a:pt x="1288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37889" y="4659286"/>
              <a:ext cx="148635" cy="167162"/>
            </a:xfrm>
            <a:custGeom>
              <a:avLst/>
              <a:pathLst>
                <a:path w="148635" h="167162">
                  <a:moveTo>
                    <a:pt x="147347" y="0"/>
                  </a:moveTo>
                  <a:lnTo>
                    <a:pt x="141839" y="133"/>
                  </a:lnTo>
                  <a:lnTo>
                    <a:pt x="136338" y="447"/>
                  </a:lnTo>
                  <a:lnTo>
                    <a:pt x="130850" y="943"/>
                  </a:lnTo>
                  <a:lnTo>
                    <a:pt x="125382" y="1620"/>
                  </a:lnTo>
                  <a:lnTo>
                    <a:pt x="119939" y="2476"/>
                  </a:lnTo>
                  <a:lnTo>
                    <a:pt x="114527" y="3511"/>
                  </a:lnTo>
                  <a:lnTo>
                    <a:pt x="109152" y="4724"/>
                  </a:lnTo>
                  <a:lnTo>
                    <a:pt x="103820" y="6114"/>
                  </a:lnTo>
                  <a:lnTo>
                    <a:pt x="98537" y="7678"/>
                  </a:lnTo>
                  <a:lnTo>
                    <a:pt x="93308" y="9416"/>
                  </a:lnTo>
                  <a:lnTo>
                    <a:pt x="88139" y="11325"/>
                  </a:lnTo>
                  <a:lnTo>
                    <a:pt x="83036" y="13403"/>
                  </a:lnTo>
                  <a:lnTo>
                    <a:pt x="78004" y="15649"/>
                  </a:lnTo>
                  <a:lnTo>
                    <a:pt x="73049" y="18059"/>
                  </a:lnTo>
                  <a:lnTo>
                    <a:pt x="68177" y="20631"/>
                  </a:lnTo>
                  <a:lnTo>
                    <a:pt x="63391" y="23362"/>
                  </a:lnTo>
                  <a:lnTo>
                    <a:pt x="58698" y="26250"/>
                  </a:lnTo>
                  <a:lnTo>
                    <a:pt x="54103" y="29290"/>
                  </a:lnTo>
                  <a:lnTo>
                    <a:pt x="49611" y="32481"/>
                  </a:lnTo>
                  <a:lnTo>
                    <a:pt x="45226" y="35817"/>
                  </a:lnTo>
                  <a:lnTo>
                    <a:pt x="40953" y="39297"/>
                  </a:lnTo>
                  <a:lnTo>
                    <a:pt x="36798" y="42915"/>
                  </a:lnTo>
                  <a:lnTo>
                    <a:pt x="32764" y="46668"/>
                  </a:lnTo>
                  <a:lnTo>
                    <a:pt x="28856" y="50552"/>
                  </a:lnTo>
                  <a:lnTo>
                    <a:pt x="25078" y="54563"/>
                  </a:lnTo>
                  <a:lnTo>
                    <a:pt x="21434" y="58697"/>
                  </a:lnTo>
                  <a:lnTo>
                    <a:pt x="17928" y="62948"/>
                  </a:lnTo>
                  <a:lnTo>
                    <a:pt x="14565" y="67312"/>
                  </a:lnTo>
                  <a:lnTo>
                    <a:pt x="11347" y="71785"/>
                  </a:lnTo>
                  <a:lnTo>
                    <a:pt x="8278" y="76361"/>
                  </a:lnTo>
                  <a:lnTo>
                    <a:pt x="5362" y="81036"/>
                  </a:lnTo>
                  <a:lnTo>
                    <a:pt x="2601" y="85805"/>
                  </a:lnTo>
                  <a:lnTo>
                    <a:pt x="0" y="90662"/>
                  </a:lnTo>
                  <a:lnTo>
                    <a:pt x="148635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57" y="4659281"/>
              <a:ext cx="334325" cy="334326"/>
            </a:xfrm>
            <a:custGeom>
              <a:avLst/>
              <a:pathLst>
                <a:path w="334325" h="334326">
                  <a:moveTo>
                    <a:pt x="18531" y="90666"/>
                  </a:moveTo>
                  <a:lnTo>
                    <a:pt x="16186" y="95406"/>
                  </a:lnTo>
                  <a:lnTo>
                    <a:pt x="13992" y="100217"/>
                  </a:lnTo>
                  <a:lnTo>
                    <a:pt x="11951" y="105095"/>
                  </a:lnTo>
                  <a:lnTo>
                    <a:pt x="10065" y="110035"/>
                  </a:lnTo>
                  <a:lnTo>
                    <a:pt x="8337" y="115032"/>
                  </a:lnTo>
                  <a:lnTo>
                    <a:pt x="6768" y="120081"/>
                  </a:lnTo>
                  <a:lnTo>
                    <a:pt x="5359" y="125178"/>
                  </a:lnTo>
                  <a:lnTo>
                    <a:pt x="4112" y="130316"/>
                  </a:lnTo>
                  <a:lnTo>
                    <a:pt x="3028" y="135492"/>
                  </a:lnTo>
                  <a:lnTo>
                    <a:pt x="2108" y="140699"/>
                  </a:lnTo>
                  <a:lnTo>
                    <a:pt x="1354" y="145933"/>
                  </a:lnTo>
                  <a:lnTo>
                    <a:pt x="765" y="151187"/>
                  </a:lnTo>
                  <a:lnTo>
                    <a:pt x="343" y="156458"/>
                  </a:lnTo>
                  <a:lnTo>
                    <a:pt x="88" y="161740"/>
                  </a:lnTo>
                  <a:lnTo>
                    <a:pt x="0" y="167027"/>
                  </a:lnTo>
                  <a:lnTo>
                    <a:pt x="79" y="172314"/>
                  </a:lnTo>
                  <a:lnTo>
                    <a:pt x="325" y="177596"/>
                  </a:lnTo>
                  <a:lnTo>
                    <a:pt x="738" y="182867"/>
                  </a:lnTo>
                  <a:lnTo>
                    <a:pt x="1318" y="188123"/>
                  </a:lnTo>
                  <a:lnTo>
                    <a:pt x="2064" y="193358"/>
                  </a:lnTo>
                  <a:lnTo>
                    <a:pt x="2975" y="198566"/>
                  </a:lnTo>
                  <a:lnTo>
                    <a:pt x="4050" y="203744"/>
                  </a:lnTo>
                  <a:lnTo>
                    <a:pt x="5288" y="208884"/>
                  </a:lnTo>
                  <a:lnTo>
                    <a:pt x="6689" y="213983"/>
                  </a:lnTo>
                  <a:lnTo>
                    <a:pt x="8250" y="219035"/>
                  </a:lnTo>
                  <a:lnTo>
                    <a:pt x="9970" y="224035"/>
                  </a:lnTo>
                  <a:lnTo>
                    <a:pt x="11847" y="228979"/>
                  </a:lnTo>
                  <a:lnTo>
                    <a:pt x="13880" y="233860"/>
                  </a:lnTo>
                  <a:lnTo>
                    <a:pt x="16066" y="238675"/>
                  </a:lnTo>
                  <a:lnTo>
                    <a:pt x="18403" y="243418"/>
                  </a:lnTo>
                  <a:lnTo>
                    <a:pt x="20889" y="248085"/>
                  </a:lnTo>
                  <a:lnTo>
                    <a:pt x="23521" y="252671"/>
                  </a:lnTo>
                  <a:lnTo>
                    <a:pt x="26297" y="257171"/>
                  </a:lnTo>
                  <a:lnTo>
                    <a:pt x="29214" y="261581"/>
                  </a:lnTo>
                  <a:lnTo>
                    <a:pt x="32269" y="265897"/>
                  </a:lnTo>
                  <a:lnTo>
                    <a:pt x="35459" y="270114"/>
                  </a:lnTo>
                  <a:lnTo>
                    <a:pt x="38781" y="274228"/>
                  </a:lnTo>
                  <a:lnTo>
                    <a:pt x="42231" y="278235"/>
                  </a:lnTo>
                  <a:lnTo>
                    <a:pt x="45807" y="282131"/>
                  </a:lnTo>
                  <a:lnTo>
                    <a:pt x="49503" y="285911"/>
                  </a:lnTo>
                  <a:lnTo>
                    <a:pt x="53318" y="289573"/>
                  </a:lnTo>
                  <a:lnTo>
                    <a:pt x="57246" y="293113"/>
                  </a:lnTo>
                  <a:lnTo>
                    <a:pt x="61284" y="296526"/>
                  </a:lnTo>
                  <a:lnTo>
                    <a:pt x="65429" y="299810"/>
                  </a:lnTo>
                  <a:lnTo>
                    <a:pt x="69675" y="302962"/>
                  </a:lnTo>
                  <a:lnTo>
                    <a:pt x="74018" y="305977"/>
                  </a:lnTo>
                  <a:lnTo>
                    <a:pt x="78455" y="308854"/>
                  </a:lnTo>
                  <a:lnTo>
                    <a:pt x="82981" y="311589"/>
                  </a:lnTo>
                  <a:lnTo>
                    <a:pt x="87590" y="314179"/>
                  </a:lnTo>
                  <a:lnTo>
                    <a:pt x="92280" y="316622"/>
                  </a:lnTo>
                  <a:lnTo>
                    <a:pt x="97044" y="318916"/>
                  </a:lnTo>
                  <a:lnTo>
                    <a:pt x="101878" y="321058"/>
                  </a:lnTo>
                  <a:lnTo>
                    <a:pt x="106778" y="323046"/>
                  </a:lnTo>
                  <a:lnTo>
                    <a:pt x="111738" y="324878"/>
                  </a:lnTo>
                  <a:lnTo>
                    <a:pt x="116754" y="326552"/>
                  </a:lnTo>
                  <a:lnTo>
                    <a:pt x="121820" y="328066"/>
                  </a:lnTo>
                  <a:lnTo>
                    <a:pt x="126932" y="329420"/>
                  </a:lnTo>
                  <a:lnTo>
                    <a:pt x="132083" y="330611"/>
                  </a:lnTo>
                  <a:lnTo>
                    <a:pt x="137270" y="331639"/>
                  </a:lnTo>
                  <a:lnTo>
                    <a:pt x="142487" y="332503"/>
                  </a:lnTo>
                  <a:lnTo>
                    <a:pt x="147728" y="333200"/>
                  </a:lnTo>
                  <a:lnTo>
                    <a:pt x="152989" y="333732"/>
                  </a:lnTo>
                  <a:lnTo>
                    <a:pt x="158264" y="334097"/>
                  </a:lnTo>
                  <a:lnTo>
                    <a:pt x="163548" y="334295"/>
                  </a:lnTo>
                  <a:lnTo>
                    <a:pt x="168836" y="334326"/>
                  </a:lnTo>
                  <a:lnTo>
                    <a:pt x="174122" y="334190"/>
                  </a:lnTo>
                  <a:lnTo>
                    <a:pt x="179401" y="333886"/>
                  </a:lnTo>
                  <a:lnTo>
                    <a:pt x="184668" y="333416"/>
                  </a:lnTo>
                  <a:lnTo>
                    <a:pt x="189917" y="332779"/>
                  </a:lnTo>
                  <a:lnTo>
                    <a:pt x="195143" y="331977"/>
                  </a:lnTo>
                  <a:lnTo>
                    <a:pt x="200342" y="331009"/>
                  </a:lnTo>
                  <a:lnTo>
                    <a:pt x="205507" y="329878"/>
                  </a:lnTo>
                  <a:lnTo>
                    <a:pt x="210634" y="328584"/>
                  </a:lnTo>
                  <a:lnTo>
                    <a:pt x="215717" y="327129"/>
                  </a:lnTo>
                  <a:lnTo>
                    <a:pt x="220752" y="325513"/>
                  </a:lnTo>
                  <a:lnTo>
                    <a:pt x="225733" y="323739"/>
                  </a:lnTo>
                  <a:lnTo>
                    <a:pt x="230656" y="321809"/>
                  </a:lnTo>
                  <a:lnTo>
                    <a:pt x="235515" y="319723"/>
                  </a:lnTo>
                  <a:lnTo>
                    <a:pt x="240306" y="317485"/>
                  </a:lnTo>
                  <a:lnTo>
                    <a:pt x="245023" y="315097"/>
                  </a:lnTo>
                  <a:lnTo>
                    <a:pt x="249663" y="312561"/>
                  </a:lnTo>
                  <a:lnTo>
                    <a:pt x="254220" y="309879"/>
                  </a:lnTo>
                  <a:lnTo>
                    <a:pt x="258690" y="307054"/>
                  </a:lnTo>
                  <a:lnTo>
                    <a:pt x="263069" y="304090"/>
                  </a:lnTo>
                  <a:lnTo>
                    <a:pt x="267351" y="300988"/>
                  </a:lnTo>
                  <a:lnTo>
                    <a:pt x="271533" y="297752"/>
                  </a:lnTo>
                  <a:lnTo>
                    <a:pt x="275611" y="294386"/>
                  </a:lnTo>
                  <a:lnTo>
                    <a:pt x="279581" y="290893"/>
                  </a:lnTo>
                  <a:lnTo>
                    <a:pt x="283437" y="287276"/>
                  </a:lnTo>
                  <a:lnTo>
                    <a:pt x="287178" y="283538"/>
                  </a:lnTo>
                  <a:lnTo>
                    <a:pt x="290798" y="279684"/>
                  </a:lnTo>
                  <a:lnTo>
                    <a:pt x="294295" y="275718"/>
                  </a:lnTo>
                  <a:lnTo>
                    <a:pt x="297665" y="271643"/>
                  </a:lnTo>
                  <a:lnTo>
                    <a:pt x="300904" y="267464"/>
                  </a:lnTo>
                  <a:lnTo>
                    <a:pt x="304009" y="263184"/>
                  </a:lnTo>
                  <a:lnTo>
                    <a:pt x="306977" y="258808"/>
                  </a:lnTo>
                  <a:lnTo>
                    <a:pt x="309806" y="254340"/>
                  </a:lnTo>
                  <a:lnTo>
                    <a:pt x="312491" y="249785"/>
                  </a:lnTo>
                  <a:lnTo>
                    <a:pt x="315032" y="245148"/>
                  </a:lnTo>
                  <a:lnTo>
                    <a:pt x="317424" y="240432"/>
                  </a:lnTo>
                  <a:lnTo>
                    <a:pt x="319666" y="235643"/>
                  </a:lnTo>
                  <a:lnTo>
                    <a:pt x="321755" y="230786"/>
                  </a:lnTo>
                  <a:lnTo>
                    <a:pt x="323690" y="225865"/>
                  </a:lnTo>
                  <a:lnTo>
                    <a:pt x="325468" y="220885"/>
                  </a:lnTo>
                  <a:lnTo>
                    <a:pt x="327088" y="215852"/>
                  </a:lnTo>
                  <a:lnTo>
                    <a:pt x="328548" y="210769"/>
                  </a:lnTo>
                  <a:lnTo>
                    <a:pt x="329846" y="205644"/>
                  </a:lnTo>
                  <a:lnTo>
                    <a:pt x="330982" y="200479"/>
                  </a:lnTo>
                  <a:lnTo>
                    <a:pt x="331953" y="195282"/>
                  </a:lnTo>
                  <a:lnTo>
                    <a:pt x="332760" y="190056"/>
                  </a:lnTo>
                  <a:lnTo>
                    <a:pt x="333401" y="184807"/>
                  </a:lnTo>
                  <a:lnTo>
                    <a:pt x="333876" y="179541"/>
                  </a:lnTo>
                  <a:lnTo>
                    <a:pt x="334184" y="174262"/>
                  </a:lnTo>
                  <a:lnTo>
                    <a:pt x="334325" y="168976"/>
                  </a:lnTo>
                  <a:lnTo>
                    <a:pt x="334298" y="163689"/>
                  </a:lnTo>
                  <a:lnTo>
                    <a:pt x="334105" y="158405"/>
                  </a:lnTo>
                  <a:lnTo>
                    <a:pt x="333744" y="153129"/>
                  </a:lnTo>
                  <a:lnTo>
                    <a:pt x="333217" y="147868"/>
                  </a:lnTo>
                  <a:lnTo>
                    <a:pt x="332523" y="142626"/>
                  </a:lnTo>
                  <a:lnTo>
                    <a:pt x="331664" y="137408"/>
                  </a:lnTo>
                  <a:lnTo>
                    <a:pt x="330641" y="132221"/>
                  </a:lnTo>
                  <a:lnTo>
                    <a:pt x="329454" y="127068"/>
                  </a:lnTo>
                  <a:lnTo>
                    <a:pt x="328104" y="121955"/>
                  </a:lnTo>
                  <a:lnTo>
                    <a:pt x="326594" y="116888"/>
                  </a:lnTo>
                  <a:lnTo>
                    <a:pt x="324924" y="111871"/>
                  </a:lnTo>
                  <a:lnTo>
                    <a:pt x="323096" y="106909"/>
                  </a:lnTo>
                  <a:lnTo>
                    <a:pt x="321112" y="102008"/>
                  </a:lnTo>
                  <a:lnTo>
                    <a:pt x="318975" y="97171"/>
                  </a:lnTo>
                  <a:lnTo>
                    <a:pt x="316685" y="92405"/>
                  </a:lnTo>
                  <a:lnTo>
                    <a:pt x="314246" y="87714"/>
                  </a:lnTo>
                  <a:lnTo>
                    <a:pt x="311659" y="83102"/>
                  </a:lnTo>
                  <a:lnTo>
                    <a:pt x="308928" y="78574"/>
                  </a:lnTo>
                  <a:lnTo>
                    <a:pt x="306055" y="74135"/>
                  </a:lnTo>
                  <a:lnTo>
                    <a:pt x="303043" y="69789"/>
                  </a:lnTo>
                  <a:lnTo>
                    <a:pt x="299896" y="65540"/>
                  </a:lnTo>
                  <a:lnTo>
                    <a:pt x="296615" y="61393"/>
                  </a:lnTo>
                  <a:lnTo>
                    <a:pt x="293205" y="57352"/>
                  </a:lnTo>
                  <a:lnTo>
                    <a:pt x="289669" y="53421"/>
                  </a:lnTo>
                  <a:lnTo>
                    <a:pt x="286010" y="49603"/>
                  </a:lnTo>
                  <a:lnTo>
                    <a:pt x="282232" y="45903"/>
                  </a:lnTo>
                  <a:lnTo>
                    <a:pt x="278340" y="42325"/>
                  </a:lnTo>
                  <a:lnTo>
                    <a:pt x="274336" y="38871"/>
                  </a:lnTo>
                  <a:lnTo>
                    <a:pt x="270224" y="35546"/>
                  </a:lnTo>
                  <a:lnTo>
                    <a:pt x="266010" y="32352"/>
                  </a:lnTo>
                  <a:lnTo>
                    <a:pt x="261697" y="29294"/>
                  </a:lnTo>
                  <a:lnTo>
                    <a:pt x="257289" y="26373"/>
                  </a:lnTo>
                  <a:lnTo>
                    <a:pt x="252791" y="23593"/>
                  </a:lnTo>
                  <a:lnTo>
                    <a:pt x="248207" y="20957"/>
                  </a:lnTo>
                  <a:lnTo>
                    <a:pt x="243543" y="18467"/>
                  </a:lnTo>
                  <a:lnTo>
                    <a:pt x="238801" y="16126"/>
                  </a:lnTo>
                  <a:lnTo>
                    <a:pt x="233989" y="13936"/>
                  </a:lnTo>
                  <a:lnTo>
                    <a:pt x="229109" y="11899"/>
                  </a:lnTo>
                  <a:lnTo>
                    <a:pt x="224167" y="10018"/>
                  </a:lnTo>
                  <a:lnTo>
                    <a:pt x="219169" y="8293"/>
                  </a:lnTo>
                  <a:lnTo>
                    <a:pt x="214118" y="6728"/>
                  </a:lnTo>
                  <a:lnTo>
                    <a:pt x="209020" y="5324"/>
                  </a:lnTo>
                  <a:lnTo>
                    <a:pt x="203881" y="4081"/>
                  </a:lnTo>
                  <a:lnTo>
                    <a:pt x="198704" y="3001"/>
                  </a:lnTo>
                  <a:lnTo>
                    <a:pt x="193496" y="2086"/>
                  </a:lnTo>
                  <a:lnTo>
                    <a:pt x="188262" y="1336"/>
                  </a:lnTo>
                  <a:lnTo>
                    <a:pt x="183007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149" y="0"/>
                  </a:moveTo>
                  <a:lnTo>
                    <a:pt x="0" y="0"/>
                  </a:lnTo>
                  <a:lnTo>
                    <a:pt x="14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70" y="5018213"/>
              <a:ext cx="334310" cy="334333"/>
            </a:xfrm>
            <a:custGeom>
              <a:avLst/>
              <a:pathLst>
                <a:path w="334310" h="334333">
                  <a:moveTo>
                    <a:pt x="167000" y="0"/>
                  </a:moveTo>
                  <a:lnTo>
                    <a:pt x="161704" y="88"/>
                  </a:lnTo>
                  <a:lnTo>
                    <a:pt x="156414" y="345"/>
                  </a:lnTo>
                  <a:lnTo>
                    <a:pt x="151135" y="768"/>
                  </a:lnTo>
                  <a:lnTo>
                    <a:pt x="145871" y="1359"/>
                  </a:lnTo>
                  <a:lnTo>
                    <a:pt x="140630" y="2116"/>
                  </a:lnTo>
                  <a:lnTo>
                    <a:pt x="135414" y="3039"/>
                  </a:lnTo>
                  <a:lnTo>
                    <a:pt x="130231" y="4127"/>
                  </a:lnTo>
                  <a:lnTo>
                    <a:pt x="125084" y="5379"/>
                  </a:lnTo>
                  <a:lnTo>
                    <a:pt x="119980" y="6792"/>
                  </a:lnTo>
                  <a:lnTo>
                    <a:pt x="114923" y="8367"/>
                  </a:lnTo>
                  <a:lnTo>
                    <a:pt x="109919" y="10101"/>
                  </a:lnTo>
                  <a:lnTo>
                    <a:pt x="104972" y="11993"/>
                  </a:lnTo>
                  <a:lnTo>
                    <a:pt x="100087" y="14041"/>
                  </a:lnTo>
                  <a:lnTo>
                    <a:pt x="95270" y="16242"/>
                  </a:lnTo>
                  <a:lnTo>
                    <a:pt x="90525" y="18595"/>
                  </a:lnTo>
                  <a:lnTo>
                    <a:pt x="85857" y="21097"/>
                  </a:lnTo>
                  <a:lnTo>
                    <a:pt x="81270" y="23746"/>
                  </a:lnTo>
                  <a:lnTo>
                    <a:pt x="76770" y="26538"/>
                  </a:lnTo>
                  <a:lnTo>
                    <a:pt x="72360" y="29472"/>
                  </a:lnTo>
                  <a:lnTo>
                    <a:pt x="68046" y="32544"/>
                  </a:lnTo>
                  <a:lnTo>
                    <a:pt x="63831" y="35751"/>
                  </a:lnTo>
                  <a:lnTo>
                    <a:pt x="59720" y="39090"/>
                  </a:lnTo>
                  <a:lnTo>
                    <a:pt x="55716" y="42558"/>
                  </a:lnTo>
                  <a:lnTo>
                    <a:pt x="51825" y="46150"/>
                  </a:lnTo>
                  <a:lnTo>
                    <a:pt x="48049" y="49864"/>
                  </a:lnTo>
                  <a:lnTo>
                    <a:pt x="44393" y="53696"/>
                  </a:lnTo>
                  <a:lnTo>
                    <a:pt x="40859" y="57642"/>
                  </a:lnTo>
                  <a:lnTo>
                    <a:pt x="37453" y="61698"/>
                  </a:lnTo>
                  <a:lnTo>
                    <a:pt x="34177" y="65859"/>
                  </a:lnTo>
                  <a:lnTo>
                    <a:pt x="31035" y="70123"/>
                  </a:lnTo>
                  <a:lnTo>
                    <a:pt x="28029" y="74483"/>
                  </a:lnTo>
                  <a:lnTo>
                    <a:pt x="25162" y="78937"/>
                  </a:lnTo>
                  <a:lnTo>
                    <a:pt x="22439" y="83479"/>
                  </a:lnTo>
                  <a:lnTo>
                    <a:pt x="19860" y="88106"/>
                  </a:lnTo>
                  <a:lnTo>
                    <a:pt x="17429" y="92811"/>
                  </a:lnTo>
                  <a:lnTo>
                    <a:pt x="15149" y="97592"/>
                  </a:lnTo>
                  <a:lnTo>
                    <a:pt x="13021" y="102442"/>
                  </a:lnTo>
                  <a:lnTo>
                    <a:pt x="11048" y="107357"/>
                  </a:lnTo>
                  <a:lnTo>
                    <a:pt x="9232" y="112332"/>
                  </a:lnTo>
                  <a:lnTo>
                    <a:pt x="7574" y="117362"/>
                  </a:lnTo>
                  <a:lnTo>
                    <a:pt x="6076" y="122443"/>
                  </a:lnTo>
                  <a:lnTo>
                    <a:pt x="4740" y="127568"/>
                  </a:lnTo>
                  <a:lnTo>
                    <a:pt x="3567" y="132733"/>
                  </a:lnTo>
                  <a:lnTo>
                    <a:pt x="2559" y="137932"/>
                  </a:lnTo>
                  <a:lnTo>
                    <a:pt x="1715" y="143161"/>
                  </a:lnTo>
                  <a:lnTo>
                    <a:pt x="1038" y="148414"/>
                  </a:lnTo>
                  <a:lnTo>
                    <a:pt x="527" y="153685"/>
                  </a:lnTo>
                  <a:lnTo>
                    <a:pt x="183" y="158971"/>
                  </a:lnTo>
                  <a:lnTo>
                    <a:pt x="8" y="164264"/>
                  </a:lnTo>
                  <a:lnTo>
                    <a:pt x="0" y="169560"/>
                  </a:lnTo>
                  <a:lnTo>
                    <a:pt x="159" y="174854"/>
                  </a:lnTo>
                  <a:lnTo>
                    <a:pt x="487" y="180141"/>
                  </a:lnTo>
                  <a:lnTo>
                    <a:pt x="981" y="185414"/>
                  </a:lnTo>
                  <a:lnTo>
                    <a:pt x="1643" y="190669"/>
                  </a:lnTo>
                  <a:lnTo>
                    <a:pt x="2470" y="195900"/>
                  </a:lnTo>
                  <a:lnTo>
                    <a:pt x="3463" y="201103"/>
                  </a:lnTo>
                  <a:lnTo>
                    <a:pt x="4620" y="206271"/>
                  </a:lnTo>
                  <a:lnTo>
                    <a:pt x="5941" y="211400"/>
                  </a:lnTo>
                  <a:lnTo>
                    <a:pt x="7423" y="216485"/>
                  </a:lnTo>
                  <a:lnTo>
                    <a:pt x="9065" y="221520"/>
                  </a:lnTo>
                  <a:lnTo>
                    <a:pt x="10867" y="226501"/>
                  </a:lnTo>
                  <a:lnTo>
                    <a:pt x="12825" y="231422"/>
                  </a:lnTo>
                  <a:lnTo>
                    <a:pt x="14938" y="236279"/>
                  </a:lnTo>
                  <a:lnTo>
                    <a:pt x="17203" y="241066"/>
                  </a:lnTo>
                  <a:lnTo>
                    <a:pt x="19620" y="245779"/>
                  </a:lnTo>
                  <a:lnTo>
                    <a:pt x="22184" y="250413"/>
                  </a:lnTo>
                  <a:lnTo>
                    <a:pt x="24894" y="254964"/>
                  </a:lnTo>
                  <a:lnTo>
                    <a:pt x="27747" y="259426"/>
                  </a:lnTo>
                  <a:lnTo>
                    <a:pt x="30739" y="263796"/>
                  </a:lnTo>
                  <a:lnTo>
                    <a:pt x="33869" y="268069"/>
                  </a:lnTo>
                  <a:lnTo>
                    <a:pt x="37132" y="272240"/>
                  </a:lnTo>
                  <a:lnTo>
                    <a:pt x="40526" y="276306"/>
                  </a:lnTo>
                  <a:lnTo>
                    <a:pt x="44047" y="280263"/>
                  </a:lnTo>
                  <a:lnTo>
                    <a:pt x="47692" y="284106"/>
                  </a:lnTo>
                  <a:lnTo>
                    <a:pt x="51456" y="287832"/>
                  </a:lnTo>
                  <a:lnTo>
                    <a:pt x="55337" y="291436"/>
                  </a:lnTo>
                  <a:lnTo>
                    <a:pt x="59330" y="294916"/>
                  </a:lnTo>
                  <a:lnTo>
                    <a:pt x="63431" y="298267"/>
                  </a:lnTo>
                  <a:lnTo>
                    <a:pt x="67636" y="301487"/>
                  </a:lnTo>
                  <a:lnTo>
                    <a:pt x="71941" y="304572"/>
                  </a:lnTo>
                  <a:lnTo>
                    <a:pt x="76342" y="307520"/>
                  </a:lnTo>
                  <a:lnTo>
                    <a:pt x="80834" y="310326"/>
                  </a:lnTo>
                  <a:lnTo>
                    <a:pt x="85412" y="312988"/>
                  </a:lnTo>
                  <a:lnTo>
                    <a:pt x="90073" y="315505"/>
                  </a:lnTo>
                  <a:lnTo>
                    <a:pt x="94811" y="317872"/>
                  </a:lnTo>
                  <a:lnTo>
                    <a:pt x="99621" y="320088"/>
                  </a:lnTo>
                  <a:lnTo>
                    <a:pt x="104499" y="322150"/>
                  </a:lnTo>
                  <a:lnTo>
                    <a:pt x="109441" y="324057"/>
                  </a:lnTo>
                  <a:lnTo>
                    <a:pt x="114440" y="325807"/>
                  </a:lnTo>
                  <a:lnTo>
                    <a:pt x="119492" y="327397"/>
                  </a:lnTo>
                  <a:lnTo>
                    <a:pt x="124592" y="328826"/>
                  </a:lnTo>
                  <a:lnTo>
                    <a:pt x="129734" y="330093"/>
                  </a:lnTo>
                  <a:lnTo>
                    <a:pt x="134914" y="331197"/>
                  </a:lnTo>
                  <a:lnTo>
                    <a:pt x="140127" y="332136"/>
                  </a:lnTo>
                  <a:lnTo>
                    <a:pt x="145366" y="332909"/>
                  </a:lnTo>
                  <a:lnTo>
                    <a:pt x="150628" y="333516"/>
                  </a:lnTo>
                  <a:lnTo>
                    <a:pt x="155906" y="333956"/>
                  </a:lnTo>
                  <a:lnTo>
                    <a:pt x="161195" y="334228"/>
                  </a:lnTo>
                  <a:lnTo>
                    <a:pt x="166491" y="334333"/>
                  </a:lnTo>
                  <a:lnTo>
                    <a:pt x="171787" y="334270"/>
                  </a:lnTo>
                  <a:lnTo>
                    <a:pt x="177078" y="334039"/>
                  </a:lnTo>
                  <a:lnTo>
                    <a:pt x="182359" y="333641"/>
                  </a:lnTo>
                  <a:lnTo>
                    <a:pt x="187625" y="333076"/>
                  </a:lnTo>
                  <a:lnTo>
                    <a:pt x="192871" y="332344"/>
                  </a:lnTo>
                  <a:lnTo>
                    <a:pt x="198091" y="331446"/>
                  </a:lnTo>
                  <a:lnTo>
                    <a:pt x="203279" y="330383"/>
                  </a:lnTo>
                  <a:lnTo>
                    <a:pt x="208432" y="329157"/>
                  </a:lnTo>
                  <a:lnTo>
                    <a:pt x="213543" y="327768"/>
                  </a:lnTo>
                  <a:lnTo>
                    <a:pt x="218607" y="326217"/>
                  </a:lnTo>
                  <a:lnTo>
                    <a:pt x="223620" y="324507"/>
                  </a:lnTo>
                  <a:lnTo>
                    <a:pt x="228576" y="322640"/>
                  </a:lnTo>
                  <a:lnTo>
                    <a:pt x="233470" y="320616"/>
                  </a:lnTo>
                  <a:lnTo>
                    <a:pt x="238298" y="318438"/>
                  </a:lnTo>
                  <a:lnTo>
                    <a:pt x="243055" y="316108"/>
                  </a:lnTo>
                  <a:lnTo>
                    <a:pt x="247735" y="313628"/>
                  </a:lnTo>
                  <a:lnTo>
                    <a:pt x="252334" y="311002"/>
                  </a:lnTo>
                  <a:lnTo>
                    <a:pt x="256848" y="308231"/>
                  </a:lnTo>
                  <a:lnTo>
                    <a:pt x="261272" y="305319"/>
                  </a:lnTo>
                  <a:lnTo>
                    <a:pt x="265601" y="302268"/>
                  </a:lnTo>
                  <a:lnTo>
                    <a:pt x="269832" y="299081"/>
                  </a:lnTo>
                  <a:lnTo>
                    <a:pt x="273959" y="295762"/>
                  </a:lnTo>
                  <a:lnTo>
                    <a:pt x="277979" y="292314"/>
                  </a:lnTo>
                  <a:lnTo>
                    <a:pt x="281888" y="288740"/>
                  </a:lnTo>
                  <a:lnTo>
                    <a:pt x="285682" y="285044"/>
                  </a:lnTo>
                  <a:lnTo>
                    <a:pt x="289357" y="281230"/>
                  </a:lnTo>
                  <a:lnTo>
                    <a:pt x="292909" y="277302"/>
                  </a:lnTo>
                  <a:lnTo>
                    <a:pt x="296334" y="273262"/>
                  </a:lnTo>
                  <a:lnTo>
                    <a:pt x="299631" y="269117"/>
                  </a:lnTo>
                  <a:lnTo>
                    <a:pt x="302794" y="264869"/>
                  </a:lnTo>
                  <a:lnTo>
                    <a:pt x="305821" y="260523"/>
                  </a:lnTo>
                  <a:lnTo>
                    <a:pt x="308709" y="256083"/>
                  </a:lnTo>
                  <a:lnTo>
                    <a:pt x="311454" y="251554"/>
                  </a:lnTo>
                  <a:lnTo>
                    <a:pt x="314055" y="246940"/>
                  </a:lnTo>
                  <a:lnTo>
                    <a:pt x="316509" y="242246"/>
                  </a:lnTo>
                  <a:lnTo>
                    <a:pt x="318812" y="237477"/>
                  </a:lnTo>
                  <a:lnTo>
                    <a:pt x="320963" y="232637"/>
                  </a:lnTo>
                  <a:lnTo>
                    <a:pt x="322960" y="227731"/>
                  </a:lnTo>
                  <a:lnTo>
                    <a:pt x="324801" y="222765"/>
                  </a:lnTo>
                  <a:lnTo>
                    <a:pt x="326483" y="217743"/>
                  </a:lnTo>
                  <a:lnTo>
                    <a:pt x="328005" y="212670"/>
                  </a:lnTo>
                  <a:lnTo>
                    <a:pt x="329366" y="207551"/>
                  </a:lnTo>
                  <a:lnTo>
                    <a:pt x="330564" y="202392"/>
                  </a:lnTo>
                  <a:lnTo>
                    <a:pt x="331598" y="197198"/>
                  </a:lnTo>
                  <a:lnTo>
                    <a:pt x="332466" y="191973"/>
                  </a:lnTo>
                  <a:lnTo>
                    <a:pt x="333169" y="186724"/>
                  </a:lnTo>
                  <a:lnTo>
                    <a:pt x="333706" y="181455"/>
                  </a:lnTo>
                  <a:lnTo>
                    <a:pt x="334075" y="176171"/>
                  </a:lnTo>
                  <a:lnTo>
                    <a:pt x="334276" y="170879"/>
                  </a:lnTo>
                  <a:lnTo>
                    <a:pt x="334310" y="165582"/>
                  </a:lnTo>
                  <a:lnTo>
                    <a:pt x="334176" y="160288"/>
                  </a:lnTo>
                  <a:lnTo>
                    <a:pt x="333874" y="155000"/>
                  </a:lnTo>
                  <a:lnTo>
                    <a:pt x="333405" y="149724"/>
                  </a:lnTo>
                  <a:lnTo>
                    <a:pt x="332769" y="144466"/>
                  </a:lnTo>
                  <a:lnTo>
                    <a:pt x="331966" y="139231"/>
                  </a:lnTo>
                  <a:lnTo>
                    <a:pt x="330999" y="134024"/>
                  </a:lnTo>
                  <a:lnTo>
                    <a:pt x="329867" y="128850"/>
                  </a:lnTo>
                  <a:lnTo>
                    <a:pt x="328571" y="123714"/>
                  </a:lnTo>
                  <a:lnTo>
                    <a:pt x="327114" y="118622"/>
                  </a:lnTo>
                  <a:lnTo>
                    <a:pt x="325495" y="113579"/>
                  </a:lnTo>
                  <a:lnTo>
                    <a:pt x="323718" y="108590"/>
                  </a:lnTo>
                  <a:lnTo>
                    <a:pt x="321784" y="103659"/>
                  </a:lnTo>
                  <a:lnTo>
                    <a:pt x="319695" y="98793"/>
                  </a:lnTo>
                  <a:lnTo>
                    <a:pt x="317452" y="93994"/>
                  </a:lnTo>
                  <a:lnTo>
                    <a:pt x="315059" y="89270"/>
                  </a:lnTo>
                  <a:lnTo>
                    <a:pt x="312517" y="84623"/>
                  </a:lnTo>
                  <a:lnTo>
                    <a:pt x="309829" y="80060"/>
                  </a:lnTo>
                  <a:lnTo>
                    <a:pt x="306998" y="75583"/>
                  </a:lnTo>
                  <a:lnTo>
                    <a:pt x="304026" y="71199"/>
                  </a:lnTo>
                  <a:lnTo>
                    <a:pt x="300917" y="66911"/>
                  </a:lnTo>
                  <a:lnTo>
                    <a:pt x="297674" y="62724"/>
                  </a:lnTo>
                  <a:lnTo>
                    <a:pt x="294300" y="58641"/>
                  </a:lnTo>
                  <a:lnTo>
                    <a:pt x="290798" y="54668"/>
                  </a:lnTo>
                  <a:lnTo>
                    <a:pt x="287172" y="50807"/>
                  </a:lnTo>
                  <a:lnTo>
                    <a:pt x="283426" y="47063"/>
                  </a:lnTo>
                  <a:lnTo>
                    <a:pt x="279563" y="43440"/>
                  </a:lnTo>
                  <a:lnTo>
                    <a:pt x="275587" y="39941"/>
                  </a:lnTo>
                  <a:lnTo>
                    <a:pt x="271502" y="36570"/>
                  </a:lnTo>
                  <a:lnTo>
                    <a:pt x="267312" y="33330"/>
                  </a:lnTo>
                  <a:lnTo>
                    <a:pt x="263022" y="30224"/>
                  </a:lnTo>
                  <a:lnTo>
                    <a:pt x="258636" y="27255"/>
                  </a:lnTo>
                  <a:lnTo>
                    <a:pt x="254158" y="24427"/>
                  </a:lnTo>
                  <a:lnTo>
                    <a:pt x="249592" y="21743"/>
                  </a:lnTo>
                  <a:lnTo>
                    <a:pt x="244944" y="19204"/>
                  </a:lnTo>
                  <a:lnTo>
                    <a:pt x="240217" y="16814"/>
                  </a:lnTo>
                  <a:lnTo>
                    <a:pt x="235418" y="14574"/>
                  </a:lnTo>
                  <a:lnTo>
                    <a:pt x="230550" y="12488"/>
                  </a:lnTo>
                  <a:lnTo>
                    <a:pt x="225618" y="10558"/>
                  </a:lnTo>
                  <a:lnTo>
                    <a:pt x="220627" y="8784"/>
                  </a:lnTo>
                  <a:lnTo>
                    <a:pt x="215583" y="7169"/>
                  </a:lnTo>
                  <a:lnTo>
                    <a:pt x="210490" y="5715"/>
                  </a:lnTo>
                  <a:lnTo>
                    <a:pt x="205353" y="4423"/>
                  </a:lnTo>
                  <a:lnTo>
                    <a:pt x="200179" y="3295"/>
                  </a:lnTo>
                  <a:lnTo>
                    <a:pt x="194971" y="2331"/>
                  </a:lnTo>
                  <a:lnTo>
                    <a:pt x="189735" y="1532"/>
                  </a:lnTo>
                  <a:lnTo>
                    <a:pt x="184477" y="900"/>
                  </a:lnTo>
                  <a:lnTo>
                    <a:pt x="179201" y="434"/>
                  </a:lnTo>
                  <a:lnTo>
                    <a:pt x="173913" y="136"/>
                  </a:lnTo>
                  <a:lnTo>
                    <a:pt x="168618" y="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1468" cy="167167"/>
            </a:xfrm>
            <a:custGeom>
              <a:avLst/>
              <a:pathLst>
                <a:path w="1468" h="167167">
                  <a:moveTo>
                    <a:pt x="146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810980" y="5269756"/>
              <a:ext cx="153521" cy="167167"/>
            </a:xfrm>
            <a:custGeom>
              <a:avLst/>
              <a:pathLst>
                <a:path w="153521" h="167167">
                  <a:moveTo>
                    <a:pt x="153521" y="0"/>
                  </a:moveTo>
                  <a:lnTo>
                    <a:pt x="148117" y="87"/>
                  </a:lnTo>
                  <a:lnTo>
                    <a:pt x="142719" y="349"/>
                  </a:lnTo>
                  <a:lnTo>
                    <a:pt x="137332" y="785"/>
                  </a:lnTo>
                  <a:lnTo>
                    <a:pt x="131962" y="1396"/>
                  </a:lnTo>
                  <a:lnTo>
                    <a:pt x="126614" y="2179"/>
                  </a:lnTo>
                  <a:lnTo>
                    <a:pt x="121295" y="3135"/>
                  </a:lnTo>
                  <a:lnTo>
                    <a:pt x="116009" y="4263"/>
                  </a:lnTo>
                  <a:lnTo>
                    <a:pt x="110763" y="5560"/>
                  </a:lnTo>
                  <a:lnTo>
                    <a:pt x="105561" y="7027"/>
                  </a:lnTo>
                  <a:lnTo>
                    <a:pt x="100410" y="8661"/>
                  </a:lnTo>
                  <a:lnTo>
                    <a:pt x="95314" y="10461"/>
                  </a:lnTo>
                  <a:lnTo>
                    <a:pt x="90278" y="12424"/>
                  </a:lnTo>
                  <a:lnTo>
                    <a:pt x="85309" y="14549"/>
                  </a:lnTo>
                  <a:lnTo>
                    <a:pt x="80411" y="16834"/>
                  </a:lnTo>
                  <a:lnTo>
                    <a:pt x="75590" y="19276"/>
                  </a:lnTo>
                  <a:lnTo>
                    <a:pt x="70850" y="21873"/>
                  </a:lnTo>
                  <a:lnTo>
                    <a:pt x="66196" y="24621"/>
                  </a:lnTo>
                  <a:lnTo>
                    <a:pt x="61634" y="27518"/>
                  </a:lnTo>
                  <a:lnTo>
                    <a:pt x="57168" y="30562"/>
                  </a:lnTo>
                  <a:lnTo>
                    <a:pt x="52802" y="33748"/>
                  </a:lnTo>
                  <a:lnTo>
                    <a:pt x="48542" y="37073"/>
                  </a:lnTo>
                  <a:lnTo>
                    <a:pt x="44391" y="40535"/>
                  </a:lnTo>
                  <a:lnTo>
                    <a:pt x="40355" y="44129"/>
                  </a:lnTo>
                  <a:lnTo>
                    <a:pt x="36437" y="47851"/>
                  </a:lnTo>
                  <a:lnTo>
                    <a:pt x="32641" y="51698"/>
                  </a:lnTo>
                  <a:lnTo>
                    <a:pt x="28971" y="55666"/>
                  </a:lnTo>
                  <a:lnTo>
                    <a:pt x="25432" y="59751"/>
                  </a:lnTo>
                  <a:lnTo>
                    <a:pt x="22027" y="63947"/>
                  </a:lnTo>
                  <a:lnTo>
                    <a:pt x="18759" y="68252"/>
                  </a:lnTo>
                  <a:lnTo>
                    <a:pt x="15632" y="72660"/>
                  </a:lnTo>
                  <a:lnTo>
                    <a:pt x="12649" y="77167"/>
                  </a:lnTo>
                  <a:lnTo>
                    <a:pt x="9813" y="81768"/>
                  </a:lnTo>
                  <a:lnTo>
                    <a:pt x="7127" y="86458"/>
                  </a:lnTo>
                  <a:lnTo>
                    <a:pt x="4595" y="91232"/>
                  </a:lnTo>
                  <a:lnTo>
                    <a:pt x="2218" y="96086"/>
                  </a:lnTo>
                  <a:lnTo>
                    <a:pt x="0" y="101014"/>
                  </a:lnTo>
                  <a:lnTo>
                    <a:pt x="15352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37" y="5269756"/>
              <a:ext cx="334317" cy="334331"/>
            </a:xfrm>
            <a:custGeom>
              <a:avLst/>
              <a:pathLst>
                <a:path w="334317" h="334331">
                  <a:moveTo>
                    <a:pt x="13642" y="101014"/>
                  </a:moveTo>
                  <a:lnTo>
                    <a:pt x="11617" y="105928"/>
                  </a:lnTo>
                  <a:lnTo>
                    <a:pt x="9748" y="110904"/>
                  </a:lnTo>
                  <a:lnTo>
                    <a:pt x="8039" y="115937"/>
                  </a:lnTo>
                  <a:lnTo>
                    <a:pt x="6491" y="121022"/>
                  </a:lnTo>
                  <a:lnTo>
                    <a:pt x="5105" y="126153"/>
                  </a:lnTo>
                  <a:lnTo>
                    <a:pt x="3883" y="131326"/>
                  </a:lnTo>
                  <a:lnTo>
                    <a:pt x="2826" y="136535"/>
                  </a:lnTo>
                  <a:lnTo>
                    <a:pt x="1936" y="141775"/>
                  </a:lnTo>
                  <a:lnTo>
                    <a:pt x="1212" y="147041"/>
                  </a:lnTo>
                  <a:lnTo>
                    <a:pt x="656" y="152327"/>
                  </a:lnTo>
                  <a:lnTo>
                    <a:pt x="268" y="157627"/>
                  </a:lnTo>
                  <a:lnTo>
                    <a:pt x="49" y="162938"/>
                  </a:lnTo>
                  <a:lnTo>
                    <a:pt x="0" y="168253"/>
                  </a:lnTo>
                  <a:lnTo>
                    <a:pt x="119" y="173567"/>
                  </a:lnTo>
                  <a:lnTo>
                    <a:pt x="406" y="178874"/>
                  </a:lnTo>
                  <a:lnTo>
                    <a:pt x="863" y="184170"/>
                  </a:lnTo>
                  <a:lnTo>
                    <a:pt x="1487" y="189448"/>
                  </a:lnTo>
                  <a:lnTo>
                    <a:pt x="2280" y="194704"/>
                  </a:lnTo>
                  <a:lnTo>
                    <a:pt x="3238" y="199932"/>
                  </a:lnTo>
                  <a:lnTo>
                    <a:pt x="4363" y="205126"/>
                  </a:lnTo>
                  <a:lnTo>
                    <a:pt x="5652" y="210283"/>
                  </a:lnTo>
                  <a:lnTo>
                    <a:pt x="7104" y="215396"/>
                  </a:lnTo>
                  <a:lnTo>
                    <a:pt x="8718" y="220460"/>
                  </a:lnTo>
                  <a:lnTo>
                    <a:pt x="10493" y="225470"/>
                  </a:lnTo>
                  <a:lnTo>
                    <a:pt x="12425" y="230421"/>
                  </a:lnTo>
                  <a:lnTo>
                    <a:pt x="14515" y="235309"/>
                  </a:lnTo>
                  <a:lnTo>
                    <a:pt x="16758" y="240127"/>
                  </a:lnTo>
                  <a:lnTo>
                    <a:pt x="19154" y="244872"/>
                  </a:lnTo>
                  <a:lnTo>
                    <a:pt x="21699" y="249538"/>
                  </a:lnTo>
                  <a:lnTo>
                    <a:pt x="24391" y="254121"/>
                  </a:lnTo>
                  <a:lnTo>
                    <a:pt x="27227" y="258616"/>
                  </a:lnTo>
                  <a:lnTo>
                    <a:pt x="30205" y="263018"/>
                  </a:lnTo>
                  <a:lnTo>
                    <a:pt x="33322" y="267324"/>
                  </a:lnTo>
                  <a:lnTo>
                    <a:pt x="36574" y="271528"/>
                  </a:lnTo>
                  <a:lnTo>
                    <a:pt x="39957" y="275627"/>
                  </a:lnTo>
                  <a:lnTo>
                    <a:pt x="43470" y="279616"/>
                  </a:lnTo>
                  <a:lnTo>
                    <a:pt x="47107" y="283492"/>
                  </a:lnTo>
                  <a:lnTo>
                    <a:pt x="50866" y="287250"/>
                  </a:lnTo>
                  <a:lnTo>
                    <a:pt x="54742" y="290886"/>
                  </a:lnTo>
                  <a:lnTo>
                    <a:pt x="58732" y="294398"/>
                  </a:lnTo>
                  <a:lnTo>
                    <a:pt x="62832" y="297781"/>
                  </a:lnTo>
                  <a:lnTo>
                    <a:pt x="67037" y="301031"/>
                  </a:lnTo>
                  <a:lnTo>
                    <a:pt x="71344" y="304147"/>
                  </a:lnTo>
                  <a:lnTo>
                    <a:pt x="75747" y="307124"/>
                  </a:lnTo>
                  <a:lnTo>
                    <a:pt x="80242" y="309959"/>
                  </a:lnTo>
                  <a:lnTo>
                    <a:pt x="84826" y="312651"/>
                  </a:lnTo>
                  <a:lnTo>
                    <a:pt x="89492" y="315195"/>
                  </a:lnTo>
                  <a:lnTo>
                    <a:pt x="94238" y="317589"/>
                  </a:lnTo>
                  <a:lnTo>
                    <a:pt x="99057" y="319831"/>
                  </a:lnTo>
                  <a:lnTo>
                    <a:pt x="103945" y="321919"/>
                  </a:lnTo>
                  <a:lnTo>
                    <a:pt x="108896" y="323851"/>
                  </a:lnTo>
                  <a:lnTo>
                    <a:pt x="113907" y="325624"/>
                  </a:lnTo>
                  <a:lnTo>
                    <a:pt x="118971" y="327237"/>
                  </a:lnTo>
                  <a:lnTo>
                    <a:pt x="124085" y="328688"/>
                  </a:lnTo>
                  <a:lnTo>
                    <a:pt x="129241" y="329976"/>
                  </a:lnTo>
                  <a:lnTo>
                    <a:pt x="134436" y="331100"/>
                  </a:lnTo>
                  <a:lnTo>
                    <a:pt x="139664" y="332057"/>
                  </a:lnTo>
                  <a:lnTo>
                    <a:pt x="144920" y="332848"/>
                  </a:lnTo>
                  <a:lnTo>
                    <a:pt x="150199" y="333471"/>
                  </a:lnTo>
                  <a:lnTo>
                    <a:pt x="155494" y="333927"/>
                  </a:lnTo>
                  <a:lnTo>
                    <a:pt x="160802" y="334213"/>
                  </a:lnTo>
                  <a:lnTo>
                    <a:pt x="166116" y="334331"/>
                  </a:lnTo>
                  <a:lnTo>
                    <a:pt x="171431" y="334280"/>
                  </a:lnTo>
                  <a:lnTo>
                    <a:pt x="176741" y="334060"/>
                  </a:lnTo>
                  <a:lnTo>
                    <a:pt x="182042" y="333671"/>
                  </a:lnTo>
                  <a:lnTo>
                    <a:pt x="187328" y="333114"/>
                  </a:lnTo>
                  <a:lnTo>
                    <a:pt x="192593" y="332389"/>
                  </a:lnTo>
                  <a:lnTo>
                    <a:pt x="197833" y="331497"/>
                  </a:lnTo>
                  <a:lnTo>
                    <a:pt x="203042" y="330439"/>
                  </a:lnTo>
                  <a:lnTo>
                    <a:pt x="208214" y="329216"/>
                  </a:lnTo>
                  <a:lnTo>
                    <a:pt x="213345" y="327829"/>
                  </a:lnTo>
                  <a:lnTo>
                    <a:pt x="218430" y="326279"/>
                  </a:lnTo>
                  <a:lnTo>
                    <a:pt x="223462" y="324569"/>
                  </a:lnTo>
                  <a:lnTo>
                    <a:pt x="228438" y="322700"/>
                  </a:lnTo>
                  <a:lnTo>
                    <a:pt x="233351" y="320673"/>
                  </a:lnTo>
                  <a:lnTo>
                    <a:pt x="238198" y="318491"/>
                  </a:lnTo>
                  <a:lnTo>
                    <a:pt x="242973" y="316157"/>
                  </a:lnTo>
                  <a:lnTo>
                    <a:pt x="247671" y="313671"/>
                  </a:lnTo>
                  <a:lnTo>
                    <a:pt x="252288" y="311038"/>
                  </a:lnTo>
                  <a:lnTo>
                    <a:pt x="256819" y="308259"/>
                  </a:lnTo>
                  <a:lnTo>
                    <a:pt x="261259" y="305337"/>
                  </a:lnTo>
                  <a:lnTo>
                    <a:pt x="265604" y="302276"/>
                  </a:lnTo>
                  <a:lnTo>
                    <a:pt x="269849" y="299078"/>
                  </a:lnTo>
                  <a:lnTo>
                    <a:pt x="273991" y="295747"/>
                  </a:lnTo>
                  <a:lnTo>
                    <a:pt x="278025" y="292286"/>
                  </a:lnTo>
                  <a:lnTo>
                    <a:pt x="281946" y="288698"/>
                  </a:lnTo>
                  <a:lnTo>
                    <a:pt x="285752" y="284988"/>
                  </a:lnTo>
                  <a:lnTo>
                    <a:pt x="289438" y="281158"/>
                  </a:lnTo>
                  <a:lnTo>
                    <a:pt x="293000" y="277213"/>
                  </a:lnTo>
                  <a:lnTo>
                    <a:pt x="296435" y="273157"/>
                  </a:lnTo>
                  <a:lnTo>
                    <a:pt x="299739" y="268994"/>
                  </a:lnTo>
                  <a:lnTo>
                    <a:pt x="302909" y="264727"/>
                  </a:lnTo>
                  <a:lnTo>
                    <a:pt x="305942" y="260363"/>
                  </a:lnTo>
                  <a:lnTo>
                    <a:pt x="308835" y="255904"/>
                  </a:lnTo>
                  <a:lnTo>
                    <a:pt x="311584" y="251355"/>
                  </a:lnTo>
                  <a:lnTo>
                    <a:pt x="314188" y="246721"/>
                  </a:lnTo>
                  <a:lnTo>
                    <a:pt x="316642" y="242007"/>
                  </a:lnTo>
                  <a:lnTo>
                    <a:pt x="318946" y="237217"/>
                  </a:lnTo>
                  <a:lnTo>
                    <a:pt x="321096" y="232356"/>
                  </a:lnTo>
                  <a:lnTo>
                    <a:pt x="323091" y="227429"/>
                  </a:lnTo>
                  <a:lnTo>
                    <a:pt x="324928" y="222442"/>
                  </a:lnTo>
                  <a:lnTo>
                    <a:pt x="326605" y="217398"/>
                  </a:lnTo>
                  <a:lnTo>
                    <a:pt x="328122" y="212304"/>
                  </a:lnTo>
                  <a:lnTo>
                    <a:pt x="329475" y="207164"/>
                  </a:lnTo>
                  <a:lnTo>
                    <a:pt x="330665" y="201984"/>
                  </a:lnTo>
                  <a:lnTo>
                    <a:pt x="331689" y="196768"/>
                  </a:lnTo>
                  <a:lnTo>
                    <a:pt x="332547" y="191523"/>
                  </a:lnTo>
                  <a:lnTo>
                    <a:pt x="333238" y="186253"/>
                  </a:lnTo>
                  <a:lnTo>
                    <a:pt x="333761" y="180963"/>
                  </a:lnTo>
                  <a:lnTo>
                    <a:pt x="334115" y="175660"/>
                  </a:lnTo>
                  <a:lnTo>
                    <a:pt x="334301" y="170348"/>
                  </a:lnTo>
                  <a:lnTo>
                    <a:pt x="334317" y="165033"/>
                  </a:lnTo>
                  <a:lnTo>
                    <a:pt x="334165" y="159720"/>
                  </a:lnTo>
                  <a:lnTo>
                    <a:pt x="333844" y="154415"/>
                  </a:lnTo>
                  <a:lnTo>
                    <a:pt x="333354" y="149122"/>
                  </a:lnTo>
                  <a:lnTo>
                    <a:pt x="332696" y="143848"/>
                  </a:lnTo>
                  <a:lnTo>
                    <a:pt x="331871" y="138597"/>
                  </a:lnTo>
                  <a:lnTo>
                    <a:pt x="330880" y="133375"/>
                  </a:lnTo>
                  <a:lnTo>
                    <a:pt x="329723" y="128188"/>
                  </a:lnTo>
                  <a:lnTo>
                    <a:pt x="328402" y="123040"/>
                  </a:lnTo>
                  <a:lnTo>
                    <a:pt x="326917" y="117936"/>
                  </a:lnTo>
                  <a:lnTo>
                    <a:pt x="325271" y="112882"/>
                  </a:lnTo>
                  <a:lnTo>
                    <a:pt x="323466" y="107883"/>
                  </a:lnTo>
                  <a:lnTo>
                    <a:pt x="321502" y="102944"/>
                  </a:lnTo>
                  <a:lnTo>
                    <a:pt x="319382" y="98070"/>
                  </a:lnTo>
                  <a:lnTo>
                    <a:pt x="317109" y="93266"/>
                  </a:lnTo>
                  <a:lnTo>
                    <a:pt x="314683" y="88536"/>
                  </a:lnTo>
                  <a:lnTo>
                    <a:pt x="312109" y="83886"/>
                  </a:lnTo>
                  <a:lnTo>
                    <a:pt x="309388" y="79320"/>
                  </a:lnTo>
                  <a:lnTo>
                    <a:pt x="306523" y="74843"/>
                  </a:lnTo>
                  <a:lnTo>
                    <a:pt x="303518" y="70459"/>
                  </a:lnTo>
                  <a:lnTo>
                    <a:pt x="300375" y="66173"/>
                  </a:lnTo>
                  <a:lnTo>
                    <a:pt x="297096" y="61989"/>
                  </a:lnTo>
                  <a:lnTo>
                    <a:pt x="293687" y="57912"/>
                  </a:lnTo>
                  <a:lnTo>
                    <a:pt x="290150" y="53945"/>
                  </a:lnTo>
                  <a:lnTo>
                    <a:pt x="286488" y="50092"/>
                  </a:lnTo>
                  <a:lnTo>
                    <a:pt x="282706" y="46358"/>
                  </a:lnTo>
                  <a:lnTo>
                    <a:pt x="278807" y="42745"/>
                  </a:lnTo>
                  <a:lnTo>
                    <a:pt x="274795" y="39259"/>
                  </a:lnTo>
                  <a:lnTo>
                    <a:pt x="270674" y="35902"/>
                  </a:lnTo>
                  <a:lnTo>
                    <a:pt x="266449" y="32678"/>
                  </a:lnTo>
                  <a:lnTo>
                    <a:pt x="262123" y="29589"/>
                  </a:lnTo>
                  <a:lnTo>
                    <a:pt x="257701" y="26640"/>
                  </a:lnTo>
                  <a:lnTo>
                    <a:pt x="253188" y="23833"/>
                  </a:lnTo>
                  <a:lnTo>
                    <a:pt x="248588" y="21170"/>
                  </a:lnTo>
                  <a:lnTo>
                    <a:pt x="243905" y="18655"/>
                  </a:lnTo>
                  <a:lnTo>
                    <a:pt x="239145" y="16291"/>
                  </a:lnTo>
                  <a:lnTo>
                    <a:pt x="234312" y="14079"/>
                  </a:lnTo>
                  <a:lnTo>
                    <a:pt x="229411" y="12021"/>
                  </a:lnTo>
                  <a:lnTo>
                    <a:pt x="224447" y="10121"/>
                  </a:lnTo>
                  <a:lnTo>
                    <a:pt x="219426" y="8379"/>
                  </a:lnTo>
                  <a:lnTo>
                    <a:pt x="214351" y="6798"/>
                  </a:lnTo>
                  <a:lnTo>
                    <a:pt x="209229" y="5379"/>
                  </a:lnTo>
                  <a:lnTo>
                    <a:pt x="204064" y="4123"/>
                  </a:lnTo>
                  <a:lnTo>
                    <a:pt x="198862" y="3032"/>
                  </a:lnTo>
                  <a:lnTo>
                    <a:pt x="193628" y="2108"/>
                  </a:lnTo>
                  <a:lnTo>
                    <a:pt x="188368" y="1350"/>
                  </a:lnTo>
                  <a:lnTo>
                    <a:pt x="183085" y="759"/>
                  </a:lnTo>
                  <a:lnTo>
                    <a:pt x="177787" y="337"/>
                  </a:lnTo>
                  <a:lnTo>
                    <a:pt x="172478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715" y="5399291"/>
              <a:ext cx="6500" cy="167167"/>
            </a:xfrm>
            <a:custGeom>
              <a:avLst/>
              <a:pathLst>
                <a:path w="6500" h="167167">
                  <a:moveTo>
                    <a:pt x="6500" y="0"/>
                  </a:moveTo>
                  <a:lnTo>
                    <a:pt x="0" y="126"/>
                  </a:lnTo>
                  <a:lnTo>
                    <a:pt x="650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8" y="5399418"/>
              <a:ext cx="334305" cy="334207"/>
            </a:xfrm>
            <a:custGeom>
              <a:avLst/>
              <a:pathLst>
                <a:path w="334305" h="334207">
                  <a:moveTo>
                    <a:pt x="160657" y="0"/>
                  </a:moveTo>
                  <a:lnTo>
                    <a:pt x="155368" y="289"/>
                  </a:lnTo>
                  <a:lnTo>
                    <a:pt x="150090" y="747"/>
                  </a:lnTo>
                  <a:lnTo>
                    <a:pt x="144830" y="1371"/>
                  </a:lnTo>
                  <a:lnTo>
                    <a:pt x="139592" y="2161"/>
                  </a:lnTo>
                  <a:lnTo>
                    <a:pt x="134382" y="3118"/>
                  </a:lnTo>
                  <a:lnTo>
                    <a:pt x="129205" y="4238"/>
                  </a:lnTo>
                  <a:lnTo>
                    <a:pt x="124066" y="5523"/>
                  </a:lnTo>
                  <a:lnTo>
                    <a:pt x="118970" y="6969"/>
                  </a:lnTo>
                  <a:lnTo>
                    <a:pt x="113922" y="8576"/>
                  </a:lnTo>
                  <a:lnTo>
                    <a:pt x="108928" y="10342"/>
                  </a:lnTo>
                  <a:lnTo>
                    <a:pt x="103993" y="12266"/>
                  </a:lnTo>
                  <a:lnTo>
                    <a:pt x="99120" y="14345"/>
                  </a:lnTo>
                  <a:lnTo>
                    <a:pt x="94316" y="16577"/>
                  </a:lnTo>
                  <a:lnTo>
                    <a:pt x="89586" y="18961"/>
                  </a:lnTo>
                  <a:lnTo>
                    <a:pt x="84933" y="21493"/>
                  </a:lnTo>
                  <a:lnTo>
                    <a:pt x="80363" y="24171"/>
                  </a:lnTo>
                  <a:lnTo>
                    <a:pt x="75880" y="26993"/>
                  </a:lnTo>
                  <a:lnTo>
                    <a:pt x="71488" y="29955"/>
                  </a:lnTo>
                  <a:lnTo>
                    <a:pt x="67193" y="33055"/>
                  </a:lnTo>
                  <a:lnTo>
                    <a:pt x="62998" y="36290"/>
                  </a:lnTo>
                  <a:lnTo>
                    <a:pt x="58907" y="39656"/>
                  </a:lnTo>
                  <a:lnTo>
                    <a:pt x="54926" y="43149"/>
                  </a:lnTo>
                  <a:lnTo>
                    <a:pt x="51057" y="46767"/>
                  </a:lnTo>
                  <a:lnTo>
                    <a:pt x="47304" y="50506"/>
                  </a:lnTo>
                  <a:lnTo>
                    <a:pt x="43672" y="54362"/>
                  </a:lnTo>
                  <a:lnTo>
                    <a:pt x="40164" y="58331"/>
                  </a:lnTo>
                  <a:lnTo>
                    <a:pt x="36783" y="62410"/>
                  </a:lnTo>
                  <a:lnTo>
                    <a:pt x="33534" y="66593"/>
                  </a:lnTo>
                  <a:lnTo>
                    <a:pt x="30418" y="70877"/>
                  </a:lnTo>
                  <a:lnTo>
                    <a:pt x="27440" y="75258"/>
                  </a:lnTo>
                  <a:lnTo>
                    <a:pt x="24602" y="79731"/>
                  </a:lnTo>
                  <a:lnTo>
                    <a:pt x="21907" y="84291"/>
                  </a:lnTo>
                  <a:lnTo>
                    <a:pt x="19358" y="88935"/>
                  </a:lnTo>
                  <a:lnTo>
                    <a:pt x="16958" y="93657"/>
                  </a:lnTo>
                  <a:lnTo>
                    <a:pt x="14708" y="98453"/>
                  </a:lnTo>
                  <a:lnTo>
                    <a:pt x="12612" y="103317"/>
                  </a:lnTo>
                  <a:lnTo>
                    <a:pt x="10670" y="108246"/>
                  </a:lnTo>
                  <a:lnTo>
                    <a:pt x="8886" y="113233"/>
                  </a:lnTo>
                  <a:lnTo>
                    <a:pt x="7261" y="118275"/>
                  </a:lnTo>
                  <a:lnTo>
                    <a:pt x="5796" y="123366"/>
                  </a:lnTo>
                  <a:lnTo>
                    <a:pt x="4493" y="128500"/>
                  </a:lnTo>
                  <a:lnTo>
                    <a:pt x="3354" y="133674"/>
                  </a:lnTo>
                  <a:lnTo>
                    <a:pt x="2379" y="138880"/>
                  </a:lnTo>
                  <a:lnTo>
                    <a:pt x="1569" y="144115"/>
                  </a:lnTo>
                  <a:lnTo>
                    <a:pt x="926" y="149373"/>
                  </a:lnTo>
                  <a:lnTo>
                    <a:pt x="450" y="154649"/>
                  </a:lnTo>
                  <a:lnTo>
                    <a:pt x="141" y="159937"/>
                  </a:lnTo>
                  <a:lnTo>
                    <a:pt x="0" y="165232"/>
                  </a:lnTo>
                  <a:lnTo>
                    <a:pt x="26" y="170530"/>
                  </a:lnTo>
                  <a:lnTo>
                    <a:pt x="221" y="175823"/>
                  </a:lnTo>
                  <a:lnTo>
                    <a:pt x="583" y="181108"/>
                  </a:lnTo>
                  <a:lnTo>
                    <a:pt x="1112" y="186379"/>
                  </a:lnTo>
                  <a:lnTo>
                    <a:pt x="1808" y="191630"/>
                  </a:lnTo>
                  <a:lnTo>
                    <a:pt x="2670" y="196857"/>
                  </a:lnTo>
                  <a:lnTo>
                    <a:pt x="3697" y="202053"/>
                  </a:lnTo>
                  <a:lnTo>
                    <a:pt x="4889" y="207215"/>
                  </a:lnTo>
                  <a:lnTo>
                    <a:pt x="6243" y="212336"/>
                  </a:lnTo>
                  <a:lnTo>
                    <a:pt x="7759" y="217411"/>
                  </a:lnTo>
                  <a:lnTo>
                    <a:pt x="9435" y="222437"/>
                  </a:lnTo>
                  <a:lnTo>
                    <a:pt x="11269" y="227406"/>
                  </a:lnTo>
                  <a:lnTo>
                    <a:pt x="13260" y="232315"/>
                  </a:lnTo>
                  <a:lnTo>
                    <a:pt x="15406" y="237158"/>
                  </a:lnTo>
                  <a:lnTo>
                    <a:pt x="17704" y="241931"/>
                  </a:lnTo>
                  <a:lnTo>
                    <a:pt x="20151" y="246629"/>
                  </a:lnTo>
                  <a:lnTo>
                    <a:pt x="22747" y="251246"/>
                  </a:lnTo>
                  <a:lnTo>
                    <a:pt x="25487" y="255780"/>
                  </a:lnTo>
                  <a:lnTo>
                    <a:pt x="28370" y="260224"/>
                  </a:lnTo>
                  <a:lnTo>
                    <a:pt x="31392" y="264574"/>
                  </a:lnTo>
                  <a:lnTo>
                    <a:pt x="34551" y="268827"/>
                  </a:lnTo>
                  <a:lnTo>
                    <a:pt x="37842" y="272977"/>
                  </a:lnTo>
                  <a:lnTo>
                    <a:pt x="41264" y="277021"/>
                  </a:lnTo>
                  <a:lnTo>
                    <a:pt x="44812" y="280955"/>
                  </a:lnTo>
                  <a:lnTo>
                    <a:pt x="48482" y="284774"/>
                  </a:lnTo>
                  <a:lnTo>
                    <a:pt x="52272" y="288475"/>
                  </a:lnTo>
                  <a:lnTo>
                    <a:pt x="56177" y="292054"/>
                  </a:lnTo>
                  <a:lnTo>
                    <a:pt x="60194" y="295508"/>
                  </a:lnTo>
                  <a:lnTo>
                    <a:pt x="64318" y="298832"/>
                  </a:lnTo>
                  <a:lnTo>
                    <a:pt x="68545" y="302024"/>
                  </a:lnTo>
                  <a:lnTo>
                    <a:pt x="72872" y="305081"/>
                  </a:lnTo>
                  <a:lnTo>
                    <a:pt x="77293" y="307999"/>
                  </a:lnTo>
                  <a:lnTo>
                    <a:pt x="81804" y="310776"/>
                  </a:lnTo>
                  <a:lnTo>
                    <a:pt x="86401" y="313408"/>
                  </a:lnTo>
                  <a:lnTo>
                    <a:pt x="91079" y="315893"/>
                  </a:lnTo>
                  <a:lnTo>
                    <a:pt x="95833" y="318229"/>
                  </a:lnTo>
                  <a:lnTo>
                    <a:pt x="100659" y="320413"/>
                  </a:lnTo>
                  <a:lnTo>
                    <a:pt x="105552" y="322443"/>
                  </a:lnTo>
                  <a:lnTo>
                    <a:pt x="110507" y="324316"/>
                  </a:lnTo>
                  <a:lnTo>
                    <a:pt x="115518" y="326032"/>
                  </a:lnTo>
                  <a:lnTo>
                    <a:pt x="120582" y="327589"/>
                  </a:lnTo>
                  <a:lnTo>
                    <a:pt x="125692" y="328984"/>
                  </a:lnTo>
                  <a:lnTo>
                    <a:pt x="130844" y="330216"/>
                  </a:lnTo>
                  <a:lnTo>
                    <a:pt x="136032" y="331285"/>
                  </a:lnTo>
                  <a:lnTo>
                    <a:pt x="141252" y="332189"/>
                  </a:lnTo>
                  <a:lnTo>
                    <a:pt x="146497" y="332926"/>
                  </a:lnTo>
                  <a:lnTo>
                    <a:pt x="151764" y="333498"/>
                  </a:lnTo>
                  <a:lnTo>
                    <a:pt x="157045" y="333902"/>
                  </a:lnTo>
                  <a:lnTo>
                    <a:pt x="162337" y="334138"/>
                  </a:lnTo>
                  <a:lnTo>
                    <a:pt x="167634" y="334207"/>
                  </a:lnTo>
                  <a:lnTo>
                    <a:pt x="172930" y="334108"/>
                  </a:lnTo>
                  <a:lnTo>
                    <a:pt x="178221" y="333841"/>
                  </a:lnTo>
                  <a:lnTo>
                    <a:pt x="183500" y="333407"/>
                  </a:lnTo>
                  <a:lnTo>
                    <a:pt x="188763" y="332806"/>
                  </a:lnTo>
                  <a:lnTo>
                    <a:pt x="194004" y="332038"/>
                  </a:lnTo>
                  <a:lnTo>
                    <a:pt x="199219" y="331105"/>
                  </a:lnTo>
                  <a:lnTo>
                    <a:pt x="204401" y="330006"/>
                  </a:lnTo>
                  <a:lnTo>
                    <a:pt x="209545" y="328745"/>
                  </a:lnTo>
                  <a:lnTo>
                    <a:pt x="214648" y="327320"/>
                  </a:lnTo>
                  <a:lnTo>
                    <a:pt x="219702" y="325735"/>
                  </a:lnTo>
                  <a:lnTo>
                    <a:pt x="224704" y="323991"/>
                  </a:lnTo>
                  <a:lnTo>
                    <a:pt x="229648" y="322089"/>
                  </a:lnTo>
                  <a:lnTo>
                    <a:pt x="234529" y="320031"/>
                  </a:lnTo>
                  <a:lnTo>
                    <a:pt x="239342" y="317819"/>
                  </a:lnTo>
                  <a:lnTo>
                    <a:pt x="244083" y="315457"/>
                  </a:lnTo>
                  <a:lnTo>
                    <a:pt x="248747" y="312945"/>
                  </a:lnTo>
                  <a:lnTo>
                    <a:pt x="253329" y="310286"/>
                  </a:lnTo>
                  <a:lnTo>
                    <a:pt x="257824" y="307484"/>
                  </a:lnTo>
                  <a:lnTo>
                    <a:pt x="262229" y="304541"/>
                  </a:lnTo>
                  <a:lnTo>
                    <a:pt x="266538" y="301460"/>
                  </a:lnTo>
                  <a:lnTo>
                    <a:pt x="270747" y="298243"/>
                  </a:lnTo>
                  <a:lnTo>
                    <a:pt x="274852" y="294895"/>
                  </a:lnTo>
                  <a:lnTo>
                    <a:pt x="278848" y="291419"/>
                  </a:lnTo>
                  <a:lnTo>
                    <a:pt x="282733" y="287818"/>
                  </a:lnTo>
                  <a:lnTo>
                    <a:pt x="286502" y="284095"/>
                  </a:lnTo>
                  <a:lnTo>
                    <a:pt x="290151" y="280255"/>
                  </a:lnTo>
                  <a:lnTo>
                    <a:pt x="293676" y="276301"/>
                  </a:lnTo>
                  <a:lnTo>
                    <a:pt x="297074" y="272238"/>
                  </a:lnTo>
                  <a:lnTo>
                    <a:pt x="300342" y="268069"/>
                  </a:lnTo>
                  <a:lnTo>
                    <a:pt x="303476" y="263798"/>
                  </a:lnTo>
                  <a:lnTo>
                    <a:pt x="306474" y="259430"/>
                  </a:lnTo>
                  <a:lnTo>
                    <a:pt x="309331" y="254970"/>
                  </a:lnTo>
                  <a:lnTo>
                    <a:pt x="312045" y="250421"/>
                  </a:lnTo>
                  <a:lnTo>
                    <a:pt x="314615" y="245789"/>
                  </a:lnTo>
                  <a:lnTo>
                    <a:pt x="317036" y="241077"/>
                  </a:lnTo>
                  <a:lnTo>
                    <a:pt x="319306" y="236291"/>
                  </a:lnTo>
                  <a:lnTo>
                    <a:pt x="321424" y="231436"/>
                  </a:lnTo>
                  <a:lnTo>
                    <a:pt x="323387" y="226516"/>
                  </a:lnTo>
                  <a:lnTo>
                    <a:pt x="325193" y="221536"/>
                  </a:lnTo>
                  <a:lnTo>
                    <a:pt x="326840" y="216501"/>
                  </a:lnTo>
                  <a:lnTo>
                    <a:pt x="328327" y="211417"/>
                  </a:lnTo>
                  <a:lnTo>
                    <a:pt x="329652" y="206288"/>
                  </a:lnTo>
                  <a:lnTo>
                    <a:pt x="330814" y="201120"/>
                  </a:lnTo>
                  <a:lnTo>
                    <a:pt x="331812" y="195918"/>
                  </a:lnTo>
                  <a:lnTo>
                    <a:pt x="332644" y="190686"/>
                  </a:lnTo>
                  <a:lnTo>
                    <a:pt x="333310" y="185431"/>
                  </a:lnTo>
                  <a:lnTo>
                    <a:pt x="333809" y="180157"/>
                  </a:lnTo>
                  <a:lnTo>
                    <a:pt x="334141" y="174871"/>
                  </a:lnTo>
                  <a:lnTo>
                    <a:pt x="334305" y="169576"/>
                  </a:lnTo>
                  <a:lnTo>
                    <a:pt x="334302" y="164279"/>
                  </a:lnTo>
                  <a:lnTo>
                    <a:pt x="334130" y="158984"/>
                  </a:lnTo>
                  <a:lnTo>
                    <a:pt x="333791" y="153698"/>
                  </a:lnTo>
                  <a:lnTo>
                    <a:pt x="333285" y="148425"/>
                  </a:lnTo>
                  <a:lnTo>
                    <a:pt x="332612" y="143171"/>
                  </a:lnTo>
                  <a:lnTo>
                    <a:pt x="331772" y="137941"/>
                  </a:lnTo>
                  <a:lnTo>
                    <a:pt x="330768" y="132740"/>
                  </a:lnTo>
                  <a:lnTo>
                    <a:pt x="329599" y="127573"/>
                  </a:lnTo>
                  <a:lnTo>
                    <a:pt x="328267" y="122446"/>
                  </a:lnTo>
                  <a:lnTo>
                    <a:pt x="326773" y="117364"/>
                  </a:lnTo>
                  <a:lnTo>
                    <a:pt x="325119" y="112331"/>
                  </a:lnTo>
                  <a:lnTo>
                    <a:pt x="323306" y="107354"/>
                  </a:lnTo>
                  <a:lnTo>
                    <a:pt x="321337" y="102437"/>
                  </a:lnTo>
                  <a:lnTo>
                    <a:pt x="319212" y="97584"/>
                  </a:lnTo>
                  <a:lnTo>
                    <a:pt x="316935" y="92801"/>
                  </a:lnTo>
                  <a:lnTo>
                    <a:pt x="314508" y="88093"/>
                  </a:lnTo>
                  <a:lnTo>
                    <a:pt x="311932" y="83464"/>
                  </a:lnTo>
                  <a:lnTo>
                    <a:pt x="309212" y="78919"/>
                  </a:lnTo>
                  <a:lnTo>
                    <a:pt x="306348" y="74462"/>
                  </a:lnTo>
                  <a:lnTo>
                    <a:pt x="303345" y="70098"/>
                  </a:lnTo>
                  <a:lnTo>
                    <a:pt x="300205" y="65832"/>
                  </a:lnTo>
                  <a:lnTo>
                    <a:pt x="296932" y="61667"/>
                  </a:lnTo>
                  <a:lnTo>
                    <a:pt x="293528" y="57609"/>
                  </a:lnTo>
                  <a:lnTo>
                    <a:pt x="289997" y="53660"/>
                  </a:lnTo>
                  <a:lnTo>
                    <a:pt x="286343" y="49824"/>
                  </a:lnTo>
                  <a:lnTo>
                    <a:pt x="282570" y="46107"/>
                  </a:lnTo>
                  <a:lnTo>
                    <a:pt x="278680" y="42511"/>
                  </a:lnTo>
                  <a:lnTo>
                    <a:pt x="274678" y="39040"/>
                  </a:lnTo>
                  <a:lnTo>
                    <a:pt x="270569" y="35698"/>
                  </a:lnTo>
                  <a:lnTo>
                    <a:pt x="266355" y="32487"/>
                  </a:lnTo>
                  <a:lnTo>
                    <a:pt x="262042" y="29412"/>
                  </a:lnTo>
                  <a:lnTo>
                    <a:pt x="257634" y="26474"/>
                  </a:lnTo>
                  <a:lnTo>
                    <a:pt x="253135" y="23678"/>
                  </a:lnTo>
                  <a:lnTo>
                    <a:pt x="248550" y="21026"/>
                  </a:lnTo>
                  <a:lnTo>
                    <a:pt x="243882" y="18521"/>
                  </a:lnTo>
                  <a:lnTo>
                    <a:pt x="239138" y="16164"/>
                  </a:lnTo>
                  <a:lnTo>
                    <a:pt x="234322" y="13959"/>
                  </a:lnTo>
                  <a:lnTo>
                    <a:pt x="229438" y="11908"/>
                  </a:lnTo>
                  <a:lnTo>
                    <a:pt x="224491" y="10013"/>
                  </a:lnTo>
                  <a:lnTo>
                    <a:pt x="219487" y="8275"/>
                  </a:lnTo>
                  <a:lnTo>
                    <a:pt x="214431" y="6697"/>
                  </a:lnTo>
                  <a:lnTo>
                    <a:pt x="209327" y="5279"/>
                  </a:lnTo>
                  <a:lnTo>
                    <a:pt x="204180" y="4024"/>
                  </a:lnTo>
                  <a:lnTo>
                    <a:pt x="167157" y="167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37022" cy="167167"/>
            </a:xfrm>
            <a:custGeom>
              <a:avLst/>
              <a:pathLst>
                <a:path w="37022" h="167167">
                  <a:moveTo>
                    <a:pt x="37022" y="4151"/>
                  </a:moveTo>
                  <a:lnTo>
                    <a:pt x="30931" y="2886"/>
                  </a:lnTo>
                  <a:lnTo>
                    <a:pt x="24796" y="1849"/>
                  </a:lnTo>
                  <a:lnTo>
                    <a:pt x="18627" y="1041"/>
                  </a:lnTo>
                  <a:lnTo>
                    <a:pt x="12432" y="462"/>
                  </a:lnTo>
                  <a:lnTo>
                    <a:pt x="6220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60930" y="5399291"/>
              <a:ext cx="62613" cy="167167"/>
            </a:xfrm>
            <a:custGeom>
              <a:avLst/>
              <a:pathLst>
                <a:path w="62613" h="167167">
                  <a:moveTo>
                    <a:pt x="62613" y="0"/>
                  </a:moveTo>
                  <a:lnTo>
                    <a:pt x="56780" y="101"/>
                  </a:lnTo>
                  <a:lnTo>
                    <a:pt x="50954" y="407"/>
                  </a:lnTo>
                  <a:lnTo>
                    <a:pt x="45142" y="915"/>
                  </a:lnTo>
                  <a:lnTo>
                    <a:pt x="39351" y="1626"/>
                  </a:lnTo>
                  <a:lnTo>
                    <a:pt x="33589" y="2538"/>
                  </a:lnTo>
                  <a:lnTo>
                    <a:pt x="27862" y="3651"/>
                  </a:lnTo>
                  <a:lnTo>
                    <a:pt x="22177" y="4964"/>
                  </a:lnTo>
                  <a:lnTo>
                    <a:pt x="16542" y="6473"/>
                  </a:lnTo>
                  <a:lnTo>
                    <a:pt x="10963" y="8179"/>
                  </a:lnTo>
                  <a:lnTo>
                    <a:pt x="5446" y="10078"/>
                  </a:lnTo>
                  <a:lnTo>
                    <a:pt x="0" y="12168"/>
                  </a:lnTo>
                  <a:lnTo>
                    <a:pt x="626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60930" y="5411460"/>
              <a:ext cx="62613" cy="154998"/>
            </a:xfrm>
            <a:custGeom>
              <a:avLst/>
              <a:pathLst>
                <a:path w="62613" h="154998">
                  <a:moveTo>
                    <a:pt x="0" y="0"/>
                  </a:moveTo>
                  <a:lnTo>
                    <a:pt x="62613" y="15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60930" y="5411460"/>
              <a:ext cx="62613" cy="154998"/>
            </a:xfrm>
            <a:custGeom>
              <a:avLst/>
              <a:pathLst>
                <a:path w="62613" h="154998">
                  <a:moveTo>
                    <a:pt x="0" y="0"/>
                  </a:moveTo>
                  <a:lnTo>
                    <a:pt x="62613" y="15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60930" y="5411460"/>
              <a:ext cx="62613" cy="154998"/>
            </a:xfrm>
            <a:custGeom>
              <a:avLst/>
              <a:pathLst>
                <a:path w="62613" h="154998">
                  <a:moveTo>
                    <a:pt x="0" y="0"/>
                  </a:moveTo>
                  <a:lnTo>
                    <a:pt x="62613" y="15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60930" y="5411460"/>
              <a:ext cx="62613" cy="154998"/>
            </a:xfrm>
            <a:custGeom>
              <a:avLst/>
              <a:pathLst>
                <a:path w="62613" h="154998">
                  <a:moveTo>
                    <a:pt x="0" y="0"/>
                  </a:moveTo>
                  <a:lnTo>
                    <a:pt x="62613" y="154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60930" y="5411460"/>
              <a:ext cx="62613" cy="154998"/>
            </a:xfrm>
            <a:custGeom>
              <a:avLst/>
              <a:pathLst>
                <a:path w="62613" h="154998">
                  <a:moveTo>
                    <a:pt x="0" y="0"/>
                  </a:moveTo>
                  <a:lnTo>
                    <a:pt x="62613" y="154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76" y="5411460"/>
              <a:ext cx="167167" cy="278541"/>
            </a:xfrm>
            <a:custGeom>
              <a:avLst/>
              <a:pathLst>
                <a:path w="167167" h="278541">
                  <a:moveTo>
                    <a:pt x="104553" y="0"/>
                  </a:moveTo>
                  <a:lnTo>
                    <a:pt x="99620" y="2085"/>
                  </a:lnTo>
                  <a:lnTo>
                    <a:pt x="94756" y="4327"/>
                  </a:lnTo>
                  <a:lnTo>
                    <a:pt x="89967" y="6724"/>
                  </a:lnTo>
                  <a:lnTo>
                    <a:pt x="85257" y="9273"/>
                  </a:lnTo>
                  <a:lnTo>
                    <a:pt x="80630" y="11972"/>
                  </a:lnTo>
                  <a:lnTo>
                    <a:pt x="76093" y="14818"/>
                  </a:lnTo>
                  <a:lnTo>
                    <a:pt x="71649" y="17807"/>
                  </a:lnTo>
                  <a:lnTo>
                    <a:pt x="67303" y="20937"/>
                  </a:lnTo>
                  <a:lnTo>
                    <a:pt x="63060" y="24205"/>
                  </a:lnTo>
                  <a:lnTo>
                    <a:pt x="58924" y="27607"/>
                  </a:lnTo>
                  <a:lnTo>
                    <a:pt x="54898" y="31140"/>
                  </a:lnTo>
                  <a:lnTo>
                    <a:pt x="50988" y="34800"/>
                  </a:lnTo>
                  <a:lnTo>
                    <a:pt x="47197" y="38584"/>
                  </a:lnTo>
                  <a:lnTo>
                    <a:pt x="43530" y="42487"/>
                  </a:lnTo>
                  <a:lnTo>
                    <a:pt x="39989" y="46505"/>
                  </a:lnTo>
                  <a:lnTo>
                    <a:pt x="36579" y="50635"/>
                  </a:lnTo>
                  <a:lnTo>
                    <a:pt x="33302" y="54872"/>
                  </a:lnTo>
                  <a:lnTo>
                    <a:pt x="30164" y="59211"/>
                  </a:lnTo>
                  <a:lnTo>
                    <a:pt x="27165" y="63649"/>
                  </a:lnTo>
                  <a:lnTo>
                    <a:pt x="24311" y="68181"/>
                  </a:lnTo>
                  <a:lnTo>
                    <a:pt x="21603" y="72802"/>
                  </a:lnTo>
                  <a:lnTo>
                    <a:pt x="19045" y="77507"/>
                  </a:lnTo>
                  <a:lnTo>
                    <a:pt x="16638" y="82292"/>
                  </a:lnTo>
                  <a:lnTo>
                    <a:pt x="14387" y="87151"/>
                  </a:lnTo>
                  <a:lnTo>
                    <a:pt x="12292" y="92080"/>
                  </a:lnTo>
                  <a:lnTo>
                    <a:pt x="10355" y="97074"/>
                  </a:lnTo>
                  <a:lnTo>
                    <a:pt x="8580" y="102127"/>
                  </a:lnTo>
                  <a:lnTo>
                    <a:pt x="6968" y="107235"/>
                  </a:lnTo>
                  <a:lnTo>
                    <a:pt x="5520" y="112391"/>
                  </a:lnTo>
                  <a:lnTo>
                    <a:pt x="4238" y="117591"/>
                  </a:lnTo>
                  <a:lnTo>
                    <a:pt x="3124" y="122830"/>
                  </a:lnTo>
                  <a:lnTo>
                    <a:pt x="2177" y="128101"/>
                  </a:lnTo>
                  <a:lnTo>
                    <a:pt x="1400" y="133400"/>
                  </a:lnTo>
                  <a:lnTo>
                    <a:pt x="794" y="138722"/>
                  </a:lnTo>
                  <a:lnTo>
                    <a:pt x="358" y="144060"/>
                  </a:lnTo>
                  <a:lnTo>
                    <a:pt x="93" y="149409"/>
                  </a:lnTo>
                  <a:lnTo>
                    <a:pt x="0" y="154764"/>
                  </a:lnTo>
                  <a:lnTo>
                    <a:pt x="78" y="160119"/>
                  </a:lnTo>
                  <a:lnTo>
                    <a:pt x="328" y="165469"/>
                  </a:lnTo>
                  <a:lnTo>
                    <a:pt x="749" y="170808"/>
                  </a:lnTo>
                  <a:lnTo>
                    <a:pt x="1341" y="176131"/>
                  </a:lnTo>
                  <a:lnTo>
                    <a:pt x="2103" y="181433"/>
                  </a:lnTo>
                  <a:lnTo>
                    <a:pt x="3034" y="186707"/>
                  </a:lnTo>
                  <a:lnTo>
                    <a:pt x="4134" y="191949"/>
                  </a:lnTo>
                  <a:lnTo>
                    <a:pt x="5402" y="197152"/>
                  </a:lnTo>
                  <a:lnTo>
                    <a:pt x="6835" y="202313"/>
                  </a:lnTo>
                  <a:lnTo>
                    <a:pt x="8433" y="207425"/>
                  </a:lnTo>
                  <a:lnTo>
                    <a:pt x="10194" y="212483"/>
                  </a:lnTo>
                  <a:lnTo>
                    <a:pt x="12116" y="217482"/>
                  </a:lnTo>
                  <a:lnTo>
                    <a:pt x="14197" y="222417"/>
                  </a:lnTo>
                  <a:lnTo>
                    <a:pt x="16435" y="227282"/>
                  </a:lnTo>
                  <a:lnTo>
                    <a:pt x="18828" y="232074"/>
                  </a:lnTo>
                  <a:lnTo>
                    <a:pt x="21374" y="236786"/>
                  </a:lnTo>
                  <a:lnTo>
                    <a:pt x="24069" y="241415"/>
                  </a:lnTo>
                  <a:lnTo>
                    <a:pt x="26910" y="245954"/>
                  </a:lnTo>
                  <a:lnTo>
                    <a:pt x="29896" y="250401"/>
                  </a:lnTo>
                  <a:lnTo>
                    <a:pt x="33023" y="254749"/>
                  </a:lnTo>
                  <a:lnTo>
                    <a:pt x="36287" y="258995"/>
                  </a:lnTo>
                  <a:lnTo>
                    <a:pt x="39686" y="263134"/>
                  </a:lnTo>
                  <a:lnTo>
                    <a:pt x="43215" y="267163"/>
                  </a:lnTo>
                  <a:lnTo>
                    <a:pt x="46872" y="271076"/>
                  </a:lnTo>
                  <a:lnTo>
                    <a:pt x="50652" y="274870"/>
                  </a:lnTo>
                  <a:lnTo>
                    <a:pt x="54552" y="278541"/>
                  </a:lnTo>
                  <a:lnTo>
                    <a:pt x="167167" y="154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10929" y="5399291"/>
              <a:ext cx="279769" cy="334330"/>
            </a:xfrm>
            <a:custGeom>
              <a:avLst/>
              <a:pathLst>
                <a:path w="279769" h="334330">
                  <a:moveTo>
                    <a:pt x="0" y="290710"/>
                  </a:moveTo>
                  <a:lnTo>
                    <a:pt x="3986" y="294229"/>
                  </a:lnTo>
                  <a:lnTo>
                    <a:pt x="8082" y="297620"/>
                  </a:lnTo>
                  <a:lnTo>
                    <a:pt x="12283" y="300878"/>
                  </a:lnTo>
                  <a:lnTo>
                    <a:pt x="16587" y="304001"/>
                  </a:lnTo>
                  <a:lnTo>
                    <a:pt x="20987" y="306986"/>
                  </a:lnTo>
                  <a:lnTo>
                    <a:pt x="25480" y="309830"/>
                  </a:lnTo>
                  <a:lnTo>
                    <a:pt x="30062" y="312529"/>
                  </a:lnTo>
                  <a:lnTo>
                    <a:pt x="34727" y="315081"/>
                  </a:lnTo>
                  <a:lnTo>
                    <a:pt x="39470" y="317483"/>
                  </a:lnTo>
                  <a:lnTo>
                    <a:pt x="44288" y="319733"/>
                  </a:lnTo>
                  <a:lnTo>
                    <a:pt x="49175" y="321829"/>
                  </a:lnTo>
                  <a:lnTo>
                    <a:pt x="54126" y="323768"/>
                  </a:lnTo>
                  <a:lnTo>
                    <a:pt x="59136" y="325549"/>
                  </a:lnTo>
                  <a:lnTo>
                    <a:pt x="64200" y="327170"/>
                  </a:lnTo>
                  <a:lnTo>
                    <a:pt x="69313" y="328629"/>
                  </a:lnTo>
                  <a:lnTo>
                    <a:pt x="74470" y="329924"/>
                  </a:lnTo>
                  <a:lnTo>
                    <a:pt x="79666" y="331055"/>
                  </a:lnTo>
                  <a:lnTo>
                    <a:pt x="84895" y="332020"/>
                  </a:lnTo>
                  <a:lnTo>
                    <a:pt x="90152" y="332818"/>
                  </a:lnTo>
                  <a:lnTo>
                    <a:pt x="95432" y="333449"/>
                  </a:lnTo>
                  <a:lnTo>
                    <a:pt x="100729" y="333911"/>
                  </a:lnTo>
                  <a:lnTo>
                    <a:pt x="106038" y="334205"/>
                  </a:lnTo>
                  <a:lnTo>
                    <a:pt x="111354" y="334330"/>
                  </a:lnTo>
                  <a:lnTo>
                    <a:pt x="116671" y="334285"/>
                  </a:lnTo>
                  <a:lnTo>
                    <a:pt x="121984" y="334072"/>
                  </a:lnTo>
                  <a:lnTo>
                    <a:pt x="127287" y="333689"/>
                  </a:lnTo>
                  <a:lnTo>
                    <a:pt x="132576" y="333138"/>
                  </a:lnTo>
                  <a:lnTo>
                    <a:pt x="137845" y="332419"/>
                  </a:lnTo>
                  <a:lnTo>
                    <a:pt x="143088" y="331533"/>
                  </a:lnTo>
                  <a:lnTo>
                    <a:pt x="148300" y="330481"/>
                  </a:lnTo>
                  <a:lnTo>
                    <a:pt x="153476" y="329264"/>
                  </a:lnTo>
                  <a:lnTo>
                    <a:pt x="158610" y="327882"/>
                  </a:lnTo>
                  <a:lnTo>
                    <a:pt x="163698" y="326338"/>
                  </a:lnTo>
                  <a:lnTo>
                    <a:pt x="168735" y="324633"/>
                  </a:lnTo>
                  <a:lnTo>
                    <a:pt x="173715" y="322768"/>
                  </a:lnTo>
                  <a:lnTo>
                    <a:pt x="178632" y="320746"/>
                  </a:lnTo>
                  <a:lnTo>
                    <a:pt x="183483" y="318569"/>
                  </a:lnTo>
                  <a:lnTo>
                    <a:pt x="188263" y="316238"/>
                  </a:lnTo>
                  <a:lnTo>
                    <a:pt x="192966" y="313757"/>
                  </a:lnTo>
                  <a:lnTo>
                    <a:pt x="197587" y="311127"/>
                  </a:lnTo>
                  <a:lnTo>
                    <a:pt x="202123" y="308352"/>
                  </a:lnTo>
                  <a:lnTo>
                    <a:pt x="206568" y="305434"/>
                  </a:lnTo>
                  <a:lnTo>
                    <a:pt x="210917" y="302376"/>
                  </a:lnTo>
                  <a:lnTo>
                    <a:pt x="215168" y="299181"/>
                  </a:lnTo>
                  <a:lnTo>
                    <a:pt x="219315" y="295853"/>
                  </a:lnTo>
                  <a:lnTo>
                    <a:pt x="223353" y="292394"/>
                  </a:lnTo>
                  <a:lnTo>
                    <a:pt x="227280" y="288809"/>
                  </a:lnTo>
                  <a:lnTo>
                    <a:pt x="231091" y="285100"/>
                  </a:lnTo>
                  <a:lnTo>
                    <a:pt x="234782" y="281273"/>
                  </a:lnTo>
                  <a:lnTo>
                    <a:pt x="238349" y="277329"/>
                  </a:lnTo>
                  <a:lnTo>
                    <a:pt x="241789" y="273275"/>
                  </a:lnTo>
                  <a:lnTo>
                    <a:pt x="245098" y="269113"/>
                  </a:lnTo>
                  <a:lnTo>
                    <a:pt x="248273" y="264848"/>
                  </a:lnTo>
                  <a:lnTo>
                    <a:pt x="251311" y="260484"/>
                  </a:lnTo>
                  <a:lnTo>
                    <a:pt x="254209" y="256026"/>
                  </a:lnTo>
                  <a:lnTo>
                    <a:pt x="256964" y="251477"/>
                  </a:lnTo>
                  <a:lnTo>
                    <a:pt x="259572" y="246844"/>
                  </a:lnTo>
                  <a:lnTo>
                    <a:pt x="262032" y="242130"/>
                  </a:lnTo>
                  <a:lnTo>
                    <a:pt x="264340" y="237340"/>
                  </a:lnTo>
                  <a:lnTo>
                    <a:pt x="266495" y="232479"/>
                  </a:lnTo>
                  <a:lnTo>
                    <a:pt x="268495" y="227552"/>
                  </a:lnTo>
                  <a:lnTo>
                    <a:pt x="270336" y="222563"/>
                  </a:lnTo>
                  <a:lnTo>
                    <a:pt x="272018" y="217519"/>
                  </a:lnTo>
                  <a:lnTo>
                    <a:pt x="273539" y="212424"/>
                  </a:lnTo>
                  <a:lnTo>
                    <a:pt x="274897" y="207283"/>
                  </a:lnTo>
                  <a:lnTo>
                    <a:pt x="276091" y="202101"/>
                  </a:lnTo>
                  <a:lnTo>
                    <a:pt x="277119" y="196885"/>
                  </a:lnTo>
                  <a:lnTo>
                    <a:pt x="277981" y="191638"/>
                  </a:lnTo>
                  <a:lnTo>
                    <a:pt x="278676" y="186366"/>
                  </a:lnTo>
                  <a:lnTo>
                    <a:pt x="279202" y="181075"/>
                  </a:lnTo>
                  <a:lnTo>
                    <a:pt x="279560" y="175770"/>
                  </a:lnTo>
                  <a:lnTo>
                    <a:pt x="279749" y="170456"/>
                  </a:lnTo>
                  <a:lnTo>
                    <a:pt x="279769" y="165138"/>
                  </a:lnTo>
                  <a:lnTo>
                    <a:pt x="279620" y="159823"/>
                  </a:lnTo>
                  <a:lnTo>
                    <a:pt x="279302" y="154515"/>
                  </a:lnTo>
                  <a:lnTo>
                    <a:pt x="278816" y="149221"/>
                  </a:lnTo>
                  <a:lnTo>
                    <a:pt x="278161" y="143944"/>
                  </a:lnTo>
                  <a:lnTo>
                    <a:pt x="277338" y="138690"/>
                  </a:lnTo>
                  <a:lnTo>
                    <a:pt x="276349" y="133466"/>
                  </a:lnTo>
                  <a:lnTo>
                    <a:pt x="275195" y="128276"/>
                  </a:lnTo>
                  <a:lnTo>
                    <a:pt x="273876" y="123125"/>
                  </a:lnTo>
                  <a:lnTo>
                    <a:pt x="272393" y="118018"/>
                  </a:lnTo>
                  <a:lnTo>
                    <a:pt x="270749" y="112961"/>
                  </a:lnTo>
                  <a:lnTo>
                    <a:pt x="268945" y="107959"/>
                  </a:lnTo>
                  <a:lnTo>
                    <a:pt x="266983" y="103017"/>
                  </a:lnTo>
                  <a:lnTo>
                    <a:pt x="264865" y="98140"/>
                  </a:lnTo>
                  <a:lnTo>
                    <a:pt x="262593" y="93333"/>
                  </a:lnTo>
                  <a:lnTo>
                    <a:pt x="260169" y="88600"/>
                  </a:lnTo>
                  <a:lnTo>
                    <a:pt x="257595" y="83947"/>
                  </a:lnTo>
                  <a:lnTo>
                    <a:pt x="254875" y="79378"/>
                  </a:lnTo>
                  <a:lnTo>
                    <a:pt x="252011" y="74898"/>
                  </a:lnTo>
                  <a:lnTo>
                    <a:pt x="249006" y="70512"/>
                  </a:lnTo>
                  <a:lnTo>
                    <a:pt x="245863" y="66223"/>
                  </a:lnTo>
                  <a:lnTo>
                    <a:pt x="242585" y="62036"/>
                  </a:lnTo>
                  <a:lnTo>
                    <a:pt x="239176" y="57956"/>
                  </a:lnTo>
                  <a:lnTo>
                    <a:pt x="235638" y="53986"/>
                  </a:lnTo>
                  <a:lnTo>
                    <a:pt x="231977" y="50130"/>
                  </a:lnTo>
                  <a:lnTo>
                    <a:pt x="228194" y="46393"/>
                  </a:lnTo>
                  <a:lnTo>
                    <a:pt x="224294" y="42778"/>
                  </a:lnTo>
                  <a:lnTo>
                    <a:pt x="220282" y="39289"/>
                  </a:lnTo>
                  <a:lnTo>
                    <a:pt x="216160" y="35930"/>
                  </a:lnTo>
                  <a:lnTo>
                    <a:pt x="211934" y="32703"/>
                  </a:lnTo>
                  <a:lnTo>
                    <a:pt x="207607" y="29612"/>
                  </a:lnTo>
                  <a:lnTo>
                    <a:pt x="203185" y="26661"/>
                  </a:lnTo>
                  <a:lnTo>
                    <a:pt x="198670" y="23851"/>
                  </a:lnTo>
                  <a:lnTo>
                    <a:pt x="194068" y="21187"/>
                  </a:lnTo>
                  <a:lnTo>
                    <a:pt x="189385" y="18670"/>
                  </a:lnTo>
                  <a:lnTo>
                    <a:pt x="184623" y="16304"/>
                  </a:lnTo>
                  <a:lnTo>
                    <a:pt x="179788" y="14090"/>
                  </a:lnTo>
                  <a:lnTo>
                    <a:pt x="174886" y="12031"/>
                  </a:lnTo>
                  <a:lnTo>
                    <a:pt x="169920" y="10129"/>
                  </a:lnTo>
                  <a:lnTo>
                    <a:pt x="164897" y="8386"/>
                  </a:lnTo>
                  <a:lnTo>
                    <a:pt x="159821" y="6803"/>
                  </a:lnTo>
                  <a:lnTo>
                    <a:pt x="154697" y="5383"/>
                  </a:lnTo>
                  <a:lnTo>
                    <a:pt x="149530" y="4126"/>
                  </a:lnTo>
                  <a:lnTo>
                    <a:pt x="144326" y="3035"/>
                  </a:lnTo>
                  <a:lnTo>
                    <a:pt x="139090" y="2109"/>
                  </a:lnTo>
                  <a:lnTo>
                    <a:pt x="133827" y="1351"/>
                  </a:lnTo>
                  <a:lnTo>
                    <a:pt x="128543" y="760"/>
                  </a:lnTo>
                  <a:lnTo>
                    <a:pt x="123242" y="338"/>
                  </a:lnTo>
                  <a:lnTo>
                    <a:pt x="117931" y="84"/>
                  </a:lnTo>
                  <a:lnTo>
                    <a:pt x="112614" y="0"/>
                  </a:lnTo>
                  <a:lnTo>
                    <a:pt x="1126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09346" y="5269756"/>
              <a:ext cx="35911" cy="167167"/>
            </a:xfrm>
            <a:custGeom>
              <a:avLst/>
              <a:pathLst>
                <a:path w="35911" h="167167">
                  <a:moveTo>
                    <a:pt x="35911" y="0"/>
                  </a:moveTo>
                  <a:lnTo>
                    <a:pt x="28675" y="156"/>
                  </a:lnTo>
                  <a:lnTo>
                    <a:pt x="21452" y="626"/>
                  </a:lnTo>
                  <a:lnTo>
                    <a:pt x="14256" y="1408"/>
                  </a:lnTo>
                  <a:lnTo>
                    <a:pt x="7101" y="2501"/>
                  </a:lnTo>
                  <a:lnTo>
                    <a:pt x="0" y="3902"/>
                  </a:lnTo>
                  <a:lnTo>
                    <a:pt x="3591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09346" y="5273659"/>
              <a:ext cx="35911" cy="163264"/>
            </a:xfrm>
            <a:custGeom>
              <a:avLst/>
              <a:pathLst>
                <a:path w="35911" h="163264">
                  <a:moveTo>
                    <a:pt x="0" y="0"/>
                  </a:moveTo>
                  <a:lnTo>
                    <a:pt x="35911" y="163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9346" y="5273659"/>
              <a:ext cx="35911" cy="163264"/>
            </a:xfrm>
            <a:custGeom>
              <a:avLst/>
              <a:pathLst>
                <a:path w="35911" h="163264">
                  <a:moveTo>
                    <a:pt x="0" y="0"/>
                  </a:moveTo>
                  <a:lnTo>
                    <a:pt x="35911" y="1632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9346" y="5273659"/>
              <a:ext cx="35911" cy="163264"/>
            </a:xfrm>
            <a:custGeom>
              <a:avLst/>
              <a:pathLst>
                <a:path w="35911" h="163264">
                  <a:moveTo>
                    <a:pt x="0" y="0"/>
                  </a:moveTo>
                  <a:lnTo>
                    <a:pt x="35911" y="1632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9346" y="5273659"/>
              <a:ext cx="35911" cy="163264"/>
            </a:xfrm>
            <a:custGeom>
              <a:avLst/>
              <a:pathLst>
                <a:path w="35911" h="163264">
                  <a:moveTo>
                    <a:pt x="0" y="0"/>
                  </a:moveTo>
                  <a:lnTo>
                    <a:pt x="35911" y="1632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80338" y="5273659"/>
              <a:ext cx="164919" cy="163264"/>
            </a:xfrm>
            <a:custGeom>
              <a:avLst/>
              <a:pathLst>
                <a:path w="164919" h="163264">
                  <a:moveTo>
                    <a:pt x="129007" y="0"/>
                  </a:moveTo>
                  <a:lnTo>
                    <a:pt x="123631" y="1276"/>
                  </a:lnTo>
                  <a:lnTo>
                    <a:pt x="118299" y="2729"/>
                  </a:lnTo>
                  <a:lnTo>
                    <a:pt x="113018" y="4357"/>
                  </a:lnTo>
                  <a:lnTo>
                    <a:pt x="107794" y="6160"/>
                  </a:lnTo>
                  <a:lnTo>
                    <a:pt x="102633" y="8134"/>
                  </a:lnTo>
                  <a:lnTo>
                    <a:pt x="97540" y="10277"/>
                  </a:lnTo>
                  <a:lnTo>
                    <a:pt x="92520" y="12588"/>
                  </a:lnTo>
                  <a:lnTo>
                    <a:pt x="87579" y="15063"/>
                  </a:lnTo>
                  <a:lnTo>
                    <a:pt x="82723" y="17700"/>
                  </a:lnTo>
                  <a:lnTo>
                    <a:pt x="77957" y="20497"/>
                  </a:lnTo>
                  <a:lnTo>
                    <a:pt x="73285" y="23449"/>
                  </a:lnTo>
                  <a:lnTo>
                    <a:pt x="68714" y="26554"/>
                  </a:lnTo>
                  <a:lnTo>
                    <a:pt x="64248" y="29809"/>
                  </a:lnTo>
                  <a:lnTo>
                    <a:pt x="59892" y="33209"/>
                  </a:lnTo>
                  <a:lnTo>
                    <a:pt x="55651" y="36751"/>
                  </a:lnTo>
                  <a:lnTo>
                    <a:pt x="51529" y="40432"/>
                  </a:lnTo>
                  <a:lnTo>
                    <a:pt x="47531" y="44247"/>
                  </a:lnTo>
                  <a:lnTo>
                    <a:pt x="43661" y="48192"/>
                  </a:lnTo>
                  <a:lnTo>
                    <a:pt x="39924" y="52263"/>
                  </a:lnTo>
                  <a:lnTo>
                    <a:pt x="36324" y="56455"/>
                  </a:lnTo>
                  <a:lnTo>
                    <a:pt x="32864" y="60764"/>
                  </a:lnTo>
                  <a:lnTo>
                    <a:pt x="29548" y="65184"/>
                  </a:lnTo>
                  <a:lnTo>
                    <a:pt x="26380" y="69712"/>
                  </a:lnTo>
                  <a:lnTo>
                    <a:pt x="23364" y="74342"/>
                  </a:lnTo>
                  <a:lnTo>
                    <a:pt x="20502" y="79070"/>
                  </a:lnTo>
                  <a:lnTo>
                    <a:pt x="17798" y="83889"/>
                  </a:lnTo>
                  <a:lnTo>
                    <a:pt x="15255" y="88795"/>
                  </a:lnTo>
                  <a:lnTo>
                    <a:pt x="12875" y="93783"/>
                  </a:lnTo>
                  <a:lnTo>
                    <a:pt x="10662" y="98846"/>
                  </a:lnTo>
                  <a:lnTo>
                    <a:pt x="8617" y="103980"/>
                  </a:lnTo>
                  <a:lnTo>
                    <a:pt x="6743" y="109178"/>
                  </a:lnTo>
                  <a:lnTo>
                    <a:pt x="5042" y="114436"/>
                  </a:lnTo>
                  <a:lnTo>
                    <a:pt x="3515" y="119747"/>
                  </a:lnTo>
                  <a:lnTo>
                    <a:pt x="2165" y="125106"/>
                  </a:lnTo>
                  <a:lnTo>
                    <a:pt x="993" y="130506"/>
                  </a:lnTo>
                  <a:lnTo>
                    <a:pt x="0" y="135942"/>
                  </a:lnTo>
                  <a:lnTo>
                    <a:pt x="164919" y="1632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093" y="5269756"/>
              <a:ext cx="334318" cy="334331"/>
            </a:xfrm>
            <a:custGeom>
              <a:avLst/>
              <a:pathLst>
                <a:path w="334318" h="334331">
                  <a:moveTo>
                    <a:pt x="2245" y="139845"/>
                  </a:moveTo>
                  <a:lnTo>
                    <a:pt x="1462" y="145080"/>
                  </a:lnTo>
                  <a:lnTo>
                    <a:pt x="846" y="150337"/>
                  </a:lnTo>
                  <a:lnTo>
                    <a:pt x="396" y="155612"/>
                  </a:lnTo>
                  <a:lnTo>
                    <a:pt x="114" y="160897"/>
                  </a:lnTo>
                  <a:lnTo>
                    <a:pt x="0" y="166189"/>
                  </a:lnTo>
                  <a:lnTo>
                    <a:pt x="52" y="171483"/>
                  </a:lnTo>
                  <a:lnTo>
                    <a:pt x="273" y="176771"/>
                  </a:lnTo>
                  <a:lnTo>
                    <a:pt x="661" y="182050"/>
                  </a:lnTo>
                  <a:lnTo>
                    <a:pt x="1215" y="187314"/>
                  </a:lnTo>
                  <a:lnTo>
                    <a:pt x="1936" y="192558"/>
                  </a:lnTo>
                  <a:lnTo>
                    <a:pt x="2823" y="197777"/>
                  </a:lnTo>
                  <a:lnTo>
                    <a:pt x="3875" y="202965"/>
                  </a:lnTo>
                  <a:lnTo>
                    <a:pt x="5090" y="208117"/>
                  </a:lnTo>
                  <a:lnTo>
                    <a:pt x="6468" y="213228"/>
                  </a:lnTo>
                  <a:lnTo>
                    <a:pt x="8006" y="218292"/>
                  </a:lnTo>
                  <a:lnTo>
                    <a:pt x="9705" y="223306"/>
                  </a:lnTo>
                  <a:lnTo>
                    <a:pt x="11561" y="228263"/>
                  </a:lnTo>
                  <a:lnTo>
                    <a:pt x="13574" y="233159"/>
                  </a:lnTo>
                  <a:lnTo>
                    <a:pt x="15740" y="237988"/>
                  </a:lnTo>
                  <a:lnTo>
                    <a:pt x="18058" y="242747"/>
                  </a:lnTo>
                  <a:lnTo>
                    <a:pt x="20526" y="247430"/>
                  </a:lnTo>
                  <a:lnTo>
                    <a:pt x="23140" y="252032"/>
                  </a:lnTo>
                  <a:lnTo>
                    <a:pt x="25900" y="256550"/>
                  </a:lnTo>
                  <a:lnTo>
                    <a:pt x="28800" y="260977"/>
                  </a:lnTo>
                  <a:lnTo>
                    <a:pt x="31840" y="265311"/>
                  </a:lnTo>
                  <a:lnTo>
                    <a:pt x="35015" y="269546"/>
                  </a:lnTo>
                  <a:lnTo>
                    <a:pt x="38323" y="273679"/>
                  </a:lnTo>
                  <a:lnTo>
                    <a:pt x="41759" y="277705"/>
                  </a:lnTo>
                  <a:lnTo>
                    <a:pt x="45322" y="281620"/>
                  </a:lnTo>
                  <a:lnTo>
                    <a:pt x="49007" y="285420"/>
                  </a:lnTo>
                  <a:lnTo>
                    <a:pt x="52810" y="289102"/>
                  </a:lnTo>
                  <a:lnTo>
                    <a:pt x="56728" y="292661"/>
                  </a:lnTo>
                  <a:lnTo>
                    <a:pt x="60756" y="296095"/>
                  </a:lnTo>
                  <a:lnTo>
                    <a:pt x="64892" y="299399"/>
                  </a:lnTo>
                  <a:lnTo>
                    <a:pt x="69130" y="302571"/>
                  </a:lnTo>
                  <a:lnTo>
                    <a:pt x="73466" y="305607"/>
                  </a:lnTo>
                  <a:lnTo>
                    <a:pt x="77896" y="308504"/>
                  </a:lnTo>
                  <a:lnTo>
                    <a:pt x="82415" y="311259"/>
                  </a:lnTo>
                  <a:lnTo>
                    <a:pt x="87020" y="313870"/>
                  </a:lnTo>
                  <a:lnTo>
                    <a:pt x="91705" y="316334"/>
                  </a:lnTo>
                  <a:lnTo>
                    <a:pt x="96465" y="318648"/>
                  </a:lnTo>
                  <a:lnTo>
                    <a:pt x="101297" y="320811"/>
                  </a:lnTo>
                  <a:lnTo>
                    <a:pt x="106194" y="322819"/>
                  </a:lnTo>
                  <a:lnTo>
                    <a:pt x="111153" y="324672"/>
                  </a:lnTo>
                  <a:lnTo>
                    <a:pt x="116168" y="326366"/>
                  </a:lnTo>
                  <a:lnTo>
                    <a:pt x="121234" y="327901"/>
                  </a:lnTo>
                  <a:lnTo>
                    <a:pt x="126346" y="329274"/>
                  </a:lnTo>
                  <a:lnTo>
                    <a:pt x="131499" y="330485"/>
                  </a:lnTo>
                  <a:lnTo>
                    <a:pt x="136687" y="331533"/>
                  </a:lnTo>
                  <a:lnTo>
                    <a:pt x="141906" y="332415"/>
                  </a:lnTo>
                  <a:lnTo>
                    <a:pt x="147151" y="333132"/>
                  </a:lnTo>
                  <a:lnTo>
                    <a:pt x="152416" y="333683"/>
                  </a:lnTo>
                  <a:lnTo>
                    <a:pt x="157695" y="334066"/>
                  </a:lnTo>
                  <a:lnTo>
                    <a:pt x="162984" y="334282"/>
                  </a:lnTo>
                  <a:lnTo>
                    <a:pt x="168277" y="334331"/>
                  </a:lnTo>
                  <a:lnTo>
                    <a:pt x="173569" y="334212"/>
                  </a:lnTo>
                  <a:lnTo>
                    <a:pt x="178854" y="333925"/>
                  </a:lnTo>
                  <a:lnTo>
                    <a:pt x="184128" y="333471"/>
                  </a:lnTo>
                  <a:lnTo>
                    <a:pt x="189385" y="332851"/>
                  </a:lnTo>
                  <a:lnTo>
                    <a:pt x="194620" y="332064"/>
                  </a:lnTo>
                  <a:lnTo>
                    <a:pt x="199827" y="331112"/>
                  </a:lnTo>
                  <a:lnTo>
                    <a:pt x="205001" y="329996"/>
                  </a:lnTo>
                  <a:lnTo>
                    <a:pt x="210137" y="328717"/>
                  </a:lnTo>
                  <a:lnTo>
                    <a:pt x="215230" y="327275"/>
                  </a:lnTo>
                  <a:lnTo>
                    <a:pt x="220275" y="325673"/>
                  </a:lnTo>
                  <a:lnTo>
                    <a:pt x="225267" y="323912"/>
                  </a:lnTo>
                  <a:lnTo>
                    <a:pt x="230201" y="321994"/>
                  </a:lnTo>
                  <a:lnTo>
                    <a:pt x="235071" y="319920"/>
                  </a:lnTo>
                  <a:lnTo>
                    <a:pt x="239873" y="317694"/>
                  </a:lnTo>
                  <a:lnTo>
                    <a:pt x="244603" y="315316"/>
                  </a:lnTo>
                  <a:lnTo>
                    <a:pt x="249254" y="312790"/>
                  </a:lnTo>
                  <a:lnTo>
                    <a:pt x="253824" y="310118"/>
                  </a:lnTo>
                  <a:lnTo>
                    <a:pt x="258306" y="307303"/>
                  </a:lnTo>
                  <a:lnTo>
                    <a:pt x="262697" y="304347"/>
                  </a:lnTo>
                  <a:lnTo>
                    <a:pt x="266993" y="301253"/>
                  </a:lnTo>
                  <a:lnTo>
                    <a:pt x="271188" y="298026"/>
                  </a:lnTo>
                  <a:lnTo>
                    <a:pt x="275279" y="294667"/>
                  </a:lnTo>
                  <a:lnTo>
                    <a:pt x="279261" y="291180"/>
                  </a:lnTo>
                  <a:lnTo>
                    <a:pt x="283132" y="287568"/>
                  </a:lnTo>
                  <a:lnTo>
                    <a:pt x="286885" y="283836"/>
                  </a:lnTo>
                  <a:lnTo>
                    <a:pt x="290519" y="279987"/>
                  </a:lnTo>
                  <a:lnTo>
                    <a:pt x="294029" y="276025"/>
                  </a:lnTo>
                  <a:lnTo>
                    <a:pt x="297412" y="271954"/>
                  </a:lnTo>
                  <a:lnTo>
                    <a:pt x="300665" y="267778"/>
                  </a:lnTo>
                  <a:lnTo>
                    <a:pt x="303783" y="263501"/>
                  </a:lnTo>
                  <a:lnTo>
                    <a:pt x="306765" y="259127"/>
                  </a:lnTo>
                  <a:lnTo>
                    <a:pt x="309606" y="254661"/>
                  </a:lnTo>
                  <a:lnTo>
                    <a:pt x="312305" y="250107"/>
                  </a:lnTo>
                  <a:lnTo>
                    <a:pt x="314858" y="245470"/>
                  </a:lnTo>
                  <a:lnTo>
                    <a:pt x="317263" y="240755"/>
                  </a:lnTo>
                  <a:lnTo>
                    <a:pt x="319518" y="235966"/>
                  </a:lnTo>
                  <a:lnTo>
                    <a:pt x="321620" y="231108"/>
                  </a:lnTo>
                  <a:lnTo>
                    <a:pt x="323567" y="226186"/>
                  </a:lnTo>
                  <a:lnTo>
                    <a:pt x="325357" y="221204"/>
                  </a:lnTo>
                  <a:lnTo>
                    <a:pt x="326988" y="216169"/>
                  </a:lnTo>
                  <a:lnTo>
                    <a:pt x="328460" y="211084"/>
                  </a:lnTo>
                  <a:lnTo>
                    <a:pt x="329769" y="205955"/>
                  </a:lnTo>
                  <a:lnTo>
                    <a:pt x="330916" y="200788"/>
                  </a:lnTo>
                  <a:lnTo>
                    <a:pt x="331898" y="195586"/>
                  </a:lnTo>
                  <a:lnTo>
                    <a:pt x="332715" y="190356"/>
                  </a:lnTo>
                  <a:lnTo>
                    <a:pt x="333366" y="185103"/>
                  </a:lnTo>
                  <a:lnTo>
                    <a:pt x="333851" y="179832"/>
                  </a:lnTo>
                  <a:lnTo>
                    <a:pt x="334168" y="174548"/>
                  </a:lnTo>
                  <a:lnTo>
                    <a:pt x="334318" y="169257"/>
                  </a:lnTo>
                  <a:lnTo>
                    <a:pt x="334301" y="163964"/>
                  </a:lnTo>
                  <a:lnTo>
                    <a:pt x="334116" y="158674"/>
                  </a:lnTo>
                  <a:lnTo>
                    <a:pt x="333763" y="153392"/>
                  </a:lnTo>
                  <a:lnTo>
                    <a:pt x="333243" y="148125"/>
                  </a:lnTo>
                  <a:lnTo>
                    <a:pt x="332557" y="142876"/>
                  </a:lnTo>
                  <a:lnTo>
                    <a:pt x="331705" y="137652"/>
                  </a:lnTo>
                  <a:lnTo>
                    <a:pt x="330688" y="132457"/>
                  </a:lnTo>
                  <a:lnTo>
                    <a:pt x="329507" y="127297"/>
                  </a:lnTo>
                  <a:lnTo>
                    <a:pt x="328164" y="122177"/>
                  </a:lnTo>
                  <a:lnTo>
                    <a:pt x="326659" y="117102"/>
                  </a:lnTo>
                  <a:lnTo>
                    <a:pt x="324994" y="112078"/>
                  </a:lnTo>
                  <a:lnTo>
                    <a:pt x="323170" y="107108"/>
                  </a:lnTo>
                  <a:lnTo>
                    <a:pt x="321191" y="102199"/>
                  </a:lnTo>
                  <a:lnTo>
                    <a:pt x="319056" y="97355"/>
                  </a:lnTo>
                  <a:lnTo>
                    <a:pt x="316770" y="92581"/>
                  </a:lnTo>
                  <a:lnTo>
                    <a:pt x="314334" y="87882"/>
                  </a:lnTo>
                  <a:lnTo>
                    <a:pt x="311750" y="83262"/>
                  </a:lnTo>
                  <a:lnTo>
                    <a:pt x="309021" y="78727"/>
                  </a:lnTo>
                  <a:lnTo>
                    <a:pt x="306149" y="74280"/>
                  </a:lnTo>
                  <a:lnTo>
                    <a:pt x="303139" y="69926"/>
                  </a:lnTo>
                  <a:lnTo>
                    <a:pt x="299992" y="65670"/>
                  </a:lnTo>
                  <a:lnTo>
                    <a:pt x="296712" y="61515"/>
                  </a:lnTo>
                  <a:lnTo>
                    <a:pt x="293302" y="57466"/>
                  </a:lnTo>
                  <a:lnTo>
                    <a:pt x="289765" y="53528"/>
                  </a:lnTo>
                  <a:lnTo>
                    <a:pt x="286106" y="49703"/>
                  </a:lnTo>
                  <a:lnTo>
                    <a:pt x="282327" y="45996"/>
                  </a:lnTo>
                  <a:lnTo>
                    <a:pt x="278433" y="42411"/>
                  </a:lnTo>
                  <a:lnTo>
                    <a:pt x="274428" y="38950"/>
                  </a:lnTo>
                  <a:lnTo>
                    <a:pt x="270314" y="35619"/>
                  </a:lnTo>
                  <a:lnTo>
                    <a:pt x="266098" y="32419"/>
                  </a:lnTo>
                  <a:lnTo>
                    <a:pt x="261782" y="29354"/>
                  </a:lnTo>
                  <a:lnTo>
                    <a:pt x="257371" y="26427"/>
                  </a:lnTo>
                  <a:lnTo>
                    <a:pt x="252870" y="23642"/>
                  </a:lnTo>
                  <a:lnTo>
                    <a:pt x="248283" y="21000"/>
                  </a:lnTo>
                  <a:lnTo>
                    <a:pt x="243615" y="18505"/>
                  </a:lnTo>
                  <a:lnTo>
                    <a:pt x="238870" y="16159"/>
                  </a:lnTo>
                  <a:lnTo>
                    <a:pt x="234053" y="13965"/>
                  </a:lnTo>
                  <a:lnTo>
                    <a:pt x="229169" y="11924"/>
                  </a:lnTo>
                  <a:lnTo>
                    <a:pt x="224223" y="10039"/>
                  </a:lnTo>
                  <a:lnTo>
                    <a:pt x="219219" y="8311"/>
                  </a:lnTo>
                  <a:lnTo>
                    <a:pt x="214164" y="6742"/>
                  </a:lnTo>
                  <a:lnTo>
                    <a:pt x="209061" y="5335"/>
                  </a:lnTo>
                  <a:lnTo>
                    <a:pt x="203916" y="4090"/>
                  </a:lnTo>
                  <a:lnTo>
                    <a:pt x="198735" y="3008"/>
                  </a:lnTo>
                  <a:lnTo>
                    <a:pt x="193521" y="2090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97062" y="5018213"/>
              <a:ext cx="23976" cy="167167"/>
            </a:xfrm>
            <a:custGeom>
              <a:avLst/>
              <a:pathLst>
                <a:path w="23976" h="167167">
                  <a:moveTo>
                    <a:pt x="23976" y="0"/>
                  </a:moveTo>
                  <a:lnTo>
                    <a:pt x="15959" y="192"/>
                  </a:lnTo>
                  <a:lnTo>
                    <a:pt x="7961" y="768"/>
                  </a:lnTo>
                  <a:lnTo>
                    <a:pt x="0" y="1728"/>
                  </a:lnTo>
                  <a:lnTo>
                    <a:pt x="239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97062" y="5019941"/>
              <a:ext cx="23976" cy="165439"/>
            </a:xfrm>
            <a:custGeom>
              <a:avLst/>
              <a:pathLst>
                <a:path w="23976" h="165439">
                  <a:moveTo>
                    <a:pt x="0" y="0"/>
                  </a:moveTo>
                  <a:lnTo>
                    <a:pt x="23976" y="1654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7062" y="5019941"/>
              <a:ext cx="23976" cy="165439"/>
            </a:xfrm>
            <a:custGeom>
              <a:avLst/>
              <a:pathLst>
                <a:path w="23976" h="165439">
                  <a:moveTo>
                    <a:pt x="0" y="0"/>
                  </a:moveTo>
                  <a:lnTo>
                    <a:pt x="23976" y="1654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7062" y="5019941"/>
              <a:ext cx="23976" cy="165439"/>
            </a:xfrm>
            <a:custGeom>
              <a:avLst/>
              <a:pathLst>
                <a:path w="23976" h="165439">
                  <a:moveTo>
                    <a:pt x="0" y="0"/>
                  </a:moveTo>
                  <a:lnTo>
                    <a:pt x="23976" y="1654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83008" y="5019941"/>
              <a:ext cx="138030" cy="165439"/>
            </a:xfrm>
            <a:custGeom>
              <a:avLst/>
              <a:pathLst>
                <a:path w="138030" h="165439">
                  <a:moveTo>
                    <a:pt x="114053" y="0"/>
                  </a:moveTo>
                  <a:lnTo>
                    <a:pt x="108591" y="884"/>
                  </a:lnTo>
                  <a:lnTo>
                    <a:pt x="103161" y="1948"/>
                  </a:lnTo>
                  <a:lnTo>
                    <a:pt x="97770" y="3192"/>
                  </a:lnTo>
                  <a:lnTo>
                    <a:pt x="92422" y="4613"/>
                  </a:lnTo>
                  <a:lnTo>
                    <a:pt x="87125" y="6210"/>
                  </a:lnTo>
                  <a:lnTo>
                    <a:pt x="81883" y="7982"/>
                  </a:lnTo>
                  <a:lnTo>
                    <a:pt x="76703" y="9927"/>
                  </a:lnTo>
                  <a:lnTo>
                    <a:pt x="71590" y="12041"/>
                  </a:lnTo>
                  <a:lnTo>
                    <a:pt x="66550" y="14324"/>
                  </a:lnTo>
                  <a:lnTo>
                    <a:pt x="61588" y="16773"/>
                  </a:lnTo>
                  <a:lnTo>
                    <a:pt x="56710" y="19384"/>
                  </a:lnTo>
                  <a:lnTo>
                    <a:pt x="51921" y="22155"/>
                  </a:lnTo>
                  <a:lnTo>
                    <a:pt x="47226" y="25083"/>
                  </a:lnTo>
                  <a:lnTo>
                    <a:pt x="42630" y="28165"/>
                  </a:lnTo>
                  <a:lnTo>
                    <a:pt x="38140" y="31398"/>
                  </a:lnTo>
                  <a:lnTo>
                    <a:pt x="33758" y="34777"/>
                  </a:lnTo>
                  <a:lnTo>
                    <a:pt x="29491" y="38299"/>
                  </a:lnTo>
                  <a:lnTo>
                    <a:pt x="25343" y="41961"/>
                  </a:lnTo>
                  <a:lnTo>
                    <a:pt x="21318" y="45758"/>
                  </a:lnTo>
                  <a:lnTo>
                    <a:pt x="17422" y="49686"/>
                  </a:lnTo>
                  <a:lnTo>
                    <a:pt x="13657" y="53741"/>
                  </a:lnTo>
                  <a:lnTo>
                    <a:pt x="10028" y="57918"/>
                  </a:lnTo>
                  <a:lnTo>
                    <a:pt x="6540" y="62213"/>
                  </a:lnTo>
                  <a:lnTo>
                    <a:pt x="3196" y="66621"/>
                  </a:lnTo>
                  <a:lnTo>
                    <a:pt x="0" y="71138"/>
                  </a:lnTo>
                  <a:lnTo>
                    <a:pt x="138030" y="1654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3871" y="5018213"/>
              <a:ext cx="334326" cy="334323"/>
            </a:xfrm>
            <a:custGeom>
              <a:avLst/>
              <a:pathLst>
                <a:path w="334326" h="334323">
                  <a:moveTo>
                    <a:pt x="29137" y="72866"/>
                  </a:moveTo>
                  <a:lnTo>
                    <a:pt x="26225" y="77277"/>
                  </a:lnTo>
                  <a:lnTo>
                    <a:pt x="23453" y="81777"/>
                  </a:lnTo>
                  <a:lnTo>
                    <a:pt x="20826" y="86363"/>
                  </a:lnTo>
                  <a:lnTo>
                    <a:pt x="18345" y="91030"/>
                  </a:lnTo>
                  <a:lnTo>
                    <a:pt x="16012" y="95772"/>
                  </a:lnTo>
                  <a:lnTo>
                    <a:pt x="13831" y="100586"/>
                  </a:lnTo>
                  <a:lnTo>
                    <a:pt x="11803" y="105467"/>
                  </a:lnTo>
                  <a:lnTo>
                    <a:pt x="9930" y="110409"/>
                  </a:lnTo>
                  <a:lnTo>
                    <a:pt x="8214" y="115408"/>
                  </a:lnTo>
                  <a:lnTo>
                    <a:pt x="6657" y="120459"/>
                  </a:lnTo>
                  <a:lnTo>
                    <a:pt x="5261" y="125556"/>
                  </a:lnTo>
                  <a:lnTo>
                    <a:pt x="4026" y="130695"/>
                  </a:lnTo>
                  <a:lnTo>
                    <a:pt x="2955" y="135871"/>
                  </a:lnTo>
                  <a:lnTo>
                    <a:pt x="2048" y="141077"/>
                  </a:lnTo>
                  <a:lnTo>
                    <a:pt x="1306" y="146310"/>
                  </a:lnTo>
                  <a:lnTo>
                    <a:pt x="729" y="151564"/>
                  </a:lnTo>
                  <a:lnTo>
                    <a:pt x="319" y="156833"/>
                  </a:lnTo>
                  <a:lnTo>
                    <a:pt x="76" y="162113"/>
                  </a:lnTo>
                  <a:lnTo>
                    <a:pt x="0" y="167397"/>
                  </a:lnTo>
                  <a:lnTo>
                    <a:pt x="90" y="172682"/>
                  </a:lnTo>
                  <a:lnTo>
                    <a:pt x="348" y="177961"/>
                  </a:lnTo>
                  <a:lnTo>
                    <a:pt x="773" y="183229"/>
                  </a:lnTo>
                  <a:lnTo>
                    <a:pt x="1364" y="188481"/>
                  </a:lnTo>
                  <a:lnTo>
                    <a:pt x="2120" y="193712"/>
                  </a:lnTo>
                  <a:lnTo>
                    <a:pt x="3042" y="198916"/>
                  </a:lnTo>
                  <a:lnTo>
                    <a:pt x="4128" y="204088"/>
                  </a:lnTo>
                  <a:lnTo>
                    <a:pt x="5376" y="209224"/>
                  </a:lnTo>
                  <a:lnTo>
                    <a:pt x="6787" y="214317"/>
                  </a:lnTo>
                  <a:lnTo>
                    <a:pt x="8357" y="219364"/>
                  </a:lnTo>
                  <a:lnTo>
                    <a:pt x="10087" y="224358"/>
                  </a:lnTo>
                  <a:lnTo>
                    <a:pt x="11973" y="229295"/>
                  </a:lnTo>
                  <a:lnTo>
                    <a:pt x="14015" y="234170"/>
                  </a:lnTo>
                  <a:lnTo>
                    <a:pt x="16209" y="238978"/>
                  </a:lnTo>
                  <a:lnTo>
                    <a:pt x="18555" y="243714"/>
                  </a:lnTo>
                  <a:lnTo>
                    <a:pt x="21049" y="248374"/>
                  </a:lnTo>
                  <a:lnTo>
                    <a:pt x="23689" y="252953"/>
                  </a:lnTo>
                  <a:lnTo>
                    <a:pt x="26473" y="257445"/>
                  </a:lnTo>
                  <a:lnTo>
                    <a:pt x="29397" y="261848"/>
                  </a:lnTo>
                  <a:lnTo>
                    <a:pt x="32459" y="266156"/>
                  </a:lnTo>
                  <a:lnTo>
                    <a:pt x="35656" y="270365"/>
                  </a:lnTo>
                  <a:lnTo>
                    <a:pt x="38984" y="274470"/>
                  </a:lnTo>
                  <a:lnTo>
                    <a:pt x="42440" y="278469"/>
                  </a:lnTo>
                  <a:lnTo>
                    <a:pt x="46021" y="282356"/>
                  </a:lnTo>
                  <a:lnTo>
                    <a:pt x="49723" y="286128"/>
                  </a:lnTo>
                  <a:lnTo>
                    <a:pt x="53542" y="289782"/>
                  </a:lnTo>
                  <a:lnTo>
                    <a:pt x="57475" y="293312"/>
                  </a:lnTo>
                  <a:lnTo>
                    <a:pt x="61517" y="296717"/>
                  </a:lnTo>
                  <a:lnTo>
                    <a:pt x="65666" y="299992"/>
                  </a:lnTo>
                  <a:lnTo>
                    <a:pt x="69915" y="303134"/>
                  </a:lnTo>
                  <a:lnTo>
                    <a:pt x="74262" y="306141"/>
                  </a:lnTo>
                  <a:lnTo>
                    <a:pt x="78702" y="309008"/>
                  </a:lnTo>
                  <a:lnTo>
                    <a:pt x="83230" y="311734"/>
                  </a:lnTo>
                  <a:lnTo>
                    <a:pt x="87842" y="314315"/>
                  </a:lnTo>
                  <a:lnTo>
                    <a:pt x="92533" y="316749"/>
                  </a:lnTo>
                  <a:lnTo>
                    <a:pt x="97299" y="319034"/>
                  </a:lnTo>
                  <a:lnTo>
                    <a:pt x="102135" y="321166"/>
                  </a:lnTo>
                  <a:lnTo>
                    <a:pt x="107036" y="323145"/>
                  </a:lnTo>
                  <a:lnTo>
                    <a:pt x="111997" y="324968"/>
                  </a:lnTo>
                  <a:lnTo>
                    <a:pt x="117013" y="326633"/>
                  </a:lnTo>
                  <a:lnTo>
                    <a:pt x="122079" y="328139"/>
                  </a:lnTo>
                  <a:lnTo>
                    <a:pt x="127190" y="329484"/>
                  </a:lnTo>
                  <a:lnTo>
                    <a:pt x="132341" y="330667"/>
                  </a:lnTo>
                  <a:lnTo>
                    <a:pt x="137527" y="331686"/>
                  </a:lnTo>
                  <a:lnTo>
                    <a:pt x="142743" y="332541"/>
                  </a:lnTo>
                  <a:lnTo>
                    <a:pt x="147983" y="333230"/>
                  </a:lnTo>
                  <a:lnTo>
                    <a:pt x="153242" y="333753"/>
                  </a:lnTo>
                  <a:lnTo>
                    <a:pt x="158515" y="334110"/>
                  </a:lnTo>
                  <a:lnTo>
                    <a:pt x="163797" y="334300"/>
                  </a:lnTo>
                  <a:lnTo>
                    <a:pt x="169082" y="334323"/>
                  </a:lnTo>
                  <a:lnTo>
                    <a:pt x="174365" y="334179"/>
                  </a:lnTo>
                  <a:lnTo>
                    <a:pt x="179641" y="333868"/>
                  </a:lnTo>
                  <a:lnTo>
                    <a:pt x="184905" y="333391"/>
                  </a:lnTo>
                  <a:lnTo>
                    <a:pt x="190151" y="332747"/>
                  </a:lnTo>
                  <a:lnTo>
                    <a:pt x="195374" y="331937"/>
                  </a:lnTo>
                  <a:lnTo>
                    <a:pt x="200568" y="330963"/>
                  </a:lnTo>
                  <a:lnTo>
                    <a:pt x="205730" y="329826"/>
                  </a:lnTo>
                  <a:lnTo>
                    <a:pt x="210852" y="328525"/>
                  </a:lnTo>
                  <a:lnTo>
                    <a:pt x="215931" y="327064"/>
                  </a:lnTo>
                  <a:lnTo>
                    <a:pt x="220962" y="325442"/>
                  </a:lnTo>
                  <a:lnTo>
                    <a:pt x="225938" y="323662"/>
                  </a:lnTo>
                  <a:lnTo>
                    <a:pt x="230856" y="321726"/>
                  </a:lnTo>
                  <a:lnTo>
                    <a:pt x="235710" y="319636"/>
                  </a:lnTo>
                  <a:lnTo>
                    <a:pt x="240496" y="317393"/>
                  </a:lnTo>
                  <a:lnTo>
                    <a:pt x="245208" y="315000"/>
                  </a:lnTo>
                  <a:lnTo>
                    <a:pt x="249843" y="312459"/>
                  </a:lnTo>
                  <a:lnTo>
                    <a:pt x="254394" y="309772"/>
                  </a:lnTo>
                  <a:lnTo>
                    <a:pt x="258859" y="306944"/>
                  </a:lnTo>
                  <a:lnTo>
                    <a:pt x="263232" y="303975"/>
                  </a:lnTo>
                  <a:lnTo>
                    <a:pt x="267508" y="300870"/>
                  </a:lnTo>
                  <a:lnTo>
                    <a:pt x="271685" y="297631"/>
                  </a:lnTo>
                  <a:lnTo>
                    <a:pt x="275757" y="294262"/>
                  </a:lnTo>
                  <a:lnTo>
                    <a:pt x="279720" y="290766"/>
                  </a:lnTo>
                  <a:lnTo>
                    <a:pt x="283571" y="287146"/>
                  </a:lnTo>
                  <a:lnTo>
                    <a:pt x="287306" y="283406"/>
                  </a:lnTo>
                  <a:lnTo>
                    <a:pt x="290921" y="279550"/>
                  </a:lnTo>
                  <a:lnTo>
                    <a:pt x="294411" y="275582"/>
                  </a:lnTo>
                  <a:lnTo>
                    <a:pt x="297775" y="271505"/>
                  </a:lnTo>
                  <a:lnTo>
                    <a:pt x="301008" y="267324"/>
                  </a:lnTo>
                  <a:lnTo>
                    <a:pt x="304107" y="263043"/>
                  </a:lnTo>
                  <a:lnTo>
                    <a:pt x="307070" y="258666"/>
                  </a:lnTo>
                  <a:lnTo>
                    <a:pt x="309892" y="254198"/>
                  </a:lnTo>
                  <a:lnTo>
                    <a:pt x="312572" y="249642"/>
                  </a:lnTo>
                  <a:lnTo>
                    <a:pt x="315107" y="245005"/>
                  </a:lnTo>
                  <a:lnTo>
                    <a:pt x="317494" y="240289"/>
                  </a:lnTo>
                  <a:lnTo>
                    <a:pt x="319730" y="235500"/>
                  </a:lnTo>
                  <a:lnTo>
                    <a:pt x="321814" y="230643"/>
                  </a:lnTo>
                  <a:lnTo>
                    <a:pt x="323743" y="225723"/>
                  </a:lnTo>
                  <a:lnTo>
                    <a:pt x="325516" y="220744"/>
                  </a:lnTo>
                  <a:lnTo>
                    <a:pt x="327131" y="215711"/>
                  </a:lnTo>
                  <a:lnTo>
                    <a:pt x="328585" y="210630"/>
                  </a:lnTo>
                  <a:lnTo>
                    <a:pt x="329878" y="205506"/>
                  </a:lnTo>
                  <a:lnTo>
                    <a:pt x="331009" y="200343"/>
                  </a:lnTo>
                  <a:lnTo>
                    <a:pt x="331976" y="195147"/>
                  </a:lnTo>
                  <a:lnTo>
                    <a:pt x="332778" y="189923"/>
                  </a:lnTo>
                  <a:lnTo>
                    <a:pt x="333415" y="184676"/>
                  </a:lnTo>
                  <a:lnTo>
                    <a:pt x="333885" y="179412"/>
                  </a:lnTo>
                  <a:lnTo>
                    <a:pt x="334189" y="174135"/>
                  </a:lnTo>
                  <a:lnTo>
                    <a:pt x="334326" y="168852"/>
                  </a:lnTo>
                  <a:lnTo>
                    <a:pt x="334295" y="163567"/>
                  </a:lnTo>
                  <a:lnTo>
                    <a:pt x="334098" y="158285"/>
                  </a:lnTo>
                  <a:lnTo>
                    <a:pt x="333734" y="153013"/>
                  </a:lnTo>
                  <a:lnTo>
                    <a:pt x="333203" y="147754"/>
                  </a:lnTo>
                  <a:lnTo>
                    <a:pt x="332507" y="142515"/>
                  </a:lnTo>
                  <a:lnTo>
                    <a:pt x="331645" y="137301"/>
                  </a:lnTo>
                  <a:lnTo>
                    <a:pt x="330618" y="132116"/>
                  </a:lnTo>
                  <a:lnTo>
                    <a:pt x="329429" y="126966"/>
                  </a:lnTo>
                  <a:lnTo>
                    <a:pt x="328077" y="121857"/>
                  </a:lnTo>
                  <a:lnTo>
                    <a:pt x="326564" y="116793"/>
                  </a:lnTo>
                  <a:lnTo>
                    <a:pt x="324892" y="111779"/>
                  </a:lnTo>
                  <a:lnTo>
                    <a:pt x="323062" y="106821"/>
                  </a:lnTo>
                  <a:lnTo>
                    <a:pt x="321076" y="101923"/>
                  </a:lnTo>
                  <a:lnTo>
                    <a:pt x="318937" y="97090"/>
                  </a:lnTo>
                  <a:lnTo>
                    <a:pt x="316646" y="92327"/>
                  </a:lnTo>
                  <a:lnTo>
                    <a:pt x="314205" y="87639"/>
                  </a:lnTo>
                  <a:lnTo>
                    <a:pt x="311618" y="83031"/>
                  </a:lnTo>
                  <a:lnTo>
                    <a:pt x="308886" y="78507"/>
                  </a:lnTo>
                  <a:lnTo>
                    <a:pt x="306012" y="74071"/>
                  </a:lnTo>
                  <a:lnTo>
                    <a:pt x="303000" y="69728"/>
                  </a:lnTo>
                  <a:lnTo>
                    <a:pt x="299852" y="65483"/>
                  </a:lnTo>
                  <a:lnTo>
                    <a:pt x="296571" y="61339"/>
                  </a:lnTo>
                  <a:lnTo>
                    <a:pt x="293161" y="57301"/>
                  </a:lnTo>
                  <a:lnTo>
                    <a:pt x="289625" y="53373"/>
                  </a:lnTo>
                  <a:lnTo>
                    <a:pt x="285966" y="49559"/>
                  </a:lnTo>
                  <a:lnTo>
                    <a:pt x="282189" y="45862"/>
                  </a:lnTo>
                  <a:lnTo>
                    <a:pt x="278297" y="42287"/>
                  </a:lnTo>
                  <a:lnTo>
                    <a:pt x="274294" y="38836"/>
                  </a:lnTo>
                  <a:lnTo>
                    <a:pt x="270183" y="35514"/>
                  </a:lnTo>
                  <a:lnTo>
                    <a:pt x="265970" y="32323"/>
                  </a:lnTo>
                  <a:lnTo>
                    <a:pt x="261658" y="29267"/>
                  </a:lnTo>
                  <a:lnTo>
                    <a:pt x="257251" y="26349"/>
                  </a:lnTo>
                  <a:lnTo>
                    <a:pt x="252755" y="23571"/>
                  </a:lnTo>
                  <a:lnTo>
                    <a:pt x="248172" y="20938"/>
                  </a:lnTo>
                  <a:lnTo>
                    <a:pt x="243509" y="18450"/>
                  </a:lnTo>
                  <a:lnTo>
                    <a:pt x="238770" y="16111"/>
                  </a:lnTo>
                  <a:lnTo>
                    <a:pt x="233959" y="13923"/>
                  </a:lnTo>
                  <a:lnTo>
                    <a:pt x="229081" y="11888"/>
                  </a:lnTo>
                  <a:lnTo>
                    <a:pt x="224141" y="10008"/>
                  </a:lnTo>
                  <a:lnTo>
                    <a:pt x="219145" y="8286"/>
                  </a:lnTo>
                  <a:lnTo>
                    <a:pt x="214096" y="6722"/>
                  </a:lnTo>
                  <a:lnTo>
                    <a:pt x="209001" y="5319"/>
                  </a:lnTo>
                  <a:lnTo>
                    <a:pt x="203863" y="4077"/>
                  </a:lnTo>
                  <a:lnTo>
                    <a:pt x="198689" y="2999"/>
                  </a:lnTo>
                  <a:lnTo>
                    <a:pt x="193484" y="2084"/>
                  </a:lnTo>
                  <a:lnTo>
                    <a:pt x="188252" y="1335"/>
                  </a:lnTo>
                  <a:lnTo>
                    <a:pt x="182999" y="751"/>
                  </a:lnTo>
                  <a:lnTo>
                    <a:pt x="177731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065" y="4659281"/>
              <a:ext cx="139169" cy="167167"/>
            </a:xfrm>
            <a:custGeom>
              <a:avLst/>
              <a:pathLst>
                <a:path w="139169" h="167167">
                  <a:moveTo>
                    <a:pt x="139169" y="0"/>
                  </a:moveTo>
                  <a:lnTo>
                    <a:pt x="133689" y="89"/>
                  </a:lnTo>
                  <a:lnTo>
                    <a:pt x="128214" y="359"/>
                  </a:lnTo>
                  <a:lnTo>
                    <a:pt x="122752" y="808"/>
                  </a:lnTo>
                  <a:lnTo>
                    <a:pt x="117307" y="1435"/>
                  </a:lnTo>
                  <a:lnTo>
                    <a:pt x="111886" y="2241"/>
                  </a:lnTo>
                  <a:lnTo>
                    <a:pt x="106494" y="3224"/>
                  </a:lnTo>
                  <a:lnTo>
                    <a:pt x="101137" y="4383"/>
                  </a:lnTo>
                  <a:lnTo>
                    <a:pt x="95822" y="5717"/>
                  </a:lnTo>
                  <a:lnTo>
                    <a:pt x="90552" y="7225"/>
                  </a:lnTo>
                  <a:lnTo>
                    <a:pt x="85335" y="8905"/>
                  </a:lnTo>
                  <a:lnTo>
                    <a:pt x="80176" y="10755"/>
                  </a:lnTo>
                  <a:lnTo>
                    <a:pt x="75080" y="12773"/>
                  </a:lnTo>
                  <a:lnTo>
                    <a:pt x="70053" y="14956"/>
                  </a:lnTo>
                  <a:lnTo>
                    <a:pt x="65101" y="17304"/>
                  </a:lnTo>
                  <a:lnTo>
                    <a:pt x="60228" y="19813"/>
                  </a:lnTo>
                  <a:lnTo>
                    <a:pt x="55440" y="22480"/>
                  </a:lnTo>
                  <a:lnTo>
                    <a:pt x="50742" y="25302"/>
                  </a:lnTo>
                  <a:lnTo>
                    <a:pt x="46139" y="28277"/>
                  </a:lnTo>
                  <a:lnTo>
                    <a:pt x="41635" y="31402"/>
                  </a:lnTo>
                  <a:lnTo>
                    <a:pt x="37237" y="34672"/>
                  </a:lnTo>
                  <a:lnTo>
                    <a:pt x="32949" y="38085"/>
                  </a:lnTo>
                  <a:lnTo>
                    <a:pt x="28774" y="41636"/>
                  </a:lnTo>
                  <a:lnTo>
                    <a:pt x="24718" y="45322"/>
                  </a:lnTo>
                  <a:lnTo>
                    <a:pt x="20786" y="49140"/>
                  </a:lnTo>
                  <a:lnTo>
                    <a:pt x="16980" y="53084"/>
                  </a:lnTo>
                  <a:lnTo>
                    <a:pt x="13306" y="57151"/>
                  </a:lnTo>
                  <a:lnTo>
                    <a:pt x="9767" y="61336"/>
                  </a:lnTo>
                  <a:lnTo>
                    <a:pt x="6367" y="65635"/>
                  </a:lnTo>
                  <a:lnTo>
                    <a:pt x="3110" y="70043"/>
                  </a:lnTo>
                  <a:lnTo>
                    <a:pt x="0" y="74555"/>
                  </a:lnTo>
                  <a:lnTo>
                    <a:pt x="1391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065" y="4733837"/>
              <a:ext cx="139169" cy="92611"/>
            </a:xfrm>
            <a:custGeom>
              <a:avLst/>
              <a:pathLst>
                <a:path w="139169" h="92611">
                  <a:moveTo>
                    <a:pt x="0" y="0"/>
                  </a:moveTo>
                  <a:lnTo>
                    <a:pt x="139169" y="926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065" y="4733837"/>
              <a:ext cx="139169" cy="92611"/>
            </a:xfrm>
            <a:custGeom>
              <a:avLst/>
              <a:pathLst>
                <a:path w="139169" h="92611">
                  <a:moveTo>
                    <a:pt x="0" y="0"/>
                  </a:moveTo>
                  <a:lnTo>
                    <a:pt x="139169" y="926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88" y="4733837"/>
              <a:ext cx="334296" cy="259778"/>
            </a:xfrm>
            <a:custGeom>
              <a:avLst/>
              <a:pathLst>
                <a:path w="334296" h="259778">
                  <a:moveTo>
                    <a:pt x="27977" y="0"/>
                  </a:moveTo>
                  <a:lnTo>
                    <a:pt x="25108" y="4464"/>
                  </a:lnTo>
                  <a:lnTo>
                    <a:pt x="22381" y="9016"/>
                  </a:lnTo>
                  <a:lnTo>
                    <a:pt x="19801" y="13653"/>
                  </a:lnTo>
                  <a:lnTo>
                    <a:pt x="17369" y="18370"/>
                  </a:lnTo>
                  <a:lnTo>
                    <a:pt x="15088" y="23161"/>
                  </a:lnTo>
                  <a:lnTo>
                    <a:pt x="12960" y="28023"/>
                  </a:lnTo>
                  <a:lnTo>
                    <a:pt x="10988" y="32949"/>
                  </a:lnTo>
                  <a:lnTo>
                    <a:pt x="9173" y="37936"/>
                  </a:lnTo>
                  <a:lnTo>
                    <a:pt x="7517" y="42978"/>
                  </a:lnTo>
                  <a:lnTo>
                    <a:pt x="6022" y="48070"/>
                  </a:lnTo>
                  <a:lnTo>
                    <a:pt x="4689" y="53206"/>
                  </a:lnTo>
                  <a:lnTo>
                    <a:pt x="3521" y="58383"/>
                  </a:lnTo>
                  <a:lnTo>
                    <a:pt x="2517" y="63593"/>
                  </a:lnTo>
                  <a:lnTo>
                    <a:pt x="1678" y="68834"/>
                  </a:lnTo>
                  <a:lnTo>
                    <a:pt x="1007" y="74098"/>
                  </a:lnTo>
                  <a:lnTo>
                    <a:pt x="503" y="79380"/>
                  </a:lnTo>
                  <a:lnTo>
                    <a:pt x="167" y="84676"/>
                  </a:lnTo>
                  <a:lnTo>
                    <a:pt x="0" y="89980"/>
                  </a:lnTo>
                  <a:lnTo>
                    <a:pt x="0" y="95287"/>
                  </a:lnTo>
                  <a:lnTo>
                    <a:pt x="169" y="100591"/>
                  </a:lnTo>
                  <a:lnTo>
                    <a:pt x="507" y="105887"/>
                  </a:lnTo>
                  <a:lnTo>
                    <a:pt x="1012" y="111170"/>
                  </a:lnTo>
                  <a:lnTo>
                    <a:pt x="1685" y="116434"/>
                  </a:lnTo>
                  <a:lnTo>
                    <a:pt x="2524" y="121673"/>
                  </a:lnTo>
                  <a:lnTo>
                    <a:pt x="3530" y="126884"/>
                  </a:lnTo>
                  <a:lnTo>
                    <a:pt x="4700" y="132060"/>
                  </a:lnTo>
                  <a:lnTo>
                    <a:pt x="6034" y="137196"/>
                  </a:lnTo>
                  <a:lnTo>
                    <a:pt x="7530" y="142288"/>
                  </a:lnTo>
                  <a:lnTo>
                    <a:pt x="9188" y="147329"/>
                  </a:lnTo>
                  <a:lnTo>
                    <a:pt x="11004" y="152315"/>
                  </a:lnTo>
                  <a:lnTo>
                    <a:pt x="12978" y="157241"/>
                  </a:lnTo>
                  <a:lnTo>
                    <a:pt x="15107" y="162102"/>
                  </a:lnTo>
                  <a:lnTo>
                    <a:pt x="17389" y="166893"/>
                  </a:lnTo>
                  <a:lnTo>
                    <a:pt x="19822" y="171609"/>
                  </a:lnTo>
                  <a:lnTo>
                    <a:pt x="22404" y="176245"/>
                  </a:lnTo>
                  <a:lnTo>
                    <a:pt x="25132" y="180797"/>
                  </a:lnTo>
                  <a:lnTo>
                    <a:pt x="28002" y="185260"/>
                  </a:lnTo>
                  <a:lnTo>
                    <a:pt x="31013" y="189630"/>
                  </a:lnTo>
                  <a:lnTo>
                    <a:pt x="34161" y="193902"/>
                  </a:lnTo>
                  <a:lnTo>
                    <a:pt x="37443" y="198072"/>
                  </a:lnTo>
                  <a:lnTo>
                    <a:pt x="40856" y="202136"/>
                  </a:lnTo>
                  <a:lnTo>
                    <a:pt x="44396" y="206089"/>
                  </a:lnTo>
                  <a:lnTo>
                    <a:pt x="48060" y="209928"/>
                  </a:lnTo>
                  <a:lnTo>
                    <a:pt x="51844" y="213649"/>
                  </a:lnTo>
                  <a:lnTo>
                    <a:pt x="55744" y="217248"/>
                  </a:lnTo>
                  <a:lnTo>
                    <a:pt x="59756" y="220721"/>
                  </a:lnTo>
                  <a:lnTo>
                    <a:pt x="63876" y="224065"/>
                  </a:lnTo>
                  <a:lnTo>
                    <a:pt x="68101" y="227277"/>
                  </a:lnTo>
                  <a:lnTo>
                    <a:pt x="72425" y="230353"/>
                  </a:lnTo>
                  <a:lnTo>
                    <a:pt x="76845" y="233290"/>
                  </a:lnTo>
                  <a:lnTo>
                    <a:pt x="81355" y="236085"/>
                  </a:lnTo>
                  <a:lnTo>
                    <a:pt x="85953" y="238736"/>
                  </a:lnTo>
                  <a:lnTo>
                    <a:pt x="90632" y="241240"/>
                  </a:lnTo>
                  <a:lnTo>
                    <a:pt x="95388" y="243593"/>
                  </a:lnTo>
                  <a:lnTo>
                    <a:pt x="100216" y="245795"/>
                  </a:lnTo>
                  <a:lnTo>
                    <a:pt x="105112" y="247842"/>
                  </a:lnTo>
                  <a:lnTo>
                    <a:pt x="110071" y="249733"/>
                  </a:lnTo>
                  <a:lnTo>
                    <a:pt x="115087" y="251465"/>
                  </a:lnTo>
                  <a:lnTo>
                    <a:pt x="120155" y="253038"/>
                  </a:lnTo>
                  <a:lnTo>
                    <a:pt x="125271" y="254449"/>
                  </a:lnTo>
                  <a:lnTo>
                    <a:pt x="130429" y="255696"/>
                  </a:lnTo>
                  <a:lnTo>
                    <a:pt x="135624" y="256779"/>
                  </a:lnTo>
                  <a:lnTo>
                    <a:pt x="140850" y="257697"/>
                  </a:lnTo>
                  <a:lnTo>
                    <a:pt x="146104" y="258449"/>
                  </a:lnTo>
                  <a:lnTo>
                    <a:pt x="151378" y="259033"/>
                  </a:lnTo>
                  <a:lnTo>
                    <a:pt x="156668" y="259450"/>
                  </a:lnTo>
                  <a:lnTo>
                    <a:pt x="161969" y="259698"/>
                  </a:lnTo>
                  <a:lnTo>
                    <a:pt x="167275" y="259778"/>
                  </a:lnTo>
                  <a:lnTo>
                    <a:pt x="172581" y="259690"/>
                  </a:lnTo>
                  <a:lnTo>
                    <a:pt x="177882" y="259433"/>
                  </a:lnTo>
                  <a:lnTo>
                    <a:pt x="183171" y="259009"/>
                  </a:lnTo>
                  <a:lnTo>
                    <a:pt x="188445" y="258416"/>
                  </a:lnTo>
                  <a:lnTo>
                    <a:pt x="193697" y="257657"/>
                  </a:lnTo>
                  <a:lnTo>
                    <a:pt x="198922" y="256731"/>
                  </a:lnTo>
                  <a:lnTo>
                    <a:pt x="204115" y="255639"/>
                  </a:lnTo>
                  <a:lnTo>
                    <a:pt x="209271" y="254384"/>
                  </a:lnTo>
                  <a:lnTo>
                    <a:pt x="214385" y="252965"/>
                  </a:lnTo>
                  <a:lnTo>
                    <a:pt x="219451" y="251385"/>
                  </a:lnTo>
                  <a:lnTo>
                    <a:pt x="224464" y="249645"/>
                  </a:lnTo>
                  <a:lnTo>
                    <a:pt x="229420" y="247746"/>
                  </a:lnTo>
                  <a:lnTo>
                    <a:pt x="234312" y="245692"/>
                  </a:lnTo>
                  <a:lnTo>
                    <a:pt x="239138" y="243483"/>
                  </a:lnTo>
                  <a:lnTo>
                    <a:pt x="243890" y="241121"/>
                  </a:lnTo>
                  <a:lnTo>
                    <a:pt x="248565" y="238611"/>
                  </a:lnTo>
                  <a:lnTo>
                    <a:pt x="253158" y="235953"/>
                  </a:lnTo>
                  <a:lnTo>
                    <a:pt x="257665" y="233151"/>
                  </a:lnTo>
                  <a:lnTo>
                    <a:pt x="262080" y="230207"/>
                  </a:lnTo>
                  <a:lnTo>
                    <a:pt x="266400" y="227124"/>
                  </a:lnTo>
                  <a:lnTo>
                    <a:pt x="270619" y="223906"/>
                  </a:lnTo>
                  <a:lnTo>
                    <a:pt x="274734" y="220555"/>
                  </a:lnTo>
                  <a:lnTo>
                    <a:pt x="278741" y="217076"/>
                  </a:lnTo>
                  <a:lnTo>
                    <a:pt x="282636" y="213471"/>
                  </a:lnTo>
                  <a:lnTo>
                    <a:pt x="286414" y="209745"/>
                  </a:lnTo>
                  <a:lnTo>
                    <a:pt x="290071" y="205900"/>
                  </a:lnTo>
                  <a:lnTo>
                    <a:pt x="293605" y="201941"/>
                  </a:lnTo>
                  <a:lnTo>
                    <a:pt x="297012" y="197872"/>
                  </a:lnTo>
                  <a:lnTo>
                    <a:pt x="300287" y="193697"/>
                  </a:lnTo>
                  <a:lnTo>
                    <a:pt x="303429" y="189420"/>
                  </a:lnTo>
                  <a:lnTo>
                    <a:pt x="306433" y="185046"/>
                  </a:lnTo>
                  <a:lnTo>
                    <a:pt x="309297" y="180578"/>
                  </a:lnTo>
                  <a:lnTo>
                    <a:pt x="312017" y="176022"/>
                  </a:lnTo>
                  <a:lnTo>
                    <a:pt x="314592" y="171381"/>
                  </a:lnTo>
                  <a:lnTo>
                    <a:pt x="317018" y="166662"/>
                  </a:lnTo>
                  <a:lnTo>
                    <a:pt x="319293" y="161867"/>
                  </a:lnTo>
                  <a:lnTo>
                    <a:pt x="321414" y="157003"/>
                  </a:lnTo>
                  <a:lnTo>
                    <a:pt x="323380" y="152074"/>
                  </a:lnTo>
                  <a:lnTo>
                    <a:pt x="325189" y="147085"/>
                  </a:lnTo>
                  <a:lnTo>
                    <a:pt x="326838" y="142041"/>
                  </a:lnTo>
                  <a:lnTo>
                    <a:pt x="328327" y="136948"/>
                  </a:lnTo>
                  <a:lnTo>
                    <a:pt x="329653" y="131809"/>
                  </a:lnTo>
                  <a:lnTo>
                    <a:pt x="330815" y="126631"/>
                  </a:lnTo>
                  <a:lnTo>
                    <a:pt x="331813" y="121419"/>
                  </a:lnTo>
                  <a:lnTo>
                    <a:pt x="332644" y="116178"/>
                  </a:lnTo>
                  <a:lnTo>
                    <a:pt x="333309" y="110913"/>
                  </a:lnTo>
                  <a:lnTo>
                    <a:pt x="333806" y="105630"/>
                  </a:lnTo>
                  <a:lnTo>
                    <a:pt x="334135" y="100333"/>
                  </a:lnTo>
                  <a:lnTo>
                    <a:pt x="334296" y="95029"/>
                  </a:lnTo>
                  <a:lnTo>
                    <a:pt x="334289" y="89722"/>
                  </a:lnTo>
                  <a:lnTo>
                    <a:pt x="334113" y="84419"/>
                  </a:lnTo>
                  <a:lnTo>
                    <a:pt x="333769" y="79123"/>
                  </a:lnTo>
                  <a:lnTo>
                    <a:pt x="333257" y="73841"/>
                  </a:lnTo>
                  <a:lnTo>
                    <a:pt x="332577" y="68578"/>
                  </a:lnTo>
                  <a:lnTo>
                    <a:pt x="331731" y="63339"/>
                  </a:lnTo>
                  <a:lnTo>
                    <a:pt x="330719" y="58130"/>
                  </a:lnTo>
                  <a:lnTo>
                    <a:pt x="329542" y="52956"/>
                  </a:lnTo>
                  <a:lnTo>
                    <a:pt x="328202" y="47821"/>
                  </a:lnTo>
                  <a:lnTo>
                    <a:pt x="326699" y="42732"/>
                  </a:lnTo>
                  <a:lnTo>
                    <a:pt x="325035" y="37692"/>
                  </a:lnTo>
                  <a:lnTo>
                    <a:pt x="323212" y="32709"/>
                  </a:lnTo>
                  <a:lnTo>
                    <a:pt x="321232" y="27785"/>
                  </a:lnTo>
                  <a:lnTo>
                    <a:pt x="319097" y="22927"/>
                  </a:lnTo>
                  <a:lnTo>
                    <a:pt x="167146" y="926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51950" cy="167167"/>
            </a:xfrm>
            <a:custGeom>
              <a:avLst/>
              <a:pathLst>
                <a:path w="151950" h="167167">
                  <a:moveTo>
                    <a:pt x="151950" y="97483"/>
                  </a:moveTo>
                  <a:lnTo>
                    <a:pt x="149599" y="92568"/>
                  </a:lnTo>
                  <a:lnTo>
                    <a:pt x="147088" y="87732"/>
                  </a:lnTo>
                  <a:lnTo>
                    <a:pt x="144421" y="82981"/>
                  </a:lnTo>
                  <a:lnTo>
                    <a:pt x="141601" y="78319"/>
                  </a:lnTo>
                  <a:lnTo>
                    <a:pt x="138630" y="73752"/>
                  </a:lnTo>
                  <a:lnTo>
                    <a:pt x="135513" y="69283"/>
                  </a:lnTo>
                  <a:lnTo>
                    <a:pt x="132251" y="64919"/>
                  </a:lnTo>
                  <a:lnTo>
                    <a:pt x="128848" y="60664"/>
                  </a:lnTo>
                  <a:lnTo>
                    <a:pt x="125309" y="56521"/>
                  </a:lnTo>
                  <a:lnTo>
                    <a:pt x="121637" y="52496"/>
                  </a:lnTo>
                  <a:lnTo>
                    <a:pt x="117835" y="48593"/>
                  </a:lnTo>
                  <a:lnTo>
                    <a:pt x="113908" y="44816"/>
                  </a:lnTo>
                  <a:lnTo>
                    <a:pt x="109860" y="41169"/>
                  </a:lnTo>
                  <a:lnTo>
                    <a:pt x="105696" y="37655"/>
                  </a:lnTo>
                  <a:lnTo>
                    <a:pt x="101419" y="34280"/>
                  </a:lnTo>
                  <a:lnTo>
                    <a:pt x="97034" y="31045"/>
                  </a:lnTo>
                  <a:lnTo>
                    <a:pt x="92547" y="27955"/>
                  </a:lnTo>
                  <a:lnTo>
                    <a:pt x="87961" y="25013"/>
                  </a:lnTo>
                  <a:lnTo>
                    <a:pt x="83282" y="22222"/>
                  </a:lnTo>
                  <a:lnTo>
                    <a:pt x="78514" y="19585"/>
                  </a:lnTo>
                  <a:lnTo>
                    <a:pt x="73662" y="17105"/>
                  </a:lnTo>
                  <a:lnTo>
                    <a:pt x="68733" y="14784"/>
                  </a:lnTo>
                  <a:lnTo>
                    <a:pt x="63730" y="12625"/>
                  </a:lnTo>
                  <a:lnTo>
                    <a:pt x="58660" y="10630"/>
                  </a:lnTo>
                  <a:lnTo>
                    <a:pt x="53528" y="8801"/>
                  </a:lnTo>
                  <a:lnTo>
                    <a:pt x="48338" y="7141"/>
                  </a:lnTo>
                  <a:lnTo>
                    <a:pt x="43097" y="5651"/>
                  </a:lnTo>
                  <a:lnTo>
                    <a:pt x="37811" y="4332"/>
                  </a:lnTo>
                  <a:lnTo>
                    <a:pt x="32484" y="3186"/>
                  </a:lnTo>
                  <a:lnTo>
                    <a:pt x="27123" y="2215"/>
                  </a:lnTo>
                  <a:lnTo>
                    <a:pt x="21733" y="1418"/>
                  </a:lnTo>
                  <a:lnTo>
                    <a:pt x="16320" y="798"/>
                  </a:lnTo>
                  <a:lnTo>
                    <a:pt x="10889" y="355"/>
                  </a:lnTo>
                  <a:lnTo>
                    <a:pt x="544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644482" y="4213821"/>
              <a:ext cx="83989" cy="167167"/>
            </a:xfrm>
            <a:custGeom>
              <a:avLst/>
              <a:pathLst>
                <a:path w="83989" h="167167">
                  <a:moveTo>
                    <a:pt x="83989" y="0"/>
                  </a:moveTo>
                  <a:lnTo>
                    <a:pt x="78124" y="102"/>
                  </a:lnTo>
                  <a:lnTo>
                    <a:pt x="72266" y="411"/>
                  </a:lnTo>
                  <a:lnTo>
                    <a:pt x="66422" y="925"/>
                  </a:lnTo>
                  <a:lnTo>
                    <a:pt x="60600" y="1644"/>
                  </a:lnTo>
                  <a:lnTo>
                    <a:pt x="54807" y="2566"/>
                  </a:lnTo>
                  <a:lnTo>
                    <a:pt x="49050" y="3692"/>
                  </a:lnTo>
                  <a:lnTo>
                    <a:pt x="43335" y="5018"/>
                  </a:lnTo>
                  <a:lnTo>
                    <a:pt x="37671" y="6544"/>
                  </a:lnTo>
                  <a:lnTo>
                    <a:pt x="32064" y="8269"/>
                  </a:lnTo>
                  <a:lnTo>
                    <a:pt x="26521" y="10188"/>
                  </a:lnTo>
                  <a:lnTo>
                    <a:pt x="21048" y="12301"/>
                  </a:lnTo>
                  <a:lnTo>
                    <a:pt x="15653" y="14605"/>
                  </a:lnTo>
                  <a:lnTo>
                    <a:pt x="10343" y="17097"/>
                  </a:lnTo>
                  <a:lnTo>
                    <a:pt x="5122" y="19773"/>
                  </a:lnTo>
                  <a:lnTo>
                    <a:pt x="0" y="22631"/>
                  </a:lnTo>
                  <a:lnTo>
                    <a:pt x="8398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644482" y="4236452"/>
              <a:ext cx="83989" cy="144535"/>
            </a:xfrm>
            <a:custGeom>
              <a:avLst/>
              <a:pathLst>
                <a:path w="83989" h="144535">
                  <a:moveTo>
                    <a:pt x="0" y="0"/>
                  </a:moveTo>
                  <a:lnTo>
                    <a:pt x="83989" y="1445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20" y="4236452"/>
              <a:ext cx="167152" cy="300329"/>
            </a:xfrm>
            <a:custGeom>
              <a:avLst/>
              <a:pathLst>
                <a:path w="167152" h="300329">
                  <a:moveTo>
                    <a:pt x="83162" y="0"/>
                  </a:moveTo>
                  <a:lnTo>
                    <a:pt x="78572" y="2766"/>
                  </a:lnTo>
                  <a:lnTo>
                    <a:pt x="74073" y="5678"/>
                  </a:lnTo>
                  <a:lnTo>
                    <a:pt x="69670" y="8733"/>
                  </a:lnTo>
                  <a:lnTo>
                    <a:pt x="65367" y="11928"/>
                  </a:lnTo>
                  <a:lnTo>
                    <a:pt x="61169" y="15258"/>
                  </a:lnTo>
                  <a:lnTo>
                    <a:pt x="57079" y="18722"/>
                  </a:lnTo>
                  <a:lnTo>
                    <a:pt x="53103" y="22315"/>
                  </a:lnTo>
                  <a:lnTo>
                    <a:pt x="49244" y="26033"/>
                  </a:lnTo>
                  <a:lnTo>
                    <a:pt x="45506" y="29874"/>
                  </a:lnTo>
                  <a:lnTo>
                    <a:pt x="41893" y="33832"/>
                  </a:lnTo>
                  <a:lnTo>
                    <a:pt x="38409" y="37904"/>
                  </a:lnTo>
                  <a:lnTo>
                    <a:pt x="35057" y="42085"/>
                  </a:lnTo>
                  <a:lnTo>
                    <a:pt x="31841" y="46372"/>
                  </a:lnTo>
                  <a:lnTo>
                    <a:pt x="28764" y="50760"/>
                  </a:lnTo>
                  <a:lnTo>
                    <a:pt x="25829" y="55244"/>
                  </a:lnTo>
                  <a:lnTo>
                    <a:pt x="23040" y="59820"/>
                  </a:lnTo>
                  <a:lnTo>
                    <a:pt x="20398" y="64483"/>
                  </a:lnTo>
                  <a:lnTo>
                    <a:pt x="17908" y="69228"/>
                  </a:lnTo>
                  <a:lnTo>
                    <a:pt x="15570" y="74050"/>
                  </a:lnTo>
                  <a:lnTo>
                    <a:pt x="13389" y="78945"/>
                  </a:lnTo>
                  <a:lnTo>
                    <a:pt x="11366" y="83908"/>
                  </a:lnTo>
                  <a:lnTo>
                    <a:pt x="9502" y="88933"/>
                  </a:lnTo>
                  <a:lnTo>
                    <a:pt x="7801" y="94015"/>
                  </a:lnTo>
                  <a:lnTo>
                    <a:pt x="6263" y="99148"/>
                  </a:lnTo>
                  <a:lnTo>
                    <a:pt x="4891" y="104329"/>
                  </a:lnTo>
                  <a:lnTo>
                    <a:pt x="3686" y="109551"/>
                  </a:lnTo>
                  <a:lnTo>
                    <a:pt x="2648" y="114808"/>
                  </a:lnTo>
                  <a:lnTo>
                    <a:pt x="1780" y="120097"/>
                  </a:lnTo>
                  <a:lnTo>
                    <a:pt x="1082" y="125410"/>
                  </a:lnTo>
                  <a:lnTo>
                    <a:pt x="554" y="130743"/>
                  </a:lnTo>
                  <a:lnTo>
                    <a:pt x="198" y="136090"/>
                  </a:lnTo>
                  <a:lnTo>
                    <a:pt x="13" y="141446"/>
                  </a:lnTo>
                  <a:lnTo>
                    <a:pt x="0" y="146805"/>
                  </a:lnTo>
                  <a:lnTo>
                    <a:pt x="158" y="152162"/>
                  </a:lnTo>
                  <a:lnTo>
                    <a:pt x="488" y="157511"/>
                  </a:lnTo>
                  <a:lnTo>
                    <a:pt x="990" y="162846"/>
                  </a:lnTo>
                  <a:lnTo>
                    <a:pt x="1662" y="168163"/>
                  </a:lnTo>
                  <a:lnTo>
                    <a:pt x="2505" y="173456"/>
                  </a:lnTo>
                  <a:lnTo>
                    <a:pt x="3516" y="178718"/>
                  </a:lnTo>
                  <a:lnTo>
                    <a:pt x="4696" y="183946"/>
                  </a:lnTo>
                  <a:lnTo>
                    <a:pt x="6043" y="189133"/>
                  </a:lnTo>
                  <a:lnTo>
                    <a:pt x="7555" y="194274"/>
                  </a:lnTo>
                  <a:lnTo>
                    <a:pt x="9232" y="199365"/>
                  </a:lnTo>
                  <a:lnTo>
                    <a:pt x="11070" y="204398"/>
                  </a:lnTo>
                  <a:lnTo>
                    <a:pt x="13069" y="209371"/>
                  </a:lnTo>
                  <a:lnTo>
                    <a:pt x="15227" y="214276"/>
                  </a:lnTo>
                  <a:lnTo>
                    <a:pt x="17540" y="219110"/>
                  </a:lnTo>
                  <a:lnTo>
                    <a:pt x="20008" y="223868"/>
                  </a:lnTo>
                  <a:lnTo>
                    <a:pt x="22626" y="228544"/>
                  </a:lnTo>
                  <a:lnTo>
                    <a:pt x="25393" y="233133"/>
                  </a:lnTo>
                  <a:lnTo>
                    <a:pt x="28306" y="237631"/>
                  </a:lnTo>
                  <a:lnTo>
                    <a:pt x="31361" y="242034"/>
                  </a:lnTo>
                  <a:lnTo>
                    <a:pt x="34556" y="246337"/>
                  </a:lnTo>
                  <a:lnTo>
                    <a:pt x="37888" y="250535"/>
                  </a:lnTo>
                  <a:lnTo>
                    <a:pt x="41352" y="254624"/>
                  </a:lnTo>
                  <a:lnTo>
                    <a:pt x="44945" y="258599"/>
                  </a:lnTo>
                  <a:lnTo>
                    <a:pt x="48664" y="262458"/>
                  </a:lnTo>
                  <a:lnTo>
                    <a:pt x="52505" y="266195"/>
                  </a:lnTo>
                  <a:lnTo>
                    <a:pt x="56464" y="269808"/>
                  </a:lnTo>
                  <a:lnTo>
                    <a:pt x="60536" y="273291"/>
                  </a:lnTo>
                  <a:lnTo>
                    <a:pt x="64718" y="276643"/>
                  </a:lnTo>
                  <a:lnTo>
                    <a:pt x="69005" y="279858"/>
                  </a:lnTo>
                  <a:lnTo>
                    <a:pt x="73393" y="282935"/>
                  </a:lnTo>
                  <a:lnTo>
                    <a:pt x="77878" y="285869"/>
                  </a:lnTo>
                  <a:lnTo>
                    <a:pt x="82454" y="288658"/>
                  </a:lnTo>
                  <a:lnTo>
                    <a:pt x="87117" y="291299"/>
                  </a:lnTo>
                  <a:lnTo>
                    <a:pt x="91863" y="293789"/>
                  </a:lnTo>
                  <a:lnTo>
                    <a:pt x="96686" y="296125"/>
                  </a:lnTo>
                  <a:lnTo>
                    <a:pt x="101581" y="298306"/>
                  </a:lnTo>
                  <a:lnTo>
                    <a:pt x="106544" y="300329"/>
                  </a:lnTo>
                  <a:lnTo>
                    <a:pt x="167152" y="1445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667864" y="4213821"/>
              <a:ext cx="227772" cy="334322"/>
            </a:xfrm>
            <a:custGeom>
              <a:avLst/>
              <a:pathLst>
                <a:path w="227772" h="334322">
                  <a:moveTo>
                    <a:pt x="0" y="322960"/>
                  </a:moveTo>
                  <a:lnTo>
                    <a:pt x="5004" y="324816"/>
                  </a:lnTo>
                  <a:lnTo>
                    <a:pt x="10066" y="326511"/>
                  </a:lnTo>
                  <a:lnTo>
                    <a:pt x="15179" y="328043"/>
                  </a:lnTo>
                  <a:lnTo>
                    <a:pt x="20339" y="329412"/>
                  </a:lnTo>
                  <a:lnTo>
                    <a:pt x="25539" y="330615"/>
                  </a:lnTo>
                  <a:lnTo>
                    <a:pt x="30776" y="331651"/>
                  </a:lnTo>
                  <a:lnTo>
                    <a:pt x="36043" y="332520"/>
                  </a:lnTo>
                  <a:lnTo>
                    <a:pt x="41334" y="333220"/>
                  </a:lnTo>
                  <a:lnTo>
                    <a:pt x="46646" y="333750"/>
                  </a:lnTo>
                  <a:lnTo>
                    <a:pt x="51971" y="334111"/>
                  </a:lnTo>
                  <a:lnTo>
                    <a:pt x="57306" y="334302"/>
                  </a:lnTo>
                  <a:lnTo>
                    <a:pt x="62644" y="334322"/>
                  </a:lnTo>
                  <a:lnTo>
                    <a:pt x="67980" y="334172"/>
                  </a:lnTo>
                  <a:lnTo>
                    <a:pt x="73308" y="333851"/>
                  </a:lnTo>
                  <a:lnTo>
                    <a:pt x="78623" y="333361"/>
                  </a:lnTo>
                  <a:lnTo>
                    <a:pt x="83920" y="332701"/>
                  </a:lnTo>
                  <a:lnTo>
                    <a:pt x="89193" y="331872"/>
                  </a:lnTo>
                  <a:lnTo>
                    <a:pt x="94437" y="330876"/>
                  </a:lnTo>
                  <a:lnTo>
                    <a:pt x="99647" y="329712"/>
                  </a:lnTo>
                  <a:lnTo>
                    <a:pt x="104817" y="328383"/>
                  </a:lnTo>
                  <a:lnTo>
                    <a:pt x="109941" y="326889"/>
                  </a:lnTo>
                  <a:lnTo>
                    <a:pt x="115016" y="325232"/>
                  </a:lnTo>
                  <a:lnTo>
                    <a:pt x="120034" y="323415"/>
                  </a:lnTo>
                  <a:lnTo>
                    <a:pt x="124993" y="321438"/>
                  </a:lnTo>
                  <a:lnTo>
                    <a:pt x="129885" y="319304"/>
                  </a:lnTo>
                  <a:lnTo>
                    <a:pt x="134707" y="317014"/>
                  </a:lnTo>
                  <a:lnTo>
                    <a:pt x="139454" y="314572"/>
                  </a:lnTo>
                  <a:lnTo>
                    <a:pt x="144120" y="311979"/>
                  </a:lnTo>
                  <a:lnTo>
                    <a:pt x="148701" y="309239"/>
                  </a:lnTo>
                  <a:lnTo>
                    <a:pt x="153192" y="306354"/>
                  </a:lnTo>
                  <a:lnTo>
                    <a:pt x="157588" y="303327"/>
                  </a:lnTo>
                  <a:lnTo>
                    <a:pt x="161886" y="300162"/>
                  </a:lnTo>
                  <a:lnTo>
                    <a:pt x="166081" y="296860"/>
                  </a:lnTo>
                  <a:lnTo>
                    <a:pt x="170168" y="293427"/>
                  </a:lnTo>
                  <a:lnTo>
                    <a:pt x="174143" y="289864"/>
                  </a:lnTo>
                  <a:lnTo>
                    <a:pt x="178003" y="286177"/>
                  </a:lnTo>
                  <a:lnTo>
                    <a:pt x="181742" y="282368"/>
                  </a:lnTo>
                  <a:lnTo>
                    <a:pt x="185359" y="278442"/>
                  </a:lnTo>
                  <a:lnTo>
                    <a:pt x="188848" y="274402"/>
                  </a:lnTo>
                  <a:lnTo>
                    <a:pt x="192206" y="270253"/>
                  </a:lnTo>
                  <a:lnTo>
                    <a:pt x="195430" y="265999"/>
                  </a:lnTo>
                  <a:lnTo>
                    <a:pt x="198517" y="261644"/>
                  </a:lnTo>
                  <a:lnTo>
                    <a:pt x="201463" y="257193"/>
                  </a:lnTo>
                  <a:lnTo>
                    <a:pt x="204266" y="252650"/>
                  </a:lnTo>
                  <a:lnTo>
                    <a:pt x="206922" y="248019"/>
                  </a:lnTo>
                  <a:lnTo>
                    <a:pt x="209428" y="243307"/>
                  </a:lnTo>
                  <a:lnTo>
                    <a:pt x="211784" y="238517"/>
                  </a:lnTo>
                  <a:lnTo>
                    <a:pt x="213984" y="233654"/>
                  </a:lnTo>
                  <a:lnTo>
                    <a:pt x="216029" y="228723"/>
                  </a:lnTo>
                  <a:lnTo>
                    <a:pt x="217915" y="223729"/>
                  </a:lnTo>
                  <a:lnTo>
                    <a:pt x="219641" y="218678"/>
                  </a:lnTo>
                  <a:lnTo>
                    <a:pt x="221204" y="213574"/>
                  </a:lnTo>
                  <a:lnTo>
                    <a:pt x="222604" y="208423"/>
                  </a:lnTo>
                  <a:lnTo>
                    <a:pt x="223839" y="203230"/>
                  </a:lnTo>
                  <a:lnTo>
                    <a:pt x="224907" y="198000"/>
                  </a:lnTo>
                  <a:lnTo>
                    <a:pt x="225808" y="192739"/>
                  </a:lnTo>
                  <a:lnTo>
                    <a:pt x="226540" y="187451"/>
                  </a:lnTo>
                  <a:lnTo>
                    <a:pt x="227103" y="182143"/>
                  </a:lnTo>
                  <a:lnTo>
                    <a:pt x="227496" y="176820"/>
                  </a:lnTo>
                  <a:lnTo>
                    <a:pt x="227719" y="171486"/>
                  </a:lnTo>
                  <a:lnTo>
                    <a:pt x="227772" y="166149"/>
                  </a:lnTo>
                  <a:lnTo>
                    <a:pt x="227654" y="160812"/>
                  </a:lnTo>
                  <a:lnTo>
                    <a:pt x="227366" y="155482"/>
                  </a:lnTo>
                  <a:lnTo>
                    <a:pt x="226908" y="150164"/>
                  </a:lnTo>
                  <a:lnTo>
                    <a:pt x="226280" y="144863"/>
                  </a:lnTo>
                  <a:lnTo>
                    <a:pt x="225484" y="139585"/>
                  </a:lnTo>
                  <a:lnTo>
                    <a:pt x="224519" y="134335"/>
                  </a:lnTo>
                  <a:lnTo>
                    <a:pt x="223387" y="129118"/>
                  </a:lnTo>
                  <a:lnTo>
                    <a:pt x="222090" y="123941"/>
                  </a:lnTo>
                  <a:lnTo>
                    <a:pt x="220627" y="118807"/>
                  </a:lnTo>
                  <a:lnTo>
                    <a:pt x="219002" y="113723"/>
                  </a:lnTo>
                  <a:lnTo>
                    <a:pt x="217214" y="108693"/>
                  </a:lnTo>
                  <a:lnTo>
                    <a:pt x="215268" y="103723"/>
                  </a:lnTo>
                  <a:lnTo>
                    <a:pt x="213163" y="98817"/>
                  </a:lnTo>
                  <a:lnTo>
                    <a:pt x="210903" y="93981"/>
                  </a:lnTo>
                  <a:lnTo>
                    <a:pt x="208490" y="89220"/>
                  </a:lnTo>
                  <a:lnTo>
                    <a:pt x="205926" y="84538"/>
                  </a:lnTo>
                  <a:lnTo>
                    <a:pt x="203214" y="79941"/>
                  </a:lnTo>
                  <a:lnTo>
                    <a:pt x="200356" y="75432"/>
                  </a:lnTo>
                  <a:lnTo>
                    <a:pt x="197356" y="71017"/>
                  </a:lnTo>
                  <a:lnTo>
                    <a:pt x="194216" y="66700"/>
                  </a:lnTo>
                  <a:lnTo>
                    <a:pt x="190941" y="62486"/>
                  </a:lnTo>
                  <a:lnTo>
                    <a:pt x="187532" y="58378"/>
                  </a:lnTo>
                  <a:lnTo>
                    <a:pt x="183994" y="54381"/>
                  </a:lnTo>
                  <a:lnTo>
                    <a:pt x="180330" y="50499"/>
                  </a:lnTo>
                  <a:lnTo>
                    <a:pt x="176544" y="46736"/>
                  </a:lnTo>
                  <a:lnTo>
                    <a:pt x="172640" y="43096"/>
                  </a:lnTo>
                  <a:lnTo>
                    <a:pt x="168622" y="39582"/>
                  </a:lnTo>
                  <a:lnTo>
                    <a:pt x="164493" y="36199"/>
                  </a:lnTo>
                  <a:lnTo>
                    <a:pt x="160259" y="32949"/>
                  </a:lnTo>
                  <a:lnTo>
                    <a:pt x="155923" y="29835"/>
                  </a:lnTo>
                  <a:lnTo>
                    <a:pt x="151489" y="26862"/>
                  </a:lnTo>
                  <a:lnTo>
                    <a:pt x="146964" y="24032"/>
                  </a:lnTo>
                  <a:lnTo>
                    <a:pt x="142350" y="21348"/>
                  </a:lnTo>
                  <a:lnTo>
                    <a:pt x="137652" y="18812"/>
                  </a:lnTo>
                  <a:lnTo>
                    <a:pt x="132877" y="16428"/>
                  </a:lnTo>
                  <a:lnTo>
                    <a:pt x="128027" y="14198"/>
                  </a:lnTo>
                  <a:lnTo>
                    <a:pt x="123109" y="12123"/>
                  </a:lnTo>
                  <a:lnTo>
                    <a:pt x="118127" y="10207"/>
                  </a:lnTo>
                  <a:lnTo>
                    <a:pt x="113086" y="8450"/>
                  </a:lnTo>
                  <a:lnTo>
                    <a:pt x="107992" y="6856"/>
                  </a:lnTo>
                  <a:lnTo>
                    <a:pt x="102849" y="5425"/>
                  </a:lnTo>
                  <a:lnTo>
                    <a:pt x="97664" y="4158"/>
                  </a:lnTo>
                  <a:lnTo>
                    <a:pt x="92441" y="3058"/>
                  </a:lnTo>
                  <a:lnTo>
                    <a:pt x="87185" y="2126"/>
                  </a:lnTo>
                  <a:lnTo>
                    <a:pt x="81902" y="1361"/>
                  </a:lnTo>
                  <a:lnTo>
                    <a:pt x="76597" y="766"/>
                  </a:lnTo>
                  <a:lnTo>
                    <a:pt x="71276" y="340"/>
                  </a:lnTo>
                  <a:lnTo>
                    <a:pt x="65945" y="85"/>
                  </a:lnTo>
                  <a:lnTo>
                    <a:pt x="60608" y="0"/>
                  </a:lnTo>
                  <a:lnTo>
                    <a:pt x="606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2147" y="3707720"/>
              <a:ext cx="166864" cy="167167"/>
            </a:xfrm>
            <a:custGeom>
              <a:avLst/>
              <a:pathLst>
                <a:path w="166864" h="167167">
                  <a:moveTo>
                    <a:pt x="166864" y="0"/>
                  </a:moveTo>
                  <a:lnTo>
                    <a:pt x="161492" y="86"/>
                  </a:lnTo>
                  <a:lnTo>
                    <a:pt x="156126" y="345"/>
                  </a:lnTo>
                  <a:lnTo>
                    <a:pt x="150771" y="776"/>
                  </a:lnTo>
                  <a:lnTo>
                    <a:pt x="145432" y="1379"/>
                  </a:lnTo>
                  <a:lnTo>
                    <a:pt x="140116" y="2153"/>
                  </a:lnTo>
                  <a:lnTo>
                    <a:pt x="134827" y="3098"/>
                  </a:lnTo>
                  <a:lnTo>
                    <a:pt x="129571" y="4212"/>
                  </a:lnTo>
                  <a:lnTo>
                    <a:pt x="124354" y="5495"/>
                  </a:lnTo>
                  <a:lnTo>
                    <a:pt x="119181" y="6944"/>
                  </a:lnTo>
                  <a:lnTo>
                    <a:pt x="114057" y="8559"/>
                  </a:lnTo>
                  <a:lnTo>
                    <a:pt x="108987" y="10338"/>
                  </a:lnTo>
                  <a:lnTo>
                    <a:pt x="103978" y="12279"/>
                  </a:lnTo>
                  <a:lnTo>
                    <a:pt x="99033" y="14380"/>
                  </a:lnTo>
                  <a:lnTo>
                    <a:pt x="94158" y="16638"/>
                  </a:lnTo>
                  <a:lnTo>
                    <a:pt x="89359" y="19053"/>
                  </a:lnTo>
                  <a:lnTo>
                    <a:pt x="84639" y="21620"/>
                  </a:lnTo>
                  <a:lnTo>
                    <a:pt x="80004" y="24337"/>
                  </a:lnTo>
                  <a:lnTo>
                    <a:pt x="75460" y="27202"/>
                  </a:lnTo>
                  <a:lnTo>
                    <a:pt x="71009" y="30211"/>
                  </a:lnTo>
                  <a:lnTo>
                    <a:pt x="66658" y="33362"/>
                  </a:lnTo>
                  <a:lnTo>
                    <a:pt x="62410" y="36652"/>
                  </a:lnTo>
                  <a:lnTo>
                    <a:pt x="58270" y="40076"/>
                  </a:lnTo>
                  <a:lnTo>
                    <a:pt x="54242" y="43631"/>
                  </a:lnTo>
                  <a:lnTo>
                    <a:pt x="50330" y="47314"/>
                  </a:lnTo>
                  <a:lnTo>
                    <a:pt x="46539" y="51120"/>
                  </a:lnTo>
                  <a:lnTo>
                    <a:pt x="42872" y="55047"/>
                  </a:lnTo>
                  <a:lnTo>
                    <a:pt x="39333" y="59089"/>
                  </a:lnTo>
                  <a:lnTo>
                    <a:pt x="35926" y="63243"/>
                  </a:lnTo>
                  <a:lnTo>
                    <a:pt x="32654" y="67504"/>
                  </a:lnTo>
                  <a:lnTo>
                    <a:pt x="29521" y="71869"/>
                  </a:lnTo>
                  <a:lnTo>
                    <a:pt x="26529" y="76331"/>
                  </a:lnTo>
                  <a:lnTo>
                    <a:pt x="23683" y="80888"/>
                  </a:lnTo>
                  <a:lnTo>
                    <a:pt x="20984" y="85533"/>
                  </a:lnTo>
                  <a:lnTo>
                    <a:pt x="18436" y="90263"/>
                  </a:lnTo>
                  <a:lnTo>
                    <a:pt x="16042" y="95073"/>
                  </a:lnTo>
                  <a:lnTo>
                    <a:pt x="13803" y="99956"/>
                  </a:lnTo>
                  <a:lnTo>
                    <a:pt x="11722" y="104910"/>
                  </a:lnTo>
                  <a:lnTo>
                    <a:pt x="9802" y="109927"/>
                  </a:lnTo>
                  <a:lnTo>
                    <a:pt x="8043" y="115004"/>
                  </a:lnTo>
                  <a:lnTo>
                    <a:pt x="6449" y="120134"/>
                  </a:lnTo>
                  <a:lnTo>
                    <a:pt x="5021" y="125313"/>
                  </a:lnTo>
                  <a:lnTo>
                    <a:pt x="3759" y="130536"/>
                  </a:lnTo>
                  <a:lnTo>
                    <a:pt x="2666" y="135796"/>
                  </a:lnTo>
                  <a:lnTo>
                    <a:pt x="1743" y="141088"/>
                  </a:lnTo>
                  <a:lnTo>
                    <a:pt x="990" y="146408"/>
                  </a:lnTo>
                  <a:lnTo>
                    <a:pt x="409" y="151749"/>
                  </a:lnTo>
                  <a:lnTo>
                    <a:pt x="0" y="157106"/>
                  </a:lnTo>
                  <a:lnTo>
                    <a:pt x="1668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44" y="3707729"/>
              <a:ext cx="334331" cy="334314"/>
            </a:xfrm>
            <a:custGeom>
              <a:avLst/>
              <a:pathLst>
                <a:path w="334331" h="334314">
                  <a:moveTo>
                    <a:pt x="302" y="157097"/>
                  </a:moveTo>
                  <a:lnTo>
                    <a:pt x="66" y="162400"/>
                  </a:lnTo>
                  <a:lnTo>
                    <a:pt x="0" y="167707"/>
                  </a:lnTo>
                  <a:lnTo>
                    <a:pt x="101" y="173013"/>
                  </a:lnTo>
                  <a:lnTo>
                    <a:pt x="371" y="178314"/>
                  </a:lnTo>
                  <a:lnTo>
                    <a:pt x="809" y="183603"/>
                  </a:lnTo>
                  <a:lnTo>
                    <a:pt x="1415" y="188876"/>
                  </a:lnTo>
                  <a:lnTo>
                    <a:pt x="2188" y="194127"/>
                  </a:lnTo>
                  <a:lnTo>
                    <a:pt x="3127" y="199350"/>
                  </a:lnTo>
                  <a:lnTo>
                    <a:pt x="4232" y="204541"/>
                  </a:lnTo>
                  <a:lnTo>
                    <a:pt x="5501" y="209695"/>
                  </a:lnTo>
                  <a:lnTo>
                    <a:pt x="6933" y="214806"/>
                  </a:lnTo>
                  <a:lnTo>
                    <a:pt x="8526" y="219868"/>
                  </a:lnTo>
                  <a:lnTo>
                    <a:pt x="10279" y="224878"/>
                  </a:lnTo>
                  <a:lnTo>
                    <a:pt x="12191" y="229829"/>
                  </a:lnTo>
                  <a:lnTo>
                    <a:pt x="14258" y="234717"/>
                  </a:lnTo>
                  <a:lnTo>
                    <a:pt x="16480" y="239537"/>
                  </a:lnTo>
                  <a:lnTo>
                    <a:pt x="18854" y="244284"/>
                  </a:lnTo>
                  <a:lnTo>
                    <a:pt x="21377" y="248954"/>
                  </a:lnTo>
                  <a:lnTo>
                    <a:pt x="24047" y="253540"/>
                  </a:lnTo>
                  <a:lnTo>
                    <a:pt x="26861" y="258040"/>
                  </a:lnTo>
                  <a:lnTo>
                    <a:pt x="29817" y="262448"/>
                  </a:lnTo>
                  <a:lnTo>
                    <a:pt x="32911" y="266761"/>
                  </a:lnTo>
                  <a:lnTo>
                    <a:pt x="36141" y="270972"/>
                  </a:lnTo>
                  <a:lnTo>
                    <a:pt x="39502" y="275079"/>
                  </a:lnTo>
                  <a:lnTo>
                    <a:pt x="42993" y="279078"/>
                  </a:lnTo>
                  <a:lnTo>
                    <a:pt x="46608" y="282963"/>
                  </a:lnTo>
                  <a:lnTo>
                    <a:pt x="50345" y="286732"/>
                  </a:lnTo>
                  <a:lnTo>
                    <a:pt x="54200" y="290380"/>
                  </a:lnTo>
                  <a:lnTo>
                    <a:pt x="58168" y="293904"/>
                  </a:lnTo>
                  <a:lnTo>
                    <a:pt x="62247" y="297300"/>
                  </a:lnTo>
                  <a:lnTo>
                    <a:pt x="66431" y="300566"/>
                  </a:lnTo>
                  <a:lnTo>
                    <a:pt x="70717" y="303696"/>
                  </a:lnTo>
                  <a:lnTo>
                    <a:pt x="75100" y="306689"/>
                  </a:lnTo>
                  <a:lnTo>
                    <a:pt x="79576" y="309541"/>
                  </a:lnTo>
                  <a:lnTo>
                    <a:pt x="84140" y="312250"/>
                  </a:lnTo>
                  <a:lnTo>
                    <a:pt x="88788" y="314813"/>
                  </a:lnTo>
                  <a:lnTo>
                    <a:pt x="93515" y="317227"/>
                  </a:lnTo>
                  <a:lnTo>
                    <a:pt x="98316" y="319489"/>
                  </a:lnTo>
                  <a:lnTo>
                    <a:pt x="103186" y="321598"/>
                  </a:lnTo>
                  <a:lnTo>
                    <a:pt x="108121" y="323551"/>
                  </a:lnTo>
                  <a:lnTo>
                    <a:pt x="113115" y="325347"/>
                  </a:lnTo>
                  <a:lnTo>
                    <a:pt x="118164" y="326983"/>
                  </a:lnTo>
                  <a:lnTo>
                    <a:pt x="123263" y="328458"/>
                  </a:lnTo>
                  <a:lnTo>
                    <a:pt x="128405" y="329770"/>
                  </a:lnTo>
                  <a:lnTo>
                    <a:pt x="133587" y="330919"/>
                  </a:lnTo>
                  <a:lnTo>
                    <a:pt x="138803" y="331902"/>
                  </a:lnTo>
                  <a:lnTo>
                    <a:pt x="144047" y="332720"/>
                  </a:lnTo>
                  <a:lnTo>
                    <a:pt x="149314" y="333370"/>
                  </a:lnTo>
                  <a:lnTo>
                    <a:pt x="154600" y="333853"/>
                  </a:lnTo>
                  <a:lnTo>
                    <a:pt x="159898" y="334168"/>
                  </a:lnTo>
                  <a:lnTo>
                    <a:pt x="165203" y="334314"/>
                  </a:lnTo>
                  <a:lnTo>
                    <a:pt x="170510" y="334293"/>
                  </a:lnTo>
                  <a:lnTo>
                    <a:pt x="175814" y="334102"/>
                  </a:lnTo>
                  <a:lnTo>
                    <a:pt x="181110" y="333743"/>
                  </a:lnTo>
                  <a:lnTo>
                    <a:pt x="186391" y="333217"/>
                  </a:lnTo>
                  <a:lnTo>
                    <a:pt x="191653" y="332523"/>
                  </a:lnTo>
                  <a:lnTo>
                    <a:pt x="196890" y="331662"/>
                  </a:lnTo>
                  <a:lnTo>
                    <a:pt x="202097" y="330636"/>
                  </a:lnTo>
                  <a:lnTo>
                    <a:pt x="207269" y="329444"/>
                  </a:lnTo>
                  <a:lnTo>
                    <a:pt x="212401" y="328089"/>
                  </a:lnTo>
                  <a:lnTo>
                    <a:pt x="217487" y="326572"/>
                  </a:lnTo>
                  <a:lnTo>
                    <a:pt x="222522" y="324895"/>
                  </a:lnTo>
                  <a:lnTo>
                    <a:pt x="227501" y="323058"/>
                  </a:lnTo>
                  <a:lnTo>
                    <a:pt x="232420" y="321064"/>
                  </a:lnTo>
                  <a:lnTo>
                    <a:pt x="237273" y="318915"/>
                  </a:lnTo>
                  <a:lnTo>
                    <a:pt x="242055" y="316613"/>
                  </a:lnTo>
                  <a:lnTo>
                    <a:pt x="246762" y="314160"/>
                  </a:lnTo>
                  <a:lnTo>
                    <a:pt x="251388" y="311559"/>
                  </a:lnTo>
                  <a:lnTo>
                    <a:pt x="255930" y="308813"/>
                  </a:lnTo>
                  <a:lnTo>
                    <a:pt x="260382" y="305924"/>
                  </a:lnTo>
                  <a:lnTo>
                    <a:pt x="264740" y="302894"/>
                  </a:lnTo>
                  <a:lnTo>
                    <a:pt x="269000" y="299729"/>
                  </a:lnTo>
                  <a:lnTo>
                    <a:pt x="273157" y="296429"/>
                  </a:lnTo>
                  <a:lnTo>
                    <a:pt x="277207" y="292999"/>
                  </a:lnTo>
                  <a:lnTo>
                    <a:pt x="281147" y="289442"/>
                  </a:lnTo>
                  <a:lnTo>
                    <a:pt x="284971" y="285763"/>
                  </a:lnTo>
                  <a:lnTo>
                    <a:pt x="288677" y="281963"/>
                  </a:lnTo>
                  <a:lnTo>
                    <a:pt x="292260" y="278048"/>
                  </a:lnTo>
                  <a:lnTo>
                    <a:pt x="295717" y="274021"/>
                  </a:lnTo>
                  <a:lnTo>
                    <a:pt x="299045" y="269886"/>
                  </a:lnTo>
                  <a:lnTo>
                    <a:pt x="302239" y="265648"/>
                  </a:lnTo>
                  <a:lnTo>
                    <a:pt x="305298" y="261310"/>
                  </a:lnTo>
                  <a:lnTo>
                    <a:pt x="308217" y="256878"/>
                  </a:lnTo>
                  <a:lnTo>
                    <a:pt x="310994" y="252355"/>
                  </a:lnTo>
                  <a:lnTo>
                    <a:pt x="313626" y="247746"/>
                  </a:lnTo>
                  <a:lnTo>
                    <a:pt x="316111" y="243056"/>
                  </a:lnTo>
                  <a:lnTo>
                    <a:pt x="318445" y="238289"/>
                  </a:lnTo>
                  <a:lnTo>
                    <a:pt x="320627" y="233451"/>
                  </a:lnTo>
                  <a:lnTo>
                    <a:pt x="322654" y="228546"/>
                  </a:lnTo>
                  <a:lnTo>
                    <a:pt x="324524" y="223579"/>
                  </a:lnTo>
                  <a:lnTo>
                    <a:pt x="326236" y="218555"/>
                  </a:lnTo>
                  <a:lnTo>
                    <a:pt x="327788" y="213480"/>
                  </a:lnTo>
                  <a:lnTo>
                    <a:pt x="329177" y="208357"/>
                  </a:lnTo>
                  <a:lnTo>
                    <a:pt x="330403" y="203194"/>
                  </a:lnTo>
                  <a:lnTo>
                    <a:pt x="331465" y="197993"/>
                  </a:lnTo>
                  <a:lnTo>
                    <a:pt x="332361" y="192762"/>
                  </a:lnTo>
                  <a:lnTo>
                    <a:pt x="333091" y="187505"/>
                  </a:lnTo>
                  <a:lnTo>
                    <a:pt x="333653" y="182228"/>
                  </a:lnTo>
                  <a:lnTo>
                    <a:pt x="334047" y="176935"/>
                  </a:lnTo>
                  <a:lnTo>
                    <a:pt x="334274" y="171632"/>
                  </a:lnTo>
                  <a:lnTo>
                    <a:pt x="334331" y="166325"/>
                  </a:lnTo>
                  <a:lnTo>
                    <a:pt x="334221" y="161019"/>
                  </a:lnTo>
                  <a:lnTo>
                    <a:pt x="333942" y="155719"/>
                  </a:lnTo>
                  <a:lnTo>
                    <a:pt x="333494" y="150430"/>
                  </a:lnTo>
                  <a:lnTo>
                    <a:pt x="332880" y="145159"/>
                  </a:lnTo>
                  <a:lnTo>
                    <a:pt x="332098" y="139909"/>
                  </a:lnTo>
                  <a:lnTo>
                    <a:pt x="331149" y="134687"/>
                  </a:lnTo>
                  <a:lnTo>
                    <a:pt x="330036" y="129498"/>
                  </a:lnTo>
                  <a:lnTo>
                    <a:pt x="328758" y="124346"/>
                  </a:lnTo>
                  <a:lnTo>
                    <a:pt x="327318" y="119238"/>
                  </a:lnTo>
                  <a:lnTo>
                    <a:pt x="325716" y="114178"/>
                  </a:lnTo>
                  <a:lnTo>
                    <a:pt x="323954" y="109172"/>
                  </a:lnTo>
                  <a:lnTo>
                    <a:pt x="322034" y="104224"/>
                  </a:lnTo>
                  <a:lnTo>
                    <a:pt x="319958" y="99339"/>
                  </a:lnTo>
                  <a:lnTo>
                    <a:pt x="317728" y="94523"/>
                  </a:lnTo>
                  <a:lnTo>
                    <a:pt x="315347" y="89780"/>
                  </a:lnTo>
                  <a:lnTo>
                    <a:pt x="312816" y="85115"/>
                  </a:lnTo>
                  <a:lnTo>
                    <a:pt x="310138" y="80533"/>
                  </a:lnTo>
                  <a:lnTo>
                    <a:pt x="307316" y="76038"/>
                  </a:lnTo>
                  <a:lnTo>
                    <a:pt x="304352" y="71634"/>
                  </a:lnTo>
                  <a:lnTo>
                    <a:pt x="301251" y="67328"/>
                  </a:lnTo>
                  <a:lnTo>
                    <a:pt x="298014" y="63121"/>
                  </a:lnTo>
                  <a:lnTo>
                    <a:pt x="294645" y="59020"/>
                  </a:lnTo>
                  <a:lnTo>
                    <a:pt x="291148" y="55028"/>
                  </a:lnTo>
                  <a:lnTo>
                    <a:pt x="287526" y="51148"/>
                  </a:lnTo>
                  <a:lnTo>
                    <a:pt x="283783" y="47386"/>
                  </a:lnTo>
                  <a:lnTo>
                    <a:pt x="279922" y="43744"/>
                  </a:lnTo>
                  <a:lnTo>
                    <a:pt x="275947" y="40227"/>
                  </a:lnTo>
                  <a:lnTo>
                    <a:pt x="271863" y="36838"/>
                  </a:lnTo>
                  <a:lnTo>
                    <a:pt x="267673" y="33580"/>
                  </a:lnTo>
                  <a:lnTo>
                    <a:pt x="263382" y="30456"/>
                  </a:lnTo>
                  <a:lnTo>
                    <a:pt x="258994" y="27471"/>
                  </a:lnTo>
                  <a:lnTo>
                    <a:pt x="254513" y="24626"/>
                  </a:lnTo>
                  <a:lnTo>
                    <a:pt x="249944" y="21925"/>
                  </a:lnTo>
                  <a:lnTo>
                    <a:pt x="245292" y="19371"/>
                  </a:lnTo>
                  <a:lnTo>
                    <a:pt x="240561" y="16965"/>
                  </a:lnTo>
                  <a:lnTo>
                    <a:pt x="235756" y="14711"/>
                  </a:lnTo>
                  <a:lnTo>
                    <a:pt x="230882" y="12610"/>
                  </a:lnTo>
                  <a:lnTo>
                    <a:pt x="225944" y="10665"/>
                  </a:lnTo>
                  <a:lnTo>
                    <a:pt x="220947" y="8878"/>
                  </a:lnTo>
                  <a:lnTo>
                    <a:pt x="215895" y="7251"/>
                  </a:lnTo>
                  <a:lnTo>
                    <a:pt x="210794" y="5785"/>
                  </a:lnTo>
                  <a:lnTo>
                    <a:pt x="205649" y="4481"/>
                  </a:lnTo>
                  <a:lnTo>
                    <a:pt x="200466" y="3341"/>
                  </a:lnTo>
                  <a:lnTo>
                    <a:pt x="195248" y="2367"/>
                  </a:lnTo>
                  <a:lnTo>
                    <a:pt x="190003" y="1558"/>
                  </a:lnTo>
                  <a:lnTo>
                    <a:pt x="184734" y="917"/>
                  </a:lnTo>
                  <a:lnTo>
                    <a:pt x="179448" y="443"/>
                  </a:lnTo>
                  <a:lnTo>
                    <a:pt x="174150" y="137"/>
                  </a:lnTo>
                  <a:lnTo>
                    <a:pt x="168844" y="0"/>
                  </a:lnTo>
                  <a:lnTo>
                    <a:pt x="167166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677" cy="167167"/>
            </a:xfrm>
            <a:custGeom>
              <a:avLst/>
              <a:pathLst>
                <a:path w="1677" h="167167">
                  <a:moveTo>
                    <a:pt x="1677" y="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2025-06-05T18:35:13Z</dcterms:modified>
  <cp:category/>
</cp:coreProperties>
</file>