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39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96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19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32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32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83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62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7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2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62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76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83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2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2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00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0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15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39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70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0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62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540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34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573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3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9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50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69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5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75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8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324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34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139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3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9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5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39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5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1394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58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139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559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02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34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0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383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0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500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35094" y="3170392"/>
              <a:ext cx="48684" cy="167167"/>
            </a:xfrm>
            <a:custGeom>
              <a:avLst/>
              <a:pathLst>
                <a:path w="48684" h="167167">
                  <a:moveTo>
                    <a:pt x="48684" y="0"/>
                  </a:moveTo>
                  <a:lnTo>
                    <a:pt x="42510" y="114"/>
                  </a:lnTo>
                  <a:lnTo>
                    <a:pt x="36345" y="455"/>
                  </a:lnTo>
                  <a:lnTo>
                    <a:pt x="30197" y="1025"/>
                  </a:lnTo>
                  <a:lnTo>
                    <a:pt x="24074" y="1821"/>
                  </a:lnTo>
                  <a:lnTo>
                    <a:pt x="17984" y="2843"/>
                  </a:lnTo>
                  <a:lnTo>
                    <a:pt x="11936" y="4089"/>
                  </a:lnTo>
                  <a:lnTo>
                    <a:pt x="5939" y="5557"/>
                  </a:lnTo>
                  <a:lnTo>
                    <a:pt x="0" y="7246"/>
                  </a:lnTo>
                  <a:lnTo>
                    <a:pt x="4868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5094" y="3177638"/>
              <a:ext cx="48684" cy="159921"/>
            </a:xfrm>
            <a:custGeom>
              <a:avLst/>
              <a:pathLst>
                <a:path w="48684" h="159921">
                  <a:moveTo>
                    <a:pt x="0" y="0"/>
                  </a:moveTo>
                  <a:lnTo>
                    <a:pt x="48684" y="1599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816614" y="3170429"/>
              <a:ext cx="334329" cy="334288"/>
            </a:xfrm>
            <a:custGeom>
              <a:avLst/>
              <a:pathLst>
                <a:path w="334329" h="334288">
                  <a:moveTo>
                    <a:pt x="118480" y="7209"/>
                  </a:moveTo>
                  <a:lnTo>
                    <a:pt x="113430" y="8834"/>
                  </a:lnTo>
                  <a:lnTo>
                    <a:pt x="108434" y="10619"/>
                  </a:lnTo>
                  <a:lnTo>
                    <a:pt x="103497" y="12561"/>
                  </a:lnTo>
                  <a:lnTo>
                    <a:pt x="98624" y="14659"/>
                  </a:lnTo>
                  <a:lnTo>
                    <a:pt x="93821" y="16911"/>
                  </a:lnTo>
                  <a:lnTo>
                    <a:pt x="89091" y="19314"/>
                  </a:lnTo>
                  <a:lnTo>
                    <a:pt x="84440" y="21866"/>
                  </a:lnTo>
                  <a:lnTo>
                    <a:pt x="79872" y="24564"/>
                  </a:lnTo>
                  <a:lnTo>
                    <a:pt x="75392" y="27406"/>
                  </a:lnTo>
                  <a:lnTo>
                    <a:pt x="71005" y="30388"/>
                  </a:lnTo>
                  <a:lnTo>
                    <a:pt x="66714" y="33508"/>
                  </a:lnTo>
                  <a:lnTo>
                    <a:pt x="62524" y="36763"/>
                  </a:lnTo>
                  <a:lnTo>
                    <a:pt x="58440" y="40149"/>
                  </a:lnTo>
                  <a:lnTo>
                    <a:pt x="54466" y="43663"/>
                  </a:lnTo>
                  <a:lnTo>
                    <a:pt x="50605" y="47301"/>
                  </a:lnTo>
                  <a:lnTo>
                    <a:pt x="46861" y="51060"/>
                  </a:lnTo>
                  <a:lnTo>
                    <a:pt x="43239" y="54936"/>
                  </a:lnTo>
                  <a:lnTo>
                    <a:pt x="39741" y="58925"/>
                  </a:lnTo>
                  <a:lnTo>
                    <a:pt x="36372" y="63023"/>
                  </a:lnTo>
                  <a:lnTo>
                    <a:pt x="33134" y="67225"/>
                  </a:lnTo>
                  <a:lnTo>
                    <a:pt x="30031" y="71529"/>
                  </a:lnTo>
                  <a:lnTo>
                    <a:pt x="27067" y="75928"/>
                  </a:lnTo>
                  <a:lnTo>
                    <a:pt x="24243" y="80420"/>
                  </a:lnTo>
                  <a:lnTo>
                    <a:pt x="21564" y="84999"/>
                  </a:lnTo>
                  <a:lnTo>
                    <a:pt x="19031" y="89660"/>
                  </a:lnTo>
                  <a:lnTo>
                    <a:pt x="16647" y="94400"/>
                  </a:lnTo>
                  <a:lnTo>
                    <a:pt x="14415" y="99212"/>
                  </a:lnTo>
                  <a:lnTo>
                    <a:pt x="12337" y="104094"/>
                  </a:lnTo>
                  <a:lnTo>
                    <a:pt x="10415" y="109038"/>
                  </a:lnTo>
                  <a:lnTo>
                    <a:pt x="8650" y="114041"/>
                  </a:lnTo>
                  <a:lnTo>
                    <a:pt x="7046" y="119098"/>
                  </a:lnTo>
                  <a:lnTo>
                    <a:pt x="5602" y="124203"/>
                  </a:lnTo>
                  <a:lnTo>
                    <a:pt x="4321" y="129351"/>
                  </a:lnTo>
                  <a:lnTo>
                    <a:pt x="3205" y="134538"/>
                  </a:lnTo>
                  <a:lnTo>
                    <a:pt x="2253" y="139757"/>
                  </a:lnTo>
                  <a:lnTo>
                    <a:pt x="1467" y="145003"/>
                  </a:lnTo>
                  <a:lnTo>
                    <a:pt x="849" y="150272"/>
                  </a:lnTo>
                  <a:lnTo>
                    <a:pt x="398" y="155558"/>
                  </a:lnTo>
                  <a:lnTo>
                    <a:pt x="114" y="160856"/>
                  </a:lnTo>
                  <a:lnTo>
                    <a:pt x="0" y="166160"/>
                  </a:lnTo>
                  <a:lnTo>
                    <a:pt x="53" y="171465"/>
                  </a:lnTo>
                  <a:lnTo>
                    <a:pt x="275" y="176765"/>
                  </a:lnTo>
                  <a:lnTo>
                    <a:pt x="664" y="182056"/>
                  </a:lnTo>
                  <a:lnTo>
                    <a:pt x="1222" y="187332"/>
                  </a:lnTo>
                  <a:lnTo>
                    <a:pt x="1947" y="192588"/>
                  </a:lnTo>
                  <a:lnTo>
                    <a:pt x="2838" y="197817"/>
                  </a:lnTo>
                  <a:lnTo>
                    <a:pt x="3894" y="203016"/>
                  </a:lnTo>
                  <a:lnTo>
                    <a:pt x="5115" y="208179"/>
                  </a:lnTo>
                  <a:lnTo>
                    <a:pt x="6499" y="213300"/>
                  </a:lnTo>
                  <a:lnTo>
                    <a:pt x="8045" y="218375"/>
                  </a:lnTo>
                  <a:lnTo>
                    <a:pt x="9751" y="223399"/>
                  </a:lnTo>
                  <a:lnTo>
                    <a:pt x="11616" y="228365"/>
                  </a:lnTo>
                  <a:lnTo>
                    <a:pt x="13638" y="233270"/>
                  </a:lnTo>
                  <a:lnTo>
                    <a:pt x="15814" y="238109"/>
                  </a:lnTo>
                  <a:lnTo>
                    <a:pt x="18142" y="242875"/>
                  </a:lnTo>
                  <a:lnTo>
                    <a:pt x="20621" y="247566"/>
                  </a:lnTo>
                  <a:lnTo>
                    <a:pt x="23247" y="252176"/>
                  </a:lnTo>
                  <a:lnTo>
                    <a:pt x="26018" y="256700"/>
                  </a:lnTo>
                  <a:lnTo>
                    <a:pt x="28931" y="261133"/>
                  </a:lnTo>
                  <a:lnTo>
                    <a:pt x="31984" y="265472"/>
                  </a:lnTo>
                  <a:lnTo>
                    <a:pt x="35173" y="269712"/>
                  </a:lnTo>
                  <a:lnTo>
                    <a:pt x="38494" y="273849"/>
                  </a:lnTo>
                  <a:lnTo>
                    <a:pt x="41945" y="277878"/>
                  </a:lnTo>
                  <a:lnTo>
                    <a:pt x="45523" y="281796"/>
                  </a:lnTo>
                  <a:lnTo>
                    <a:pt x="49222" y="285598"/>
                  </a:lnTo>
                  <a:lnTo>
                    <a:pt x="53041" y="289281"/>
                  </a:lnTo>
                  <a:lnTo>
                    <a:pt x="56975" y="292841"/>
                  </a:lnTo>
                  <a:lnTo>
                    <a:pt x="61019" y="296274"/>
                  </a:lnTo>
                  <a:lnTo>
                    <a:pt x="65170" y="299577"/>
                  </a:lnTo>
                  <a:lnTo>
                    <a:pt x="69425" y="302747"/>
                  </a:lnTo>
                  <a:lnTo>
                    <a:pt x="73777" y="305780"/>
                  </a:lnTo>
                  <a:lnTo>
                    <a:pt x="78224" y="308673"/>
                  </a:lnTo>
                  <a:lnTo>
                    <a:pt x="82760" y="311424"/>
                  </a:lnTo>
                  <a:lnTo>
                    <a:pt x="87381" y="314030"/>
                  </a:lnTo>
                  <a:lnTo>
                    <a:pt x="92083" y="316487"/>
                  </a:lnTo>
                  <a:lnTo>
                    <a:pt x="96860" y="318795"/>
                  </a:lnTo>
                  <a:lnTo>
                    <a:pt x="101708" y="320949"/>
                  </a:lnTo>
                  <a:lnTo>
                    <a:pt x="106622" y="322949"/>
                  </a:lnTo>
                  <a:lnTo>
                    <a:pt x="111597" y="324791"/>
                  </a:lnTo>
                  <a:lnTo>
                    <a:pt x="116628" y="326475"/>
                  </a:lnTo>
                  <a:lnTo>
                    <a:pt x="121709" y="327999"/>
                  </a:lnTo>
                  <a:lnTo>
                    <a:pt x="126837" y="329360"/>
                  </a:lnTo>
                  <a:lnTo>
                    <a:pt x="132005" y="330558"/>
                  </a:lnTo>
                  <a:lnTo>
                    <a:pt x="137209" y="331591"/>
                  </a:lnTo>
                  <a:lnTo>
                    <a:pt x="142442" y="332459"/>
                  </a:lnTo>
                  <a:lnTo>
                    <a:pt x="147701" y="333160"/>
                  </a:lnTo>
                  <a:lnTo>
                    <a:pt x="152979" y="333694"/>
                  </a:lnTo>
                  <a:lnTo>
                    <a:pt x="158272" y="334060"/>
                  </a:lnTo>
                  <a:lnTo>
                    <a:pt x="163573" y="334259"/>
                  </a:lnTo>
                  <a:lnTo>
                    <a:pt x="168878" y="334288"/>
                  </a:lnTo>
                  <a:lnTo>
                    <a:pt x="174182" y="334150"/>
                  </a:lnTo>
                  <a:lnTo>
                    <a:pt x="179478" y="333843"/>
                  </a:lnTo>
                  <a:lnTo>
                    <a:pt x="184762" y="333368"/>
                  </a:lnTo>
                  <a:lnTo>
                    <a:pt x="190028" y="332726"/>
                  </a:lnTo>
                  <a:lnTo>
                    <a:pt x="195271" y="331917"/>
                  </a:lnTo>
                  <a:lnTo>
                    <a:pt x="200486" y="330942"/>
                  </a:lnTo>
                  <a:lnTo>
                    <a:pt x="205667" y="329803"/>
                  </a:lnTo>
                  <a:lnTo>
                    <a:pt x="210810" y="328499"/>
                  </a:lnTo>
                  <a:lnTo>
                    <a:pt x="215908" y="327033"/>
                  </a:lnTo>
                  <a:lnTo>
                    <a:pt x="220958" y="325405"/>
                  </a:lnTo>
                  <a:lnTo>
                    <a:pt x="225953" y="323619"/>
                  </a:lnTo>
                  <a:lnTo>
                    <a:pt x="230889" y="321674"/>
                  </a:lnTo>
                  <a:lnTo>
                    <a:pt x="235761" y="319575"/>
                  </a:lnTo>
                  <a:lnTo>
                    <a:pt x="240564" y="317321"/>
                  </a:lnTo>
                  <a:lnTo>
                    <a:pt x="245293" y="314916"/>
                  </a:lnTo>
                  <a:lnTo>
                    <a:pt x="249943" y="312363"/>
                  </a:lnTo>
                  <a:lnTo>
                    <a:pt x="254510" y="309663"/>
                  </a:lnTo>
                  <a:lnTo>
                    <a:pt x="258989" y="306819"/>
                  </a:lnTo>
                  <a:lnTo>
                    <a:pt x="263375" y="303835"/>
                  </a:lnTo>
                  <a:lnTo>
                    <a:pt x="267664" y="300714"/>
                  </a:lnTo>
                  <a:lnTo>
                    <a:pt x="271853" y="297457"/>
                  </a:lnTo>
                  <a:lnTo>
                    <a:pt x="275935" y="294070"/>
                  </a:lnTo>
                  <a:lnTo>
                    <a:pt x="279909" y="290554"/>
                  </a:lnTo>
                  <a:lnTo>
                    <a:pt x="283768" y="286915"/>
                  </a:lnTo>
                  <a:lnTo>
                    <a:pt x="287511" y="283154"/>
                  </a:lnTo>
                  <a:lnTo>
                    <a:pt x="291132" y="279277"/>
                  </a:lnTo>
                  <a:lnTo>
                    <a:pt x="294628" y="275287"/>
                  </a:lnTo>
                  <a:lnTo>
                    <a:pt x="297996" y="271188"/>
                  </a:lnTo>
                  <a:lnTo>
                    <a:pt x="301232" y="266984"/>
                  </a:lnTo>
                  <a:lnTo>
                    <a:pt x="304333" y="262679"/>
                  </a:lnTo>
                  <a:lnTo>
                    <a:pt x="307296" y="258279"/>
                  </a:lnTo>
                  <a:lnTo>
                    <a:pt x="310117" y="253786"/>
                  </a:lnTo>
                  <a:lnTo>
                    <a:pt x="312795" y="249206"/>
                  </a:lnTo>
                  <a:lnTo>
                    <a:pt x="315326" y="244544"/>
                  </a:lnTo>
                  <a:lnTo>
                    <a:pt x="317708" y="239803"/>
                  </a:lnTo>
                  <a:lnTo>
                    <a:pt x="319938" y="234990"/>
                  </a:lnTo>
                  <a:lnTo>
                    <a:pt x="322015" y="230108"/>
                  </a:lnTo>
                  <a:lnTo>
                    <a:pt x="323935" y="225162"/>
                  </a:lnTo>
                  <a:lnTo>
                    <a:pt x="325698" y="220159"/>
                  </a:lnTo>
                  <a:lnTo>
                    <a:pt x="327301" y="215101"/>
                  </a:lnTo>
                  <a:lnTo>
                    <a:pt x="328742" y="209996"/>
                  </a:lnTo>
                  <a:lnTo>
                    <a:pt x="330021" y="204847"/>
                  </a:lnTo>
                  <a:lnTo>
                    <a:pt x="331136" y="199660"/>
                  </a:lnTo>
                  <a:lnTo>
                    <a:pt x="332085" y="194441"/>
                  </a:lnTo>
                  <a:lnTo>
                    <a:pt x="332869" y="189194"/>
                  </a:lnTo>
                  <a:lnTo>
                    <a:pt x="333486" y="183925"/>
                  </a:lnTo>
                  <a:lnTo>
                    <a:pt x="333935" y="178639"/>
                  </a:lnTo>
                  <a:lnTo>
                    <a:pt x="334216" y="173341"/>
                  </a:lnTo>
                  <a:lnTo>
                    <a:pt x="334329" y="168037"/>
                  </a:lnTo>
                  <a:lnTo>
                    <a:pt x="334274" y="162732"/>
                  </a:lnTo>
                  <a:lnTo>
                    <a:pt x="334050" y="157432"/>
                  </a:lnTo>
                  <a:lnTo>
                    <a:pt x="333658" y="152141"/>
                  </a:lnTo>
                  <a:lnTo>
                    <a:pt x="333099" y="146865"/>
                  </a:lnTo>
                  <a:lnTo>
                    <a:pt x="332372" y="141610"/>
                  </a:lnTo>
                  <a:lnTo>
                    <a:pt x="331479" y="136381"/>
                  </a:lnTo>
                  <a:lnTo>
                    <a:pt x="330421" y="131182"/>
                  </a:lnTo>
                  <a:lnTo>
                    <a:pt x="329198" y="126020"/>
                  </a:lnTo>
                  <a:lnTo>
                    <a:pt x="327812" y="120899"/>
                  </a:lnTo>
                  <a:lnTo>
                    <a:pt x="326264" y="115824"/>
                  </a:lnTo>
                  <a:lnTo>
                    <a:pt x="324556" y="110802"/>
                  </a:lnTo>
                  <a:lnTo>
                    <a:pt x="322689" y="105836"/>
                  </a:lnTo>
                  <a:lnTo>
                    <a:pt x="320666" y="100932"/>
                  </a:lnTo>
                  <a:lnTo>
                    <a:pt x="318488" y="96094"/>
                  </a:lnTo>
                  <a:lnTo>
                    <a:pt x="316158" y="91328"/>
                  </a:lnTo>
                  <a:lnTo>
                    <a:pt x="313677" y="86639"/>
                  </a:lnTo>
                  <a:lnTo>
                    <a:pt x="311049" y="82030"/>
                  </a:lnTo>
                  <a:lnTo>
                    <a:pt x="308277" y="77507"/>
                  </a:lnTo>
                  <a:lnTo>
                    <a:pt x="305362" y="73074"/>
                  </a:lnTo>
                  <a:lnTo>
                    <a:pt x="302308" y="68737"/>
                  </a:lnTo>
                  <a:lnTo>
                    <a:pt x="299117" y="64498"/>
                  </a:lnTo>
                  <a:lnTo>
                    <a:pt x="295794" y="60362"/>
                  </a:lnTo>
                  <a:lnTo>
                    <a:pt x="292341" y="56334"/>
                  </a:lnTo>
                  <a:lnTo>
                    <a:pt x="288763" y="52418"/>
                  </a:lnTo>
                  <a:lnTo>
                    <a:pt x="285061" y="48617"/>
                  </a:lnTo>
                  <a:lnTo>
                    <a:pt x="281242" y="44936"/>
                  </a:lnTo>
                  <a:lnTo>
                    <a:pt x="277307" y="41378"/>
                  </a:lnTo>
                  <a:lnTo>
                    <a:pt x="273261" y="37946"/>
                  </a:lnTo>
                  <a:lnTo>
                    <a:pt x="269108" y="34644"/>
                  </a:lnTo>
                  <a:lnTo>
                    <a:pt x="264853" y="31476"/>
                  </a:lnTo>
                  <a:lnTo>
                    <a:pt x="260499" y="28445"/>
                  </a:lnTo>
                  <a:lnTo>
                    <a:pt x="256051" y="25553"/>
                  </a:lnTo>
                  <a:lnTo>
                    <a:pt x="251514" y="22804"/>
                  </a:lnTo>
                  <a:lnTo>
                    <a:pt x="246892" y="20200"/>
                  </a:lnTo>
                  <a:lnTo>
                    <a:pt x="242190" y="17744"/>
                  </a:lnTo>
                  <a:lnTo>
                    <a:pt x="237412" y="15438"/>
                  </a:lnTo>
                  <a:lnTo>
                    <a:pt x="232563" y="13286"/>
                  </a:lnTo>
                  <a:lnTo>
                    <a:pt x="227648" y="11288"/>
                  </a:lnTo>
                  <a:lnTo>
                    <a:pt x="222672" y="9447"/>
                  </a:lnTo>
                  <a:lnTo>
                    <a:pt x="217641" y="7765"/>
                  </a:lnTo>
                  <a:lnTo>
                    <a:pt x="212559" y="6244"/>
                  </a:lnTo>
                  <a:lnTo>
                    <a:pt x="207431" y="4884"/>
                  </a:lnTo>
                  <a:lnTo>
                    <a:pt x="202262" y="3688"/>
                  </a:lnTo>
                  <a:lnTo>
                    <a:pt x="197058" y="2657"/>
                  </a:lnTo>
                  <a:lnTo>
                    <a:pt x="191824" y="1791"/>
                  </a:lnTo>
                  <a:lnTo>
                    <a:pt x="186565" y="1092"/>
                  </a:lnTo>
                  <a:lnTo>
                    <a:pt x="181287" y="560"/>
                  </a:lnTo>
                  <a:lnTo>
                    <a:pt x="175994" y="196"/>
                  </a:lnTo>
                  <a:lnTo>
                    <a:pt x="170692" y="0"/>
                  </a:lnTo>
                  <a:lnTo>
                    <a:pt x="167164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83779" y="3170392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1852" y="2633064"/>
              <a:ext cx="167159" cy="190322"/>
            </a:xfrm>
            <a:custGeom>
              <a:avLst/>
              <a:pathLst>
                <a:path w="167159" h="190322">
                  <a:moveTo>
                    <a:pt x="167159" y="0"/>
                  </a:moveTo>
                  <a:lnTo>
                    <a:pt x="161767" y="86"/>
                  </a:lnTo>
                  <a:lnTo>
                    <a:pt x="156381" y="347"/>
                  </a:lnTo>
                  <a:lnTo>
                    <a:pt x="151006" y="782"/>
                  </a:lnTo>
                  <a:lnTo>
                    <a:pt x="145648" y="1389"/>
                  </a:lnTo>
                  <a:lnTo>
                    <a:pt x="140312" y="2169"/>
                  </a:lnTo>
                  <a:lnTo>
                    <a:pt x="135004" y="3121"/>
                  </a:lnTo>
                  <a:lnTo>
                    <a:pt x="129729" y="4244"/>
                  </a:lnTo>
                  <a:lnTo>
                    <a:pt x="124494" y="5536"/>
                  </a:lnTo>
                  <a:lnTo>
                    <a:pt x="119303" y="6996"/>
                  </a:lnTo>
                  <a:lnTo>
                    <a:pt x="114162" y="8623"/>
                  </a:lnTo>
                  <a:lnTo>
                    <a:pt x="109076" y="10415"/>
                  </a:lnTo>
                  <a:lnTo>
                    <a:pt x="104050" y="12370"/>
                  </a:lnTo>
                  <a:lnTo>
                    <a:pt x="99090" y="14486"/>
                  </a:lnTo>
                  <a:lnTo>
                    <a:pt x="94201" y="16761"/>
                  </a:lnTo>
                  <a:lnTo>
                    <a:pt x="89387" y="19192"/>
                  </a:lnTo>
                  <a:lnTo>
                    <a:pt x="84655" y="21777"/>
                  </a:lnTo>
                  <a:lnTo>
                    <a:pt x="80009" y="24514"/>
                  </a:lnTo>
                  <a:lnTo>
                    <a:pt x="75453" y="27399"/>
                  </a:lnTo>
                  <a:lnTo>
                    <a:pt x="70993" y="30430"/>
                  </a:lnTo>
                  <a:lnTo>
                    <a:pt x="66632" y="33603"/>
                  </a:lnTo>
                  <a:lnTo>
                    <a:pt x="62377" y="36915"/>
                  </a:lnTo>
                  <a:lnTo>
                    <a:pt x="58230" y="40362"/>
                  </a:lnTo>
                  <a:lnTo>
                    <a:pt x="54197" y="43941"/>
                  </a:lnTo>
                  <a:lnTo>
                    <a:pt x="50281" y="47649"/>
                  </a:lnTo>
                  <a:lnTo>
                    <a:pt x="46487" y="51481"/>
                  </a:lnTo>
                  <a:lnTo>
                    <a:pt x="42818" y="55433"/>
                  </a:lnTo>
                  <a:lnTo>
                    <a:pt x="39279" y="59502"/>
                  </a:lnTo>
                  <a:lnTo>
                    <a:pt x="35873" y="63683"/>
                  </a:lnTo>
                  <a:lnTo>
                    <a:pt x="32604" y="67971"/>
                  </a:lnTo>
                  <a:lnTo>
                    <a:pt x="29474" y="72362"/>
                  </a:lnTo>
                  <a:lnTo>
                    <a:pt x="26488" y="76853"/>
                  </a:lnTo>
                  <a:lnTo>
                    <a:pt x="23648" y="81437"/>
                  </a:lnTo>
                  <a:lnTo>
                    <a:pt x="20958" y="86110"/>
                  </a:lnTo>
                  <a:lnTo>
                    <a:pt x="18419" y="90868"/>
                  </a:lnTo>
                  <a:lnTo>
                    <a:pt x="16036" y="95705"/>
                  </a:lnTo>
                  <a:lnTo>
                    <a:pt x="13809" y="100617"/>
                  </a:lnTo>
                  <a:lnTo>
                    <a:pt x="11743" y="105597"/>
                  </a:lnTo>
                  <a:lnTo>
                    <a:pt x="9838" y="110642"/>
                  </a:lnTo>
                  <a:lnTo>
                    <a:pt x="8096" y="115746"/>
                  </a:lnTo>
                  <a:lnTo>
                    <a:pt x="6521" y="120903"/>
                  </a:lnTo>
                  <a:lnTo>
                    <a:pt x="5112" y="126108"/>
                  </a:lnTo>
                  <a:lnTo>
                    <a:pt x="3872" y="131356"/>
                  </a:lnTo>
                  <a:lnTo>
                    <a:pt x="2802" y="136642"/>
                  </a:lnTo>
                  <a:lnTo>
                    <a:pt x="1903" y="141959"/>
                  </a:lnTo>
                  <a:lnTo>
                    <a:pt x="1176" y="147302"/>
                  </a:lnTo>
                  <a:lnTo>
                    <a:pt x="621" y="152666"/>
                  </a:lnTo>
                  <a:lnTo>
                    <a:pt x="240" y="158045"/>
                  </a:lnTo>
                  <a:lnTo>
                    <a:pt x="33" y="163433"/>
                  </a:lnTo>
                  <a:lnTo>
                    <a:pt x="0" y="168826"/>
                  </a:lnTo>
                  <a:lnTo>
                    <a:pt x="140" y="174216"/>
                  </a:lnTo>
                  <a:lnTo>
                    <a:pt x="454" y="179600"/>
                  </a:lnTo>
                  <a:lnTo>
                    <a:pt x="942" y="184970"/>
                  </a:lnTo>
                  <a:lnTo>
                    <a:pt x="1603" y="19032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455" y="2800231"/>
              <a:ext cx="165556" cy="23155"/>
            </a:xfrm>
            <a:custGeom>
              <a:avLst/>
              <a:pathLst>
                <a:path w="165556" h="23155">
                  <a:moveTo>
                    <a:pt x="0" y="23155"/>
                  </a:moveTo>
                  <a:lnTo>
                    <a:pt x="1655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455" y="2639160"/>
              <a:ext cx="332719" cy="328238"/>
            </a:xfrm>
            <a:custGeom>
              <a:avLst/>
              <a:pathLst>
                <a:path w="332719" h="328238">
                  <a:moveTo>
                    <a:pt x="0" y="184226"/>
                  </a:moveTo>
                  <a:lnTo>
                    <a:pt x="821" y="189490"/>
                  </a:lnTo>
                  <a:lnTo>
                    <a:pt x="1811" y="194725"/>
                  </a:lnTo>
                  <a:lnTo>
                    <a:pt x="2966" y="199925"/>
                  </a:lnTo>
                  <a:lnTo>
                    <a:pt x="4287" y="205087"/>
                  </a:lnTo>
                  <a:lnTo>
                    <a:pt x="5771" y="210203"/>
                  </a:lnTo>
                  <a:lnTo>
                    <a:pt x="7418" y="215270"/>
                  </a:lnTo>
                  <a:lnTo>
                    <a:pt x="9225" y="220281"/>
                  </a:lnTo>
                  <a:lnTo>
                    <a:pt x="11192" y="225233"/>
                  </a:lnTo>
                  <a:lnTo>
                    <a:pt x="13315" y="230119"/>
                  </a:lnTo>
                  <a:lnTo>
                    <a:pt x="15592" y="234935"/>
                  </a:lnTo>
                  <a:lnTo>
                    <a:pt x="18022" y="239676"/>
                  </a:lnTo>
                  <a:lnTo>
                    <a:pt x="20602" y="244338"/>
                  </a:lnTo>
                  <a:lnTo>
                    <a:pt x="23329" y="248914"/>
                  </a:lnTo>
                  <a:lnTo>
                    <a:pt x="26200" y="253402"/>
                  </a:lnTo>
                  <a:lnTo>
                    <a:pt x="29213" y="257796"/>
                  </a:lnTo>
                  <a:lnTo>
                    <a:pt x="32364" y="262091"/>
                  </a:lnTo>
                  <a:lnTo>
                    <a:pt x="35651" y="266284"/>
                  </a:lnTo>
                  <a:lnTo>
                    <a:pt x="39070" y="270370"/>
                  </a:lnTo>
                  <a:lnTo>
                    <a:pt x="42617" y="274345"/>
                  </a:lnTo>
                  <a:lnTo>
                    <a:pt x="46289" y="278205"/>
                  </a:lnTo>
                  <a:lnTo>
                    <a:pt x="50082" y="281946"/>
                  </a:lnTo>
                  <a:lnTo>
                    <a:pt x="53992" y="285564"/>
                  </a:lnTo>
                  <a:lnTo>
                    <a:pt x="58016" y="289056"/>
                  </a:lnTo>
                  <a:lnTo>
                    <a:pt x="62148" y="292418"/>
                  </a:lnTo>
                  <a:lnTo>
                    <a:pt x="66386" y="295646"/>
                  </a:lnTo>
                  <a:lnTo>
                    <a:pt x="70725" y="298738"/>
                  </a:lnTo>
                  <a:lnTo>
                    <a:pt x="75160" y="301690"/>
                  </a:lnTo>
                  <a:lnTo>
                    <a:pt x="79687" y="304499"/>
                  </a:lnTo>
                  <a:lnTo>
                    <a:pt x="84301" y="307162"/>
                  </a:lnTo>
                  <a:lnTo>
                    <a:pt x="88997" y="309677"/>
                  </a:lnTo>
                  <a:lnTo>
                    <a:pt x="93771" y="312041"/>
                  </a:lnTo>
                  <a:lnTo>
                    <a:pt x="98619" y="314252"/>
                  </a:lnTo>
                  <a:lnTo>
                    <a:pt x="103534" y="316307"/>
                  </a:lnTo>
                  <a:lnTo>
                    <a:pt x="108512" y="318205"/>
                  </a:lnTo>
                  <a:lnTo>
                    <a:pt x="113548" y="319943"/>
                  </a:lnTo>
                  <a:lnTo>
                    <a:pt x="118637" y="321519"/>
                  </a:lnTo>
                  <a:lnTo>
                    <a:pt x="123773" y="322933"/>
                  </a:lnTo>
                  <a:lnTo>
                    <a:pt x="128952" y="324182"/>
                  </a:lnTo>
                  <a:lnTo>
                    <a:pt x="134169" y="325265"/>
                  </a:lnTo>
                  <a:lnTo>
                    <a:pt x="139417" y="326182"/>
                  </a:lnTo>
                  <a:lnTo>
                    <a:pt x="144691" y="326931"/>
                  </a:lnTo>
                  <a:lnTo>
                    <a:pt x="149987" y="327512"/>
                  </a:lnTo>
                  <a:lnTo>
                    <a:pt x="155299" y="327923"/>
                  </a:lnTo>
                  <a:lnTo>
                    <a:pt x="160621" y="328166"/>
                  </a:lnTo>
                  <a:lnTo>
                    <a:pt x="165948" y="328238"/>
                  </a:lnTo>
                  <a:lnTo>
                    <a:pt x="171274" y="328141"/>
                  </a:lnTo>
                  <a:lnTo>
                    <a:pt x="176595" y="327874"/>
                  </a:lnTo>
                  <a:lnTo>
                    <a:pt x="181905" y="327437"/>
                  </a:lnTo>
                  <a:lnTo>
                    <a:pt x="187198" y="326832"/>
                  </a:lnTo>
                  <a:lnTo>
                    <a:pt x="192469" y="326058"/>
                  </a:lnTo>
                  <a:lnTo>
                    <a:pt x="197712" y="325116"/>
                  </a:lnTo>
                  <a:lnTo>
                    <a:pt x="202923" y="324008"/>
                  </a:lnTo>
                  <a:lnTo>
                    <a:pt x="208096" y="322735"/>
                  </a:lnTo>
                  <a:lnTo>
                    <a:pt x="213226" y="321297"/>
                  </a:lnTo>
                  <a:lnTo>
                    <a:pt x="218308" y="319697"/>
                  </a:lnTo>
                  <a:lnTo>
                    <a:pt x="223336" y="317935"/>
                  </a:lnTo>
                  <a:lnTo>
                    <a:pt x="228305" y="316014"/>
                  </a:lnTo>
                  <a:lnTo>
                    <a:pt x="233210" y="313936"/>
                  </a:lnTo>
                  <a:lnTo>
                    <a:pt x="238047" y="311703"/>
                  </a:lnTo>
                  <a:lnTo>
                    <a:pt x="242810" y="309316"/>
                  </a:lnTo>
                  <a:lnTo>
                    <a:pt x="247495" y="306779"/>
                  </a:lnTo>
                  <a:lnTo>
                    <a:pt x="252096" y="304094"/>
                  </a:lnTo>
                  <a:lnTo>
                    <a:pt x="256610" y="301264"/>
                  </a:lnTo>
                  <a:lnTo>
                    <a:pt x="261031" y="298291"/>
                  </a:lnTo>
                  <a:lnTo>
                    <a:pt x="265355" y="295179"/>
                  </a:lnTo>
                  <a:lnTo>
                    <a:pt x="269577" y="291931"/>
                  </a:lnTo>
                  <a:lnTo>
                    <a:pt x="273695" y="288550"/>
                  </a:lnTo>
                  <a:lnTo>
                    <a:pt x="277702" y="285039"/>
                  </a:lnTo>
                  <a:lnTo>
                    <a:pt x="281595" y="281403"/>
                  </a:lnTo>
                  <a:lnTo>
                    <a:pt x="285371" y="277644"/>
                  </a:lnTo>
                  <a:lnTo>
                    <a:pt x="289024" y="273767"/>
                  </a:lnTo>
                  <a:lnTo>
                    <a:pt x="292553" y="269775"/>
                  </a:lnTo>
                  <a:lnTo>
                    <a:pt x="295952" y="265673"/>
                  </a:lnTo>
                  <a:lnTo>
                    <a:pt x="299219" y="261465"/>
                  </a:lnTo>
                  <a:lnTo>
                    <a:pt x="302350" y="257155"/>
                  </a:lnTo>
                  <a:lnTo>
                    <a:pt x="305343" y="252747"/>
                  </a:lnTo>
                  <a:lnTo>
                    <a:pt x="308193" y="248246"/>
                  </a:lnTo>
                  <a:lnTo>
                    <a:pt x="310898" y="243657"/>
                  </a:lnTo>
                  <a:lnTo>
                    <a:pt x="313456" y="238983"/>
                  </a:lnTo>
                  <a:lnTo>
                    <a:pt x="315864" y="234231"/>
                  </a:lnTo>
                  <a:lnTo>
                    <a:pt x="318119" y="229404"/>
                  </a:lnTo>
                  <a:lnTo>
                    <a:pt x="320219" y="224508"/>
                  </a:lnTo>
                  <a:lnTo>
                    <a:pt x="322162" y="219547"/>
                  </a:lnTo>
                  <a:lnTo>
                    <a:pt x="323945" y="214527"/>
                  </a:lnTo>
                  <a:lnTo>
                    <a:pt x="325568" y="209453"/>
                  </a:lnTo>
                  <a:lnTo>
                    <a:pt x="327029" y="204330"/>
                  </a:lnTo>
                  <a:lnTo>
                    <a:pt x="328325" y="199162"/>
                  </a:lnTo>
                  <a:lnTo>
                    <a:pt x="329456" y="193956"/>
                  </a:lnTo>
                  <a:lnTo>
                    <a:pt x="330421" y="188717"/>
                  </a:lnTo>
                  <a:lnTo>
                    <a:pt x="331218" y="183449"/>
                  </a:lnTo>
                  <a:lnTo>
                    <a:pt x="331847" y="178159"/>
                  </a:lnTo>
                  <a:lnTo>
                    <a:pt x="332307" y="172851"/>
                  </a:lnTo>
                  <a:lnTo>
                    <a:pt x="332598" y="167532"/>
                  </a:lnTo>
                  <a:lnTo>
                    <a:pt x="332719" y="162206"/>
                  </a:lnTo>
                  <a:lnTo>
                    <a:pt x="332670" y="156878"/>
                  </a:lnTo>
                  <a:lnTo>
                    <a:pt x="332452" y="151555"/>
                  </a:lnTo>
                  <a:lnTo>
                    <a:pt x="332064" y="146242"/>
                  </a:lnTo>
                  <a:lnTo>
                    <a:pt x="331507" y="140944"/>
                  </a:lnTo>
                  <a:lnTo>
                    <a:pt x="330781" y="135666"/>
                  </a:lnTo>
                  <a:lnTo>
                    <a:pt x="329888" y="130414"/>
                  </a:lnTo>
                  <a:lnTo>
                    <a:pt x="328827" y="125193"/>
                  </a:lnTo>
                  <a:lnTo>
                    <a:pt x="327601" y="120008"/>
                  </a:lnTo>
                  <a:lnTo>
                    <a:pt x="326210" y="114866"/>
                  </a:lnTo>
                  <a:lnTo>
                    <a:pt x="324657" y="109770"/>
                  </a:lnTo>
                  <a:lnTo>
                    <a:pt x="322941" y="104726"/>
                  </a:lnTo>
                  <a:lnTo>
                    <a:pt x="321066" y="99740"/>
                  </a:lnTo>
                  <a:lnTo>
                    <a:pt x="319032" y="94815"/>
                  </a:lnTo>
                  <a:lnTo>
                    <a:pt x="316843" y="89958"/>
                  </a:lnTo>
                  <a:lnTo>
                    <a:pt x="314500" y="85174"/>
                  </a:lnTo>
                  <a:lnTo>
                    <a:pt x="312006" y="80466"/>
                  </a:lnTo>
                  <a:lnTo>
                    <a:pt x="309363" y="75840"/>
                  </a:lnTo>
                  <a:lnTo>
                    <a:pt x="306574" y="71301"/>
                  </a:lnTo>
                  <a:lnTo>
                    <a:pt x="303642" y="66853"/>
                  </a:lnTo>
                  <a:lnTo>
                    <a:pt x="300570" y="62501"/>
                  </a:lnTo>
                  <a:lnTo>
                    <a:pt x="297360" y="58249"/>
                  </a:lnTo>
                  <a:lnTo>
                    <a:pt x="294017" y="54101"/>
                  </a:lnTo>
                  <a:lnTo>
                    <a:pt x="290543" y="50062"/>
                  </a:lnTo>
                  <a:lnTo>
                    <a:pt x="286942" y="46135"/>
                  </a:lnTo>
                  <a:lnTo>
                    <a:pt x="283218" y="42326"/>
                  </a:lnTo>
                  <a:lnTo>
                    <a:pt x="279375" y="38637"/>
                  </a:lnTo>
                  <a:lnTo>
                    <a:pt x="275415" y="35072"/>
                  </a:lnTo>
                  <a:lnTo>
                    <a:pt x="271345" y="31635"/>
                  </a:lnTo>
                  <a:lnTo>
                    <a:pt x="267166" y="28330"/>
                  </a:lnTo>
                  <a:lnTo>
                    <a:pt x="262885" y="25159"/>
                  </a:lnTo>
                  <a:lnTo>
                    <a:pt x="258505" y="22127"/>
                  </a:lnTo>
                  <a:lnTo>
                    <a:pt x="254030" y="19236"/>
                  </a:lnTo>
                  <a:lnTo>
                    <a:pt x="249465" y="16489"/>
                  </a:lnTo>
                  <a:lnTo>
                    <a:pt x="244816" y="13888"/>
                  </a:lnTo>
                  <a:lnTo>
                    <a:pt x="240085" y="11437"/>
                  </a:lnTo>
                  <a:lnTo>
                    <a:pt x="235279" y="9138"/>
                  </a:lnTo>
                  <a:lnTo>
                    <a:pt x="230403" y="6994"/>
                  </a:lnTo>
                  <a:lnTo>
                    <a:pt x="225460" y="5006"/>
                  </a:lnTo>
                  <a:lnTo>
                    <a:pt x="220456" y="3176"/>
                  </a:lnTo>
                  <a:lnTo>
                    <a:pt x="215397" y="1507"/>
                  </a:lnTo>
                  <a:lnTo>
                    <a:pt x="210287" y="0"/>
                  </a:lnTo>
                  <a:lnTo>
                    <a:pt x="165556" y="1610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919011" y="2633064"/>
              <a:ext cx="44731" cy="167167"/>
            </a:xfrm>
            <a:custGeom>
              <a:avLst/>
              <a:pathLst>
                <a:path w="44731" h="167167">
                  <a:moveTo>
                    <a:pt x="44731" y="6095"/>
                  </a:moveTo>
                  <a:lnTo>
                    <a:pt x="38466" y="4485"/>
                  </a:lnTo>
                  <a:lnTo>
                    <a:pt x="32143" y="3119"/>
                  </a:lnTo>
                  <a:lnTo>
                    <a:pt x="25773" y="1998"/>
                  </a:lnTo>
                  <a:lnTo>
                    <a:pt x="19363" y="1125"/>
                  </a:lnTo>
                  <a:lnTo>
                    <a:pt x="12925" y="500"/>
                  </a:lnTo>
                  <a:lnTo>
                    <a:pt x="6467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48392" y="2126963"/>
              <a:ext cx="80079" cy="167167"/>
            </a:xfrm>
            <a:custGeom>
              <a:avLst/>
              <a:pathLst>
                <a:path w="80079" h="167167">
                  <a:moveTo>
                    <a:pt x="80079" y="0"/>
                  </a:moveTo>
                  <a:lnTo>
                    <a:pt x="74115" y="106"/>
                  </a:lnTo>
                  <a:lnTo>
                    <a:pt x="68159" y="425"/>
                  </a:lnTo>
                  <a:lnTo>
                    <a:pt x="62218" y="956"/>
                  </a:lnTo>
                  <a:lnTo>
                    <a:pt x="56300" y="1699"/>
                  </a:lnTo>
                  <a:lnTo>
                    <a:pt x="50412" y="2653"/>
                  </a:lnTo>
                  <a:lnTo>
                    <a:pt x="44562" y="3816"/>
                  </a:lnTo>
                  <a:lnTo>
                    <a:pt x="38757" y="5187"/>
                  </a:lnTo>
                  <a:lnTo>
                    <a:pt x="33005" y="6765"/>
                  </a:lnTo>
                  <a:lnTo>
                    <a:pt x="27312" y="8546"/>
                  </a:lnTo>
                  <a:lnTo>
                    <a:pt x="21687" y="10529"/>
                  </a:lnTo>
                  <a:lnTo>
                    <a:pt x="16136" y="12712"/>
                  </a:lnTo>
                  <a:lnTo>
                    <a:pt x="10667" y="15092"/>
                  </a:lnTo>
                  <a:lnTo>
                    <a:pt x="5285" y="17665"/>
                  </a:lnTo>
                  <a:lnTo>
                    <a:pt x="0" y="20428"/>
                  </a:lnTo>
                  <a:lnTo>
                    <a:pt x="800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48392" y="2147392"/>
              <a:ext cx="80079" cy="146738"/>
            </a:xfrm>
            <a:custGeom>
              <a:avLst/>
              <a:pathLst>
                <a:path w="80079" h="146738">
                  <a:moveTo>
                    <a:pt x="0" y="0"/>
                  </a:moveTo>
                  <a:lnTo>
                    <a:pt x="80079" y="1467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561306" y="2147392"/>
              <a:ext cx="167165" cy="287166"/>
            </a:xfrm>
            <a:custGeom>
              <a:avLst/>
              <a:pathLst>
                <a:path w="167165" h="287166">
                  <a:moveTo>
                    <a:pt x="87086" y="0"/>
                  </a:moveTo>
                  <a:lnTo>
                    <a:pt x="82385" y="2664"/>
                  </a:lnTo>
                  <a:lnTo>
                    <a:pt x="77774" y="5479"/>
                  </a:lnTo>
                  <a:lnTo>
                    <a:pt x="73255" y="8442"/>
                  </a:lnTo>
                  <a:lnTo>
                    <a:pt x="68835" y="11549"/>
                  </a:lnTo>
                  <a:lnTo>
                    <a:pt x="64518" y="14797"/>
                  </a:lnTo>
                  <a:lnTo>
                    <a:pt x="60308" y="18183"/>
                  </a:lnTo>
                  <a:lnTo>
                    <a:pt x="56209" y="21703"/>
                  </a:lnTo>
                  <a:lnTo>
                    <a:pt x="52226" y="25354"/>
                  </a:lnTo>
                  <a:lnTo>
                    <a:pt x="48364" y="29132"/>
                  </a:lnTo>
                  <a:lnTo>
                    <a:pt x="44625" y="33033"/>
                  </a:lnTo>
                  <a:lnTo>
                    <a:pt x="41015" y="37052"/>
                  </a:lnTo>
                  <a:lnTo>
                    <a:pt x="37536" y="41186"/>
                  </a:lnTo>
                  <a:lnTo>
                    <a:pt x="34193" y="45430"/>
                  </a:lnTo>
                  <a:lnTo>
                    <a:pt x="30988" y="49781"/>
                  </a:lnTo>
                  <a:lnTo>
                    <a:pt x="27926" y="54232"/>
                  </a:lnTo>
                  <a:lnTo>
                    <a:pt x="25009" y="58780"/>
                  </a:lnTo>
                  <a:lnTo>
                    <a:pt x="22241" y="63420"/>
                  </a:lnTo>
                  <a:lnTo>
                    <a:pt x="19624" y="68147"/>
                  </a:lnTo>
                  <a:lnTo>
                    <a:pt x="17161" y="72956"/>
                  </a:lnTo>
                  <a:lnTo>
                    <a:pt x="14855" y="77842"/>
                  </a:lnTo>
                  <a:lnTo>
                    <a:pt x="12709" y="82800"/>
                  </a:lnTo>
                  <a:lnTo>
                    <a:pt x="10723" y="87825"/>
                  </a:lnTo>
                  <a:lnTo>
                    <a:pt x="8901" y="92911"/>
                  </a:lnTo>
                  <a:lnTo>
                    <a:pt x="7244" y="98054"/>
                  </a:lnTo>
                  <a:lnTo>
                    <a:pt x="5754" y="103247"/>
                  </a:lnTo>
                  <a:lnTo>
                    <a:pt x="4433" y="108486"/>
                  </a:lnTo>
                  <a:lnTo>
                    <a:pt x="3282" y="113765"/>
                  </a:lnTo>
                  <a:lnTo>
                    <a:pt x="2302" y="119078"/>
                  </a:lnTo>
                  <a:lnTo>
                    <a:pt x="1494" y="124420"/>
                  </a:lnTo>
                  <a:lnTo>
                    <a:pt x="859" y="129786"/>
                  </a:lnTo>
                  <a:lnTo>
                    <a:pt x="399" y="135169"/>
                  </a:lnTo>
                  <a:lnTo>
                    <a:pt x="112" y="140564"/>
                  </a:lnTo>
                  <a:lnTo>
                    <a:pt x="0" y="145966"/>
                  </a:lnTo>
                  <a:lnTo>
                    <a:pt x="62" y="151369"/>
                  </a:lnTo>
                  <a:lnTo>
                    <a:pt x="299" y="156766"/>
                  </a:lnTo>
                  <a:lnTo>
                    <a:pt x="710" y="162154"/>
                  </a:lnTo>
                  <a:lnTo>
                    <a:pt x="1295" y="167525"/>
                  </a:lnTo>
                  <a:lnTo>
                    <a:pt x="2054" y="172874"/>
                  </a:lnTo>
                  <a:lnTo>
                    <a:pt x="2984" y="178196"/>
                  </a:lnTo>
                  <a:lnTo>
                    <a:pt x="4087" y="183486"/>
                  </a:lnTo>
                  <a:lnTo>
                    <a:pt x="5359" y="188737"/>
                  </a:lnTo>
                  <a:lnTo>
                    <a:pt x="6801" y="193944"/>
                  </a:lnTo>
                  <a:lnTo>
                    <a:pt x="8410" y="199101"/>
                  </a:lnTo>
                  <a:lnTo>
                    <a:pt x="10186" y="204204"/>
                  </a:lnTo>
                  <a:lnTo>
                    <a:pt x="12125" y="209247"/>
                  </a:lnTo>
                  <a:lnTo>
                    <a:pt x="14226" y="214225"/>
                  </a:lnTo>
                  <a:lnTo>
                    <a:pt x="16486" y="219132"/>
                  </a:lnTo>
                  <a:lnTo>
                    <a:pt x="18905" y="223964"/>
                  </a:lnTo>
                  <a:lnTo>
                    <a:pt x="21478" y="228714"/>
                  </a:lnTo>
                  <a:lnTo>
                    <a:pt x="24203" y="233380"/>
                  </a:lnTo>
                  <a:lnTo>
                    <a:pt x="27078" y="237954"/>
                  </a:lnTo>
                  <a:lnTo>
                    <a:pt x="30099" y="242434"/>
                  </a:lnTo>
                  <a:lnTo>
                    <a:pt x="33263" y="246813"/>
                  </a:lnTo>
                  <a:lnTo>
                    <a:pt x="36567" y="251088"/>
                  </a:lnTo>
                  <a:lnTo>
                    <a:pt x="40007" y="255254"/>
                  </a:lnTo>
                  <a:lnTo>
                    <a:pt x="43580" y="259307"/>
                  </a:lnTo>
                  <a:lnTo>
                    <a:pt x="47283" y="263242"/>
                  </a:lnTo>
                  <a:lnTo>
                    <a:pt x="51110" y="267055"/>
                  </a:lnTo>
                  <a:lnTo>
                    <a:pt x="55059" y="270743"/>
                  </a:lnTo>
                  <a:lnTo>
                    <a:pt x="59125" y="274301"/>
                  </a:lnTo>
                  <a:lnTo>
                    <a:pt x="63304" y="277726"/>
                  </a:lnTo>
                  <a:lnTo>
                    <a:pt x="67591" y="281014"/>
                  </a:lnTo>
                  <a:lnTo>
                    <a:pt x="71982" y="284161"/>
                  </a:lnTo>
                  <a:lnTo>
                    <a:pt x="76473" y="287166"/>
                  </a:lnTo>
                  <a:lnTo>
                    <a:pt x="167165" y="1467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7780" y="2126963"/>
              <a:ext cx="257840" cy="334334"/>
            </a:xfrm>
            <a:custGeom>
              <a:avLst/>
              <a:pathLst>
                <a:path w="257840" h="334334">
                  <a:moveTo>
                    <a:pt x="0" y="307594"/>
                  </a:moveTo>
                  <a:lnTo>
                    <a:pt x="4503" y="310403"/>
                  </a:lnTo>
                  <a:lnTo>
                    <a:pt x="9094" y="313067"/>
                  </a:lnTo>
                  <a:lnTo>
                    <a:pt x="13767" y="315584"/>
                  </a:lnTo>
                  <a:lnTo>
                    <a:pt x="18518" y="317951"/>
                  </a:lnTo>
                  <a:lnTo>
                    <a:pt x="23341" y="320166"/>
                  </a:lnTo>
                  <a:lnTo>
                    <a:pt x="28232" y="322228"/>
                  </a:lnTo>
                  <a:lnTo>
                    <a:pt x="33187" y="324132"/>
                  </a:lnTo>
                  <a:lnTo>
                    <a:pt x="38199" y="325879"/>
                  </a:lnTo>
                  <a:lnTo>
                    <a:pt x="43264" y="327465"/>
                  </a:lnTo>
                  <a:lnTo>
                    <a:pt x="48377" y="328890"/>
                  </a:lnTo>
                  <a:lnTo>
                    <a:pt x="53532" y="330152"/>
                  </a:lnTo>
                  <a:lnTo>
                    <a:pt x="58725" y="331250"/>
                  </a:lnTo>
                  <a:lnTo>
                    <a:pt x="63951" y="332182"/>
                  </a:lnTo>
                  <a:lnTo>
                    <a:pt x="69203" y="332947"/>
                  </a:lnTo>
                  <a:lnTo>
                    <a:pt x="74477" y="333546"/>
                  </a:lnTo>
                  <a:lnTo>
                    <a:pt x="79767" y="333977"/>
                  </a:lnTo>
                  <a:lnTo>
                    <a:pt x="85068" y="334240"/>
                  </a:lnTo>
                  <a:lnTo>
                    <a:pt x="90375" y="334334"/>
                  </a:lnTo>
                  <a:lnTo>
                    <a:pt x="95682" y="334260"/>
                  </a:lnTo>
                  <a:lnTo>
                    <a:pt x="100984" y="334017"/>
                  </a:lnTo>
                  <a:lnTo>
                    <a:pt x="106276" y="333606"/>
                  </a:lnTo>
                  <a:lnTo>
                    <a:pt x="111552" y="333028"/>
                  </a:lnTo>
                  <a:lnTo>
                    <a:pt x="116807" y="332282"/>
                  </a:lnTo>
                  <a:lnTo>
                    <a:pt x="122036" y="331369"/>
                  </a:lnTo>
                  <a:lnTo>
                    <a:pt x="127233" y="330292"/>
                  </a:lnTo>
                  <a:lnTo>
                    <a:pt x="132394" y="329049"/>
                  </a:lnTo>
                  <a:lnTo>
                    <a:pt x="137512" y="327644"/>
                  </a:lnTo>
                  <a:lnTo>
                    <a:pt x="142583" y="326077"/>
                  </a:lnTo>
                  <a:lnTo>
                    <a:pt x="147602" y="324349"/>
                  </a:lnTo>
                  <a:lnTo>
                    <a:pt x="152563" y="322463"/>
                  </a:lnTo>
                  <a:lnTo>
                    <a:pt x="157462" y="320421"/>
                  </a:lnTo>
                  <a:lnTo>
                    <a:pt x="162294" y="318224"/>
                  </a:lnTo>
                  <a:lnTo>
                    <a:pt x="167053" y="315874"/>
                  </a:lnTo>
                  <a:lnTo>
                    <a:pt x="171736" y="313375"/>
                  </a:lnTo>
                  <a:lnTo>
                    <a:pt x="176337" y="310728"/>
                  </a:lnTo>
                  <a:lnTo>
                    <a:pt x="180851" y="307937"/>
                  </a:lnTo>
                  <a:lnTo>
                    <a:pt x="185275" y="305004"/>
                  </a:lnTo>
                  <a:lnTo>
                    <a:pt x="189603" y="301932"/>
                  </a:lnTo>
                  <a:lnTo>
                    <a:pt x="193831" y="298724"/>
                  </a:lnTo>
                  <a:lnTo>
                    <a:pt x="197956" y="295383"/>
                  </a:lnTo>
                  <a:lnTo>
                    <a:pt x="201972" y="291913"/>
                  </a:lnTo>
                  <a:lnTo>
                    <a:pt x="205877" y="288317"/>
                  </a:lnTo>
                  <a:lnTo>
                    <a:pt x="209665" y="284599"/>
                  </a:lnTo>
                  <a:lnTo>
                    <a:pt x="213333" y="280763"/>
                  </a:lnTo>
                  <a:lnTo>
                    <a:pt x="216877" y="276812"/>
                  </a:lnTo>
                  <a:lnTo>
                    <a:pt x="220295" y="272751"/>
                  </a:lnTo>
                  <a:lnTo>
                    <a:pt x="223581" y="268583"/>
                  </a:lnTo>
                  <a:lnTo>
                    <a:pt x="226734" y="264313"/>
                  </a:lnTo>
                  <a:lnTo>
                    <a:pt x="229750" y="259945"/>
                  </a:lnTo>
                  <a:lnTo>
                    <a:pt x="232625" y="255484"/>
                  </a:lnTo>
                  <a:lnTo>
                    <a:pt x="235357" y="250933"/>
                  </a:lnTo>
                  <a:lnTo>
                    <a:pt x="237944" y="246298"/>
                  </a:lnTo>
                  <a:lnTo>
                    <a:pt x="240382" y="241584"/>
                  </a:lnTo>
                  <a:lnTo>
                    <a:pt x="242669" y="236794"/>
                  </a:lnTo>
                  <a:lnTo>
                    <a:pt x="244803" y="231934"/>
                  </a:lnTo>
                  <a:lnTo>
                    <a:pt x="246781" y="227009"/>
                  </a:lnTo>
                  <a:lnTo>
                    <a:pt x="248602" y="222023"/>
                  </a:lnTo>
                  <a:lnTo>
                    <a:pt x="250264" y="216983"/>
                  </a:lnTo>
                  <a:lnTo>
                    <a:pt x="251765" y="211891"/>
                  </a:lnTo>
                  <a:lnTo>
                    <a:pt x="253104" y="206755"/>
                  </a:lnTo>
                  <a:lnTo>
                    <a:pt x="254279" y="201579"/>
                  </a:lnTo>
                  <a:lnTo>
                    <a:pt x="255289" y="196369"/>
                  </a:lnTo>
                  <a:lnTo>
                    <a:pt x="256133" y="191128"/>
                  </a:lnTo>
                  <a:lnTo>
                    <a:pt x="256810" y="185864"/>
                  </a:lnTo>
                  <a:lnTo>
                    <a:pt x="257320" y="180581"/>
                  </a:lnTo>
                  <a:lnTo>
                    <a:pt x="257662" y="175284"/>
                  </a:lnTo>
                  <a:lnTo>
                    <a:pt x="257835" y="169979"/>
                  </a:lnTo>
                  <a:lnTo>
                    <a:pt x="257840" y="164671"/>
                  </a:lnTo>
                  <a:lnTo>
                    <a:pt x="257677" y="159366"/>
                  </a:lnTo>
                  <a:lnTo>
                    <a:pt x="257345" y="154069"/>
                  </a:lnTo>
                  <a:lnTo>
                    <a:pt x="256845" y="148785"/>
                  </a:lnTo>
                  <a:lnTo>
                    <a:pt x="256178" y="143519"/>
                  </a:lnTo>
                  <a:lnTo>
                    <a:pt x="255344" y="138277"/>
                  </a:lnTo>
                  <a:lnTo>
                    <a:pt x="254344" y="133065"/>
                  </a:lnTo>
                  <a:lnTo>
                    <a:pt x="253179" y="127886"/>
                  </a:lnTo>
                  <a:lnTo>
                    <a:pt x="251850" y="122748"/>
                  </a:lnTo>
                  <a:lnTo>
                    <a:pt x="250358" y="117654"/>
                  </a:lnTo>
                  <a:lnTo>
                    <a:pt x="248706" y="112610"/>
                  </a:lnTo>
                  <a:lnTo>
                    <a:pt x="246894" y="107621"/>
                  </a:lnTo>
                  <a:lnTo>
                    <a:pt x="244925" y="102692"/>
                  </a:lnTo>
                  <a:lnTo>
                    <a:pt x="242800" y="97828"/>
                  </a:lnTo>
                  <a:lnTo>
                    <a:pt x="240522" y="93034"/>
                  </a:lnTo>
                  <a:lnTo>
                    <a:pt x="238093" y="88314"/>
                  </a:lnTo>
                  <a:lnTo>
                    <a:pt x="235516" y="83675"/>
                  </a:lnTo>
                  <a:lnTo>
                    <a:pt x="232792" y="79119"/>
                  </a:lnTo>
                  <a:lnTo>
                    <a:pt x="229925" y="74652"/>
                  </a:lnTo>
                  <a:lnTo>
                    <a:pt x="226918" y="70278"/>
                  </a:lnTo>
                  <a:lnTo>
                    <a:pt x="223773" y="66003"/>
                  </a:lnTo>
                  <a:lnTo>
                    <a:pt x="220495" y="61829"/>
                  </a:lnTo>
                  <a:lnTo>
                    <a:pt x="217085" y="57761"/>
                  </a:lnTo>
                  <a:lnTo>
                    <a:pt x="213548" y="53803"/>
                  </a:lnTo>
                  <a:lnTo>
                    <a:pt x="209887" y="49960"/>
                  </a:lnTo>
                  <a:lnTo>
                    <a:pt x="206106" y="46235"/>
                  </a:lnTo>
                  <a:lnTo>
                    <a:pt x="202209" y="42632"/>
                  </a:lnTo>
                  <a:lnTo>
                    <a:pt x="198199" y="39154"/>
                  </a:lnTo>
                  <a:lnTo>
                    <a:pt x="194080" y="35806"/>
                  </a:lnTo>
                  <a:lnTo>
                    <a:pt x="189858" y="32590"/>
                  </a:lnTo>
                  <a:lnTo>
                    <a:pt x="185536" y="29510"/>
                  </a:lnTo>
                  <a:lnTo>
                    <a:pt x="181118" y="26568"/>
                  </a:lnTo>
                  <a:lnTo>
                    <a:pt x="176608" y="23768"/>
                  </a:lnTo>
                  <a:lnTo>
                    <a:pt x="172013" y="21113"/>
                  </a:lnTo>
                  <a:lnTo>
                    <a:pt x="167335" y="18605"/>
                  </a:lnTo>
                  <a:lnTo>
                    <a:pt x="162580" y="16246"/>
                  </a:lnTo>
                  <a:lnTo>
                    <a:pt x="157752" y="14040"/>
                  </a:lnTo>
                  <a:lnTo>
                    <a:pt x="152857" y="11988"/>
                  </a:lnTo>
                  <a:lnTo>
                    <a:pt x="147899" y="10093"/>
                  </a:lnTo>
                  <a:lnTo>
                    <a:pt x="142884" y="8356"/>
                  </a:lnTo>
                  <a:lnTo>
                    <a:pt x="137816" y="6779"/>
                  </a:lnTo>
                  <a:lnTo>
                    <a:pt x="132700" y="5364"/>
                  </a:lnTo>
                  <a:lnTo>
                    <a:pt x="127542" y="4112"/>
                  </a:lnTo>
                  <a:lnTo>
                    <a:pt x="122347" y="3024"/>
                  </a:lnTo>
                  <a:lnTo>
                    <a:pt x="117120" y="2102"/>
                  </a:lnTo>
                  <a:lnTo>
                    <a:pt x="111866" y="1346"/>
                  </a:lnTo>
                  <a:lnTo>
                    <a:pt x="106591" y="757"/>
                  </a:lnTo>
                  <a:lnTo>
                    <a:pt x="101300" y="336"/>
                  </a:lnTo>
                  <a:lnTo>
                    <a:pt x="95999" y="84"/>
                  </a:lnTo>
                  <a:lnTo>
                    <a:pt x="90692" y="0"/>
                  </a:lnTo>
                  <a:lnTo>
                    <a:pt x="906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92824" y="1681503"/>
              <a:ext cx="30410" cy="167167"/>
            </a:xfrm>
            <a:custGeom>
              <a:avLst/>
              <a:pathLst>
                <a:path w="30410" h="167167">
                  <a:moveTo>
                    <a:pt x="30410" y="0"/>
                  </a:moveTo>
                  <a:lnTo>
                    <a:pt x="22768" y="174"/>
                  </a:lnTo>
                  <a:lnTo>
                    <a:pt x="15141" y="698"/>
                  </a:lnTo>
                  <a:lnTo>
                    <a:pt x="7546" y="1570"/>
                  </a:lnTo>
                  <a:lnTo>
                    <a:pt x="0" y="2789"/>
                  </a:lnTo>
                  <a:lnTo>
                    <a:pt x="3041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2824" y="1684292"/>
              <a:ext cx="30410" cy="164378"/>
            </a:xfrm>
            <a:custGeom>
              <a:avLst/>
              <a:pathLst>
                <a:path w="30410" h="164378">
                  <a:moveTo>
                    <a:pt x="0" y="0"/>
                  </a:moveTo>
                  <a:lnTo>
                    <a:pt x="30410" y="1643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256075" y="1684292"/>
              <a:ext cx="334313" cy="331543"/>
            </a:xfrm>
            <a:custGeom>
              <a:avLst/>
              <a:pathLst>
                <a:path w="334313" h="331543">
                  <a:moveTo>
                    <a:pt x="136748" y="0"/>
                  </a:moveTo>
                  <a:lnTo>
                    <a:pt x="131543" y="1048"/>
                  </a:lnTo>
                  <a:lnTo>
                    <a:pt x="126374" y="2262"/>
                  </a:lnTo>
                  <a:lnTo>
                    <a:pt x="121246" y="3639"/>
                  </a:lnTo>
                  <a:lnTo>
                    <a:pt x="116165" y="5178"/>
                  </a:lnTo>
                  <a:lnTo>
                    <a:pt x="111135" y="6878"/>
                  </a:lnTo>
                  <a:lnTo>
                    <a:pt x="106161" y="8736"/>
                  </a:lnTo>
                  <a:lnTo>
                    <a:pt x="101249" y="10752"/>
                  </a:lnTo>
                  <a:lnTo>
                    <a:pt x="96403" y="12923"/>
                  </a:lnTo>
                  <a:lnTo>
                    <a:pt x="91629" y="15246"/>
                  </a:lnTo>
                  <a:lnTo>
                    <a:pt x="86931" y="17720"/>
                  </a:lnTo>
                  <a:lnTo>
                    <a:pt x="82314" y="20342"/>
                  </a:lnTo>
                  <a:lnTo>
                    <a:pt x="77783" y="23109"/>
                  </a:lnTo>
                  <a:lnTo>
                    <a:pt x="73341" y="26019"/>
                  </a:lnTo>
                  <a:lnTo>
                    <a:pt x="68995" y="29068"/>
                  </a:lnTo>
                  <a:lnTo>
                    <a:pt x="64747" y="32254"/>
                  </a:lnTo>
                  <a:lnTo>
                    <a:pt x="60603" y="35573"/>
                  </a:lnTo>
                  <a:lnTo>
                    <a:pt x="56566" y="39022"/>
                  </a:lnTo>
                  <a:lnTo>
                    <a:pt x="52641" y="42597"/>
                  </a:lnTo>
                  <a:lnTo>
                    <a:pt x="48831" y="46295"/>
                  </a:lnTo>
                  <a:lnTo>
                    <a:pt x="45140" y="50113"/>
                  </a:lnTo>
                  <a:lnTo>
                    <a:pt x="41573" y="54046"/>
                  </a:lnTo>
                  <a:lnTo>
                    <a:pt x="38133" y="58090"/>
                  </a:lnTo>
                  <a:lnTo>
                    <a:pt x="34822" y="62241"/>
                  </a:lnTo>
                  <a:lnTo>
                    <a:pt x="31645" y="66495"/>
                  </a:lnTo>
                  <a:lnTo>
                    <a:pt x="28605" y="70848"/>
                  </a:lnTo>
                  <a:lnTo>
                    <a:pt x="25705" y="75295"/>
                  </a:lnTo>
                  <a:lnTo>
                    <a:pt x="22947" y="79833"/>
                  </a:lnTo>
                  <a:lnTo>
                    <a:pt x="20335" y="84455"/>
                  </a:lnTo>
                  <a:lnTo>
                    <a:pt x="17871" y="89158"/>
                  </a:lnTo>
                  <a:lnTo>
                    <a:pt x="15557" y="93937"/>
                  </a:lnTo>
                  <a:lnTo>
                    <a:pt x="13397" y="98787"/>
                  </a:lnTo>
                  <a:lnTo>
                    <a:pt x="11391" y="103704"/>
                  </a:lnTo>
                  <a:lnTo>
                    <a:pt x="9543" y="108681"/>
                  </a:lnTo>
                  <a:lnTo>
                    <a:pt x="7854" y="113715"/>
                  </a:lnTo>
                  <a:lnTo>
                    <a:pt x="6325" y="118800"/>
                  </a:lnTo>
                  <a:lnTo>
                    <a:pt x="4959" y="123930"/>
                  </a:lnTo>
                  <a:lnTo>
                    <a:pt x="3756" y="129102"/>
                  </a:lnTo>
                  <a:lnTo>
                    <a:pt x="2718" y="134309"/>
                  </a:lnTo>
                  <a:lnTo>
                    <a:pt x="1846" y="139547"/>
                  </a:lnTo>
                  <a:lnTo>
                    <a:pt x="1141" y="144809"/>
                  </a:lnTo>
                  <a:lnTo>
                    <a:pt x="603" y="150091"/>
                  </a:lnTo>
                  <a:lnTo>
                    <a:pt x="233" y="155388"/>
                  </a:lnTo>
                  <a:lnTo>
                    <a:pt x="32" y="160694"/>
                  </a:lnTo>
                  <a:lnTo>
                    <a:pt x="0" y="166003"/>
                  </a:lnTo>
                  <a:lnTo>
                    <a:pt x="135" y="171311"/>
                  </a:lnTo>
                  <a:lnTo>
                    <a:pt x="440" y="176612"/>
                  </a:lnTo>
                  <a:lnTo>
                    <a:pt x="913" y="181900"/>
                  </a:lnTo>
                  <a:lnTo>
                    <a:pt x="1553" y="187171"/>
                  </a:lnTo>
                  <a:lnTo>
                    <a:pt x="2360" y="192419"/>
                  </a:lnTo>
                  <a:lnTo>
                    <a:pt x="3334" y="197639"/>
                  </a:lnTo>
                  <a:lnTo>
                    <a:pt x="4473" y="202824"/>
                  </a:lnTo>
                  <a:lnTo>
                    <a:pt x="5776" y="207972"/>
                  </a:lnTo>
                  <a:lnTo>
                    <a:pt x="7242" y="213075"/>
                  </a:lnTo>
                  <a:lnTo>
                    <a:pt x="8869" y="218129"/>
                  </a:lnTo>
                  <a:lnTo>
                    <a:pt x="10656" y="223129"/>
                  </a:lnTo>
                  <a:lnTo>
                    <a:pt x="12601" y="228069"/>
                  </a:lnTo>
                  <a:lnTo>
                    <a:pt x="14701" y="232946"/>
                  </a:lnTo>
                  <a:lnTo>
                    <a:pt x="16956" y="237753"/>
                  </a:lnTo>
                  <a:lnTo>
                    <a:pt x="19362" y="242486"/>
                  </a:lnTo>
                  <a:lnTo>
                    <a:pt x="21917" y="247140"/>
                  </a:lnTo>
                  <a:lnTo>
                    <a:pt x="24619" y="251711"/>
                  </a:lnTo>
                  <a:lnTo>
                    <a:pt x="27464" y="256194"/>
                  </a:lnTo>
                  <a:lnTo>
                    <a:pt x="30450" y="260584"/>
                  </a:lnTo>
                  <a:lnTo>
                    <a:pt x="33575" y="264877"/>
                  </a:lnTo>
                  <a:lnTo>
                    <a:pt x="36834" y="269069"/>
                  </a:lnTo>
                  <a:lnTo>
                    <a:pt x="40224" y="273155"/>
                  </a:lnTo>
                  <a:lnTo>
                    <a:pt x="43743" y="277131"/>
                  </a:lnTo>
                  <a:lnTo>
                    <a:pt x="47386" y="280994"/>
                  </a:lnTo>
                  <a:lnTo>
                    <a:pt x="51150" y="284739"/>
                  </a:lnTo>
                  <a:lnTo>
                    <a:pt x="55031" y="288362"/>
                  </a:lnTo>
                  <a:lnTo>
                    <a:pt x="59025" y="291861"/>
                  </a:lnTo>
                  <a:lnTo>
                    <a:pt x="63128" y="295230"/>
                  </a:lnTo>
                  <a:lnTo>
                    <a:pt x="67336" y="298468"/>
                  </a:lnTo>
                  <a:lnTo>
                    <a:pt x="71645" y="301571"/>
                  </a:lnTo>
                  <a:lnTo>
                    <a:pt x="76050" y="304535"/>
                  </a:lnTo>
                  <a:lnTo>
                    <a:pt x="80547" y="307358"/>
                  </a:lnTo>
                  <a:lnTo>
                    <a:pt x="85131" y="310036"/>
                  </a:lnTo>
                  <a:lnTo>
                    <a:pt x="89799" y="312568"/>
                  </a:lnTo>
                  <a:lnTo>
                    <a:pt x="94544" y="314950"/>
                  </a:lnTo>
                  <a:lnTo>
                    <a:pt x="99362" y="317180"/>
                  </a:lnTo>
                  <a:lnTo>
                    <a:pt x="104249" y="319256"/>
                  </a:lnTo>
                  <a:lnTo>
                    <a:pt x="109200" y="321176"/>
                  </a:lnTo>
                  <a:lnTo>
                    <a:pt x="114208" y="322937"/>
                  </a:lnTo>
                  <a:lnTo>
                    <a:pt x="119271" y="324539"/>
                  </a:lnTo>
                  <a:lnTo>
                    <a:pt x="124381" y="325979"/>
                  </a:lnTo>
                  <a:lnTo>
                    <a:pt x="129535" y="327256"/>
                  </a:lnTo>
                  <a:lnTo>
                    <a:pt x="134727" y="328369"/>
                  </a:lnTo>
                  <a:lnTo>
                    <a:pt x="139951" y="329316"/>
                  </a:lnTo>
                  <a:lnTo>
                    <a:pt x="145203" y="330097"/>
                  </a:lnTo>
                  <a:lnTo>
                    <a:pt x="150477" y="330710"/>
                  </a:lnTo>
                  <a:lnTo>
                    <a:pt x="155768" y="331156"/>
                  </a:lnTo>
                  <a:lnTo>
                    <a:pt x="161070" y="331434"/>
                  </a:lnTo>
                  <a:lnTo>
                    <a:pt x="166378" y="331543"/>
                  </a:lnTo>
                  <a:lnTo>
                    <a:pt x="171688" y="331484"/>
                  </a:lnTo>
                  <a:lnTo>
                    <a:pt x="176992" y="331256"/>
                  </a:lnTo>
                  <a:lnTo>
                    <a:pt x="182287" y="330859"/>
                  </a:lnTo>
                  <a:lnTo>
                    <a:pt x="187566" y="330295"/>
                  </a:lnTo>
                  <a:lnTo>
                    <a:pt x="192825" y="329563"/>
                  </a:lnTo>
                  <a:lnTo>
                    <a:pt x="198058" y="328664"/>
                  </a:lnTo>
                  <a:lnTo>
                    <a:pt x="203260" y="327600"/>
                  </a:lnTo>
                  <a:lnTo>
                    <a:pt x="208426" y="326371"/>
                  </a:lnTo>
                  <a:lnTo>
                    <a:pt x="213549" y="324979"/>
                  </a:lnTo>
                  <a:lnTo>
                    <a:pt x="218626" y="323425"/>
                  </a:lnTo>
                  <a:lnTo>
                    <a:pt x="223651" y="321710"/>
                  </a:lnTo>
                  <a:lnTo>
                    <a:pt x="228619" y="319837"/>
                  </a:lnTo>
                  <a:lnTo>
                    <a:pt x="233525" y="317806"/>
                  </a:lnTo>
                  <a:lnTo>
                    <a:pt x="238365" y="315621"/>
                  </a:lnTo>
                  <a:lnTo>
                    <a:pt x="243132" y="313284"/>
                  </a:lnTo>
                  <a:lnTo>
                    <a:pt x="247822" y="310796"/>
                  </a:lnTo>
                  <a:lnTo>
                    <a:pt x="252432" y="308160"/>
                  </a:lnTo>
                  <a:lnTo>
                    <a:pt x="256955" y="305380"/>
                  </a:lnTo>
                  <a:lnTo>
                    <a:pt x="261388" y="302457"/>
                  </a:lnTo>
                  <a:lnTo>
                    <a:pt x="265725" y="299395"/>
                  </a:lnTo>
                  <a:lnTo>
                    <a:pt x="269963" y="296196"/>
                  </a:lnTo>
                  <a:lnTo>
                    <a:pt x="274098" y="292865"/>
                  </a:lnTo>
                  <a:lnTo>
                    <a:pt x="278124" y="289404"/>
                  </a:lnTo>
                  <a:lnTo>
                    <a:pt x="282039" y="285817"/>
                  </a:lnTo>
                  <a:lnTo>
                    <a:pt x="285838" y="282107"/>
                  </a:lnTo>
                  <a:lnTo>
                    <a:pt x="289517" y="278279"/>
                  </a:lnTo>
                  <a:lnTo>
                    <a:pt x="293072" y="274336"/>
                  </a:lnTo>
                  <a:lnTo>
                    <a:pt x="296501" y="270282"/>
                  </a:lnTo>
                  <a:lnTo>
                    <a:pt x="299799" y="266120"/>
                  </a:lnTo>
                  <a:lnTo>
                    <a:pt x="302963" y="261857"/>
                  </a:lnTo>
                  <a:lnTo>
                    <a:pt x="305990" y="257495"/>
                  </a:lnTo>
                  <a:lnTo>
                    <a:pt x="308878" y="253039"/>
                  </a:lnTo>
                  <a:lnTo>
                    <a:pt x="311622" y="248493"/>
                  </a:lnTo>
                  <a:lnTo>
                    <a:pt x="314220" y="243863"/>
                  </a:lnTo>
                  <a:lnTo>
                    <a:pt x="316670" y="239153"/>
                  </a:lnTo>
                  <a:lnTo>
                    <a:pt x="318970" y="234367"/>
                  </a:lnTo>
                  <a:lnTo>
                    <a:pt x="321116" y="229510"/>
                  </a:lnTo>
                  <a:lnTo>
                    <a:pt x="323107" y="224588"/>
                  </a:lnTo>
                  <a:lnTo>
                    <a:pt x="324940" y="219605"/>
                  </a:lnTo>
                  <a:lnTo>
                    <a:pt x="326614" y="214566"/>
                  </a:lnTo>
                  <a:lnTo>
                    <a:pt x="328128" y="209477"/>
                  </a:lnTo>
                  <a:lnTo>
                    <a:pt x="329479" y="204342"/>
                  </a:lnTo>
                  <a:lnTo>
                    <a:pt x="330666" y="199167"/>
                  </a:lnTo>
                  <a:lnTo>
                    <a:pt x="331689" y="193957"/>
                  </a:lnTo>
                  <a:lnTo>
                    <a:pt x="332545" y="188717"/>
                  </a:lnTo>
                  <a:lnTo>
                    <a:pt x="333235" y="183452"/>
                  </a:lnTo>
                  <a:lnTo>
                    <a:pt x="333757" y="178169"/>
                  </a:lnTo>
                  <a:lnTo>
                    <a:pt x="334111" y="172871"/>
                  </a:lnTo>
                  <a:lnTo>
                    <a:pt x="334296" y="167565"/>
                  </a:lnTo>
                  <a:lnTo>
                    <a:pt x="334313" y="162255"/>
                  </a:lnTo>
                  <a:lnTo>
                    <a:pt x="334161" y="156948"/>
                  </a:lnTo>
                  <a:lnTo>
                    <a:pt x="333841" y="151648"/>
                  </a:lnTo>
                  <a:lnTo>
                    <a:pt x="333353" y="146361"/>
                  </a:lnTo>
                  <a:lnTo>
                    <a:pt x="332697" y="141092"/>
                  </a:lnTo>
                  <a:lnTo>
                    <a:pt x="331874" y="135846"/>
                  </a:lnTo>
                  <a:lnTo>
                    <a:pt x="330885" y="130630"/>
                  </a:lnTo>
                  <a:lnTo>
                    <a:pt x="329730" y="125447"/>
                  </a:lnTo>
                  <a:lnTo>
                    <a:pt x="328412" y="120304"/>
                  </a:lnTo>
                  <a:lnTo>
                    <a:pt x="326931" y="115205"/>
                  </a:lnTo>
                  <a:lnTo>
                    <a:pt x="325289" y="110156"/>
                  </a:lnTo>
                  <a:lnTo>
                    <a:pt x="323487" y="105161"/>
                  </a:lnTo>
                  <a:lnTo>
                    <a:pt x="321527" y="100227"/>
                  </a:lnTo>
                  <a:lnTo>
                    <a:pt x="319412" y="95357"/>
                  </a:lnTo>
                  <a:lnTo>
                    <a:pt x="317144" y="90556"/>
                  </a:lnTo>
                  <a:lnTo>
                    <a:pt x="314723" y="85830"/>
                  </a:lnTo>
                  <a:lnTo>
                    <a:pt x="312155" y="81183"/>
                  </a:lnTo>
                  <a:lnTo>
                    <a:pt x="309439" y="76621"/>
                  </a:lnTo>
                  <a:lnTo>
                    <a:pt x="306581" y="72146"/>
                  </a:lnTo>
                  <a:lnTo>
                    <a:pt x="303581" y="67765"/>
                  </a:lnTo>
                  <a:lnTo>
                    <a:pt x="300444" y="63481"/>
                  </a:lnTo>
                  <a:lnTo>
                    <a:pt x="297173" y="59299"/>
                  </a:lnTo>
                  <a:lnTo>
                    <a:pt x="293770" y="55223"/>
                  </a:lnTo>
                  <a:lnTo>
                    <a:pt x="290240" y="51258"/>
                  </a:lnTo>
                  <a:lnTo>
                    <a:pt x="286585" y="47406"/>
                  </a:lnTo>
                  <a:lnTo>
                    <a:pt x="282810" y="43672"/>
                  </a:lnTo>
                  <a:lnTo>
                    <a:pt x="278918" y="40060"/>
                  </a:lnTo>
                  <a:lnTo>
                    <a:pt x="274914" y="36574"/>
                  </a:lnTo>
                  <a:lnTo>
                    <a:pt x="270801" y="33216"/>
                  </a:lnTo>
                  <a:lnTo>
                    <a:pt x="266583" y="29991"/>
                  </a:lnTo>
                  <a:lnTo>
                    <a:pt x="262265" y="26901"/>
                  </a:lnTo>
                  <a:lnTo>
                    <a:pt x="257851" y="23950"/>
                  </a:lnTo>
                  <a:lnTo>
                    <a:pt x="167159" y="1643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423235" y="1681503"/>
              <a:ext cx="90692" cy="167167"/>
            </a:xfrm>
            <a:custGeom>
              <a:avLst/>
              <a:pathLst>
                <a:path w="90692" h="167167">
                  <a:moveTo>
                    <a:pt x="90692" y="26739"/>
                  </a:moveTo>
                  <a:lnTo>
                    <a:pt x="85904" y="23761"/>
                  </a:lnTo>
                  <a:lnTo>
                    <a:pt x="81019" y="20945"/>
                  </a:lnTo>
                  <a:lnTo>
                    <a:pt x="76041" y="18296"/>
                  </a:lnTo>
                  <a:lnTo>
                    <a:pt x="70977" y="15816"/>
                  </a:lnTo>
                  <a:lnTo>
                    <a:pt x="65833" y="13508"/>
                  </a:lnTo>
                  <a:lnTo>
                    <a:pt x="60613" y="11376"/>
                  </a:lnTo>
                  <a:lnTo>
                    <a:pt x="55325" y="9420"/>
                  </a:lnTo>
                  <a:lnTo>
                    <a:pt x="49973" y="7644"/>
                  </a:lnTo>
                  <a:lnTo>
                    <a:pt x="44565" y="6049"/>
                  </a:lnTo>
                  <a:lnTo>
                    <a:pt x="39106" y="4638"/>
                  </a:lnTo>
                  <a:lnTo>
                    <a:pt x="33602" y="3412"/>
                  </a:lnTo>
                  <a:lnTo>
                    <a:pt x="28060" y="2371"/>
                  </a:lnTo>
                  <a:lnTo>
                    <a:pt x="22486" y="1519"/>
                  </a:lnTo>
                  <a:lnTo>
                    <a:pt x="16887" y="855"/>
                  </a:lnTo>
                  <a:lnTo>
                    <a:pt x="11269" y="380"/>
                  </a:lnTo>
                  <a:lnTo>
                    <a:pt x="563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853878" y="1322571"/>
              <a:ext cx="334326" cy="334318"/>
            </a:xfrm>
            <a:custGeom>
              <a:avLst/>
              <a:pathLst>
                <a:path w="334326" h="334318">
                  <a:moveTo>
                    <a:pt x="167161" y="0"/>
                  </a:moveTo>
                  <a:lnTo>
                    <a:pt x="161880" y="83"/>
                  </a:lnTo>
                  <a:lnTo>
                    <a:pt x="156606" y="333"/>
                  </a:lnTo>
                  <a:lnTo>
                    <a:pt x="151341" y="750"/>
                  </a:lnTo>
                  <a:lnTo>
                    <a:pt x="146093" y="1332"/>
                  </a:lnTo>
                  <a:lnTo>
                    <a:pt x="140865" y="2081"/>
                  </a:lnTo>
                  <a:lnTo>
                    <a:pt x="135664" y="2994"/>
                  </a:lnTo>
                  <a:lnTo>
                    <a:pt x="130494" y="4070"/>
                  </a:lnTo>
                  <a:lnTo>
                    <a:pt x="125361" y="5310"/>
                  </a:lnTo>
                  <a:lnTo>
                    <a:pt x="120269" y="6711"/>
                  </a:lnTo>
                  <a:lnTo>
                    <a:pt x="115225" y="8272"/>
                  </a:lnTo>
                  <a:lnTo>
                    <a:pt x="110232" y="9992"/>
                  </a:lnTo>
                  <a:lnTo>
                    <a:pt x="105295" y="11868"/>
                  </a:lnTo>
                  <a:lnTo>
                    <a:pt x="100421" y="13900"/>
                  </a:lnTo>
                  <a:lnTo>
                    <a:pt x="95613" y="16084"/>
                  </a:lnTo>
                  <a:lnTo>
                    <a:pt x="90877" y="18420"/>
                  </a:lnTo>
                  <a:lnTo>
                    <a:pt x="86217" y="20903"/>
                  </a:lnTo>
                  <a:lnTo>
                    <a:pt x="81637" y="23533"/>
                  </a:lnTo>
                  <a:lnTo>
                    <a:pt x="77143" y="26306"/>
                  </a:lnTo>
                  <a:lnTo>
                    <a:pt x="72739" y="29220"/>
                  </a:lnTo>
                  <a:lnTo>
                    <a:pt x="68429" y="32271"/>
                  </a:lnTo>
                  <a:lnTo>
                    <a:pt x="64217" y="35457"/>
                  </a:lnTo>
                  <a:lnTo>
                    <a:pt x="60108" y="38774"/>
                  </a:lnTo>
                  <a:lnTo>
                    <a:pt x="56106" y="42219"/>
                  </a:lnTo>
                  <a:lnTo>
                    <a:pt x="52215" y="45789"/>
                  </a:lnTo>
                  <a:lnTo>
                    <a:pt x="48439" y="49481"/>
                  </a:lnTo>
                  <a:lnTo>
                    <a:pt x="44781" y="53289"/>
                  </a:lnTo>
                  <a:lnTo>
                    <a:pt x="41245" y="57211"/>
                  </a:lnTo>
                  <a:lnTo>
                    <a:pt x="37835" y="61244"/>
                  </a:lnTo>
                  <a:lnTo>
                    <a:pt x="34554" y="65381"/>
                  </a:lnTo>
                  <a:lnTo>
                    <a:pt x="31405" y="69621"/>
                  </a:lnTo>
                  <a:lnTo>
                    <a:pt x="28391" y="73957"/>
                  </a:lnTo>
                  <a:lnTo>
                    <a:pt x="25516" y="78387"/>
                  </a:lnTo>
                  <a:lnTo>
                    <a:pt x="22783" y="82905"/>
                  </a:lnTo>
                  <a:lnTo>
                    <a:pt x="20193" y="87507"/>
                  </a:lnTo>
                  <a:lnTo>
                    <a:pt x="17751" y="92189"/>
                  </a:lnTo>
                  <a:lnTo>
                    <a:pt x="15457" y="96946"/>
                  </a:lnTo>
                  <a:lnTo>
                    <a:pt x="13315" y="101773"/>
                  </a:lnTo>
                  <a:lnTo>
                    <a:pt x="11326" y="106665"/>
                  </a:lnTo>
                  <a:lnTo>
                    <a:pt x="9493" y="111617"/>
                  </a:lnTo>
                  <a:lnTo>
                    <a:pt x="7817" y="116625"/>
                  </a:lnTo>
                  <a:lnTo>
                    <a:pt x="6300" y="121683"/>
                  </a:lnTo>
                  <a:lnTo>
                    <a:pt x="4943" y="126787"/>
                  </a:lnTo>
                  <a:lnTo>
                    <a:pt x="3749" y="131930"/>
                  </a:lnTo>
                  <a:lnTo>
                    <a:pt x="2718" y="137110"/>
                  </a:lnTo>
                  <a:lnTo>
                    <a:pt x="1850" y="142319"/>
                  </a:lnTo>
                  <a:lnTo>
                    <a:pt x="1148" y="147553"/>
                  </a:lnTo>
                  <a:lnTo>
                    <a:pt x="611" y="152806"/>
                  </a:lnTo>
                  <a:lnTo>
                    <a:pt x="241" y="158074"/>
                  </a:lnTo>
                  <a:lnTo>
                    <a:pt x="37" y="163351"/>
                  </a:lnTo>
                  <a:lnTo>
                    <a:pt x="0" y="168631"/>
                  </a:lnTo>
                  <a:lnTo>
                    <a:pt x="129" y="173910"/>
                  </a:lnTo>
                  <a:lnTo>
                    <a:pt x="425" y="179183"/>
                  </a:lnTo>
                  <a:lnTo>
                    <a:pt x="888" y="184443"/>
                  </a:lnTo>
                  <a:lnTo>
                    <a:pt x="1517" y="189687"/>
                  </a:lnTo>
                  <a:lnTo>
                    <a:pt x="2311" y="194907"/>
                  </a:lnTo>
                  <a:lnTo>
                    <a:pt x="3269" y="200100"/>
                  </a:lnTo>
                  <a:lnTo>
                    <a:pt x="4391" y="205261"/>
                  </a:lnTo>
                  <a:lnTo>
                    <a:pt x="5676" y="210383"/>
                  </a:lnTo>
                  <a:lnTo>
                    <a:pt x="7121" y="215462"/>
                  </a:lnTo>
                  <a:lnTo>
                    <a:pt x="8727" y="220493"/>
                  </a:lnTo>
                  <a:lnTo>
                    <a:pt x="10490" y="225470"/>
                  </a:lnTo>
                  <a:lnTo>
                    <a:pt x="12410" y="230390"/>
                  </a:lnTo>
                  <a:lnTo>
                    <a:pt x="14484" y="235246"/>
                  </a:lnTo>
                  <a:lnTo>
                    <a:pt x="16710" y="240035"/>
                  </a:lnTo>
                  <a:lnTo>
                    <a:pt x="19087" y="244751"/>
                  </a:lnTo>
                  <a:lnTo>
                    <a:pt x="21612" y="249389"/>
                  </a:lnTo>
                  <a:lnTo>
                    <a:pt x="24281" y="253945"/>
                  </a:lnTo>
                  <a:lnTo>
                    <a:pt x="27093" y="258415"/>
                  </a:lnTo>
                  <a:lnTo>
                    <a:pt x="30045" y="262793"/>
                  </a:lnTo>
                  <a:lnTo>
                    <a:pt x="33134" y="267077"/>
                  </a:lnTo>
                  <a:lnTo>
                    <a:pt x="36357" y="271260"/>
                  </a:lnTo>
                  <a:lnTo>
                    <a:pt x="39710" y="275340"/>
                  </a:lnTo>
                  <a:lnTo>
                    <a:pt x="43190" y="279311"/>
                  </a:lnTo>
                  <a:lnTo>
                    <a:pt x="46794" y="283171"/>
                  </a:lnTo>
                  <a:lnTo>
                    <a:pt x="50519" y="286915"/>
                  </a:lnTo>
                  <a:lnTo>
                    <a:pt x="54359" y="290540"/>
                  </a:lnTo>
                  <a:lnTo>
                    <a:pt x="58312" y="294041"/>
                  </a:lnTo>
                  <a:lnTo>
                    <a:pt x="62374" y="297416"/>
                  </a:lnTo>
                  <a:lnTo>
                    <a:pt x="66540" y="300660"/>
                  </a:lnTo>
                  <a:lnTo>
                    <a:pt x="70807" y="303772"/>
                  </a:lnTo>
                  <a:lnTo>
                    <a:pt x="75170" y="306747"/>
                  </a:lnTo>
                  <a:lnTo>
                    <a:pt x="79625" y="309583"/>
                  </a:lnTo>
                  <a:lnTo>
                    <a:pt x="84167" y="312277"/>
                  </a:lnTo>
                  <a:lnTo>
                    <a:pt x="88791" y="314826"/>
                  </a:lnTo>
                  <a:lnTo>
                    <a:pt x="93494" y="317228"/>
                  </a:lnTo>
                  <a:lnTo>
                    <a:pt x="98271" y="319480"/>
                  </a:lnTo>
                  <a:lnTo>
                    <a:pt x="103116" y="321580"/>
                  </a:lnTo>
                  <a:lnTo>
                    <a:pt x="108026" y="323526"/>
                  </a:lnTo>
                  <a:lnTo>
                    <a:pt x="112994" y="325315"/>
                  </a:lnTo>
                  <a:lnTo>
                    <a:pt x="118016" y="326947"/>
                  </a:lnTo>
                  <a:lnTo>
                    <a:pt x="123087" y="328420"/>
                  </a:lnTo>
                  <a:lnTo>
                    <a:pt x="128203" y="329732"/>
                  </a:lnTo>
                  <a:lnTo>
                    <a:pt x="133357" y="330881"/>
                  </a:lnTo>
                  <a:lnTo>
                    <a:pt x="138545" y="331867"/>
                  </a:lnTo>
                  <a:lnTo>
                    <a:pt x="143761" y="332689"/>
                  </a:lnTo>
                  <a:lnTo>
                    <a:pt x="149001" y="333345"/>
                  </a:lnTo>
                  <a:lnTo>
                    <a:pt x="154259" y="333836"/>
                  </a:lnTo>
                  <a:lnTo>
                    <a:pt x="159530" y="334160"/>
                  </a:lnTo>
                  <a:lnTo>
                    <a:pt x="164808" y="334318"/>
                  </a:lnTo>
                  <a:lnTo>
                    <a:pt x="170089" y="334309"/>
                  </a:lnTo>
                  <a:lnTo>
                    <a:pt x="175367" y="334133"/>
                  </a:lnTo>
                  <a:lnTo>
                    <a:pt x="180637" y="333790"/>
                  </a:lnTo>
                  <a:lnTo>
                    <a:pt x="185893" y="333282"/>
                  </a:lnTo>
                  <a:lnTo>
                    <a:pt x="191130" y="332607"/>
                  </a:lnTo>
                  <a:lnTo>
                    <a:pt x="196344" y="331767"/>
                  </a:lnTo>
                  <a:lnTo>
                    <a:pt x="201528" y="330763"/>
                  </a:lnTo>
                  <a:lnTo>
                    <a:pt x="206679" y="329596"/>
                  </a:lnTo>
                  <a:lnTo>
                    <a:pt x="211789" y="328267"/>
                  </a:lnTo>
                  <a:lnTo>
                    <a:pt x="216856" y="326777"/>
                  </a:lnTo>
                  <a:lnTo>
                    <a:pt x="221872" y="325128"/>
                  </a:lnTo>
                  <a:lnTo>
                    <a:pt x="226834" y="323321"/>
                  </a:lnTo>
                  <a:lnTo>
                    <a:pt x="231737" y="321358"/>
                  </a:lnTo>
                  <a:lnTo>
                    <a:pt x="236575" y="319241"/>
                  </a:lnTo>
                  <a:lnTo>
                    <a:pt x="241343" y="316973"/>
                  </a:lnTo>
                  <a:lnTo>
                    <a:pt x="246038" y="314555"/>
                  </a:lnTo>
                  <a:lnTo>
                    <a:pt x="250654" y="311990"/>
                  </a:lnTo>
                  <a:lnTo>
                    <a:pt x="255187" y="309281"/>
                  </a:lnTo>
                  <a:lnTo>
                    <a:pt x="259632" y="306429"/>
                  </a:lnTo>
                  <a:lnTo>
                    <a:pt x="263984" y="303439"/>
                  </a:lnTo>
                  <a:lnTo>
                    <a:pt x="268240" y="300313"/>
                  </a:lnTo>
                  <a:lnTo>
                    <a:pt x="272395" y="297054"/>
                  </a:lnTo>
                  <a:lnTo>
                    <a:pt x="276445" y="293665"/>
                  </a:lnTo>
                  <a:lnTo>
                    <a:pt x="280387" y="290150"/>
                  </a:lnTo>
                  <a:lnTo>
                    <a:pt x="284215" y="286512"/>
                  </a:lnTo>
                  <a:lnTo>
                    <a:pt x="287926" y="282755"/>
                  </a:lnTo>
                  <a:lnTo>
                    <a:pt x="291516" y="278883"/>
                  </a:lnTo>
                  <a:lnTo>
                    <a:pt x="294983" y="274900"/>
                  </a:lnTo>
                  <a:lnTo>
                    <a:pt x="298322" y="270809"/>
                  </a:lnTo>
                  <a:lnTo>
                    <a:pt x="301530" y="266614"/>
                  </a:lnTo>
                  <a:lnTo>
                    <a:pt x="304604" y="262320"/>
                  </a:lnTo>
                  <a:lnTo>
                    <a:pt x="307541" y="257931"/>
                  </a:lnTo>
                  <a:lnTo>
                    <a:pt x="310338" y="253452"/>
                  </a:lnTo>
                  <a:lnTo>
                    <a:pt x="312992" y="248887"/>
                  </a:lnTo>
                  <a:lnTo>
                    <a:pt x="315501" y="244240"/>
                  </a:lnTo>
                  <a:lnTo>
                    <a:pt x="317861" y="239516"/>
                  </a:lnTo>
                  <a:lnTo>
                    <a:pt x="320071" y="234720"/>
                  </a:lnTo>
                  <a:lnTo>
                    <a:pt x="322128" y="229856"/>
                  </a:lnTo>
                  <a:lnTo>
                    <a:pt x="324031" y="224930"/>
                  </a:lnTo>
                  <a:lnTo>
                    <a:pt x="325777" y="219946"/>
                  </a:lnTo>
                  <a:lnTo>
                    <a:pt x="327365" y="214910"/>
                  </a:lnTo>
                  <a:lnTo>
                    <a:pt x="328793" y="209826"/>
                  </a:lnTo>
                  <a:lnTo>
                    <a:pt x="330060" y="204699"/>
                  </a:lnTo>
                  <a:lnTo>
                    <a:pt x="331164" y="199535"/>
                  </a:lnTo>
                  <a:lnTo>
                    <a:pt x="332105" y="194339"/>
                  </a:lnTo>
                  <a:lnTo>
                    <a:pt x="332881" y="189115"/>
                  </a:lnTo>
                  <a:lnTo>
                    <a:pt x="333491" y="183870"/>
                  </a:lnTo>
                  <a:lnTo>
                    <a:pt x="333936" y="178608"/>
                  </a:lnTo>
                  <a:lnTo>
                    <a:pt x="334214" y="173335"/>
                  </a:lnTo>
                  <a:lnTo>
                    <a:pt x="334326" y="168055"/>
                  </a:lnTo>
                  <a:lnTo>
                    <a:pt x="334270" y="162775"/>
                  </a:lnTo>
                  <a:lnTo>
                    <a:pt x="334048" y="157498"/>
                  </a:lnTo>
                  <a:lnTo>
                    <a:pt x="333659" y="152232"/>
                  </a:lnTo>
                  <a:lnTo>
                    <a:pt x="333105" y="146980"/>
                  </a:lnTo>
                  <a:lnTo>
                    <a:pt x="332384" y="141749"/>
                  </a:lnTo>
                  <a:lnTo>
                    <a:pt x="331499" y="136543"/>
                  </a:lnTo>
                  <a:lnTo>
                    <a:pt x="330450" y="131367"/>
                  </a:lnTo>
                  <a:lnTo>
                    <a:pt x="329237" y="126228"/>
                  </a:lnTo>
                  <a:lnTo>
                    <a:pt x="327863" y="121129"/>
                  </a:lnTo>
                  <a:lnTo>
                    <a:pt x="326329" y="116076"/>
                  </a:lnTo>
                  <a:lnTo>
                    <a:pt x="324636" y="111074"/>
                  </a:lnTo>
                  <a:lnTo>
                    <a:pt x="322786" y="106128"/>
                  </a:lnTo>
                  <a:lnTo>
                    <a:pt x="320780" y="101243"/>
                  </a:lnTo>
                  <a:lnTo>
                    <a:pt x="318621" y="96423"/>
                  </a:lnTo>
                  <a:lnTo>
                    <a:pt x="316311" y="91675"/>
                  </a:lnTo>
                  <a:lnTo>
                    <a:pt x="313852" y="87001"/>
                  </a:lnTo>
                  <a:lnTo>
                    <a:pt x="311247" y="82408"/>
                  </a:lnTo>
                  <a:lnTo>
                    <a:pt x="308498" y="77899"/>
                  </a:lnTo>
                  <a:lnTo>
                    <a:pt x="305608" y="73479"/>
                  </a:lnTo>
                  <a:lnTo>
                    <a:pt x="302579" y="69153"/>
                  </a:lnTo>
                  <a:lnTo>
                    <a:pt x="299416" y="64925"/>
                  </a:lnTo>
                  <a:lnTo>
                    <a:pt x="296121" y="60798"/>
                  </a:lnTo>
                  <a:lnTo>
                    <a:pt x="292696" y="56778"/>
                  </a:lnTo>
                  <a:lnTo>
                    <a:pt x="289147" y="52868"/>
                  </a:lnTo>
                  <a:lnTo>
                    <a:pt x="285476" y="49072"/>
                  </a:lnTo>
                  <a:lnTo>
                    <a:pt x="281687" y="45394"/>
                  </a:lnTo>
                  <a:lnTo>
                    <a:pt x="277783" y="41837"/>
                  </a:lnTo>
                  <a:lnTo>
                    <a:pt x="273770" y="38406"/>
                  </a:lnTo>
                  <a:lnTo>
                    <a:pt x="269649" y="35103"/>
                  </a:lnTo>
                  <a:lnTo>
                    <a:pt x="265427" y="31931"/>
                  </a:lnTo>
                  <a:lnTo>
                    <a:pt x="261106" y="28895"/>
                  </a:lnTo>
                  <a:lnTo>
                    <a:pt x="256692" y="25997"/>
                  </a:lnTo>
                  <a:lnTo>
                    <a:pt x="252188" y="23239"/>
                  </a:lnTo>
                  <a:lnTo>
                    <a:pt x="247600" y="20625"/>
                  </a:lnTo>
                  <a:lnTo>
                    <a:pt x="242931" y="18158"/>
                  </a:lnTo>
                  <a:lnTo>
                    <a:pt x="238187" y="15839"/>
                  </a:lnTo>
                  <a:lnTo>
                    <a:pt x="233371" y="13671"/>
                  </a:lnTo>
                  <a:lnTo>
                    <a:pt x="228490" y="11656"/>
                  </a:lnTo>
                  <a:lnTo>
                    <a:pt x="223547" y="9796"/>
                  </a:lnTo>
                  <a:lnTo>
                    <a:pt x="218549" y="8094"/>
                  </a:lnTo>
                  <a:lnTo>
                    <a:pt x="213498" y="6550"/>
                  </a:lnTo>
                  <a:lnTo>
                    <a:pt x="208402" y="5167"/>
                  </a:lnTo>
                  <a:lnTo>
                    <a:pt x="203265" y="3945"/>
                  </a:lnTo>
                  <a:lnTo>
                    <a:pt x="198091" y="2886"/>
                  </a:lnTo>
                  <a:lnTo>
                    <a:pt x="192887" y="1991"/>
                  </a:lnTo>
                  <a:lnTo>
                    <a:pt x="187657" y="1261"/>
                  </a:lnTo>
                  <a:lnTo>
                    <a:pt x="182406" y="696"/>
                  </a:lnTo>
                  <a:lnTo>
                    <a:pt x="177140" y="298"/>
                  </a:lnTo>
                  <a:lnTo>
                    <a:pt x="171865" y="6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37"/>
              <a:ext cx="4704" cy="167101"/>
            </a:xfrm>
            <a:custGeom>
              <a:avLst/>
              <a:pathLst>
                <a:path w="4704" h="167101">
                  <a:moveTo>
                    <a:pt x="4704" y="0"/>
                  </a:moveTo>
                  <a:lnTo>
                    <a:pt x="0" y="16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1"/>
              <a:ext cx="4704" cy="167167"/>
            </a:xfrm>
            <a:custGeom>
              <a:avLst/>
              <a:pathLst>
                <a:path w="4704" h="167167">
                  <a:moveTo>
                    <a:pt x="4704" y="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378110" y="1071028"/>
              <a:ext cx="334298" cy="334334"/>
            </a:xfrm>
            <a:custGeom>
              <a:avLst/>
              <a:pathLst>
                <a:path w="334298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9" y="336"/>
                  </a:lnTo>
                  <a:lnTo>
                    <a:pt x="151263" y="756"/>
                  </a:lnTo>
                  <a:lnTo>
                    <a:pt x="145993" y="1343"/>
                  </a:lnTo>
                  <a:lnTo>
                    <a:pt x="140744" y="2098"/>
                  </a:lnTo>
                  <a:lnTo>
                    <a:pt x="135522" y="3018"/>
                  </a:lnTo>
                  <a:lnTo>
                    <a:pt x="130332" y="4104"/>
                  </a:lnTo>
                  <a:lnTo>
                    <a:pt x="125178" y="5354"/>
                  </a:lnTo>
                  <a:lnTo>
                    <a:pt x="120067" y="6766"/>
                  </a:lnTo>
                  <a:lnTo>
                    <a:pt x="115004" y="8340"/>
                  </a:lnTo>
                  <a:lnTo>
                    <a:pt x="109993" y="10074"/>
                  </a:lnTo>
                  <a:lnTo>
                    <a:pt x="105039" y="11966"/>
                  </a:lnTo>
                  <a:lnTo>
                    <a:pt x="100148" y="14013"/>
                  </a:lnTo>
                  <a:lnTo>
                    <a:pt x="95324" y="16216"/>
                  </a:lnTo>
                  <a:lnTo>
                    <a:pt x="90572" y="18569"/>
                  </a:lnTo>
                  <a:lnTo>
                    <a:pt x="85898" y="21073"/>
                  </a:lnTo>
                  <a:lnTo>
                    <a:pt x="81305" y="23723"/>
                  </a:lnTo>
                  <a:lnTo>
                    <a:pt x="76799" y="26518"/>
                  </a:lnTo>
                  <a:lnTo>
                    <a:pt x="72383" y="29454"/>
                  </a:lnTo>
                  <a:lnTo>
                    <a:pt x="68063" y="32529"/>
                  </a:lnTo>
                  <a:lnTo>
                    <a:pt x="63843" y="35740"/>
                  </a:lnTo>
                  <a:lnTo>
                    <a:pt x="59726" y="39082"/>
                  </a:lnTo>
                  <a:lnTo>
                    <a:pt x="55718" y="42554"/>
                  </a:lnTo>
                  <a:lnTo>
                    <a:pt x="51822" y="46150"/>
                  </a:lnTo>
                  <a:lnTo>
                    <a:pt x="48042" y="49869"/>
                  </a:lnTo>
                  <a:lnTo>
                    <a:pt x="44381" y="53706"/>
                  </a:lnTo>
                  <a:lnTo>
                    <a:pt x="40844" y="57657"/>
                  </a:lnTo>
                  <a:lnTo>
                    <a:pt x="37435" y="61717"/>
                  </a:lnTo>
                  <a:lnTo>
                    <a:pt x="34156" y="65885"/>
                  </a:lnTo>
                  <a:lnTo>
                    <a:pt x="31010" y="70154"/>
                  </a:lnTo>
                  <a:lnTo>
                    <a:pt x="28002" y="74520"/>
                  </a:lnTo>
                  <a:lnTo>
                    <a:pt x="25133" y="78980"/>
                  </a:lnTo>
                  <a:lnTo>
                    <a:pt x="22408" y="83529"/>
                  </a:lnTo>
                  <a:lnTo>
                    <a:pt x="19828" y="88161"/>
                  </a:lnTo>
                  <a:lnTo>
                    <a:pt x="17396" y="92873"/>
                  </a:lnTo>
                  <a:lnTo>
                    <a:pt x="15115" y="97660"/>
                  </a:lnTo>
                  <a:lnTo>
                    <a:pt x="12987" y="102517"/>
                  </a:lnTo>
                  <a:lnTo>
                    <a:pt x="11014" y="107439"/>
                  </a:lnTo>
                  <a:lnTo>
                    <a:pt x="9198" y="112421"/>
                  </a:lnTo>
                  <a:lnTo>
                    <a:pt x="7542" y="117458"/>
                  </a:lnTo>
                  <a:lnTo>
                    <a:pt x="6045" y="122546"/>
                  </a:lnTo>
                  <a:lnTo>
                    <a:pt x="4711" y="127678"/>
                  </a:lnTo>
                  <a:lnTo>
                    <a:pt x="3540" y="132849"/>
                  </a:lnTo>
                  <a:lnTo>
                    <a:pt x="2534" y="138056"/>
                  </a:lnTo>
                  <a:lnTo>
                    <a:pt x="1694" y="143291"/>
                  </a:lnTo>
                  <a:lnTo>
                    <a:pt x="1020" y="148551"/>
                  </a:lnTo>
                  <a:lnTo>
                    <a:pt x="513" y="153829"/>
                  </a:lnTo>
                  <a:lnTo>
                    <a:pt x="174" y="159121"/>
                  </a:lnTo>
                  <a:lnTo>
                    <a:pt x="3" y="164421"/>
                  </a:lnTo>
                  <a:lnTo>
                    <a:pt x="0" y="169724"/>
                  </a:lnTo>
                  <a:lnTo>
                    <a:pt x="165" y="175024"/>
                  </a:lnTo>
                  <a:lnTo>
                    <a:pt x="498" y="180316"/>
                  </a:lnTo>
                  <a:lnTo>
                    <a:pt x="999" y="185595"/>
                  </a:lnTo>
                  <a:lnTo>
                    <a:pt x="1667" y="190855"/>
                  </a:lnTo>
                  <a:lnTo>
                    <a:pt x="2501" y="196092"/>
                  </a:lnTo>
                  <a:lnTo>
                    <a:pt x="3502" y="201299"/>
                  </a:lnTo>
                  <a:lnTo>
                    <a:pt x="4666" y="206472"/>
                  </a:lnTo>
                  <a:lnTo>
                    <a:pt x="5995" y="211606"/>
                  </a:lnTo>
                  <a:lnTo>
                    <a:pt x="7485" y="216695"/>
                  </a:lnTo>
                  <a:lnTo>
                    <a:pt x="9137" y="221734"/>
                  </a:lnTo>
                  <a:lnTo>
                    <a:pt x="10947" y="226718"/>
                  </a:lnTo>
                  <a:lnTo>
                    <a:pt x="12914" y="231642"/>
                  </a:lnTo>
                  <a:lnTo>
                    <a:pt x="15037" y="236501"/>
                  </a:lnTo>
                  <a:lnTo>
                    <a:pt x="17312" y="241291"/>
                  </a:lnTo>
                  <a:lnTo>
                    <a:pt x="19738" y="246006"/>
                  </a:lnTo>
                  <a:lnTo>
                    <a:pt x="22313" y="250641"/>
                  </a:lnTo>
                  <a:lnTo>
                    <a:pt x="25033" y="255193"/>
                  </a:lnTo>
                  <a:lnTo>
                    <a:pt x="27897" y="259656"/>
                  </a:lnTo>
                  <a:lnTo>
                    <a:pt x="30900" y="264026"/>
                  </a:lnTo>
                  <a:lnTo>
                    <a:pt x="34041" y="268299"/>
                  </a:lnTo>
                  <a:lnTo>
                    <a:pt x="37315" y="272469"/>
                  </a:lnTo>
                  <a:lnTo>
                    <a:pt x="40721" y="276534"/>
                  </a:lnTo>
                  <a:lnTo>
                    <a:pt x="44253" y="280489"/>
                  </a:lnTo>
                  <a:lnTo>
                    <a:pt x="47909" y="284330"/>
                  </a:lnTo>
                  <a:lnTo>
                    <a:pt x="51685" y="288053"/>
                  </a:lnTo>
                  <a:lnTo>
                    <a:pt x="55577" y="291654"/>
                  </a:lnTo>
                  <a:lnTo>
                    <a:pt x="59581" y="295130"/>
                  </a:lnTo>
                  <a:lnTo>
                    <a:pt x="63694" y="298477"/>
                  </a:lnTo>
                  <a:lnTo>
                    <a:pt x="67911" y="301692"/>
                  </a:lnTo>
                  <a:lnTo>
                    <a:pt x="72227" y="304772"/>
                  </a:lnTo>
                  <a:lnTo>
                    <a:pt x="76640" y="307713"/>
                  </a:lnTo>
                  <a:lnTo>
                    <a:pt x="81143" y="310513"/>
                  </a:lnTo>
                  <a:lnTo>
                    <a:pt x="85732" y="313169"/>
                  </a:lnTo>
                  <a:lnTo>
                    <a:pt x="90404" y="315678"/>
                  </a:lnTo>
                  <a:lnTo>
                    <a:pt x="95153" y="318037"/>
                  </a:lnTo>
                  <a:lnTo>
                    <a:pt x="99974" y="320244"/>
                  </a:lnTo>
                  <a:lnTo>
                    <a:pt x="104863" y="322298"/>
                  </a:lnTo>
                  <a:lnTo>
                    <a:pt x="109815" y="324195"/>
                  </a:lnTo>
                  <a:lnTo>
                    <a:pt x="114824" y="325935"/>
                  </a:lnTo>
                  <a:lnTo>
                    <a:pt x="119886" y="327514"/>
                  </a:lnTo>
                  <a:lnTo>
                    <a:pt x="124995" y="328933"/>
                  </a:lnTo>
                  <a:lnTo>
                    <a:pt x="130147" y="330188"/>
                  </a:lnTo>
                  <a:lnTo>
                    <a:pt x="135336" y="331280"/>
                  </a:lnTo>
                  <a:lnTo>
                    <a:pt x="140557" y="332206"/>
                  </a:lnTo>
                  <a:lnTo>
                    <a:pt x="145805" y="332966"/>
                  </a:lnTo>
                  <a:lnTo>
                    <a:pt x="151074" y="333560"/>
                  </a:lnTo>
                  <a:lnTo>
                    <a:pt x="156360" y="333986"/>
                  </a:lnTo>
                  <a:lnTo>
                    <a:pt x="161656" y="334244"/>
                  </a:lnTo>
                  <a:lnTo>
                    <a:pt x="166958" y="334334"/>
                  </a:lnTo>
                  <a:lnTo>
                    <a:pt x="172260" y="334256"/>
                  </a:lnTo>
                  <a:lnTo>
                    <a:pt x="177557" y="334010"/>
                  </a:lnTo>
                  <a:lnTo>
                    <a:pt x="182843" y="333596"/>
                  </a:lnTo>
                  <a:lnTo>
                    <a:pt x="188114" y="333014"/>
                  </a:lnTo>
                  <a:lnTo>
                    <a:pt x="193364" y="332266"/>
                  </a:lnTo>
                  <a:lnTo>
                    <a:pt x="198587" y="331351"/>
                  </a:lnTo>
                  <a:lnTo>
                    <a:pt x="203778" y="330272"/>
                  </a:lnTo>
                  <a:lnTo>
                    <a:pt x="208933" y="329028"/>
                  </a:lnTo>
                  <a:lnTo>
                    <a:pt x="214046" y="327621"/>
                  </a:lnTo>
                  <a:lnTo>
                    <a:pt x="219111" y="326053"/>
                  </a:lnTo>
                  <a:lnTo>
                    <a:pt x="224124" y="324325"/>
                  </a:lnTo>
                  <a:lnTo>
                    <a:pt x="229080" y="322439"/>
                  </a:lnTo>
                  <a:lnTo>
                    <a:pt x="233974" y="320396"/>
                  </a:lnTo>
                  <a:lnTo>
                    <a:pt x="238800" y="318200"/>
                  </a:lnTo>
                  <a:lnTo>
                    <a:pt x="243554" y="315851"/>
                  </a:lnTo>
                  <a:lnTo>
                    <a:pt x="248231" y="313353"/>
                  </a:lnTo>
                  <a:lnTo>
                    <a:pt x="252827" y="310708"/>
                  </a:lnTo>
                  <a:lnTo>
                    <a:pt x="257337" y="307918"/>
                  </a:lnTo>
                  <a:lnTo>
                    <a:pt x="261755" y="304987"/>
                  </a:lnTo>
                  <a:lnTo>
                    <a:pt x="266079" y="301917"/>
                  </a:lnTo>
                  <a:lnTo>
                    <a:pt x="270303" y="298711"/>
                  </a:lnTo>
                  <a:lnTo>
                    <a:pt x="274423" y="295373"/>
                  </a:lnTo>
                  <a:lnTo>
                    <a:pt x="278435" y="291906"/>
                  </a:lnTo>
                  <a:lnTo>
                    <a:pt x="282336" y="288314"/>
                  </a:lnTo>
                  <a:lnTo>
                    <a:pt x="286120" y="284600"/>
                  </a:lnTo>
                  <a:lnTo>
                    <a:pt x="289785" y="280767"/>
                  </a:lnTo>
                  <a:lnTo>
                    <a:pt x="293326" y="276820"/>
                  </a:lnTo>
                  <a:lnTo>
                    <a:pt x="296740" y="272763"/>
                  </a:lnTo>
                  <a:lnTo>
                    <a:pt x="300024" y="268600"/>
                  </a:lnTo>
                  <a:lnTo>
                    <a:pt x="303175" y="264334"/>
                  </a:lnTo>
                  <a:lnTo>
                    <a:pt x="306188" y="259971"/>
                  </a:lnTo>
                  <a:lnTo>
                    <a:pt x="309062" y="255515"/>
                  </a:lnTo>
                  <a:lnTo>
                    <a:pt x="311792" y="250969"/>
                  </a:lnTo>
                  <a:lnTo>
                    <a:pt x="314377" y="246339"/>
                  </a:lnTo>
                  <a:lnTo>
                    <a:pt x="316814" y="241630"/>
                  </a:lnTo>
                  <a:lnTo>
                    <a:pt x="319101" y="236846"/>
                  </a:lnTo>
                  <a:lnTo>
                    <a:pt x="321234" y="231991"/>
                  </a:lnTo>
                  <a:lnTo>
                    <a:pt x="323213" y="227071"/>
                  </a:lnTo>
                  <a:lnTo>
                    <a:pt x="325034" y="222091"/>
                  </a:lnTo>
                  <a:lnTo>
                    <a:pt x="326697" y="217056"/>
                  </a:lnTo>
                  <a:lnTo>
                    <a:pt x="328199" y="211971"/>
                  </a:lnTo>
                  <a:lnTo>
                    <a:pt x="329539" y="206840"/>
                  </a:lnTo>
                  <a:lnTo>
                    <a:pt x="330715" y="201670"/>
                  </a:lnTo>
                  <a:lnTo>
                    <a:pt x="331727" y="196465"/>
                  </a:lnTo>
                  <a:lnTo>
                    <a:pt x="332574" y="191230"/>
                  </a:lnTo>
                  <a:lnTo>
                    <a:pt x="333254" y="185971"/>
                  </a:lnTo>
                  <a:lnTo>
                    <a:pt x="333767" y="180693"/>
                  </a:lnTo>
                  <a:lnTo>
                    <a:pt x="334112" y="175402"/>
                  </a:lnTo>
                  <a:lnTo>
                    <a:pt x="334289" y="170102"/>
                  </a:lnTo>
                  <a:lnTo>
                    <a:pt x="334298" y="164800"/>
                  </a:lnTo>
                  <a:lnTo>
                    <a:pt x="334139" y="159499"/>
                  </a:lnTo>
                  <a:lnTo>
                    <a:pt x="333812" y="154207"/>
                  </a:lnTo>
                  <a:lnTo>
                    <a:pt x="333317" y="148927"/>
                  </a:lnTo>
                  <a:lnTo>
                    <a:pt x="332655" y="143666"/>
                  </a:lnTo>
                  <a:lnTo>
                    <a:pt x="331826" y="138429"/>
                  </a:lnTo>
                  <a:lnTo>
                    <a:pt x="330832" y="133220"/>
                  </a:lnTo>
                  <a:lnTo>
                    <a:pt x="329673" y="128046"/>
                  </a:lnTo>
                  <a:lnTo>
                    <a:pt x="328350" y="122911"/>
                  </a:lnTo>
                  <a:lnTo>
                    <a:pt x="326865" y="117820"/>
                  </a:lnTo>
                  <a:lnTo>
                    <a:pt x="325220" y="112779"/>
                  </a:lnTo>
                  <a:lnTo>
                    <a:pt x="323415" y="107793"/>
                  </a:lnTo>
                  <a:lnTo>
                    <a:pt x="321454" y="102867"/>
                  </a:lnTo>
                  <a:lnTo>
                    <a:pt x="319337" y="98005"/>
                  </a:lnTo>
                  <a:lnTo>
                    <a:pt x="317067" y="93213"/>
                  </a:lnTo>
                  <a:lnTo>
                    <a:pt x="314646" y="88495"/>
                  </a:lnTo>
                  <a:lnTo>
                    <a:pt x="312076" y="83857"/>
                  </a:lnTo>
                  <a:lnTo>
                    <a:pt x="309361" y="79302"/>
                  </a:lnTo>
                  <a:lnTo>
                    <a:pt x="306503" y="74836"/>
                  </a:lnTo>
                  <a:lnTo>
                    <a:pt x="303504" y="70462"/>
                  </a:lnTo>
                  <a:lnTo>
                    <a:pt x="300368" y="66186"/>
                  </a:lnTo>
                  <a:lnTo>
                    <a:pt x="297099" y="62012"/>
                  </a:lnTo>
                  <a:lnTo>
                    <a:pt x="293698" y="57943"/>
                  </a:lnTo>
                  <a:lnTo>
                    <a:pt x="290170" y="53984"/>
                  </a:lnTo>
                  <a:lnTo>
                    <a:pt x="286519" y="50139"/>
                  </a:lnTo>
                  <a:lnTo>
                    <a:pt x="282747" y="46412"/>
                  </a:lnTo>
                  <a:lnTo>
                    <a:pt x="278859" y="42806"/>
                  </a:lnTo>
                  <a:lnTo>
                    <a:pt x="274858" y="39326"/>
                  </a:lnTo>
                  <a:lnTo>
                    <a:pt x="270749" y="35974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07003"/>
              <a:ext cx="103602" cy="131192"/>
            </a:xfrm>
            <a:custGeom>
              <a:avLst/>
              <a:pathLst>
                <a:path w="103602" h="131192">
                  <a:moveTo>
                    <a:pt x="103602" y="0"/>
                  </a:moveTo>
                  <a:lnTo>
                    <a:pt x="0" y="131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05917"/>
              <a:ext cx="103602" cy="132279"/>
            </a:xfrm>
            <a:custGeom>
              <a:avLst/>
              <a:pathLst>
                <a:path w="103602" h="132279">
                  <a:moveTo>
                    <a:pt x="103602" y="1086"/>
                  </a:moveTo>
                  <a:lnTo>
                    <a:pt x="102211" y="0"/>
                  </a:lnTo>
                  <a:lnTo>
                    <a:pt x="0" y="13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071028"/>
              <a:ext cx="102211" cy="167167"/>
            </a:xfrm>
            <a:custGeom>
              <a:avLst/>
              <a:pathLst>
                <a:path w="102211" h="167167">
                  <a:moveTo>
                    <a:pt x="102211" y="34888"/>
                  </a:moveTo>
                  <a:lnTo>
                    <a:pt x="97571" y="31429"/>
                  </a:lnTo>
                  <a:lnTo>
                    <a:pt x="92813" y="28133"/>
                  </a:lnTo>
                  <a:lnTo>
                    <a:pt x="87945" y="25003"/>
                  </a:lnTo>
                  <a:lnTo>
                    <a:pt x="82970" y="22044"/>
                  </a:lnTo>
                  <a:lnTo>
                    <a:pt x="77897" y="19258"/>
                  </a:lnTo>
                  <a:lnTo>
                    <a:pt x="72730" y="16650"/>
                  </a:lnTo>
                  <a:lnTo>
                    <a:pt x="67476" y="14223"/>
                  </a:lnTo>
                  <a:lnTo>
                    <a:pt x="62141" y="11979"/>
                  </a:lnTo>
                  <a:lnTo>
                    <a:pt x="56731" y="9920"/>
                  </a:lnTo>
                  <a:lnTo>
                    <a:pt x="51254" y="8051"/>
                  </a:lnTo>
                  <a:lnTo>
                    <a:pt x="45715" y="6372"/>
                  </a:lnTo>
                  <a:lnTo>
                    <a:pt x="40121" y="4886"/>
                  </a:lnTo>
                  <a:lnTo>
                    <a:pt x="34479" y="3594"/>
                  </a:lnTo>
                  <a:lnTo>
                    <a:pt x="28796" y="2498"/>
                  </a:lnTo>
                  <a:lnTo>
                    <a:pt x="23078" y="1600"/>
                  </a:lnTo>
                  <a:lnTo>
                    <a:pt x="17333" y="901"/>
                  </a:lnTo>
                  <a:lnTo>
                    <a:pt x="11567" y="400"/>
                  </a:lnTo>
                  <a:lnTo>
                    <a:pt x="5786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26526" y="941493"/>
              <a:ext cx="97017" cy="167167"/>
            </a:xfrm>
            <a:custGeom>
              <a:avLst/>
              <a:pathLst>
                <a:path w="97017" h="167167">
                  <a:moveTo>
                    <a:pt x="97017" y="0"/>
                  </a:moveTo>
                  <a:lnTo>
                    <a:pt x="91268" y="98"/>
                  </a:lnTo>
                  <a:lnTo>
                    <a:pt x="85525" y="395"/>
                  </a:lnTo>
                  <a:lnTo>
                    <a:pt x="79797" y="889"/>
                  </a:lnTo>
                  <a:lnTo>
                    <a:pt x="74088" y="1579"/>
                  </a:lnTo>
                  <a:lnTo>
                    <a:pt x="68407" y="2466"/>
                  </a:lnTo>
                  <a:lnTo>
                    <a:pt x="62760" y="3547"/>
                  </a:lnTo>
                  <a:lnTo>
                    <a:pt x="57153" y="4822"/>
                  </a:lnTo>
                  <a:lnTo>
                    <a:pt x="51593" y="6289"/>
                  </a:lnTo>
                  <a:lnTo>
                    <a:pt x="46087" y="7947"/>
                  </a:lnTo>
                  <a:lnTo>
                    <a:pt x="40641" y="9792"/>
                  </a:lnTo>
                  <a:lnTo>
                    <a:pt x="35262" y="11824"/>
                  </a:lnTo>
                  <a:lnTo>
                    <a:pt x="29956" y="14040"/>
                  </a:lnTo>
                  <a:lnTo>
                    <a:pt x="24730" y="16437"/>
                  </a:lnTo>
                  <a:lnTo>
                    <a:pt x="19589" y="19012"/>
                  </a:lnTo>
                  <a:lnTo>
                    <a:pt x="14539" y="21763"/>
                  </a:lnTo>
                  <a:lnTo>
                    <a:pt x="9587" y="24685"/>
                  </a:lnTo>
                  <a:lnTo>
                    <a:pt x="4739" y="27776"/>
                  </a:lnTo>
                  <a:lnTo>
                    <a:pt x="0" y="31033"/>
                  </a:lnTo>
                  <a:lnTo>
                    <a:pt x="9701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6526" y="972526"/>
              <a:ext cx="97017" cy="136134"/>
            </a:xfrm>
            <a:custGeom>
              <a:avLst/>
              <a:pathLst>
                <a:path w="97017" h="136134">
                  <a:moveTo>
                    <a:pt x="0" y="0"/>
                  </a:moveTo>
                  <a:lnTo>
                    <a:pt x="97017" y="136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56377" y="972526"/>
              <a:ext cx="334322" cy="303295"/>
            </a:xfrm>
            <a:custGeom>
              <a:avLst/>
              <a:pathLst>
                <a:path w="334322" h="303295">
                  <a:moveTo>
                    <a:pt x="70149" y="0"/>
                  </a:moveTo>
                  <a:lnTo>
                    <a:pt x="65867" y="3155"/>
                  </a:lnTo>
                  <a:lnTo>
                    <a:pt x="61687" y="6446"/>
                  </a:lnTo>
                  <a:lnTo>
                    <a:pt x="57614" y="9867"/>
                  </a:lnTo>
                  <a:lnTo>
                    <a:pt x="53652" y="13417"/>
                  </a:lnTo>
                  <a:lnTo>
                    <a:pt x="49805" y="17091"/>
                  </a:lnTo>
                  <a:lnTo>
                    <a:pt x="46077" y="20885"/>
                  </a:lnTo>
                  <a:lnTo>
                    <a:pt x="42471" y="24796"/>
                  </a:lnTo>
                  <a:lnTo>
                    <a:pt x="38992" y="28820"/>
                  </a:lnTo>
                  <a:lnTo>
                    <a:pt x="35643" y="32952"/>
                  </a:lnTo>
                  <a:lnTo>
                    <a:pt x="32426" y="37189"/>
                  </a:lnTo>
                  <a:lnTo>
                    <a:pt x="29346" y="41526"/>
                  </a:lnTo>
                  <a:lnTo>
                    <a:pt x="26406" y="45959"/>
                  </a:lnTo>
                  <a:lnTo>
                    <a:pt x="23608" y="50483"/>
                  </a:lnTo>
                  <a:lnTo>
                    <a:pt x="20956" y="55094"/>
                  </a:lnTo>
                  <a:lnTo>
                    <a:pt x="18451" y="59787"/>
                  </a:lnTo>
                  <a:lnTo>
                    <a:pt x="16098" y="64557"/>
                  </a:lnTo>
                  <a:lnTo>
                    <a:pt x="13897" y="69400"/>
                  </a:lnTo>
                  <a:lnTo>
                    <a:pt x="11851" y="74310"/>
                  </a:lnTo>
                  <a:lnTo>
                    <a:pt x="9963" y="79283"/>
                  </a:lnTo>
                  <a:lnTo>
                    <a:pt x="8233" y="84314"/>
                  </a:lnTo>
                  <a:lnTo>
                    <a:pt x="6665" y="89397"/>
                  </a:lnTo>
                  <a:lnTo>
                    <a:pt x="5259" y="94527"/>
                  </a:lnTo>
                  <a:lnTo>
                    <a:pt x="4018" y="99699"/>
                  </a:lnTo>
                  <a:lnTo>
                    <a:pt x="2941" y="104909"/>
                  </a:lnTo>
                  <a:lnTo>
                    <a:pt x="2031" y="110149"/>
                  </a:lnTo>
                  <a:lnTo>
                    <a:pt x="1287" y="115417"/>
                  </a:lnTo>
                  <a:lnTo>
                    <a:pt x="712" y="120705"/>
                  </a:lnTo>
                  <a:lnTo>
                    <a:pt x="306" y="126009"/>
                  </a:lnTo>
                  <a:lnTo>
                    <a:pt x="68" y="131323"/>
                  </a:lnTo>
                  <a:lnTo>
                    <a:pt x="0" y="136642"/>
                  </a:lnTo>
                  <a:lnTo>
                    <a:pt x="100" y="141960"/>
                  </a:lnTo>
                  <a:lnTo>
                    <a:pt x="370" y="147273"/>
                  </a:lnTo>
                  <a:lnTo>
                    <a:pt x="809" y="152574"/>
                  </a:lnTo>
                  <a:lnTo>
                    <a:pt x="1416" y="157859"/>
                  </a:lnTo>
                  <a:lnTo>
                    <a:pt x="2192" y="163121"/>
                  </a:lnTo>
                  <a:lnTo>
                    <a:pt x="3134" y="168357"/>
                  </a:lnTo>
                  <a:lnTo>
                    <a:pt x="4242" y="173559"/>
                  </a:lnTo>
                  <a:lnTo>
                    <a:pt x="5515" y="178724"/>
                  </a:lnTo>
                  <a:lnTo>
                    <a:pt x="6952" y="183846"/>
                  </a:lnTo>
                  <a:lnTo>
                    <a:pt x="8551" y="188919"/>
                  </a:lnTo>
                  <a:lnTo>
                    <a:pt x="10311" y="193939"/>
                  </a:lnTo>
                  <a:lnTo>
                    <a:pt x="12230" y="198900"/>
                  </a:lnTo>
                  <a:lnTo>
                    <a:pt x="14305" y="203798"/>
                  </a:lnTo>
                  <a:lnTo>
                    <a:pt x="16535" y="208627"/>
                  </a:lnTo>
                  <a:lnTo>
                    <a:pt x="18918" y="213383"/>
                  </a:lnTo>
                  <a:lnTo>
                    <a:pt x="21451" y="218061"/>
                  </a:lnTo>
                  <a:lnTo>
                    <a:pt x="24131" y="222656"/>
                  </a:lnTo>
                  <a:lnTo>
                    <a:pt x="26957" y="227163"/>
                  </a:lnTo>
                  <a:lnTo>
                    <a:pt x="29924" y="231578"/>
                  </a:lnTo>
                  <a:lnTo>
                    <a:pt x="33030" y="235896"/>
                  </a:lnTo>
                  <a:lnTo>
                    <a:pt x="36272" y="240113"/>
                  </a:lnTo>
                  <a:lnTo>
                    <a:pt x="39647" y="244225"/>
                  </a:lnTo>
                  <a:lnTo>
                    <a:pt x="43150" y="248228"/>
                  </a:lnTo>
                  <a:lnTo>
                    <a:pt x="46779" y="252117"/>
                  </a:lnTo>
                  <a:lnTo>
                    <a:pt x="50531" y="255888"/>
                  </a:lnTo>
                  <a:lnTo>
                    <a:pt x="54400" y="259539"/>
                  </a:lnTo>
                  <a:lnTo>
                    <a:pt x="58383" y="263064"/>
                  </a:lnTo>
                  <a:lnTo>
                    <a:pt x="62477" y="266461"/>
                  </a:lnTo>
                  <a:lnTo>
                    <a:pt x="66676" y="269726"/>
                  </a:lnTo>
                  <a:lnTo>
                    <a:pt x="70978" y="272855"/>
                  </a:lnTo>
                  <a:lnTo>
                    <a:pt x="75376" y="275846"/>
                  </a:lnTo>
                  <a:lnTo>
                    <a:pt x="79868" y="278696"/>
                  </a:lnTo>
                  <a:lnTo>
                    <a:pt x="84448" y="281402"/>
                  </a:lnTo>
                  <a:lnTo>
                    <a:pt x="89112" y="283960"/>
                  </a:lnTo>
                  <a:lnTo>
                    <a:pt x="93855" y="286368"/>
                  </a:lnTo>
                  <a:lnTo>
                    <a:pt x="98672" y="288625"/>
                  </a:lnTo>
                  <a:lnTo>
                    <a:pt x="103558" y="290727"/>
                  </a:lnTo>
                  <a:lnTo>
                    <a:pt x="108509" y="292672"/>
                  </a:lnTo>
                  <a:lnTo>
                    <a:pt x="113520" y="294459"/>
                  </a:lnTo>
                  <a:lnTo>
                    <a:pt x="118584" y="296086"/>
                  </a:lnTo>
                  <a:lnTo>
                    <a:pt x="123698" y="297551"/>
                  </a:lnTo>
                  <a:lnTo>
                    <a:pt x="128856" y="298852"/>
                  </a:lnTo>
                  <a:lnTo>
                    <a:pt x="134052" y="299989"/>
                  </a:lnTo>
                  <a:lnTo>
                    <a:pt x="139282" y="300959"/>
                  </a:lnTo>
                  <a:lnTo>
                    <a:pt x="144541" y="301763"/>
                  </a:lnTo>
                  <a:lnTo>
                    <a:pt x="149822" y="302399"/>
                  </a:lnTo>
                  <a:lnTo>
                    <a:pt x="155121" y="302867"/>
                  </a:lnTo>
                  <a:lnTo>
                    <a:pt x="160432" y="303166"/>
                  </a:lnTo>
                  <a:lnTo>
                    <a:pt x="165749" y="303295"/>
                  </a:lnTo>
                  <a:lnTo>
                    <a:pt x="171069" y="303256"/>
                  </a:lnTo>
                  <a:lnTo>
                    <a:pt x="176384" y="303047"/>
                  </a:lnTo>
                  <a:lnTo>
                    <a:pt x="181690" y="302669"/>
                  </a:lnTo>
                  <a:lnTo>
                    <a:pt x="186981" y="302123"/>
                  </a:lnTo>
                  <a:lnTo>
                    <a:pt x="192252" y="301408"/>
                  </a:lnTo>
                  <a:lnTo>
                    <a:pt x="197498" y="300526"/>
                  </a:lnTo>
                  <a:lnTo>
                    <a:pt x="202713" y="299478"/>
                  </a:lnTo>
                  <a:lnTo>
                    <a:pt x="207892" y="298264"/>
                  </a:lnTo>
                  <a:lnTo>
                    <a:pt x="213030" y="296887"/>
                  </a:lnTo>
                  <a:lnTo>
                    <a:pt x="218122" y="295346"/>
                  </a:lnTo>
                  <a:lnTo>
                    <a:pt x="223161" y="293644"/>
                  </a:lnTo>
                  <a:lnTo>
                    <a:pt x="228144" y="291783"/>
                  </a:lnTo>
                  <a:lnTo>
                    <a:pt x="233066" y="289764"/>
                  </a:lnTo>
                  <a:lnTo>
                    <a:pt x="237920" y="287589"/>
                  </a:lnTo>
                  <a:lnTo>
                    <a:pt x="242703" y="285262"/>
                  </a:lnTo>
                  <a:lnTo>
                    <a:pt x="247410" y="282783"/>
                  </a:lnTo>
                  <a:lnTo>
                    <a:pt x="252035" y="280155"/>
                  </a:lnTo>
                  <a:lnTo>
                    <a:pt x="256575" y="277382"/>
                  </a:lnTo>
                  <a:lnTo>
                    <a:pt x="261023" y="274466"/>
                  </a:lnTo>
                  <a:lnTo>
                    <a:pt x="265377" y="271410"/>
                  </a:lnTo>
                  <a:lnTo>
                    <a:pt x="269631" y="268217"/>
                  </a:lnTo>
                  <a:lnTo>
                    <a:pt x="273782" y="264890"/>
                  </a:lnTo>
                  <a:lnTo>
                    <a:pt x="277825" y="261432"/>
                  </a:lnTo>
                  <a:lnTo>
                    <a:pt x="281755" y="257848"/>
                  </a:lnTo>
                  <a:lnTo>
                    <a:pt x="285570" y="254140"/>
                  </a:lnTo>
                  <a:lnTo>
                    <a:pt x="289264" y="250314"/>
                  </a:lnTo>
                  <a:lnTo>
                    <a:pt x="292835" y="246371"/>
                  </a:lnTo>
                  <a:lnTo>
                    <a:pt x="296279" y="242317"/>
                  </a:lnTo>
                  <a:lnTo>
                    <a:pt x="299592" y="238155"/>
                  </a:lnTo>
                  <a:lnTo>
                    <a:pt x="302771" y="233890"/>
                  </a:lnTo>
                  <a:lnTo>
                    <a:pt x="305813" y="229526"/>
                  </a:lnTo>
                  <a:lnTo>
                    <a:pt x="308714" y="225067"/>
                  </a:lnTo>
                  <a:lnTo>
                    <a:pt x="311472" y="220519"/>
                  </a:lnTo>
                  <a:lnTo>
                    <a:pt x="314084" y="215885"/>
                  </a:lnTo>
                  <a:lnTo>
                    <a:pt x="316547" y="211170"/>
                  </a:lnTo>
                  <a:lnTo>
                    <a:pt x="318858" y="206379"/>
                  </a:lnTo>
                  <a:lnTo>
                    <a:pt x="321017" y="201517"/>
                  </a:lnTo>
                  <a:lnTo>
                    <a:pt x="323019" y="196589"/>
                  </a:lnTo>
                  <a:lnTo>
                    <a:pt x="324864" y="191600"/>
                  </a:lnTo>
                  <a:lnTo>
                    <a:pt x="326549" y="186554"/>
                  </a:lnTo>
                  <a:lnTo>
                    <a:pt x="328072" y="181458"/>
                  </a:lnTo>
                  <a:lnTo>
                    <a:pt x="329433" y="176315"/>
                  </a:lnTo>
                  <a:lnTo>
                    <a:pt x="330629" y="171132"/>
                  </a:lnTo>
                  <a:lnTo>
                    <a:pt x="331660" y="165914"/>
                  </a:lnTo>
                  <a:lnTo>
                    <a:pt x="332524" y="160665"/>
                  </a:lnTo>
                  <a:lnTo>
                    <a:pt x="333221" y="155391"/>
                  </a:lnTo>
                  <a:lnTo>
                    <a:pt x="333749" y="150098"/>
                  </a:lnTo>
                  <a:lnTo>
                    <a:pt x="334109" y="144791"/>
                  </a:lnTo>
                  <a:lnTo>
                    <a:pt x="334300" y="139475"/>
                  </a:lnTo>
                  <a:lnTo>
                    <a:pt x="334322" y="134156"/>
                  </a:lnTo>
                  <a:lnTo>
                    <a:pt x="334174" y="128838"/>
                  </a:lnTo>
                  <a:lnTo>
                    <a:pt x="333858" y="123528"/>
                  </a:lnTo>
                  <a:lnTo>
                    <a:pt x="333372" y="118231"/>
                  </a:lnTo>
                  <a:lnTo>
                    <a:pt x="332718" y="112952"/>
                  </a:lnTo>
                  <a:lnTo>
                    <a:pt x="331897" y="107697"/>
                  </a:lnTo>
                  <a:lnTo>
                    <a:pt x="330909" y="102470"/>
                  </a:lnTo>
                  <a:lnTo>
                    <a:pt x="329755" y="97277"/>
                  </a:lnTo>
                  <a:lnTo>
                    <a:pt x="328436" y="92124"/>
                  </a:lnTo>
                  <a:lnTo>
                    <a:pt x="326954" y="87015"/>
                  </a:lnTo>
                  <a:lnTo>
                    <a:pt x="325311" y="81956"/>
                  </a:lnTo>
                  <a:lnTo>
                    <a:pt x="323507" y="76952"/>
                  </a:lnTo>
                  <a:lnTo>
                    <a:pt x="321545" y="72007"/>
                  </a:lnTo>
                  <a:lnTo>
                    <a:pt x="319426" y="67128"/>
                  </a:lnTo>
                  <a:lnTo>
                    <a:pt x="317154" y="62319"/>
                  </a:lnTo>
                  <a:lnTo>
                    <a:pt x="314729" y="57584"/>
                  </a:lnTo>
                  <a:lnTo>
                    <a:pt x="312155" y="52929"/>
                  </a:lnTo>
                  <a:lnTo>
                    <a:pt x="309435" y="48358"/>
                  </a:lnTo>
                  <a:lnTo>
                    <a:pt x="306570" y="43876"/>
                  </a:lnTo>
                  <a:lnTo>
                    <a:pt x="303564" y="39487"/>
                  </a:lnTo>
                  <a:lnTo>
                    <a:pt x="300420" y="35196"/>
                  </a:lnTo>
                  <a:lnTo>
                    <a:pt x="297141" y="31008"/>
                  </a:lnTo>
                  <a:lnTo>
                    <a:pt x="293730" y="26925"/>
                  </a:lnTo>
                  <a:lnTo>
                    <a:pt x="290191" y="22954"/>
                  </a:lnTo>
                  <a:lnTo>
                    <a:pt x="286528" y="19097"/>
                  </a:lnTo>
                  <a:lnTo>
                    <a:pt x="282744" y="15358"/>
                  </a:lnTo>
                  <a:lnTo>
                    <a:pt x="167166" y="136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5023544" y="941493"/>
              <a:ext cx="115577" cy="167167"/>
            </a:xfrm>
            <a:custGeom>
              <a:avLst/>
              <a:pathLst>
                <a:path w="115577" h="167167">
                  <a:moveTo>
                    <a:pt x="115577" y="46391"/>
                  </a:moveTo>
                  <a:lnTo>
                    <a:pt x="111506" y="42622"/>
                  </a:lnTo>
                  <a:lnTo>
                    <a:pt x="107311" y="38991"/>
                  </a:lnTo>
                  <a:lnTo>
                    <a:pt x="102998" y="35500"/>
                  </a:lnTo>
                  <a:lnTo>
                    <a:pt x="98572" y="32154"/>
                  </a:lnTo>
                  <a:lnTo>
                    <a:pt x="94037" y="28958"/>
                  </a:lnTo>
                  <a:lnTo>
                    <a:pt x="89399" y="25913"/>
                  </a:lnTo>
                  <a:lnTo>
                    <a:pt x="84662" y="23024"/>
                  </a:lnTo>
                  <a:lnTo>
                    <a:pt x="79832" y="20294"/>
                  </a:lnTo>
                  <a:lnTo>
                    <a:pt x="74914" y="17725"/>
                  </a:lnTo>
                  <a:lnTo>
                    <a:pt x="69913" y="15322"/>
                  </a:lnTo>
                  <a:lnTo>
                    <a:pt x="64836" y="13085"/>
                  </a:lnTo>
                  <a:lnTo>
                    <a:pt x="59687" y="11018"/>
                  </a:lnTo>
                  <a:lnTo>
                    <a:pt x="54472" y="9124"/>
                  </a:lnTo>
                  <a:lnTo>
                    <a:pt x="49197" y="7403"/>
                  </a:lnTo>
                  <a:lnTo>
                    <a:pt x="43868" y="5858"/>
                  </a:lnTo>
                  <a:lnTo>
                    <a:pt x="38491" y="4491"/>
                  </a:lnTo>
                  <a:lnTo>
                    <a:pt x="33071" y="3304"/>
                  </a:lnTo>
                  <a:lnTo>
                    <a:pt x="27615" y="2296"/>
                  </a:lnTo>
                  <a:lnTo>
                    <a:pt x="22129" y="1471"/>
                  </a:lnTo>
                  <a:lnTo>
                    <a:pt x="16618" y="828"/>
                  </a:lnTo>
                  <a:lnTo>
                    <a:pt x="11089" y="368"/>
                  </a:lnTo>
                  <a:lnTo>
                    <a:pt x="554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19067" y="941493"/>
              <a:ext cx="167148" cy="175103"/>
            </a:xfrm>
            <a:custGeom>
              <a:avLst/>
              <a:pathLst>
                <a:path w="167148" h="175103">
                  <a:moveTo>
                    <a:pt x="167148" y="0"/>
                  </a:moveTo>
                  <a:lnTo>
                    <a:pt x="161738" y="87"/>
                  </a:lnTo>
                  <a:lnTo>
                    <a:pt x="156334" y="350"/>
                  </a:lnTo>
                  <a:lnTo>
                    <a:pt x="150942" y="787"/>
                  </a:lnTo>
                  <a:lnTo>
                    <a:pt x="145566" y="1398"/>
                  </a:lnTo>
                  <a:lnTo>
                    <a:pt x="140213" y="2184"/>
                  </a:lnTo>
                  <a:lnTo>
                    <a:pt x="134888" y="3142"/>
                  </a:lnTo>
                  <a:lnTo>
                    <a:pt x="129597" y="4272"/>
                  </a:lnTo>
                  <a:lnTo>
                    <a:pt x="124346" y="5572"/>
                  </a:lnTo>
                  <a:lnTo>
                    <a:pt x="119139" y="7042"/>
                  </a:lnTo>
                  <a:lnTo>
                    <a:pt x="113982" y="8679"/>
                  </a:lnTo>
                  <a:lnTo>
                    <a:pt x="108882" y="10483"/>
                  </a:lnTo>
                  <a:lnTo>
                    <a:pt x="103842" y="12450"/>
                  </a:lnTo>
                  <a:lnTo>
                    <a:pt x="98868" y="14580"/>
                  </a:lnTo>
                  <a:lnTo>
                    <a:pt x="93966" y="16869"/>
                  </a:lnTo>
                  <a:lnTo>
                    <a:pt x="89141" y="19316"/>
                  </a:lnTo>
                  <a:lnTo>
                    <a:pt x="84397" y="21918"/>
                  </a:lnTo>
                  <a:lnTo>
                    <a:pt x="79740" y="24672"/>
                  </a:lnTo>
                  <a:lnTo>
                    <a:pt x="75175" y="27575"/>
                  </a:lnTo>
                  <a:lnTo>
                    <a:pt x="70706" y="30624"/>
                  </a:lnTo>
                  <a:lnTo>
                    <a:pt x="66338" y="33817"/>
                  </a:lnTo>
                  <a:lnTo>
                    <a:pt x="62075" y="37149"/>
                  </a:lnTo>
                  <a:lnTo>
                    <a:pt x="57923" y="40617"/>
                  </a:lnTo>
                  <a:lnTo>
                    <a:pt x="53885" y="44218"/>
                  </a:lnTo>
                  <a:lnTo>
                    <a:pt x="49966" y="47947"/>
                  </a:lnTo>
                  <a:lnTo>
                    <a:pt x="46169" y="51802"/>
                  </a:lnTo>
                  <a:lnTo>
                    <a:pt x="42499" y="55777"/>
                  </a:lnTo>
                  <a:lnTo>
                    <a:pt x="38960" y="59869"/>
                  </a:lnTo>
                  <a:lnTo>
                    <a:pt x="35555" y="64073"/>
                  </a:lnTo>
                  <a:lnTo>
                    <a:pt x="32288" y="68386"/>
                  </a:lnTo>
                  <a:lnTo>
                    <a:pt x="29162" y="72802"/>
                  </a:lnTo>
                  <a:lnTo>
                    <a:pt x="26180" y="77316"/>
                  </a:lnTo>
                  <a:lnTo>
                    <a:pt x="23347" y="81925"/>
                  </a:lnTo>
                  <a:lnTo>
                    <a:pt x="20664" y="86623"/>
                  </a:lnTo>
                  <a:lnTo>
                    <a:pt x="18134" y="91406"/>
                  </a:lnTo>
                  <a:lnTo>
                    <a:pt x="15760" y="96267"/>
                  </a:lnTo>
                  <a:lnTo>
                    <a:pt x="13545" y="101203"/>
                  </a:lnTo>
                  <a:lnTo>
                    <a:pt x="11491" y="106209"/>
                  </a:lnTo>
                  <a:lnTo>
                    <a:pt x="9600" y="111278"/>
                  </a:lnTo>
                  <a:lnTo>
                    <a:pt x="7874" y="116405"/>
                  </a:lnTo>
                  <a:lnTo>
                    <a:pt x="6315" y="121586"/>
                  </a:lnTo>
                  <a:lnTo>
                    <a:pt x="4924" y="126814"/>
                  </a:lnTo>
                  <a:lnTo>
                    <a:pt x="3703" y="132085"/>
                  </a:lnTo>
                  <a:lnTo>
                    <a:pt x="2653" y="137392"/>
                  </a:lnTo>
                  <a:lnTo>
                    <a:pt x="1776" y="142731"/>
                  </a:lnTo>
                  <a:lnTo>
                    <a:pt x="1072" y="148095"/>
                  </a:lnTo>
                  <a:lnTo>
                    <a:pt x="542" y="153480"/>
                  </a:lnTo>
                  <a:lnTo>
                    <a:pt x="186" y="158878"/>
                  </a:lnTo>
                  <a:lnTo>
                    <a:pt x="5" y="164285"/>
                  </a:lnTo>
                  <a:lnTo>
                    <a:pt x="0" y="169696"/>
                  </a:lnTo>
                  <a:lnTo>
                    <a:pt x="169" y="17510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236" y="1108660"/>
              <a:ext cx="166978" cy="162948"/>
            </a:xfrm>
            <a:custGeom>
              <a:avLst/>
              <a:pathLst>
                <a:path w="166978" h="162948">
                  <a:moveTo>
                    <a:pt x="0" y="7936"/>
                  </a:moveTo>
                  <a:lnTo>
                    <a:pt x="345" y="13350"/>
                  </a:lnTo>
                  <a:lnTo>
                    <a:pt x="866" y="18750"/>
                  </a:lnTo>
                  <a:lnTo>
                    <a:pt x="1562" y="24130"/>
                  </a:lnTo>
                  <a:lnTo>
                    <a:pt x="2432" y="29485"/>
                  </a:lnTo>
                  <a:lnTo>
                    <a:pt x="3475" y="34808"/>
                  </a:lnTo>
                  <a:lnTo>
                    <a:pt x="4691" y="40095"/>
                  </a:lnTo>
                  <a:lnTo>
                    <a:pt x="6077" y="45340"/>
                  </a:lnTo>
                  <a:lnTo>
                    <a:pt x="7633" y="50537"/>
                  </a:lnTo>
                  <a:lnTo>
                    <a:pt x="9357" y="55681"/>
                  </a:lnTo>
                  <a:lnTo>
                    <a:pt x="11247" y="60766"/>
                  </a:lnTo>
                  <a:lnTo>
                    <a:pt x="13301" y="65787"/>
                  </a:lnTo>
                  <a:lnTo>
                    <a:pt x="15516" y="70739"/>
                  </a:lnTo>
                  <a:lnTo>
                    <a:pt x="17891" y="75617"/>
                  </a:lnTo>
                  <a:lnTo>
                    <a:pt x="20423" y="80414"/>
                  </a:lnTo>
                  <a:lnTo>
                    <a:pt x="23110" y="85128"/>
                  </a:lnTo>
                  <a:lnTo>
                    <a:pt x="25948" y="89751"/>
                  </a:lnTo>
                  <a:lnTo>
                    <a:pt x="28934" y="94280"/>
                  </a:lnTo>
                  <a:lnTo>
                    <a:pt x="32066" y="98710"/>
                  </a:lnTo>
                  <a:lnTo>
                    <a:pt x="35340" y="103035"/>
                  </a:lnTo>
                  <a:lnTo>
                    <a:pt x="38753" y="107252"/>
                  </a:lnTo>
                  <a:lnTo>
                    <a:pt x="42301" y="111356"/>
                  </a:lnTo>
                  <a:lnTo>
                    <a:pt x="45980" y="115343"/>
                  </a:lnTo>
                  <a:lnTo>
                    <a:pt x="49786" y="119209"/>
                  </a:lnTo>
                  <a:lnTo>
                    <a:pt x="53716" y="122949"/>
                  </a:lnTo>
                  <a:lnTo>
                    <a:pt x="57765" y="126559"/>
                  </a:lnTo>
                  <a:lnTo>
                    <a:pt x="61929" y="130036"/>
                  </a:lnTo>
                  <a:lnTo>
                    <a:pt x="66204" y="133376"/>
                  </a:lnTo>
                  <a:lnTo>
                    <a:pt x="70585" y="136576"/>
                  </a:lnTo>
                  <a:lnTo>
                    <a:pt x="75067" y="139632"/>
                  </a:lnTo>
                  <a:lnTo>
                    <a:pt x="79646" y="142541"/>
                  </a:lnTo>
                  <a:lnTo>
                    <a:pt x="84317" y="145300"/>
                  </a:lnTo>
                  <a:lnTo>
                    <a:pt x="89076" y="147905"/>
                  </a:lnTo>
                  <a:lnTo>
                    <a:pt x="93916" y="150355"/>
                  </a:lnTo>
                  <a:lnTo>
                    <a:pt x="98833" y="152647"/>
                  </a:lnTo>
                  <a:lnTo>
                    <a:pt x="103822" y="154778"/>
                  </a:lnTo>
                  <a:lnTo>
                    <a:pt x="108878" y="156745"/>
                  </a:lnTo>
                  <a:lnTo>
                    <a:pt x="113994" y="158548"/>
                  </a:lnTo>
                  <a:lnTo>
                    <a:pt x="119167" y="160184"/>
                  </a:lnTo>
                  <a:lnTo>
                    <a:pt x="124390" y="161651"/>
                  </a:lnTo>
                  <a:lnTo>
                    <a:pt x="129657" y="162948"/>
                  </a:lnTo>
                  <a:lnTo>
                    <a:pt x="166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448894" y="941493"/>
              <a:ext cx="204471" cy="334334"/>
            </a:xfrm>
            <a:custGeom>
              <a:avLst/>
              <a:pathLst>
                <a:path w="204471" h="334334">
                  <a:moveTo>
                    <a:pt x="0" y="330115"/>
                  </a:moveTo>
                  <a:lnTo>
                    <a:pt x="5193" y="331218"/>
                  </a:lnTo>
                  <a:lnTo>
                    <a:pt x="10419" y="332156"/>
                  </a:lnTo>
                  <a:lnTo>
                    <a:pt x="15672" y="332927"/>
                  </a:lnTo>
                  <a:lnTo>
                    <a:pt x="20947" y="333531"/>
                  </a:lnTo>
                  <a:lnTo>
                    <a:pt x="26238" y="333967"/>
                  </a:lnTo>
                  <a:lnTo>
                    <a:pt x="31541" y="334234"/>
                  </a:lnTo>
                  <a:lnTo>
                    <a:pt x="36849" y="334334"/>
                  </a:lnTo>
                  <a:lnTo>
                    <a:pt x="42158" y="334264"/>
                  </a:lnTo>
                  <a:lnTo>
                    <a:pt x="47462" y="334026"/>
                  </a:lnTo>
                  <a:lnTo>
                    <a:pt x="52756" y="333620"/>
                  </a:lnTo>
                  <a:lnTo>
                    <a:pt x="58034" y="333046"/>
                  </a:lnTo>
                  <a:lnTo>
                    <a:pt x="63291" y="332305"/>
                  </a:lnTo>
                  <a:lnTo>
                    <a:pt x="68522" y="331397"/>
                  </a:lnTo>
                  <a:lnTo>
                    <a:pt x="73722" y="330323"/>
                  </a:lnTo>
                  <a:lnTo>
                    <a:pt x="78885" y="329085"/>
                  </a:lnTo>
                  <a:lnTo>
                    <a:pt x="84006" y="327683"/>
                  </a:lnTo>
                  <a:lnTo>
                    <a:pt x="89079" y="326120"/>
                  </a:lnTo>
                  <a:lnTo>
                    <a:pt x="94101" y="324396"/>
                  </a:lnTo>
                  <a:lnTo>
                    <a:pt x="99066" y="322513"/>
                  </a:lnTo>
                  <a:lnTo>
                    <a:pt x="103968" y="320474"/>
                  </a:lnTo>
                  <a:lnTo>
                    <a:pt x="108803" y="318280"/>
                  </a:lnTo>
                  <a:lnTo>
                    <a:pt x="113565" y="315934"/>
                  </a:lnTo>
                  <a:lnTo>
                    <a:pt x="118251" y="313438"/>
                  </a:lnTo>
                  <a:lnTo>
                    <a:pt x="122855" y="310794"/>
                  </a:lnTo>
                  <a:lnTo>
                    <a:pt x="127373" y="308005"/>
                  </a:lnTo>
                  <a:lnTo>
                    <a:pt x="131800" y="305075"/>
                  </a:lnTo>
                  <a:lnTo>
                    <a:pt x="136132" y="302005"/>
                  </a:lnTo>
                  <a:lnTo>
                    <a:pt x="140364" y="298799"/>
                  </a:lnTo>
                  <a:lnTo>
                    <a:pt x="144493" y="295460"/>
                  </a:lnTo>
                  <a:lnTo>
                    <a:pt x="148513" y="291992"/>
                  </a:lnTo>
                  <a:lnTo>
                    <a:pt x="152421" y="288398"/>
                  </a:lnTo>
                  <a:lnTo>
                    <a:pt x="156212" y="284682"/>
                  </a:lnTo>
                  <a:lnTo>
                    <a:pt x="159884" y="280847"/>
                  </a:lnTo>
                  <a:lnTo>
                    <a:pt x="163432" y="276897"/>
                  </a:lnTo>
                  <a:lnTo>
                    <a:pt x="166854" y="272837"/>
                  </a:lnTo>
                  <a:lnTo>
                    <a:pt x="170144" y="268670"/>
                  </a:lnTo>
                  <a:lnTo>
                    <a:pt x="173300" y="264401"/>
                  </a:lnTo>
                  <a:lnTo>
                    <a:pt x="176319" y="260034"/>
                  </a:lnTo>
                  <a:lnTo>
                    <a:pt x="179199" y="255573"/>
                  </a:lnTo>
                  <a:lnTo>
                    <a:pt x="181934" y="251023"/>
                  </a:lnTo>
                  <a:lnTo>
                    <a:pt x="184524" y="246388"/>
                  </a:lnTo>
                  <a:lnTo>
                    <a:pt x="186966" y="241673"/>
                  </a:lnTo>
                  <a:lnTo>
                    <a:pt x="189257" y="236884"/>
                  </a:lnTo>
                  <a:lnTo>
                    <a:pt x="191394" y="232024"/>
                  </a:lnTo>
                  <a:lnTo>
                    <a:pt x="193376" y="227098"/>
                  </a:lnTo>
                  <a:lnTo>
                    <a:pt x="195200" y="222112"/>
                  </a:lnTo>
                  <a:lnTo>
                    <a:pt x="196865" y="217071"/>
                  </a:lnTo>
                  <a:lnTo>
                    <a:pt x="198370" y="211979"/>
                  </a:lnTo>
                  <a:lnTo>
                    <a:pt x="199712" y="206842"/>
                  </a:lnTo>
                  <a:lnTo>
                    <a:pt x="200890" y="201665"/>
                  </a:lnTo>
                  <a:lnTo>
                    <a:pt x="201903" y="196453"/>
                  </a:lnTo>
                  <a:lnTo>
                    <a:pt x="202750" y="191212"/>
                  </a:lnTo>
                  <a:lnTo>
                    <a:pt x="203430" y="185946"/>
                  </a:lnTo>
                  <a:lnTo>
                    <a:pt x="203942" y="180662"/>
                  </a:lnTo>
                  <a:lnTo>
                    <a:pt x="204287" y="175364"/>
                  </a:lnTo>
                  <a:lnTo>
                    <a:pt x="204463" y="170057"/>
                  </a:lnTo>
                  <a:lnTo>
                    <a:pt x="204471" y="164748"/>
                  </a:lnTo>
                  <a:lnTo>
                    <a:pt x="204309" y="159441"/>
                  </a:lnTo>
                  <a:lnTo>
                    <a:pt x="203980" y="154142"/>
                  </a:lnTo>
                  <a:lnTo>
                    <a:pt x="203482" y="148856"/>
                  </a:lnTo>
                  <a:lnTo>
                    <a:pt x="202817" y="143589"/>
                  </a:lnTo>
                  <a:lnTo>
                    <a:pt x="201985" y="138345"/>
                  </a:lnTo>
                  <a:lnTo>
                    <a:pt x="200986" y="133130"/>
                  </a:lnTo>
                  <a:lnTo>
                    <a:pt x="199823" y="127950"/>
                  </a:lnTo>
                  <a:lnTo>
                    <a:pt x="198496" y="122809"/>
                  </a:lnTo>
                  <a:lnTo>
                    <a:pt x="197006" y="117714"/>
                  </a:lnTo>
                  <a:lnTo>
                    <a:pt x="195355" y="112667"/>
                  </a:lnTo>
                  <a:lnTo>
                    <a:pt x="193544" y="107676"/>
                  </a:lnTo>
                  <a:lnTo>
                    <a:pt x="191576" y="102745"/>
                  </a:lnTo>
                  <a:lnTo>
                    <a:pt x="189453" y="97879"/>
                  </a:lnTo>
                  <a:lnTo>
                    <a:pt x="187176" y="93083"/>
                  </a:lnTo>
                  <a:lnTo>
                    <a:pt x="184747" y="88361"/>
                  </a:lnTo>
                  <a:lnTo>
                    <a:pt x="182170" y="83719"/>
                  </a:lnTo>
                  <a:lnTo>
                    <a:pt x="179447" y="79162"/>
                  </a:lnTo>
                  <a:lnTo>
                    <a:pt x="176581" y="74693"/>
                  </a:lnTo>
                  <a:lnTo>
                    <a:pt x="173574" y="70317"/>
                  </a:lnTo>
                  <a:lnTo>
                    <a:pt x="170430" y="66039"/>
                  </a:lnTo>
                  <a:lnTo>
                    <a:pt x="167151" y="61863"/>
                  </a:lnTo>
                  <a:lnTo>
                    <a:pt x="163742" y="57793"/>
                  </a:lnTo>
                  <a:lnTo>
                    <a:pt x="160204" y="53833"/>
                  </a:lnTo>
                  <a:lnTo>
                    <a:pt x="156543" y="49988"/>
                  </a:lnTo>
                  <a:lnTo>
                    <a:pt x="152762" y="46261"/>
                  </a:lnTo>
                  <a:lnTo>
                    <a:pt x="148864" y="42656"/>
                  </a:lnTo>
                  <a:lnTo>
                    <a:pt x="144854" y="39177"/>
                  </a:lnTo>
                  <a:lnTo>
                    <a:pt x="140735" y="35826"/>
                  </a:lnTo>
                  <a:lnTo>
                    <a:pt x="136512" y="32608"/>
                  </a:lnTo>
                  <a:lnTo>
                    <a:pt x="132189" y="29526"/>
                  </a:lnTo>
                  <a:lnTo>
                    <a:pt x="127770" y="26583"/>
                  </a:lnTo>
                  <a:lnTo>
                    <a:pt x="123260" y="23782"/>
                  </a:lnTo>
                  <a:lnTo>
                    <a:pt x="118663" y="21125"/>
                  </a:lnTo>
                  <a:lnTo>
                    <a:pt x="113985" y="18615"/>
                  </a:lnTo>
                  <a:lnTo>
                    <a:pt x="109229" y="16256"/>
                  </a:lnTo>
                  <a:lnTo>
                    <a:pt x="104400" y="14048"/>
                  </a:lnTo>
                  <a:lnTo>
                    <a:pt x="99504" y="11995"/>
                  </a:lnTo>
                  <a:lnTo>
                    <a:pt x="94544" y="10099"/>
                  </a:lnTo>
                  <a:lnTo>
                    <a:pt x="89528" y="8361"/>
                  </a:lnTo>
                  <a:lnTo>
                    <a:pt x="84458" y="6783"/>
                  </a:lnTo>
                  <a:lnTo>
                    <a:pt x="79341" y="5367"/>
                  </a:lnTo>
                  <a:lnTo>
                    <a:pt x="74182" y="4114"/>
                  </a:lnTo>
                  <a:lnTo>
                    <a:pt x="68985" y="3026"/>
                  </a:lnTo>
                  <a:lnTo>
                    <a:pt x="63757" y="2103"/>
                  </a:lnTo>
                  <a:lnTo>
                    <a:pt x="58502" y="1347"/>
                  </a:lnTo>
                  <a:lnTo>
                    <a:pt x="53225" y="758"/>
                  </a:lnTo>
                  <a:lnTo>
                    <a:pt x="47933" y="337"/>
                  </a:lnTo>
                  <a:lnTo>
                    <a:pt x="42629" y="84"/>
                  </a:lnTo>
                  <a:lnTo>
                    <a:pt x="37321" y="0"/>
                  </a:lnTo>
                  <a:lnTo>
                    <a:pt x="373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797341" y="1071028"/>
              <a:ext cx="195834" cy="334320"/>
            </a:xfrm>
            <a:custGeom>
              <a:avLst/>
              <a:pathLst>
                <a:path w="195834" h="334320">
                  <a:moveTo>
                    <a:pt x="167160" y="0"/>
                  </a:moveTo>
                  <a:lnTo>
                    <a:pt x="161834" y="84"/>
                  </a:lnTo>
                  <a:lnTo>
                    <a:pt x="156513" y="339"/>
                  </a:lnTo>
                  <a:lnTo>
                    <a:pt x="151203" y="763"/>
                  </a:lnTo>
                  <a:lnTo>
                    <a:pt x="145910" y="1356"/>
                  </a:lnTo>
                  <a:lnTo>
                    <a:pt x="140638" y="2117"/>
                  </a:lnTo>
                  <a:lnTo>
                    <a:pt x="135393" y="3046"/>
                  </a:lnTo>
                  <a:lnTo>
                    <a:pt x="130180" y="4141"/>
                  </a:lnTo>
                  <a:lnTo>
                    <a:pt x="125005" y="5402"/>
                  </a:lnTo>
                  <a:lnTo>
                    <a:pt x="119873" y="6827"/>
                  </a:lnTo>
                  <a:lnTo>
                    <a:pt x="114788" y="8415"/>
                  </a:lnTo>
                  <a:lnTo>
                    <a:pt x="109757" y="10164"/>
                  </a:lnTo>
                  <a:lnTo>
                    <a:pt x="104784" y="12073"/>
                  </a:lnTo>
                  <a:lnTo>
                    <a:pt x="99875" y="14139"/>
                  </a:lnTo>
                  <a:lnTo>
                    <a:pt x="95033" y="16360"/>
                  </a:lnTo>
                  <a:lnTo>
                    <a:pt x="90265" y="18734"/>
                  </a:lnTo>
                  <a:lnTo>
                    <a:pt x="85575" y="21260"/>
                  </a:lnTo>
                  <a:lnTo>
                    <a:pt x="80968" y="23933"/>
                  </a:lnTo>
                  <a:lnTo>
                    <a:pt x="76448" y="26752"/>
                  </a:lnTo>
                  <a:lnTo>
                    <a:pt x="72021" y="29713"/>
                  </a:lnTo>
                  <a:lnTo>
                    <a:pt x="67690" y="32814"/>
                  </a:lnTo>
                  <a:lnTo>
                    <a:pt x="63460" y="36051"/>
                  </a:lnTo>
                  <a:lnTo>
                    <a:pt x="59335" y="39422"/>
                  </a:lnTo>
                  <a:lnTo>
                    <a:pt x="55320" y="42922"/>
                  </a:lnTo>
                  <a:lnTo>
                    <a:pt x="51418" y="46548"/>
                  </a:lnTo>
                  <a:lnTo>
                    <a:pt x="47634" y="50297"/>
                  </a:lnTo>
                  <a:lnTo>
                    <a:pt x="43972" y="54164"/>
                  </a:lnTo>
                  <a:lnTo>
                    <a:pt x="40434" y="58146"/>
                  </a:lnTo>
                  <a:lnTo>
                    <a:pt x="37025" y="62239"/>
                  </a:lnTo>
                  <a:lnTo>
                    <a:pt x="33748" y="66438"/>
                  </a:lnTo>
                  <a:lnTo>
                    <a:pt x="30606" y="70740"/>
                  </a:lnTo>
                  <a:lnTo>
                    <a:pt x="27604" y="75139"/>
                  </a:lnTo>
                  <a:lnTo>
                    <a:pt x="24742" y="79632"/>
                  </a:lnTo>
                  <a:lnTo>
                    <a:pt x="22026" y="84214"/>
                  </a:lnTo>
                  <a:lnTo>
                    <a:pt x="19457" y="88880"/>
                  </a:lnTo>
                  <a:lnTo>
                    <a:pt x="17037" y="93626"/>
                  </a:lnTo>
                  <a:lnTo>
                    <a:pt x="14771" y="98446"/>
                  </a:lnTo>
                  <a:lnTo>
                    <a:pt x="12659" y="103336"/>
                  </a:lnTo>
                  <a:lnTo>
                    <a:pt x="10703" y="108291"/>
                  </a:lnTo>
                  <a:lnTo>
                    <a:pt x="8907" y="113305"/>
                  </a:lnTo>
                  <a:lnTo>
                    <a:pt x="7271" y="118374"/>
                  </a:lnTo>
                  <a:lnTo>
                    <a:pt x="5798" y="123493"/>
                  </a:lnTo>
                  <a:lnTo>
                    <a:pt x="4488" y="128656"/>
                  </a:lnTo>
                  <a:lnTo>
                    <a:pt x="3344" y="133858"/>
                  </a:lnTo>
                  <a:lnTo>
                    <a:pt x="2366" y="139094"/>
                  </a:lnTo>
                  <a:lnTo>
                    <a:pt x="1555" y="144359"/>
                  </a:lnTo>
                  <a:lnTo>
                    <a:pt x="913" y="149647"/>
                  </a:lnTo>
                  <a:lnTo>
                    <a:pt x="439" y="154952"/>
                  </a:lnTo>
                  <a:lnTo>
                    <a:pt x="134" y="160270"/>
                  </a:lnTo>
                  <a:lnTo>
                    <a:pt x="0" y="165595"/>
                  </a:lnTo>
                  <a:lnTo>
                    <a:pt x="34" y="170921"/>
                  </a:lnTo>
                  <a:lnTo>
                    <a:pt x="239" y="176244"/>
                  </a:lnTo>
                  <a:lnTo>
                    <a:pt x="613" y="181558"/>
                  </a:lnTo>
                  <a:lnTo>
                    <a:pt x="1156" y="186856"/>
                  </a:lnTo>
                  <a:lnTo>
                    <a:pt x="1867" y="192135"/>
                  </a:lnTo>
                  <a:lnTo>
                    <a:pt x="2747" y="197389"/>
                  </a:lnTo>
                  <a:lnTo>
                    <a:pt x="3793" y="202612"/>
                  </a:lnTo>
                  <a:lnTo>
                    <a:pt x="5005" y="207798"/>
                  </a:lnTo>
                  <a:lnTo>
                    <a:pt x="6382" y="212944"/>
                  </a:lnTo>
                  <a:lnTo>
                    <a:pt x="7922" y="218043"/>
                  </a:lnTo>
                  <a:lnTo>
                    <a:pt x="9624" y="223090"/>
                  </a:lnTo>
                  <a:lnTo>
                    <a:pt x="11485" y="228081"/>
                  </a:lnTo>
                  <a:lnTo>
                    <a:pt x="13505" y="233010"/>
                  </a:lnTo>
                  <a:lnTo>
                    <a:pt x="15681" y="237872"/>
                  </a:lnTo>
                  <a:lnTo>
                    <a:pt x="18011" y="242662"/>
                  </a:lnTo>
                  <a:lnTo>
                    <a:pt x="20491" y="247376"/>
                  </a:lnTo>
                  <a:lnTo>
                    <a:pt x="23121" y="252008"/>
                  </a:lnTo>
                  <a:lnTo>
                    <a:pt x="25897" y="256554"/>
                  </a:lnTo>
                  <a:lnTo>
                    <a:pt x="28817" y="261009"/>
                  </a:lnTo>
                  <a:lnTo>
                    <a:pt x="31877" y="265369"/>
                  </a:lnTo>
                  <a:lnTo>
                    <a:pt x="35074" y="269629"/>
                  </a:lnTo>
                  <a:lnTo>
                    <a:pt x="38406" y="273785"/>
                  </a:lnTo>
                  <a:lnTo>
                    <a:pt x="41868" y="277833"/>
                  </a:lnTo>
                  <a:lnTo>
                    <a:pt x="45457" y="281769"/>
                  </a:lnTo>
                  <a:lnTo>
                    <a:pt x="49170" y="285588"/>
                  </a:lnTo>
                  <a:lnTo>
                    <a:pt x="53003" y="289287"/>
                  </a:lnTo>
                  <a:lnTo>
                    <a:pt x="56952" y="292862"/>
                  </a:lnTo>
                  <a:lnTo>
                    <a:pt x="61012" y="296309"/>
                  </a:lnTo>
                  <a:lnTo>
                    <a:pt x="65181" y="299626"/>
                  </a:lnTo>
                  <a:lnTo>
                    <a:pt x="69453" y="302807"/>
                  </a:lnTo>
                  <a:lnTo>
                    <a:pt x="73824" y="305851"/>
                  </a:lnTo>
                  <a:lnTo>
                    <a:pt x="78290" y="308755"/>
                  </a:lnTo>
                  <a:lnTo>
                    <a:pt x="82846" y="311514"/>
                  </a:lnTo>
                  <a:lnTo>
                    <a:pt x="87487" y="314127"/>
                  </a:lnTo>
                  <a:lnTo>
                    <a:pt x="92210" y="316591"/>
                  </a:lnTo>
                  <a:lnTo>
                    <a:pt x="97008" y="318903"/>
                  </a:lnTo>
                  <a:lnTo>
                    <a:pt x="101878" y="321061"/>
                  </a:lnTo>
                  <a:lnTo>
                    <a:pt x="106815" y="323063"/>
                  </a:lnTo>
                  <a:lnTo>
                    <a:pt x="111812" y="324906"/>
                  </a:lnTo>
                  <a:lnTo>
                    <a:pt x="116866" y="326589"/>
                  </a:lnTo>
                  <a:lnTo>
                    <a:pt x="121970" y="328111"/>
                  </a:lnTo>
                  <a:lnTo>
                    <a:pt x="127121" y="329469"/>
                  </a:lnTo>
                  <a:lnTo>
                    <a:pt x="132312" y="330662"/>
                  </a:lnTo>
                  <a:lnTo>
                    <a:pt x="137539" y="331689"/>
                  </a:lnTo>
                  <a:lnTo>
                    <a:pt x="142795" y="332549"/>
                  </a:lnTo>
                  <a:lnTo>
                    <a:pt x="148077" y="333242"/>
                  </a:lnTo>
                  <a:lnTo>
                    <a:pt x="153378" y="333765"/>
                  </a:lnTo>
                  <a:lnTo>
                    <a:pt x="158692" y="334120"/>
                  </a:lnTo>
                  <a:lnTo>
                    <a:pt x="164016" y="334305"/>
                  </a:lnTo>
                  <a:lnTo>
                    <a:pt x="169342" y="334320"/>
                  </a:lnTo>
                  <a:lnTo>
                    <a:pt x="174667" y="334166"/>
                  </a:lnTo>
                  <a:lnTo>
                    <a:pt x="179983" y="333842"/>
                  </a:lnTo>
                  <a:lnTo>
                    <a:pt x="185287" y="333349"/>
                  </a:lnTo>
                  <a:lnTo>
                    <a:pt x="190572" y="332687"/>
                  </a:lnTo>
                  <a:lnTo>
                    <a:pt x="195834" y="33185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28674" cy="164689"/>
            </a:xfrm>
            <a:custGeom>
              <a:avLst/>
              <a:pathLst>
                <a:path w="28674" h="164689">
                  <a:moveTo>
                    <a:pt x="28674" y="1646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2021"/>
              <a:ext cx="167167" cy="330864"/>
            </a:xfrm>
            <a:custGeom>
              <a:avLst/>
              <a:pathLst>
                <a:path w="167167" h="330864">
                  <a:moveTo>
                    <a:pt x="28674" y="330864"/>
                  </a:moveTo>
                  <a:lnTo>
                    <a:pt x="33892" y="329869"/>
                  </a:lnTo>
                  <a:lnTo>
                    <a:pt x="39076" y="328710"/>
                  </a:lnTo>
                  <a:lnTo>
                    <a:pt x="44221" y="327386"/>
                  </a:lnTo>
                  <a:lnTo>
                    <a:pt x="49321" y="325900"/>
                  </a:lnTo>
                  <a:lnTo>
                    <a:pt x="54371" y="324252"/>
                  </a:lnTo>
                  <a:lnTo>
                    <a:pt x="59367" y="322444"/>
                  </a:lnTo>
                  <a:lnTo>
                    <a:pt x="64302" y="320479"/>
                  </a:lnTo>
                  <a:lnTo>
                    <a:pt x="69173" y="318358"/>
                  </a:lnTo>
                  <a:lnTo>
                    <a:pt x="73973" y="316083"/>
                  </a:lnTo>
                  <a:lnTo>
                    <a:pt x="78699" y="313657"/>
                  </a:lnTo>
                  <a:lnTo>
                    <a:pt x="83345" y="311082"/>
                  </a:lnTo>
                  <a:lnTo>
                    <a:pt x="87908" y="308361"/>
                  </a:lnTo>
                  <a:lnTo>
                    <a:pt x="92381" y="305496"/>
                  </a:lnTo>
                  <a:lnTo>
                    <a:pt x="96761" y="302490"/>
                  </a:lnTo>
                  <a:lnTo>
                    <a:pt x="101044" y="299347"/>
                  </a:lnTo>
                  <a:lnTo>
                    <a:pt x="105224" y="296069"/>
                  </a:lnTo>
                  <a:lnTo>
                    <a:pt x="109298" y="292660"/>
                  </a:lnTo>
                  <a:lnTo>
                    <a:pt x="113262" y="289123"/>
                  </a:lnTo>
                  <a:lnTo>
                    <a:pt x="117112" y="285462"/>
                  </a:lnTo>
                  <a:lnTo>
                    <a:pt x="120843" y="281681"/>
                  </a:lnTo>
                  <a:lnTo>
                    <a:pt x="124452" y="277783"/>
                  </a:lnTo>
                  <a:lnTo>
                    <a:pt x="127935" y="273772"/>
                  </a:lnTo>
                  <a:lnTo>
                    <a:pt x="131290" y="269653"/>
                  </a:lnTo>
                  <a:lnTo>
                    <a:pt x="134511" y="265429"/>
                  </a:lnTo>
                  <a:lnTo>
                    <a:pt x="137597" y="261105"/>
                  </a:lnTo>
                  <a:lnTo>
                    <a:pt x="140544" y="256685"/>
                  </a:lnTo>
                  <a:lnTo>
                    <a:pt x="143349" y="252173"/>
                  </a:lnTo>
                  <a:lnTo>
                    <a:pt x="146009" y="247575"/>
                  </a:lnTo>
                  <a:lnTo>
                    <a:pt x="148522" y="242895"/>
                  </a:lnTo>
                  <a:lnTo>
                    <a:pt x="150884" y="238137"/>
                  </a:lnTo>
                  <a:lnTo>
                    <a:pt x="153095" y="233306"/>
                  </a:lnTo>
                  <a:lnTo>
                    <a:pt x="155151" y="228408"/>
                  </a:lnTo>
                  <a:lnTo>
                    <a:pt x="157050" y="223447"/>
                  </a:lnTo>
                  <a:lnTo>
                    <a:pt x="158790" y="218428"/>
                  </a:lnTo>
                  <a:lnTo>
                    <a:pt x="160370" y="213356"/>
                  </a:lnTo>
                  <a:lnTo>
                    <a:pt x="161789" y="208236"/>
                  </a:lnTo>
                  <a:lnTo>
                    <a:pt x="163043" y="203074"/>
                  </a:lnTo>
                  <a:lnTo>
                    <a:pt x="164134" y="197875"/>
                  </a:lnTo>
                  <a:lnTo>
                    <a:pt x="165058" y="192644"/>
                  </a:lnTo>
                  <a:lnTo>
                    <a:pt x="165816" y="187386"/>
                  </a:lnTo>
                  <a:lnTo>
                    <a:pt x="166406" y="182107"/>
                  </a:lnTo>
                  <a:lnTo>
                    <a:pt x="166828" y="176811"/>
                  </a:lnTo>
                  <a:lnTo>
                    <a:pt x="167082" y="171505"/>
                  </a:lnTo>
                  <a:lnTo>
                    <a:pt x="167167" y="166193"/>
                  </a:lnTo>
                  <a:lnTo>
                    <a:pt x="167083" y="160882"/>
                  </a:lnTo>
                  <a:lnTo>
                    <a:pt x="166831" y="155576"/>
                  </a:lnTo>
                  <a:lnTo>
                    <a:pt x="166410" y="150280"/>
                  </a:lnTo>
                  <a:lnTo>
                    <a:pt x="165821" y="145000"/>
                  </a:lnTo>
                  <a:lnTo>
                    <a:pt x="165064" y="139742"/>
                  </a:lnTo>
                  <a:lnTo>
                    <a:pt x="164141" y="134511"/>
                  </a:lnTo>
                  <a:lnTo>
                    <a:pt x="163052" y="129311"/>
                  </a:lnTo>
                  <a:lnTo>
                    <a:pt x="161798" y="124149"/>
                  </a:lnTo>
                  <a:lnTo>
                    <a:pt x="160381" y="119029"/>
                  </a:lnTo>
                  <a:lnTo>
                    <a:pt x="158802" y="113957"/>
                  </a:lnTo>
                  <a:lnTo>
                    <a:pt x="157063" y="108938"/>
                  </a:lnTo>
                  <a:lnTo>
                    <a:pt x="155165" y="103976"/>
                  </a:lnTo>
                  <a:lnTo>
                    <a:pt x="153111" y="99077"/>
                  </a:lnTo>
                  <a:lnTo>
                    <a:pt x="150901" y="94246"/>
                  </a:lnTo>
                  <a:lnTo>
                    <a:pt x="148540" y="89488"/>
                  </a:lnTo>
                  <a:lnTo>
                    <a:pt x="146028" y="84807"/>
                  </a:lnTo>
                  <a:lnTo>
                    <a:pt x="143369" y="80208"/>
                  </a:lnTo>
                  <a:lnTo>
                    <a:pt x="140565" y="75696"/>
                  </a:lnTo>
                  <a:lnTo>
                    <a:pt x="137619" y="71275"/>
                  </a:lnTo>
                  <a:lnTo>
                    <a:pt x="134534" y="66950"/>
                  </a:lnTo>
                  <a:lnTo>
                    <a:pt x="131314" y="62726"/>
                  </a:lnTo>
                  <a:lnTo>
                    <a:pt x="127961" y="58606"/>
                  </a:lnTo>
                  <a:lnTo>
                    <a:pt x="124478" y="54594"/>
                  </a:lnTo>
                  <a:lnTo>
                    <a:pt x="120870" y="50695"/>
                  </a:lnTo>
                  <a:lnTo>
                    <a:pt x="117140" y="46913"/>
                  </a:lnTo>
                  <a:lnTo>
                    <a:pt x="113291" y="43251"/>
                  </a:lnTo>
                  <a:lnTo>
                    <a:pt x="109328" y="39713"/>
                  </a:lnTo>
                  <a:lnTo>
                    <a:pt x="105255" y="36303"/>
                  </a:lnTo>
                  <a:lnTo>
                    <a:pt x="101075" y="33025"/>
                  </a:lnTo>
                  <a:lnTo>
                    <a:pt x="96793" y="29880"/>
                  </a:lnTo>
                  <a:lnTo>
                    <a:pt x="92414" y="26874"/>
                  </a:lnTo>
                  <a:lnTo>
                    <a:pt x="87941" y="24008"/>
                  </a:lnTo>
                  <a:lnTo>
                    <a:pt x="83379" y="21285"/>
                  </a:lnTo>
                  <a:lnTo>
                    <a:pt x="78734" y="18709"/>
                  </a:lnTo>
                  <a:lnTo>
                    <a:pt x="74008" y="16282"/>
                  </a:lnTo>
                  <a:lnTo>
                    <a:pt x="69208" y="14006"/>
                  </a:lnTo>
                  <a:lnTo>
                    <a:pt x="64338" y="11884"/>
                  </a:lnTo>
                  <a:lnTo>
                    <a:pt x="59403" y="9917"/>
                  </a:lnTo>
                  <a:lnTo>
                    <a:pt x="54408" y="8109"/>
                  </a:lnTo>
                  <a:lnTo>
                    <a:pt x="49359" y="6460"/>
                  </a:lnTo>
                  <a:lnTo>
                    <a:pt x="44259" y="4972"/>
                  </a:lnTo>
                  <a:lnTo>
                    <a:pt x="39115" y="3647"/>
                  </a:lnTo>
                  <a:lnTo>
                    <a:pt x="33931" y="2486"/>
                  </a:lnTo>
                  <a:lnTo>
                    <a:pt x="28712" y="1491"/>
                  </a:lnTo>
                  <a:lnTo>
                    <a:pt x="23465" y="662"/>
                  </a:lnTo>
                  <a:lnTo>
                    <a:pt x="18194" y="0"/>
                  </a:lnTo>
                  <a:lnTo>
                    <a:pt x="0" y="166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071028"/>
              <a:ext cx="18194" cy="167167"/>
            </a:xfrm>
            <a:custGeom>
              <a:avLst/>
              <a:pathLst>
                <a:path w="18194" h="167167">
                  <a:moveTo>
                    <a:pt x="18194" y="993"/>
                  </a:moveTo>
                  <a:lnTo>
                    <a:pt x="9111" y="2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70204" y="1322571"/>
              <a:ext cx="118516" cy="167167"/>
            </a:xfrm>
            <a:custGeom>
              <a:avLst/>
              <a:pathLst>
                <a:path w="118516" h="167167">
                  <a:moveTo>
                    <a:pt x="118516" y="0"/>
                  </a:moveTo>
                  <a:lnTo>
                    <a:pt x="113028" y="90"/>
                  </a:lnTo>
                  <a:lnTo>
                    <a:pt x="107546" y="360"/>
                  </a:lnTo>
                  <a:lnTo>
                    <a:pt x="102076" y="810"/>
                  </a:lnTo>
                  <a:lnTo>
                    <a:pt x="96624" y="1439"/>
                  </a:lnTo>
                  <a:lnTo>
                    <a:pt x="91195" y="2247"/>
                  </a:lnTo>
                  <a:lnTo>
                    <a:pt x="85795" y="3233"/>
                  </a:lnTo>
                  <a:lnTo>
                    <a:pt x="80431" y="4396"/>
                  </a:lnTo>
                  <a:lnTo>
                    <a:pt x="75108" y="5734"/>
                  </a:lnTo>
                  <a:lnTo>
                    <a:pt x="69832" y="7246"/>
                  </a:lnTo>
                  <a:lnTo>
                    <a:pt x="64608" y="8930"/>
                  </a:lnTo>
                  <a:lnTo>
                    <a:pt x="59442" y="10785"/>
                  </a:lnTo>
                  <a:lnTo>
                    <a:pt x="54340" y="12809"/>
                  </a:lnTo>
                  <a:lnTo>
                    <a:pt x="49307" y="14999"/>
                  </a:lnTo>
                  <a:lnTo>
                    <a:pt x="44349" y="17353"/>
                  </a:lnTo>
                  <a:lnTo>
                    <a:pt x="39471" y="19869"/>
                  </a:lnTo>
                  <a:lnTo>
                    <a:pt x="34678" y="22543"/>
                  </a:lnTo>
                  <a:lnTo>
                    <a:pt x="29975" y="25373"/>
                  </a:lnTo>
                  <a:lnTo>
                    <a:pt x="25368" y="28356"/>
                  </a:lnTo>
                  <a:lnTo>
                    <a:pt x="20861" y="31489"/>
                  </a:lnTo>
                  <a:lnTo>
                    <a:pt x="16460" y="34768"/>
                  </a:lnTo>
                  <a:lnTo>
                    <a:pt x="12168" y="38190"/>
                  </a:lnTo>
                  <a:lnTo>
                    <a:pt x="7991" y="41751"/>
                  </a:lnTo>
                  <a:lnTo>
                    <a:pt x="3934" y="45447"/>
                  </a:lnTo>
                  <a:lnTo>
                    <a:pt x="0" y="49274"/>
                  </a:lnTo>
                  <a:lnTo>
                    <a:pt x="11851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0204" y="1371846"/>
              <a:ext cx="118516" cy="117892"/>
            </a:xfrm>
            <a:custGeom>
              <a:avLst/>
              <a:pathLst>
                <a:path w="118516" h="117892">
                  <a:moveTo>
                    <a:pt x="0" y="0"/>
                  </a:moveTo>
                  <a:lnTo>
                    <a:pt x="118516" y="1178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21562" y="1355682"/>
              <a:ext cx="334316" cy="301221"/>
            </a:xfrm>
            <a:custGeom>
              <a:avLst/>
              <a:pathLst>
                <a:path w="334316" h="301221">
                  <a:moveTo>
                    <a:pt x="48641" y="16163"/>
                  </a:moveTo>
                  <a:lnTo>
                    <a:pt x="44960" y="19982"/>
                  </a:lnTo>
                  <a:lnTo>
                    <a:pt x="41403" y="23917"/>
                  </a:lnTo>
                  <a:lnTo>
                    <a:pt x="37972" y="27962"/>
                  </a:lnTo>
                  <a:lnTo>
                    <a:pt x="34671" y="32114"/>
                  </a:lnTo>
                  <a:lnTo>
                    <a:pt x="31503" y="36368"/>
                  </a:lnTo>
                  <a:lnTo>
                    <a:pt x="28473" y="40721"/>
                  </a:lnTo>
                  <a:lnTo>
                    <a:pt x="25581" y="45168"/>
                  </a:lnTo>
                  <a:lnTo>
                    <a:pt x="22832" y="49704"/>
                  </a:lnTo>
                  <a:lnTo>
                    <a:pt x="20229" y="54326"/>
                  </a:lnTo>
                  <a:lnTo>
                    <a:pt x="17773" y="59027"/>
                  </a:lnTo>
                  <a:lnTo>
                    <a:pt x="15468" y="63804"/>
                  </a:lnTo>
                  <a:lnTo>
                    <a:pt x="13316" y="68652"/>
                  </a:lnTo>
                  <a:lnTo>
                    <a:pt x="11318" y="73566"/>
                  </a:lnTo>
                  <a:lnTo>
                    <a:pt x="9478" y="78540"/>
                  </a:lnTo>
                  <a:lnTo>
                    <a:pt x="7796" y="83571"/>
                  </a:lnTo>
                  <a:lnTo>
                    <a:pt x="6274" y="88652"/>
                  </a:lnTo>
                  <a:lnTo>
                    <a:pt x="4915" y="93779"/>
                  </a:lnTo>
                  <a:lnTo>
                    <a:pt x="3719" y="98947"/>
                  </a:lnTo>
                  <a:lnTo>
                    <a:pt x="2687" y="104150"/>
                  </a:lnTo>
                  <a:lnTo>
                    <a:pt x="1821" y="109383"/>
                  </a:lnTo>
                  <a:lnTo>
                    <a:pt x="1122" y="114641"/>
                  </a:lnTo>
                  <a:lnTo>
                    <a:pt x="589" y="119918"/>
                  </a:lnTo>
                  <a:lnTo>
                    <a:pt x="224" y="125210"/>
                  </a:lnTo>
                  <a:lnTo>
                    <a:pt x="28" y="130510"/>
                  </a:lnTo>
                  <a:lnTo>
                    <a:pt x="0" y="135814"/>
                  </a:lnTo>
                  <a:lnTo>
                    <a:pt x="139" y="141117"/>
                  </a:lnTo>
                  <a:lnTo>
                    <a:pt x="448" y="146412"/>
                  </a:lnTo>
                  <a:lnTo>
                    <a:pt x="923" y="151695"/>
                  </a:lnTo>
                  <a:lnTo>
                    <a:pt x="1567" y="156960"/>
                  </a:lnTo>
                  <a:lnTo>
                    <a:pt x="2377" y="162202"/>
                  </a:lnTo>
                  <a:lnTo>
                    <a:pt x="3353" y="167415"/>
                  </a:lnTo>
                  <a:lnTo>
                    <a:pt x="4493" y="172595"/>
                  </a:lnTo>
                  <a:lnTo>
                    <a:pt x="5798" y="177737"/>
                  </a:lnTo>
                  <a:lnTo>
                    <a:pt x="7265" y="182834"/>
                  </a:lnTo>
                  <a:lnTo>
                    <a:pt x="8893" y="187882"/>
                  </a:lnTo>
                  <a:lnTo>
                    <a:pt x="10680" y="192876"/>
                  </a:lnTo>
                  <a:lnTo>
                    <a:pt x="12625" y="197811"/>
                  </a:lnTo>
                  <a:lnTo>
                    <a:pt x="14726" y="202682"/>
                  </a:lnTo>
                  <a:lnTo>
                    <a:pt x="16980" y="207483"/>
                  </a:lnTo>
                  <a:lnTo>
                    <a:pt x="19385" y="212211"/>
                  </a:lnTo>
                  <a:lnTo>
                    <a:pt x="21939" y="216859"/>
                  </a:lnTo>
                  <a:lnTo>
                    <a:pt x="24639" y="221425"/>
                  </a:lnTo>
                  <a:lnTo>
                    <a:pt x="27483" y="225902"/>
                  </a:lnTo>
                  <a:lnTo>
                    <a:pt x="30467" y="230288"/>
                  </a:lnTo>
                  <a:lnTo>
                    <a:pt x="33589" y="234576"/>
                  </a:lnTo>
                  <a:lnTo>
                    <a:pt x="36845" y="238763"/>
                  </a:lnTo>
                  <a:lnTo>
                    <a:pt x="40232" y="242844"/>
                  </a:lnTo>
                  <a:lnTo>
                    <a:pt x="43748" y="246816"/>
                  </a:lnTo>
                  <a:lnTo>
                    <a:pt x="47387" y="250675"/>
                  </a:lnTo>
                  <a:lnTo>
                    <a:pt x="51147" y="254416"/>
                  </a:lnTo>
                  <a:lnTo>
                    <a:pt x="55024" y="258036"/>
                  </a:lnTo>
                  <a:lnTo>
                    <a:pt x="59014" y="261531"/>
                  </a:lnTo>
                  <a:lnTo>
                    <a:pt x="63113" y="264898"/>
                  </a:lnTo>
                  <a:lnTo>
                    <a:pt x="67316" y="268133"/>
                  </a:lnTo>
                  <a:lnTo>
                    <a:pt x="71620" y="271233"/>
                  </a:lnTo>
                  <a:lnTo>
                    <a:pt x="76020" y="274195"/>
                  </a:lnTo>
                  <a:lnTo>
                    <a:pt x="80512" y="277016"/>
                  </a:lnTo>
                  <a:lnTo>
                    <a:pt x="85091" y="279693"/>
                  </a:lnTo>
                  <a:lnTo>
                    <a:pt x="89753" y="282223"/>
                  </a:lnTo>
                  <a:lnTo>
                    <a:pt x="94493" y="284604"/>
                  </a:lnTo>
                  <a:lnTo>
                    <a:pt x="99306" y="286834"/>
                  </a:lnTo>
                  <a:lnTo>
                    <a:pt x="104187" y="288909"/>
                  </a:lnTo>
                  <a:lnTo>
                    <a:pt x="109131" y="290829"/>
                  </a:lnTo>
                  <a:lnTo>
                    <a:pt x="114134" y="292591"/>
                  </a:lnTo>
                  <a:lnTo>
                    <a:pt x="119191" y="294194"/>
                  </a:lnTo>
                  <a:lnTo>
                    <a:pt x="124295" y="295635"/>
                  </a:lnTo>
                  <a:lnTo>
                    <a:pt x="129443" y="296913"/>
                  </a:lnTo>
                  <a:lnTo>
                    <a:pt x="134629" y="298028"/>
                  </a:lnTo>
                  <a:lnTo>
                    <a:pt x="139848" y="298977"/>
                  </a:lnTo>
                  <a:lnTo>
                    <a:pt x="145094" y="299761"/>
                  </a:lnTo>
                  <a:lnTo>
                    <a:pt x="150362" y="300377"/>
                  </a:lnTo>
                  <a:lnTo>
                    <a:pt x="155647" y="300827"/>
                  </a:lnTo>
                  <a:lnTo>
                    <a:pt x="160944" y="301108"/>
                  </a:lnTo>
                  <a:lnTo>
                    <a:pt x="166247" y="301221"/>
                  </a:lnTo>
                  <a:lnTo>
                    <a:pt x="171551" y="301166"/>
                  </a:lnTo>
                  <a:lnTo>
                    <a:pt x="176850" y="300942"/>
                  </a:lnTo>
                  <a:lnTo>
                    <a:pt x="182140" y="300551"/>
                  </a:lnTo>
                  <a:lnTo>
                    <a:pt x="187414" y="299991"/>
                  </a:lnTo>
                  <a:lnTo>
                    <a:pt x="192669" y="299265"/>
                  </a:lnTo>
                  <a:lnTo>
                    <a:pt x="197897" y="298373"/>
                  </a:lnTo>
                  <a:lnTo>
                    <a:pt x="203095" y="297315"/>
                  </a:lnTo>
                  <a:lnTo>
                    <a:pt x="208256" y="296092"/>
                  </a:lnTo>
                  <a:lnTo>
                    <a:pt x="213376" y="294707"/>
                  </a:lnTo>
                  <a:lnTo>
                    <a:pt x="218450" y="293160"/>
                  </a:lnTo>
                  <a:lnTo>
                    <a:pt x="223472" y="291452"/>
                  </a:lnTo>
                  <a:lnTo>
                    <a:pt x="228437" y="289587"/>
                  </a:lnTo>
                  <a:lnTo>
                    <a:pt x="233341" y="287564"/>
                  </a:lnTo>
                  <a:lnTo>
                    <a:pt x="238177" y="285387"/>
                  </a:lnTo>
                  <a:lnTo>
                    <a:pt x="242943" y="283058"/>
                  </a:lnTo>
                  <a:lnTo>
                    <a:pt x="247632" y="280578"/>
                  </a:lnTo>
                  <a:lnTo>
                    <a:pt x="252240" y="277952"/>
                  </a:lnTo>
                  <a:lnTo>
                    <a:pt x="256762" y="275180"/>
                  </a:lnTo>
                  <a:lnTo>
                    <a:pt x="261194" y="272266"/>
                  </a:lnTo>
                  <a:lnTo>
                    <a:pt x="265532" y="269213"/>
                  </a:lnTo>
                  <a:lnTo>
                    <a:pt x="269770" y="266024"/>
                  </a:lnTo>
                  <a:lnTo>
                    <a:pt x="273905" y="262702"/>
                  </a:lnTo>
                  <a:lnTo>
                    <a:pt x="277933" y="259251"/>
                  </a:lnTo>
                  <a:lnTo>
                    <a:pt x="281849" y="255673"/>
                  </a:lnTo>
                  <a:lnTo>
                    <a:pt x="285650" y="251973"/>
                  </a:lnTo>
                  <a:lnTo>
                    <a:pt x="289331" y="248155"/>
                  </a:lnTo>
                  <a:lnTo>
                    <a:pt x="292890" y="244221"/>
                  </a:lnTo>
                  <a:lnTo>
                    <a:pt x="296322" y="240177"/>
                  </a:lnTo>
                  <a:lnTo>
                    <a:pt x="299623" y="236026"/>
                  </a:lnTo>
                  <a:lnTo>
                    <a:pt x="302792" y="231772"/>
                  </a:lnTo>
                  <a:lnTo>
                    <a:pt x="305824" y="227419"/>
                  </a:lnTo>
                  <a:lnTo>
                    <a:pt x="308716" y="222973"/>
                  </a:lnTo>
                  <a:lnTo>
                    <a:pt x="311465" y="218437"/>
                  </a:lnTo>
                  <a:lnTo>
                    <a:pt x="314070" y="213816"/>
                  </a:lnTo>
                  <a:lnTo>
                    <a:pt x="316526" y="209115"/>
                  </a:lnTo>
                  <a:lnTo>
                    <a:pt x="318833" y="204339"/>
                  </a:lnTo>
                  <a:lnTo>
                    <a:pt x="320986" y="199491"/>
                  </a:lnTo>
                  <a:lnTo>
                    <a:pt x="322985" y="194578"/>
                  </a:lnTo>
                  <a:lnTo>
                    <a:pt x="324826" y="189604"/>
                  </a:lnTo>
                  <a:lnTo>
                    <a:pt x="326509" y="184574"/>
                  </a:lnTo>
                  <a:lnTo>
                    <a:pt x="328032" y="179493"/>
                  </a:lnTo>
                  <a:lnTo>
                    <a:pt x="329392" y="174366"/>
                  </a:lnTo>
                  <a:lnTo>
                    <a:pt x="330589" y="169199"/>
                  </a:lnTo>
                  <a:lnTo>
                    <a:pt x="331622" y="163996"/>
                  </a:lnTo>
                  <a:lnTo>
                    <a:pt x="332489" y="158763"/>
                  </a:lnTo>
                  <a:lnTo>
                    <a:pt x="333190" y="153505"/>
                  </a:lnTo>
                  <a:lnTo>
                    <a:pt x="333723" y="148228"/>
                  </a:lnTo>
                  <a:lnTo>
                    <a:pt x="334089" y="142937"/>
                  </a:lnTo>
                  <a:lnTo>
                    <a:pt x="334287" y="137636"/>
                  </a:lnTo>
                  <a:lnTo>
                    <a:pt x="334316" y="132332"/>
                  </a:lnTo>
                  <a:lnTo>
                    <a:pt x="334177" y="127030"/>
                  </a:lnTo>
                  <a:lnTo>
                    <a:pt x="333870" y="121734"/>
                  </a:lnTo>
                  <a:lnTo>
                    <a:pt x="333396" y="116451"/>
                  </a:lnTo>
                  <a:lnTo>
                    <a:pt x="332753" y="111186"/>
                  </a:lnTo>
                  <a:lnTo>
                    <a:pt x="331944" y="105944"/>
                  </a:lnTo>
                  <a:lnTo>
                    <a:pt x="330970" y="100730"/>
                  </a:lnTo>
                  <a:lnTo>
                    <a:pt x="329830" y="95550"/>
                  </a:lnTo>
                  <a:lnTo>
                    <a:pt x="328526" y="90408"/>
                  </a:lnTo>
                  <a:lnTo>
                    <a:pt x="327060" y="85311"/>
                  </a:lnTo>
                  <a:lnTo>
                    <a:pt x="325433" y="80262"/>
                  </a:lnTo>
                  <a:lnTo>
                    <a:pt x="323647" y="75268"/>
                  </a:lnTo>
                  <a:lnTo>
                    <a:pt x="321703" y="70333"/>
                  </a:lnTo>
                  <a:lnTo>
                    <a:pt x="319604" y="65462"/>
                  </a:lnTo>
                  <a:lnTo>
                    <a:pt x="317351" y="60660"/>
                  </a:lnTo>
                  <a:lnTo>
                    <a:pt x="314947" y="55932"/>
                  </a:lnTo>
                  <a:lnTo>
                    <a:pt x="312394" y="51282"/>
                  </a:lnTo>
                  <a:lnTo>
                    <a:pt x="309695" y="46716"/>
                  </a:lnTo>
                  <a:lnTo>
                    <a:pt x="306852" y="42238"/>
                  </a:lnTo>
                  <a:lnTo>
                    <a:pt x="303869" y="37852"/>
                  </a:lnTo>
                  <a:lnTo>
                    <a:pt x="300748" y="33564"/>
                  </a:lnTo>
                  <a:lnTo>
                    <a:pt x="297492" y="29376"/>
                  </a:lnTo>
                  <a:lnTo>
                    <a:pt x="294105" y="25294"/>
                  </a:lnTo>
                  <a:lnTo>
                    <a:pt x="290591" y="21321"/>
                  </a:lnTo>
                  <a:lnTo>
                    <a:pt x="286952" y="17462"/>
                  </a:lnTo>
                  <a:lnTo>
                    <a:pt x="283193" y="13720"/>
                  </a:lnTo>
                  <a:lnTo>
                    <a:pt x="279317" y="10099"/>
                  </a:lnTo>
                  <a:lnTo>
                    <a:pt x="275328" y="6603"/>
                  </a:lnTo>
                  <a:lnTo>
                    <a:pt x="271230" y="3235"/>
                  </a:lnTo>
                  <a:lnTo>
                    <a:pt x="267027" y="0"/>
                  </a:lnTo>
                  <a:lnTo>
                    <a:pt x="167158" y="134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488720" y="1322571"/>
              <a:ext cx="99869" cy="167167"/>
            </a:xfrm>
            <a:custGeom>
              <a:avLst/>
              <a:pathLst>
                <a:path w="99869" h="167167">
                  <a:moveTo>
                    <a:pt x="99869" y="33111"/>
                  </a:moveTo>
                  <a:lnTo>
                    <a:pt x="95295" y="29822"/>
                  </a:lnTo>
                  <a:lnTo>
                    <a:pt x="90614" y="26689"/>
                  </a:lnTo>
                  <a:lnTo>
                    <a:pt x="85829" y="23716"/>
                  </a:lnTo>
                  <a:lnTo>
                    <a:pt x="80947" y="20905"/>
                  </a:lnTo>
                  <a:lnTo>
                    <a:pt x="75973" y="18261"/>
                  </a:lnTo>
                  <a:lnTo>
                    <a:pt x="70913" y="15786"/>
                  </a:lnTo>
                  <a:lnTo>
                    <a:pt x="65772" y="13483"/>
                  </a:lnTo>
                  <a:lnTo>
                    <a:pt x="60557" y="11354"/>
                  </a:lnTo>
                  <a:lnTo>
                    <a:pt x="55273" y="9402"/>
                  </a:lnTo>
                  <a:lnTo>
                    <a:pt x="49926" y="7629"/>
                  </a:lnTo>
                  <a:lnTo>
                    <a:pt x="44522" y="6038"/>
                  </a:lnTo>
                  <a:lnTo>
                    <a:pt x="39068" y="4629"/>
                  </a:lnTo>
                  <a:lnTo>
                    <a:pt x="33570" y="3405"/>
                  </a:lnTo>
                  <a:lnTo>
                    <a:pt x="28033" y="2367"/>
                  </a:lnTo>
                  <a:lnTo>
                    <a:pt x="22465" y="1516"/>
                  </a:lnTo>
                  <a:lnTo>
                    <a:pt x="16871" y="853"/>
                  </a:lnTo>
                  <a:lnTo>
                    <a:pt x="11258" y="379"/>
                  </a:lnTo>
                  <a:lnTo>
                    <a:pt x="563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09038" y="1681503"/>
              <a:ext cx="77486" cy="167167"/>
            </a:xfrm>
            <a:custGeom>
              <a:avLst/>
              <a:pathLst>
                <a:path w="77486" h="167167">
                  <a:moveTo>
                    <a:pt x="77486" y="0"/>
                  </a:moveTo>
                  <a:lnTo>
                    <a:pt x="71732" y="99"/>
                  </a:lnTo>
                  <a:lnTo>
                    <a:pt x="65985" y="396"/>
                  </a:lnTo>
                  <a:lnTo>
                    <a:pt x="60252" y="890"/>
                  </a:lnTo>
                  <a:lnTo>
                    <a:pt x="54539" y="1582"/>
                  </a:lnTo>
                  <a:lnTo>
                    <a:pt x="48853" y="2470"/>
                  </a:lnTo>
                  <a:lnTo>
                    <a:pt x="43201" y="3553"/>
                  </a:lnTo>
                  <a:lnTo>
                    <a:pt x="37590" y="4830"/>
                  </a:lnTo>
                  <a:lnTo>
                    <a:pt x="32026" y="6299"/>
                  </a:lnTo>
                  <a:lnTo>
                    <a:pt x="26516" y="7959"/>
                  </a:lnTo>
                  <a:lnTo>
                    <a:pt x="21066" y="9808"/>
                  </a:lnTo>
                  <a:lnTo>
                    <a:pt x="15683" y="11843"/>
                  </a:lnTo>
                  <a:lnTo>
                    <a:pt x="10374" y="14063"/>
                  </a:lnTo>
                  <a:lnTo>
                    <a:pt x="5144" y="16463"/>
                  </a:lnTo>
                  <a:lnTo>
                    <a:pt x="0" y="19043"/>
                  </a:lnTo>
                  <a:lnTo>
                    <a:pt x="774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9038" y="170054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19367" y="1681503"/>
              <a:ext cx="334307" cy="334334"/>
            </a:xfrm>
            <a:custGeom>
              <a:avLst/>
              <a:pathLst>
                <a:path w="334307" h="334334">
                  <a:moveTo>
                    <a:pt x="89671" y="19043"/>
                  </a:moveTo>
                  <a:lnTo>
                    <a:pt x="85015" y="21573"/>
                  </a:lnTo>
                  <a:lnTo>
                    <a:pt x="80441" y="24250"/>
                  </a:lnTo>
                  <a:lnTo>
                    <a:pt x="75955" y="27070"/>
                  </a:lnTo>
                  <a:lnTo>
                    <a:pt x="71560" y="30031"/>
                  </a:lnTo>
                  <a:lnTo>
                    <a:pt x="67262" y="33130"/>
                  </a:lnTo>
                  <a:lnTo>
                    <a:pt x="63064" y="36363"/>
                  </a:lnTo>
                  <a:lnTo>
                    <a:pt x="58970" y="39728"/>
                  </a:lnTo>
                  <a:lnTo>
                    <a:pt x="54985" y="43221"/>
                  </a:lnTo>
                  <a:lnTo>
                    <a:pt x="51113" y="46839"/>
                  </a:lnTo>
                  <a:lnTo>
                    <a:pt x="47358" y="50577"/>
                  </a:lnTo>
                  <a:lnTo>
                    <a:pt x="43722" y="54433"/>
                  </a:lnTo>
                  <a:lnTo>
                    <a:pt x="40211" y="58402"/>
                  </a:lnTo>
                  <a:lnTo>
                    <a:pt x="36828" y="62480"/>
                  </a:lnTo>
                  <a:lnTo>
                    <a:pt x="33575" y="66664"/>
                  </a:lnTo>
                  <a:lnTo>
                    <a:pt x="30457" y="70948"/>
                  </a:lnTo>
                  <a:lnTo>
                    <a:pt x="27476" y="75329"/>
                  </a:lnTo>
                  <a:lnTo>
                    <a:pt x="24635" y="79803"/>
                  </a:lnTo>
                  <a:lnTo>
                    <a:pt x="21938" y="84364"/>
                  </a:lnTo>
                  <a:lnTo>
                    <a:pt x="19386" y="89008"/>
                  </a:lnTo>
                  <a:lnTo>
                    <a:pt x="16983" y="93731"/>
                  </a:lnTo>
                  <a:lnTo>
                    <a:pt x="14731" y="98528"/>
                  </a:lnTo>
                  <a:lnTo>
                    <a:pt x="12632" y="103393"/>
                  </a:lnTo>
                  <a:lnTo>
                    <a:pt x="10688" y="108323"/>
                  </a:lnTo>
                  <a:lnTo>
                    <a:pt x="8902" y="113312"/>
                  </a:lnTo>
                  <a:lnTo>
                    <a:pt x="7275" y="118355"/>
                  </a:lnTo>
                  <a:lnTo>
                    <a:pt x="5808" y="123447"/>
                  </a:lnTo>
                  <a:lnTo>
                    <a:pt x="4503" y="128583"/>
                  </a:lnTo>
                  <a:lnTo>
                    <a:pt x="3362" y="133758"/>
                  </a:lnTo>
                  <a:lnTo>
                    <a:pt x="2385" y="138966"/>
                  </a:lnTo>
                  <a:lnTo>
                    <a:pt x="1574" y="144203"/>
                  </a:lnTo>
                  <a:lnTo>
                    <a:pt x="930" y="149462"/>
                  </a:lnTo>
                  <a:lnTo>
                    <a:pt x="452" y="154740"/>
                  </a:lnTo>
                  <a:lnTo>
                    <a:pt x="142" y="160030"/>
                  </a:lnTo>
                  <a:lnTo>
                    <a:pt x="0" y="165327"/>
                  </a:lnTo>
                  <a:lnTo>
                    <a:pt x="25" y="170626"/>
                  </a:lnTo>
                  <a:lnTo>
                    <a:pt x="219" y="175922"/>
                  </a:lnTo>
                  <a:lnTo>
                    <a:pt x="580" y="181209"/>
                  </a:lnTo>
                  <a:lnTo>
                    <a:pt x="1109" y="186481"/>
                  </a:lnTo>
                  <a:lnTo>
                    <a:pt x="1804" y="191734"/>
                  </a:lnTo>
                  <a:lnTo>
                    <a:pt x="2666" y="196963"/>
                  </a:lnTo>
                  <a:lnTo>
                    <a:pt x="3693" y="202162"/>
                  </a:lnTo>
                  <a:lnTo>
                    <a:pt x="4885" y="207325"/>
                  </a:lnTo>
                  <a:lnTo>
                    <a:pt x="6239" y="212448"/>
                  </a:lnTo>
                  <a:lnTo>
                    <a:pt x="7755" y="217526"/>
                  </a:lnTo>
                  <a:lnTo>
                    <a:pt x="9431" y="222553"/>
                  </a:lnTo>
                  <a:lnTo>
                    <a:pt x="11266" y="227524"/>
                  </a:lnTo>
                  <a:lnTo>
                    <a:pt x="13257" y="232435"/>
                  </a:lnTo>
                  <a:lnTo>
                    <a:pt x="15403" y="237280"/>
                  </a:lnTo>
                  <a:lnTo>
                    <a:pt x="17702" y="242054"/>
                  </a:lnTo>
                  <a:lnTo>
                    <a:pt x="20150" y="246754"/>
                  </a:lnTo>
                  <a:lnTo>
                    <a:pt x="22747" y="251373"/>
                  </a:lnTo>
                  <a:lnTo>
                    <a:pt x="25488" y="255908"/>
                  </a:lnTo>
                  <a:lnTo>
                    <a:pt x="28372" y="260354"/>
                  </a:lnTo>
                  <a:lnTo>
                    <a:pt x="31396" y="264706"/>
                  </a:lnTo>
                  <a:lnTo>
                    <a:pt x="34555" y="268960"/>
                  </a:lnTo>
                  <a:lnTo>
                    <a:pt x="37848" y="273111"/>
                  </a:lnTo>
                  <a:lnTo>
                    <a:pt x="41271" y="277157"/>
                  </a:lnTo>
                  <a:lnTo>
                    <a:pt x="44821" y="281091"/>
                  </a:lnTo>
                  <a:lnTo>
                    <a:pt x="48493" y="284912"/>
                  </a:lnTo>
                  <a:lnTo>
                    <a:pt x="52284" y="288614"/>
                  </a:lnTo>
                  <a:lnTo>
                    <a:pt x="56191" y="292194"/>
                  </a:lnTo>
                  <a:lnTo>
                    <a:pt x="60210" y="295648"/>
                  </a:lnTo>
                  <a:lnTo>
                    <a:pt x="64336" y="298973"/>
                  </a:lnTo>
                  <a:lnTo>
                    <a:pt x="68565" y="302166"/>
                  </a:lnTo>
                  <a:lnTo>
                    <a:pt x="72894" y="305223"/>
                  </a:lnTo>
                  <a:lnTo>
                    <a:pt x="77317" y="308141"/>
                  </a:lnTo>
                  <a:lnTo>
                    <a:pt x="81830" y="310918"/>
                  </a:lnTo>
                  <a:lnTo>
                    <a:pt x="86429" y="313550"/>
                  </a:lnTo>
                  <a:lnTo>
                    <a:pt x="91109" y="316035"/>
                  </a:lnTo>
                  <a:lnTo>
                    <a:pt x="95866" y="318371"/>
                  </a:lnTo>
                  <a:lnTo>
                    <a:pt x="100694" y="320554"/>
                  </a:lnTo>
                  <a:lnTo>
                    <a:pt x="105589" y="322584"/>
                  </a:lnTo>
                  <a:lnTo>
                    <a:pt x="110546" y="324457"/>
                  </a:lnTo>
                  <a:lnTo>
                    <a:pt x="115560" y="326172"/>
                  </a:lnTo>
                  <a:lnTo>
                    <a:pt x="120626" y="327728"/>
                  </a:lnTo>
                  <a:lnTo>
                    <a:pt x="125738" y="329122"/>
                  </a:lnTo>
                  <a:lnTo>
                    <a:pt x="130892" y="330353"/>
                  </a:lnTo>
                  <a:lnTo>
                    <a:pt x="136083" y="331421"/>
                  </a:lnTo>
                  <a:lnTo>
                    <a:pt x="141304" y="332323"/>
                  </a:lnTo>
                  <a:lnTo>
                    <a:pt x="146552" y="333060"/>
                  </a:lnTo>
                  <a:lnTo>
                    <a:pt x="151820" y="333629"/>
                  </a:lnTo>
                  <a:lnTo>
                    <a:pt x="157104" y="334032"/>
                  </a:lnTo>
                  <a:lnTo>
                    <a:pt x="162398" y="334267"/>
                  </a:lnTo>
                  <a:lnTo>
                    <a:pt x="167697" y="334334"/>
                  </a:lnTo>
                  <a:lnTo>
                    <a:pt x="172995" y="334232"/>
                  </a:lnTo>
                  <a:lnTo>
                    <a:pt x="178287" y="333963"/>
                  </a:lnTo>
                  <a:lnTo>
                    <a:pt x="183568" y="333527"/>
                  </a:lnTo>
                  <a:lnTo>
                    <a:pt x="188833" y="332923"/>
                  </a:lnTo>
                  <a:lnTo>
                    <a:pt x="194076" y="332153"/>
                  </a:lnTo>
                  <a:lnTo>
                    <a:pt x="199291" y="331217"/>
                  </a:lnTo>
                  <a:lnTo>
                    <a:pt x="204475" y="330116"/>
                  </a:lnTo>
                  <a:lnTo>
                    <a:pt x="209621" y="328851"/>
                  </a:lnTo>
                  <a:lnTo>
                    <a:pt x="214724" y="327424"/>
                  </a:lnTo>
                  <a:lnTo>
                    <a:pt x="219780" y="325836"/>
                  </a:lnTo>
                  <a:lnTo>
                    <a:pt x="224782" y="324088"/>
                  </a:lnTo>
                  <a:lnTo>
                    <a:pt x="229727" y="322183"/>
                  </a:lnTo>
                  <a:lnTo>
                    <a:pt x="234609" y="320122"/>
                  </a:lnTo>
                  <a:lnTo>
                    <a:pt x="239423" y="317907"/>
                  </a:lnTo>
                  <a:lnTo>
                    <a:pt x="244164" y="315541"/>
                  </a:lnTo>
                  <a:lnTo>
                    <a:pt x="248828" y="313026"/>
                  </a:lnTo>
                  <a:lnTo>
                    <a:pt x="253410" y="310364"/>
                  </a:lnTo>
                  <a:lnTo>
                    <a:pt x="257906" y="307558"/>
                  </a:lnTo>
                  <a:lnTo>
                    <a:pt x="262310" y="304611"/>
                  </a:lnTo>
                  <a:lnTo>
                    <a:pt x="266618" y="301526"/>
                  </a:lnTo>
                  <a:lnTo>
                    <a:pt x="270827" y="298306"/>
                  </a:lnTo>
                  <a:lnTo>
                    <a:pt x="274931" y="294954"/>
                  </a:lnTo>
                  <a:lnTo>
                    <a:pt x="278927" y="291474"/>
                  </a:lnTo>
                  <a:lnTo>
                    <a:pt x="282811" y="287869"/>
                  </a:lnTo>
                  <a:lnTo>
                    <a:pt x="286579" y="284143"/>
                  </a:lnTo>
                  <a:lnTo>
                    <a:pt x="290226" y="280299"/>
                  </a:lnTo>
                  <a:lnTo>
                    <a:pt x="293750" y="276341"/>
                  </a:lnTo>
                  <a:lnTo>
                    <a:pt x="297147" y="272274"/>
                  </a:lnTo>
                  <a:lnTo>
                    <a:pt x="300413" y="268101"/>
                  </a:lnTo>
                  <a:lnTo>
                    <a:pt x="303545" y="263827"/>
                  </a:lnTo>
                  <a:lnTo>
                    <a:pt x="306540" y="259455"/>
                  </a:lnTo>
                  <a:lnTo>
                    <a:pt x="309396" y="254991"/>
                  </a:lnTo>
                  <a:lnTo>
                    <a:pt x="312108" y="250439"/>
                  </a:lnTo>
                  <a:lnTo>
                    <a:pt x="314674" y="245803"/>
                  </a:lnTo>
                  <a:lnTo>
                    <a:pt x="317092" y="241088"/>
                  </a:lnTo>
                  <a:lnTo>
                    <a:pt x="319360" y="236298"/>
                  </a:lnTo>
                  <a:lnTo>
                    <a:pt x="321475" y="231439"/>
                  </a:lnTo>
                  <a:lnTo>
                    <a:pt x="323434" y="226516"/>
                  </a:lnTo>
                  <a:lnTo>
                    <a:pt x="325237" y="221533"/>
                  </a:lnTo>
                  <a:lnTo>
                    <a:pt x="326881" y="216495"/>
                  </a:lnTo>
                  <a:lnTo>
                    <a:pt x="328364" y="211408"/>
                  </a:lnTo>
                  <a:lnTo>
                    <a:pt x="329685" y="206276"/>
                  </a:lnTo>
                  <a:lnTo>
                    <a:pt x="330843" y="201105"/>
                  </a:lnTo>
                  <a:lnTo>
                    <a:pt x="331836" y="195900"/>
                  </a:lnTo>
                  <a:lnTo>
                    <a:pt x="332664" y="190666"/>
                  </a:lnTo>
                  <a:lnTo>
                    <a:pt x="333326" y="185408"/>
                  </a:lnTo>
                  <a:lnTo>
                    <a:pt x="333821" y="180132"/>
                  </a:lnTo>
                  <a:lnTo>
                    <a:pt x="334148" y="174843"/>
                  </a:lnTo>
                  <a:lnTo>
                    <a:pt x="334307" y="169547"/>
                  </a:lnTo>
                  <a:lnTo>
                    <a:pt x="334299" y="164247"/>
                  </a:lnTo>
                  <a:lnTo>
                    <a:pt x="334122" y="158951"/>
                  </a:lnTo>
                  <a:lnTo>
                    <a:pt x="333778" y="153663"/>
                  </a:lnTo>
                  <a:lnTo>
                    <a:pt x="333266" y="148389"/>
                  </a:lnTo>
                  <a:lnTo>
                    <a:pt x="332588" y="143134"/>
                  </a:lnTo>
                  <a:lnTo>
                    <a:pt x="331743" y="137902"/>
                  </a:lnTo>
                  <a:lnTo>
                    <a:pt x="330733" y="132700"/>
                  </a:lnTo>
                  <a:lnTo>
                    <a:pt x="329558" y="127533"/>
                  </a:lnTo>
                  <a:lnTo>
                    <a:pt x="328220" y="122406"/>
                  </a:lnTo>
                  <a:lnTo>
                    <a:pt x="326720" y="117323"/>
                  </a:lnTo>
                  <a:lnTo>
                    <a:pt x="325060" y="112291"/>
                  </a:lnTo>
                  <a:lnTo>
                    <a:pt x="323242" y="107314"/>
                  </a:lnTo>
                  <a:lnTo>
                    <a:pt x="321266" y="102397"/>
                  </a:lnTo>
                  <a:lnTo>
                    <a:pt x="319136" y="97545"/>
                  </a:lnTo>
                  <a:lnTo>
                    <a:pt x="316853" y="92762"/>
                  </a:lnTo>
                  <a:lnTo>
                    <a:pt x="314419" y="88055"/>
                  </a:lnTo>
                  <a:lnTo>
                    <a:pt x="311838" y="83427"/>
                  </a:lnTo>
                  <a:lnTo>
                    <a:pt x="309111" y="78884"/>
                  </a:lnTo>
                  <a:lnTo>
                    <a:pt x="306242" y="74429"/>
                  </a:lnTo>
                  <a:lnTo>
                    <a:pt x="303232" y="70067"/>
                  </a:lnTo>
                  <a:lnTo>
                    <a:pt x="300086" y="65803"/>
                  </a:lnTo>
                  <a:lnTo>
                    <a:pt x="296807" y="61641"/>
                  </a:lnTo>
                  <a:lnTo>
                    <a:pt x="293397" y="57584"/>
                  </a:lnTo>
                  <a:lnTo>
                    <a:pt x="289860" y="53638"/>
                  </a:lnTo>
                  <a:lnTo>
                    <a:pt x="286200" y="49806"/>
                  </a:lnTo>
                  <a:lnTo>
                    <a:pt x="282421" y="46092"/>
                  </a:lnTo>
                  <a:lnTo>
                    <a:pt x="278525" y="42499"/>
                  </a:lnTo>
                  <a:lnTo>
                    <a:pt x="274518" y="39032"/>
                  </a:lnTo>
                  <a:lnTo>
                    <a:pt x="270403" y="35694"/>
                  </a:lnTo>
                  <a:lnTo>
                    <a:pt x="266184" y="32487"/>
                  </a:lnTo>
                  <a:lnTo>
                    <a:pt x="261865" y="29416"/>
                  </a:lnTo>
                  <a:lnTo>
                    <a:pt x="257452" y="26484"/>
                  </a:lnTo>
                  <a:lnTo>
                    <a:pt x="252947" y="23692"/>
                  </a:lnTo>
                  <a:lnTo>
                    <a:pt x="248357" y="21045"/>
                  </a:lnTo>
                  <a:lnTo>
                    <a:pt x="243685" y="18545"/>
                  </a:lnTo>
                  <a:lnTo>
                    <a:pt x="238936" y="16194"/>
                  </a:lnTo>
                  <a:lnTo>
                    <a:pt x="234114" y="13995"/>
                  </a:lnTo>
                  <a:lnTo>
                    <a:pt x="229226" y="11950"/>
                  </a:lnTo>
                  <a:lnTo>
                    <a:pt x="224275" y="10060"/>
                  </a:lnTo>
                  <a:lnTo>
                    <a:pt x="219267" y="8329"/>
                  </a:lnTo>
                  <a:lnTo>
                    <a:pt x="214206" y="6757"/>
                  </a:lnTo>
                  <a:lnTo>
                    <a:pt x="209098" y="5346"/>
                  </a:lnTo>
                  <a:lnTo>
                    <a:pt x="203948" y="4098"/>
                  </a:lnTo>
                  <a:lnTo>
                    <a:pt x="198761" y="3014"/>
                  </a:lnTo>
                  <a:lnTo>
                    <a:pt x="193543" y="2095"/>
                  </a:lnTo>
                  <a:lnTo>
                    <a:pt x="188297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74939" y="2126963"/>
              <a:ext cx="106347" cy="167167"/>
            </a:xfrm>
            <a:custGeom>
              <a:avLst/>
              <a:pathLst>
                <a:path w="106347" h="167167">
                  <a:moveTo>
                    <a:pt x="106347" y="0"/>
                  </a:moveTo>
                  <a:lnTo>
                    <a:pt x="100585" y="99"/>
                  </a:lnTo>
                  <a:lnTo>
                    <a:pt x="94830" y="397"/>
                  </a:lnTo>
                  <a:lnTo>
                    <a:pt x="89088" y="893"/>
                  </a:lnTo>
                  <a:lnTo>
                    <a:pt x="83367" y="1587"/>
                  </a:lnTo>
                  <a:lnTo>
                    <a:pt x="77673" y="2477"/>
                  </a:lnTo>
                  <a:lnTo>
                    <a:pt x="72013" y="3563"/>
                  </a:lnTo>
                  <a:lnTo>
                    <a:pt x="66394" y="4844"/>
                  </a:lnTo>
                  <a:lnTo>
                    <a:pt x="60823" y="6318"/>
                  </a:lnTo>
                  <a:lnTo>
                    <a:pt x="55306" y="7983"/>
                  </a:lnTo>
                  <a:lnTo>
                    <a:pt x="49849" y="9837"/>
                  </a:lnTo>
                  <a:lnTo>
                    <a:pt x="44459" y="11878"/>
                  </a:lnTo>
                  <a:lnTo>
                    <a:pt x="39143" y="14103"/>
                  </a:lnTo>
                  <a:lnTo>
                    <a:pt x="33907" y="16511"/>
                  </a:lnTo>
                  <a:lnTo>
                    <a:pt x="28757" y="19097"/>
                  </a:lnTo>
                  <a:lnTo>
                    <a:pt x="23699" y="21860"/>
                  </a:lnTo>
                  <a:lnTo>
                    <a:pt x="18740" y="24795"/>
                  </a:lnTo>
                  <a:lnTo>
                    <a:pt x="13884" y="27899"/>
                  </a:lnTo>
                  <a:lnTo>
                    <a:pt x="9139" y="31169"/>
                  </a:lnTo>
                  <a:lnTo>
                    <a:pt x="4509" y="34601"/>
                  </a:lnTo>
                  <a:lnTo>
                    <a:pt x="0" y="38190"/>
                  </a:lnTo>
                  <a:lnTo>
                    <a:pt x="10634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4939" y="2165154"/>
              <a:ext cx="106347" cy="128976"/>
            </a:xfrm>
            <a:custGeom>
              <a:avLst/>
              <a:pathLst>
                <a:path w="106347" h="128976">
                  <a:moveTo>
                    <a:pt x="0" y="0"/>
                  </a:moveTo>
                  <a:lnTo>
                    <a:pt x="106347" y="1289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14122" y="2127559"/>
              <a:ext cx="334332" cy="333722"/>
            </a:xfrm>
            <a:custGeom>
              <a:avLst/>
              <a:pathLst>
                <a:path w="334332" h="333722">
                  <a:moveTo>
                    <a:pt x="60817" y="37594"/>
                  </a:moveTo>
                  <a:lnTo>
                    <a:pt x="56787" y="41026"/>
                  </a:lnTo>
                  <a:lnTo>
                    <a:pt x="52868" y="44583"/>
                  </a:lnTo>
                  <a:lnTo>
                    <a:pt x="49063" y="48262"/>
                  </a:lnTo>
                  <a:lnTo>
                    <a:pt x="45377" y="52060"/>
                  </a:lnTo>
                  <a:lnTo>
                    <a:pt x="41813" y="55973"/>
                  </a:lnTo>
                  <a:lnTo>
                    <a:pt x="38375" y="59997"/>
                  </a:lnTo>
                  <a:lnTo>
                    <a:pt x="35066" y="64127"/>
                  </a:lnTo>
                  <a:lnTo>
                    <a:pt x="31889" y="68360"/>
                  </a:lnTo>
                  <a:lnTo>
                    <a:pt x="28847" y="72692"/>
                  </a:lnTo>
                  <a:lnTo>
                    <a:pt x="25945" y="77118"/>
                  </a:lnTo>
                  <a:lnTo>
                    <a:pt x="23184" y="81633"/>
                  </a:lnTo>
                  <a:lnTo>
                    <a:pt x="20567" y="86234"/>
                  </a:lnTo>
                  <a:lnTo>
                    <a:pt x="18097" y="90915"/>
                  </a:lnTo>
                  <a:lnTo>
                    <a:pt x="15777" y="95672"/>
                  </a:lnTo>
                  <a:lnTo>
                    <a:pt x="13608" y="100500"/>
                  </a:lnTo>
                  <a:lnTo>
                    <a:pt x="11594" y="105394"/>
                  </a:lnTo>
                  <a:lnTo>
                    <a:pt x="9735" y="110350"/>
                  </a:lnTo>
                  <a:lnTo>
                    <a:pt x="8034" y="115362"/>
                  </a:lnTo>
                  <a:lnTo>
                    <a:pt x="6493" y="120425"/>
                  </a:lnTo>
                  <a:lnTo>
                    <a:pt x="5112" y="125534"/>
                  </a:lnTo>
                  <a:lnTo>
                    <a:pt x="3895" y="130685"/>
                  </a:lnTo>
                  <a:lnTo>
                    <a:pt x="2840" y="135872"/>
                  </a:lnTo>
                  <a:lnTo>
                    <a:pt x="1951" y="141089"/>
                  </a:lnTo>
                  <a:lnTo>
                    <a:pt x="1227" y="146332"/>
                  </a:lnTo>
                  <a:lnTo>
                    <a:pt x="669" y="151595"/>
                  </a:lnTo>
                  <a:lnTo>
                    <a:pt x="279" y="156873"/>
                  </a:lnTo>
                  <a:lnTo>
                    <a:pt x="55" y="162161"/>
                  </a:lnTo>
                  <a:lnTo>
                    <a:pt x="0" y="167454"/>
                  </a:lnTo>
                  <a:lnTo>
                    <a:pt x="111" y="172745"/>
                  </a:lnTo>
                  <a:lnTo>
                    <a:pt x="390" y="178030"/>
                  </a:lnTo>
                  <a:lnTo>
                    <a:pt x="837" y="183304"/>
                  </a:lnTo>
                  <a:lnTo>
                    <a:pt x="1450" y="188561"/>
                  </a:lnTo>
                  <a:lnTo>
                    <a:pt x="2229" y="193796"/>
                  </a:lnTo>
                  <a:lnTo>
                    <a:pt x="3173" y="199004"/>
                  </a:lnTo>
                  <a:lnTo>
                    <a:pt x="4282" y="204179"/>
                  </a:lnTo>
                  <a:lnTo>
                    <a:pt x="5555" y="209317"/>
                  </a:lnTo>
                  <a:lnTo>
                    <a:pt x="6989" y="214411"/>
                  </a:lnTo>
                  <a:lnTo>
                    <a:pt x="8583" y="219458"/>
                  </a:lnTo>
                  <a:lnTo>
                    <a:pt x="10337" y="224452"/>
                  </a:lnTo>
                  <a:lnTo>
                    <a:pt x="12248" y="229387"/>
                  </a:lnTo>
                  <a:lnTo>
                    <a:pt x="14314" y="234260"/>
                  </a:lnTo>
                  <a:lnTo>
                    <a:pt x="16534" y="239065"/>
                  </a:lnTo>
                  <a:lnTo>
                    <a:pt x="18904" y="243797"/>
                  </a:lnTo>
                  <a:lnTo>
                    <a:pt x="21423" y="248452"/>
                  </a:lnTo>
                  <a:lnTo>
                    <a:pt x="24088" y="253024"/>
                  </a:lnTo>
                  <a:lnTo>
                    <a:pt x="26897" y="257510"/>
                  </a:lnTo>
                  <a:lnTo>
                    <a:pt x="29846" y="261905"/>
                  </a:lnTo>
                  <a:lnTo>
                    <a:pt x="32933" y="266205"/>
                  </a:lnTo>
                  <a:lnTo>
                    <a:pt x="36154" y="270404"/>
                  </a:lnTo>
                  <a:lnTo>
                    <a:pt x="39507" y="274499"/>
                  </a:lnTo>
                  <a:lnTo>
                    <a:pt x="42987" y="278487"/>
                  </a:lnTo>
                  <a:lnTo>
                    <a:pt x="46593" y="282362"/>
                  </a:lnTo>
                  <a:lnTo>
                    <a:pt x="50319" y="286120"/>
                  </a:lnTo>
                  <a:lnTo>
                    <a:pt x="54162" y="289759"/>
                  </a:lnTo>
                  <a:lnTo>
                    <a:pt x="58118" y="293275"/>
                  </a:lnTo>
                  <a:lnTo>
                    <a:pt x="62184" y="296664"/>
                  </a:lnTo>
                  <a:lnTo>
                    <a:pt x="66355" y="299922"/>
                  </a:lnTo>
                  <a:lnTo>
                    <a:pt x="70627" y="303046"/>
                  </a:lnTo>
                  <a:lnTo>
                    <a:pt x="74995" y="306034"/>
                  </a:lnTo>
                  <a:lnTo>
                    <a:pt x="79457" y="308882"/>
                  </a:lnTo>
                  <a:lnTo>
                    <a:pt x="84006" y="311587"/>
                  </a:lnTo>
                  <a:lnTo>
                    <a:pt x="88638" y="314147"/>
                  </a:lnTo>
                  <a:lnTo>
                    <a:pt x="93349" y="316559"/>
                  </a:lnTo>
                  <a:lnTo>
                    <a:pt x="98134" y="318821"/>
                  </a:lnTo>
                  <a:lnTo>
                    <a:pt x="102989" y="320929"/>
                  </a:lnTo>
                  <a:lnTo>
                    <a:pt x="107907" y="322884"/>
                  </a:lnTo>
                  <a:lnTo>
                    <a:pt x="112885" y="324681"/>
                  </a:lnTo>
                  <a:lnTo>
                    <a:pt x="117918" y="326320"/>
                  </a:lnTo>
                  <a:lnTo>
                    <a:pt x="123000" y="327799"/>
                  </a:lnTo>
                  <a:lnTo>
                    <a:pt x="128126" y="329117"/>
                  </a:lnTo>
                  <a:lnTo>
                    <a:pt x="133291" y="330271"/>
                  </a:lnTo>
                  <a:lnTo>
                    <a:pt x="138490" y="331261"/>
                  </a:lnTo>
                  <a:lnTo>
                    <a:pt x="143718" y="332086"/>
                  </a:lnTo>
                  <a:lnTo>
                    <a:pt x="148970" y="332746"/>
                  </a:lnTo>
                  <a:lnTo>
                    <a:pt x="154239" y="333238"/>
                  </a:lnTo>
                  <a:lnTo>
                    <a:pt x="159522" y="333564"/>
                  </a:lnTo>
                  <a:lnTo>
                    <a:pt x="164812" y="333722"/>
                  </a:lnTo>
                  <a:lnTo>
                    <a:pt x="170105" y="333713"/>
                  </a:lnTo>
                  <a:lnTo>
                    <a:pt x="175395" y="333536"/>
                  </a:lnTo>
                  <a:lnTo>
                    <a:pt x="180676" y="333192"/>
                  </a:lnTo>
                  <a:lnTo>
                    <a:pt x="185944" y="332681"/>
                  </a:lnTo>
                  <a:lnTo>
                    <a:pt x="191193" y="332003"/>
                  </a:lnTo>
                  <a:lnTo>
                    <a:pt x="196418" y="331159"/>
                  </a:lnTo>
                  <a:lnTo>
                    <a:pt x="201614" y="330151"/>
                  </a:lnTo>
                  <a:lnTo>
                    <a:pt x="206775" y="328978"/>
                  </a:lnTo>
                  <a:lnTo>
                    <a:pt x="211896" y="327643"/>
                  </a:lnTo>
                  <a:lnTo>
                    <a:pt x="216973" y="326146"/>
                  </a:lnTo>
                  <a:lnTo>
                    <a:pt x="222000" y="324489"/>
                  </a:lnTo>
                  <a:lnTo>
                    <a:pt x="226971" y="322674"/>
                  </a:lnTo>
                  <a:lnTo>
                    <a:pt x="231883" y="320703"/>
                  </a:lnTo>
                  <a:lnTo>
                    <a:pt x="236730" y="318577"/>
                  </a:lnTo>
                  <a:lnTo>
                    <a:pt x="241507" y="316298"/>
                  </a:lnTo>
                  <a:lnTo>
                    <a:pt x="246210" y="313870"/>
                  </a:lnTo>
                  <a:lnTo>
                    <a:pt x="250833" y="311294"/>
                  </a:lnTo>
                  <a:lnTo>
                    <a:pt x="255373" y="308572"/>
                  </a:lnTo>
                  <a:lnTo>
                    <a:pt x="259824" y="305709"/>
                  </a:lnTo>
                  <a:lnTo>
                    <a:pt x="264182" y="302706"/>
                  </a:lnTo>
                  <a:lnTo>
                    <a:pt x="268443" y="299566"/>
                  </a:lnTo>
                  <a:lnTo>
                    <a:pt x="272602" y="296294"/>
                  </a:lnTo>
                  <a:lnTo>
                    <a:pt x="276656" y="292891"/>
                  </a:lnTo>
                  <a:lnTo>
                    <a:pt x="280600" y="289361"/>
                  </a:lnTo>
                  <a:lnTo>
                    <a:pt x="284430" y="285709"/>
                  </a:lnTo>
                  <a:lnTo>
                    <a:pt x="288143" y="281937"/>
                  </a:lnTo>
                  <a:lnTo>
                    <a:pt x="291735" y="278049"/>
                  </a:lnTo>
                  <a:lnTo>
                    <a:pt x="295201" y="274050"/>
                  </a:lnTo>
                  <a:lnTo>
                    <a:pt x="298540" y="269943"/>
                  </a:lnTo>
                  <a:lnTo>
                    <a:pt x="301746" y="265732"/>
                  </a:lnTo>
                  <a:lnTo>
                    <a:pt x="304818" y="261422"/>
                  </a:lnTo>
                  <a:lnTo>
                    <a:pt x="307751" y="257016"/>
                  </a:lnTo>
                  <a:lnTo>
                    <a:pt x="310544" y="252521"/>
                  </a:lnTo>
                  <a:lnTo>
                    <a:pt x="313193" y="247939"/>
                  </a:lnTo>
                  <a:lnTo>
                    <a:pt x="315696" y="243275"/>
                  </a:lnTo>
                  <a:lnTo>
                    <a:pt x="318050" y="238534"/>
                  </a:lnTo>
                  <a:lnTo>
                    <a:pt x="320252" y="233722"/>
                  </a:lnTo>
                  <a:lnTo>
                    <a:pt x="322301" y="228842"/>
                  </a:lnTo>
                  <a:lnTo>
                    <a:pt x="324195" y="223900"/>
                  </a:lnTo>
                  <a:lnTo>
                    <a:pt x="325931" y="218900"/>
                  </a:lnTo>
                  <a:lnTo>
                    <a:pt x="327508" y="213847"/>
                  </a:lnTo>
                  <a:lnTo>
                    <a:pt x="328924" y="208748"/>
                  </a:lnTo>
                  <a:lnTo>
                    <a:pt x="330178" y="203606"/>
                  </a:lnTo>
                  <a:lnTo>
                    <a:pt x="331269" y="198427"/>
                  </a:lnTo>
                  <a:lnTo>
                    <a:pt x="332195" y="193216"/>
                  </a:lnTo>
                  <a:lnTo>
                    <a:pt x="332956" y="187978"/>
                  </a:lnTo>
                  <a:lnTo>
                    <a:pt x="333550" y="182719"/>
                  </a:lnTo>
                  <a:lnTo>
                    <a:pt x="333978" y="177444"/>
                  </a:lnTo>
                  <a:lnTo>
                    <a:pt x="334239" y="172157"/>
                  </a:lnTo>
                  <a:lnTo>
                    <a:pt x="334332" y="166865"/>
                  </a:lnTo>
                  <a:lnTo>
                    <a:pt x="334257" y="161573"/>
                  </a:lnTo>
                  <a:lnTo>
                    <a:pt x="334015" y="156286"/>
                  </a:lnTo>
                  <a:lnTo>
                    <a:pt x="333606" y="151009"/>
                  </a:lnTo>
                  <a:lnTo>
                    <a:pt x="333030" y="145748"/>
                  </a:lnTo>
                  <a:lnTo>
                    <a:pt x="332288" y="140508"/>
                  </a:lnTo>
                  <a:lnTo>
                    <a:pt x="331380" y="135294"/>
                  </a:lnTo>
                  <a:lnTo>
                    <a:pt x="330307" y="130111"/>
                  </a:lnTo>
                  <a:lnTo>
                    <a:pt x="329071" y="124964"/>
                  </a:lnTo>
                  <a:lnTo>
                    <a:pt x="327673" y="119860"/>
                  </a:lnTo>
                  <a:lnTo>
                    <a:pt x="326114" y="114802"/>
                  </a:lnTo>
                  <a:lnTo>
                    <a:pt x="324395" y="109796"/>
                  </a:lnTo>
                  <a:lnTo>
                    <a:pt x="322519" y="104847"/>
                  </a:lnTo>
                  <a:lnTo>
                    <a:pt x="320487" y="99960"/>
                  </a:lnTo>
                  <a:lnTo>
                    <a:pt x="318302" y="95140"/>
                  </a:lnTo>
                  <a:lnTo>
                    <a:pt x="315965" y="90391"/>
                  </a:lnTo>
                  <a:lnTo>
                    <a:pt x="313479" y="85719"/>
                  </a:lnTo>
                  <a:lnTo>
                    <a:pt x="310846" y="81127"/>
                  </a:lnTo>
                  <a:lnTo>
                    <a:pt x="308069" y="76622"/>
                  </a:lnTo>
                  <a:lnTo>
                    <a:pt x="305151" y="72206"/>
                  </a:lnTo>
                  <a:lnTo>
                    <a:pt x="302094" y="67885"/>
                  </a:lnTo>
                  <a:lnTo>
                    <a:pt x="298902" y="63663"/>
                  </a:lnTo>
                  <a:lnTo>
                    <a:pt x="295579" y="59544"/>
                  </a:lnTo>
                  <a:lnTo>
                    <a:pt x="292126" y="55533"/>
                  </a:lnTo>
                  <a:lnTo>
                    <a:pt x="288548" y="51633"/>
                  </a:lnTo>
                  <a:lnTo>
                    <a:pt x="284849" y="47848"/>
                  </a:lnTo>
                  <a:lnTo>
                    <a:pt x="281031" y="44182"/>
                  </a:lnTo>
                  <a:lnTo>
                    <a:pt x="277100" y="40638"/>
                  </a:lnTo>
                  <a:lnTo>
                    <a:pt x="273058" y="37221"/>
                  </a:lnTo>
                  <a:lnTo>
                    <a:pt x="268910" y="33934"/>
                  </a:lnTo>
                  <a:lnTo>
                    <a:pt x="264660" y="30779"/>
                  </a:lnTo>
                  <a:lnTo>
                    <a:pt x="260313" y="27761"/>
                  </a:lnTo>
                  <a:lnTo>
                    <a:pt x="255872" y="24882"/>
                  </a:lnTo>
                  <a:lnTo>
                    <a:pt x="251342" y="22144"/>
                  </a:lnTo>
                  <a:lnTo>
                    <a:pt x="246728" y="19552"/>
                  </a:lnTo>
                  <a:lnTo>
                    <a:pt x="242033" y="17107"/>
                  </a:lnTo>
                  <a:lnTo>
                    <a:pt x="237264" y="14812"/>
                  </a:lnTo>
                  <a:lnTo>
                    <a:pt x="232425" y="12669"/>
                  </a:lnTo>
                  <a:lnTo>
                    <a:pt x="227520" y="10680"/>
                  </a:lnTo>
                  <a:lnTo>
                    <a:pt x="222555" y="8847"/>
                  </a:lnTo>
                  <a:lnTo>
                    <a:pt x="217534" y="7173"/>
                  </a:lnTo>
                  <a:lnTo>
                    <a:pt x="212463" y="5658"/>
                  </a:lnTo>
                  <a:lnTo>
                    <a:pt x="207346" y="4305"/>
                  </a:lnTo>
                  <a:lnTo>
                    <a:pt x="202189" y="3114"/>
                  </a:lnTo>
                  <a:lnTo>
                    <a:pt x="196997" y="2087"/>
                  </a:lnTo>
                  <a:lnTo>
                    <a:pt x="191775" y="1225"/>
                  </a:lnTo>
                  <a:lnTo>
                    <a:pt x="186528" y="529"/>
                  </a:lnTo>
                  <a:lnTo>
                    <a:pt x="181262" y="0"/>
                  </a:lnTo>
                  <a:lnTo>
                    <a:pt x="167165" y="1665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14097" cy="167167"/>
            </a:xfrm>
            <a:custGeom>
              <a:avLst/>
              <a:pathLst>
                <a:path w="14097" h="167167">
                  <a:moveTo>
                    <a:pt x="14097" y="59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23593" y="2633064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2391"/>
              <a:ext cx="160175" cy="47839"/>
            </a:xfrm>
            <a:custGeom>
              <a:avLst/>
              <a:pathLst>
                <a:path w="160175" h="47839">
                  <a:moveTo>
                    <a:pt x="160175" y="0"/>
                  </a:moveTo>
                  <a:lnTo>
                    <a:pt x="0" y="478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40657"/>
              <a:ext cx="160175" cy="159574"/>
            </a:xfrm>
            <a:custGeom>
              <a:avLst/>
              <a:pathLst>
                <a:path w="160175" h="159574">
                  <a:moveTo>
                    <a:pt x="160175" y="111734"/>
                  </a:moveTo>
                  <a:lnTo>
                    <a:pt x="158531" y="106539"/>
                  </a:lnTo>
                  <a:lnTo>
                    <a:pt x="156718" y="101400"/>
                  </a:lnTo>
                  <a:lnTo>
                    <a:pt x="154739" y="96323"/>
                  </a:lnTo>
                  <a:lnTo>
                    <a:pt x="152595" y="91313"/>
                  </a:lnTo>
                  <a:lnTo>
                    <a:pt x="150289" y="86375"/>
                  </a:lnTo>
                  <a:lnTo>
                    <a:pt x="147823" y="81515"/>
                  </a:lnTo>
                  <a:lnTo>
                    <a:pt x="145200" y="76739"/>
                  </a:lnTo>
                  <a:lnTo>
                    <a:pt x="142423" y="72050"/>
                  </a:lnTo>
                  <a:lnTo>
                    <a:pt x="139494" y="67454"/>
                  </a:lnTo>
                  <a:lnTo>
                    <a:pt x="136418" y="62956"/>
                  </a:lnTo>
                  <a:lnTo>
                    <a:pt x="133196" y="58561"/>
                  </a:lnTo>
                  <a:lnTo>
                    <a:pt x="129833" y="54273"/>
                  </a:lnTo>
                  <a:lnTo>
                    <a:pt x="126332" y="50097"/>
                  </a:lnTo>
                  <a:lnTo>
                    <a:pt x="122696" y="46038"/>
                  </a:lnTo>
                  <a:lnTo>
                    <a:pt x="118930" y="42099"/>
                  </a:lnTo>
                  <a:lnTo>
                    <a:pt x="115038" y="38285"/>
                  </a:lnTo>
                  <a:lnTo>
                    <a:pt x="111023" y="34600"/>
                  </a:lnTo>
                  <a:lnTo>
                    <a:pt x="106891" y="31047"/>
                  </a:lnTo>
                  <a:lnTo>
                    <a:pt x="102645" y="27631"/>
                  </a:lnTo>
                  <a:lnTo>
                    <a:pt x="98290" y="24356"/>
                  </a:lnTo>
                  <a:lnTo>
                    <a:pt x="93830" y="21224"/>
                  </a:lnTo>
                  <a:lnTo>
                    <a:pt x="89271" y="18239"/>
                  </a:lnTo>
                  <a:lnTo>
                    <a:pt x="84617" y="15405"/>
                  </a:lnTo>
                  <a:lnTo>
                    <a:pt x="79873" y="12723"/>
                  </a:lnTo>
                  <a:lnTo>
                    <a:pt x="75044" y="10198"/>
                  </a:lnTo>
                  <a:lnTo>
                    <a:pt x="70135" y="7831"/>
                  </a:lnTo>
                  <a:lnTo>
                    <a:pt x="65152" y="5626"/>
                  </a:lnTo>
                  <a:lnTo>
                    <a:pt x="60099" y="3584"/>
                  </a:lnTo>
                  <a:lnTo>
                    <a:pt x="54983" y="1708"/>
                  </a:lnTo>
                  <a:lnTo>
                    <a:pt x="49808" y="0"/>
                  </a:lnTo>
                  <a:lnTo>
                    <a:pt x="0" y="1595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49808" cy="167167"/>
            </a:xfrm>
            <a:custGeom>
              <a:avLst/>
              <a:pathLst>
                <a:path w="49808" h="167167">
                  <a:moveTo>
                    <a:pt x="49808" y="7592"/>
                  </a:moveTo>
                  <a:lnTo>
                    <a:pt x="43739" y="5823"/>
                  </a:lnTo>
                  <a:lnTo>
                    <a:pt x="37607" y="4285"/>
                  </a:lnTo>
                  <a:lnTo>
                    <a:pt x="31422" y="2979"/>
                  </a:lnTo>
                  <a:lnTo>
                    <a:pt x="25191" y="1909"/>
                  </a:lnTo>
                  <a:lnTo>
                    <a:pt x="18925" y="1074"/>
                  </a:lnTo>
                  <a:lnTo>
                    <a:pt x="12632" y="477"/>
                  </a:lnTo>
                  <a:lnTo>
                    <a:pt x="6320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358831" y="3170392"/>
              <a:ext cx="334304" cy="334334"/>
            </a:xfrm>
            <a:custGeom>
              <a:avLst/>
              <a:pathLst>
                <a:path w="334304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6" y="758"/>
                  </a:lnTo>
                  <a:lnTo>
                    <a:pt x="145970" y="1347"/>
                  </a:lnTo>
                  <a:lnTo>
                    <a:pt x="140716" y="2103"/>
                  </a:lnTo>
                  <a:lnTo>
                    <a:pt x="135488" y="3025"/>
                  </a:lnTo>
                  <a:lnTo>
                    <a:pt x="130292" y="4113"/>
                  </a:lnTo>
                  <a:lnTo>
                    <a:pt x="125133" y="5366"/>
                  </a:lnTo>
                  <a:lnTo>
                    <a:pt x="120016" y="6782"/>
                  </a:lnTo>
                  <a:lnTo>
                    <a:pt x="114947" y="8359"/>
                  </a:lnTo>
                  <a:lnTo>
                    <a:pt x="109931" y="10097"/>
                  </a:lnTo>
                  <a:lnTo>
                    <a:pt x="104973" y="11993"/>
                  </a:lnTo>
                  <a:lnTo>
                    <a:pt x="100077" y="14045"/>
                  </a:lnTo>
                  <a:lnTo>
                    <a:pt x="95248" y="16252"/>
                  </a:lnTo>
                  <a:lnTo>
                    <a:pt x="90493" y="18611"/>
                  </a:lnTo>
                  <a:lnTo>
                    <a:pt x="85814" y="21120"/>
                  </a:lnTo>
                  <a:lnTo>
                    <a:pt x="81218" y="23777"/>
                  </a:lnTo>
                  <a:lnTo>
                    <a:pt x="76708" y="26578"/>
                  </a:lnTo>
                  <a:lnTo>
                    <a:pt x="72290" y="29520"/>
                  </a:lnTo>
                  <a:lnTo>
                    <a:pt x="67967" y="32602"/>
                  </a:lnTo>
                  <a:lnTo>
                    <a:pt x="63744" y="35819"/>
                  </a:lnTo>
                  <a:lnTo>
                    <a:pt x="59625" y="39168"/>
                  </a:lnTo>
                  <a:lnTo>
                    <a:pt x="55615" y="42647"/>
                  </a:lnTo>
                  <a:lnTo>
                    <a:pt x="51718" y="46252"/>
                  </a:lnTo>
                  <a:lnTo>
                    <a:pt x="47936" y="49978"/>
                  </a:lnTo>
                  <a:lnTo>
                    <a:pt x="44275" y="53822"/>
                  </a:lnTo>
                  <a:lnTo>
                    <a:pt x="40738" y="57781"/>
                  </a:lnTo>
                  <a:lnTo>
                    <a:pt x="37329" y="61850"/>
                  </a:lnTo>
                  <a:lnTo>
                    <a:pt x="34050" y="66025"/>
                  </a:lnTo>
                  <a:lnTo>
                    <a:pt x="30906" y="70303"/>
                  </a:lnTo>
                  <a:lnTo>
                    <a:pt x="27899" y="74678"/>
                  </a:lnTo>
                  <a:lnTo>
                    <a:pt x="25032" y="79146"/>
                  </a:lnTo>
                  <a:lnTo>
                    <a:pt x="22309" y="83703"/>
                  </a:lnTo>
                  <a:lnTo>
                    <a:pt x="19732" y="88344"/>
                  </a:lnTo>
                  <a:lnTo>
                    <a:pt x="17303" y="93065"/>
                  </a:lnTo>
                  <a:lnTo>
                    <a:pt x="15026" y="97860"/>
                  </a:lnTo>
                  <a:lnTo>
                    <a:pt x="12902" y="102726"/>
                  </a:lnTo>
                  <a:lnTo>
                    <a:pt x="10933" y="107656"/>
                  </a:lnTo>
                  <a:lnTo>
                    <a:pt x="9122" y="112646"/>
                  </a:lnTo>
                  <a:lnTo>
                    <a:pt x="7471" y="117691"/>
                  </a:lnTo>
                  <a:lnTo>
                    <a:pt x="5980" y="122787"/>
                  </a:lnTo>
                  <a:lnTo>
                    <a:pt x="4652" y="127927"/>
                  </a:lnTo>
                  <a:lnTo>
                    <a:pt x="3488" y="133106"/>
                  </a:lnTo>
                  <a:lnTo>
                    <a:pt x="2489" y="138320"/>
                  </a:lnTo>
                  <a:lnTo>
                    <a:pt x="1656" y="143563"/>
                  </a:lnTo>
                  <a:lnTo>
                    <a:pt x="990" y="148830"/>
                  </a:lnTo>
                  <a:lnTo>
                    <a:pt x="492" y="154115"/>
                  </a:lnTo>
                  <a:lnTo>
                    <a:pt x="161" y="159414"/>
                  </a:lnTo>
                  <a:lnTo>
                    <a:pt x="0" y="164720"/>
                  </a:lnTo>
                  <a:lnTo>
                    <a:pt x="6" y="170029"/>
                  </a:lnTo>
                  <a:lnTo>
                    <a:pt x="181" y="175334"/>
                  </a:lnTo>
                  <a:lnTo>
                    <a:pt x="525" y="180632"/>
                  </a:lnTo>
                  <a:lnTo>
                    <a:pt x="1036" y="185916"/>
                  </a:lnTo>
                  <a:lnTo>
                    <a:pt x="1715" y="191181"/>
                  </a:lnTo>
                  <a:lnTo>
                    <a:pt x="2561" y="196422"/>
                  </a:lnTo>
                  <a:lnTo>
                    <a:pt x="3573" y="201633"/>
                  </a:lnTo>
                  <a:lnTo>
                    <a:pt x="4750" y="206810"/>
                  </a:lnTo>
                  <a:lnTo>
                    <a:pt x="6091" y="211947"/>
                  </a:lnTo>
                  <a:lnTo>
                    <a:pt x="7594" y="217038"/>
                  </a:lnTo>
                  <a:lnTo>
                    <a:pt x="9258" y="222079"/>
                  </a:lnTo>
                  <a:lnTo>
                    <a:pt x="11081" y="227065"/>
                  </a:lnTo>
                  <a:lnTo>
                    <a:pt x="13062" y="231991"/>
                  </a:lnTo>
                  <a:lnTo>
                    <a:pt x="15198" y="236851"/>
                  </a:lnTo>
                  <a:lnTo>
                    <a:pt x="17487" y="241640"/>
                  </a:lnTo>
                  <a:lnTo>
                    <a:pt x="19927" y="246355"/>
                  </a:lnTo>
                  <a:lnTo>
                    <a:pt x="22516" y="250990"/>
                  </a:lnTo>
                  <a:lnTo>
                    <a:pt x="25251" y="255540"/>
                  </a:lnTo>
                  <a:lnTo>
                    <a:pt x="28128" y="260001"/>
                  </a:lnTo>
                  <a:lnTo>
                    <a:pt x="31146" y="264369"/>
                  </a:lnTo>
                  <a:lnTo>
                    <a:pt x="34301" y="268638"/>
                  </a:lnTo>
                  <a:lnTo>
                    <a:pt x="37590" y="272805"/>
                  </a:lnTo>
                  <a:lnTo>
                    <a:pt x="41010" y="276866"/>
                  </a:lnTo>
                  <a:lnTo>
                    <a:pt x="44557" y="280816"/>
                  </a:lnTo>
                  <a:lnTo>
                    <a:pt x="48227" y="284651"/>
                  </a:lnTo>
                  <a:lnTo>
                    <a:pt x="52018" y="288368"/>
                  </a:lnTo>
                  <a:lnTo>
                    <a:pt x="55924" y="291963"/>
                  </a:lnTo>
                  <a:lnTo>
                    <a:pt x="59943" y="295432"/>
                  </a:lnTo>
                  <a:lnTo>
                    <a:pt x="64070" y="298771"/>
                  </a:lnTo>
                  <a:lnTo>
                    <a:pt x="68301" y="301978"/>
                  </a:lnTo>
                  <a:lnTo>
                    <a:pt x="72631" y="305049"/>
                  </a:lnTo>
                  <a:lnTo>
                    <a:pt x="77057" y="307980"/>
                  </a:lnTo>
                  <a:lnTo>
                    <a:pt x="81574" y="310770"/>
                  </a:lnTo>
                  <a:lnTo>
                    <a:pt x="86177" y="313415"/>
                  </a:lnTo>
                  <a:lnTo>
                    <a:pt x="90861" y="315912"/>
                  </a:lnTo>
                  <a:lnTo>
                    <a:pt x="95623" y="318259"/>
                  </a:lnTo>
                  <a:lnTo>
                    <a:pt x="100457" y="320454"/>
                  </a:lnTo>
                  <a:lnTo>
                    <a:pt x="105358" y="322495"/>
                  </a:lnTo>
                  <a:lnTo>
                    <a:pt x="110321" y="324379"/>
                  </a:lnTo>
                  <a:lnTo>
                    <a:pt x="115341" y="326104"/>
                  </a:lnTo>
                  <a:lnTo>
                    <a:pt x="120414" y="327669"/>
                  </a:lnTo>
                  <a:lnTo>
                    <a:pt x="125534" y="329072"/>
                  </a:lnTo>
                  <a:lnTo>
                    <a:pt x="130696" y="330311"/>
                  </a:lnTo>
                  <a:lnTo>
                    <a:pt x="135895" y="331387"/>
                  </a:lnTo>
                  <a:lnTo>
                    <a:pt x="141125" y="332296"/>
                  </a:lnTo>
                  <a:lnTo>
                    <a:pt x="146382" y="333039"/>
                  </a:lnTo>
                  <a:lnTo>
                    <a:pt x="151659" y="333615"/>
                  </a:lnTo>
                  <a:lnTo>
                    <a:pt x="156952" y="334023"/>
                  </a:lnTo>
                  <a:lnTo>
                    <a:pt x="162255" y="334263"/>
                  </a:lnTo>
                  <a:lnTo>
                    <a:pt x="167564" y="334334"/>
                  </a:lnTo>
                  <a:lnTo>
                    <a:pt x="172871" y="334236"/>
                  </a:lnTo>
                  <a:lnTo>
                    <a:pt x="178173" y="333970"/>
                  </a:lnTo>
                  <a:lnTo>
                    <a:pt x="183464" y="333536"/>
                  </a:lnTo>
                  <a:lnTo>
                    <a:pt x="188739" y="332934"/>
                  </a:lnTo>
                  <a:lnTo>
                    <a:pt x="193992" y="332165"/>
                  </a:lnTo>
                  <a:lnTo>
                    <a:pt x="199217" y="331230"/>
                  </a:lnTo>
                  <a:lnTo>
                    <a:pt x="204411" y="330129"/>
                  </a:lnTo>
                  <a:lnTo>
                    <a:pt x="209566" y="328863"/>
                  </a:lnTo>
                  <a:lnTo>
                    <a:pt x="214679" y="327435"/>
                  </a:lnTo>
                  <a:lnTo>
                    <a:pt x="219744" y="325845"/>
                  </a:lnTo>
                  <a:lnTo>
                    <a:pt x="224756" y="324095"/>
                  </a:lnTo>
                  <a:lnTo>
                    <a:pt x="229710" y="322186"/>
                  </a:lnTo>
                  <a:lnTo>
                    <a:pt x="234601" y="320122"/>
                  </a:lnTo>
                  <a:lnTo>
                    <a:pt x="239424" y="317903"/>
                  </a:lnTo>
                  <a:lnTo>
                    <a:pt x="244174" y="315532"/>
                  </a:lnTo>
                  <a:lnTo>
                    <a:pt x="248846" y="313011"/>
                  </a:lnTo>
                  <a:lnTo>
                    <a:pt x="253436" y="310344"/>
                  </a:lnTo>
                  <a:lnTo>
                    <a:pt x="257938" y="307532"/>
                  </a:lnTo>
                  <a:lnTo>
                    <a:pt x="262350" y="304578"/>
                  </a:lnTo>
                  <a:lnTo>
                    <a:pt x="266665" y="301486"/>
                  </a:lnTo>
                  <a:lnTo>
                    <a:pt x="270880" y="298258"/>
                  </a:lnTo>
                  <a:lnTo>
                    <a:pt x="274990" y="294898"/>
                  </a:lnTo>
                  <a:lnTo>
                    <a:pt x="278991" y="291410"/>
                  </a:lnTo>
                  <a:lnTo>
                    <a:pt x="282880" y="287796"/>
                  </a:lnTo>
                  <a:lnTo>
                    <a:pt x="286652" y="284060"/>
                  </a:lnTo>
                  <a:lnTo>
                    <a:pt x="290303" y="280207"/>
                  </a:lnTo>
                  <a:lnTo>
                    <a:pt x="293831" y="276239"/>
                  </a:lnTo>
                  <a:lnTo>
                    <a:pt x="297230" y="272162"/>
                  </a:lnTo>
                  <a:lnTo>
                    <a:pt x="300498" y="267978"/>
                  </a:lnTo>
                  <a:lnTo>
                    <a:pt x="303632" y="263693"/>
                  </a:lnTo>
                  <a:lnTo>
                    <a:pt x="306628" y="259311"/>
                  </a:lnTo>
                  <a:lnTo>
                    <a:pt x="309484" y="254835"/>
                  </a:lnTo>
                  <a:lnTo>
                    <a:pt x="312196" y="250272"/>
                  </a:lnTo>
                  <a:lnTo>
                    <a:pt x="314762" y="245624"/>
                  </a:lnTo>
                  <a:lnTo>
                    <a:pt x="317178" y="240897"/>
                  </a:lnTo>
                  <a:lnTo>
                    <a:pt x="319444" y="236096"/>
                  </a:lnTo>
                  <a:lnTo>
                    <a:pt x="321556" y="231226"/>
                  </a:lnTo>
                  <a:lnTo>
                    <a:pt x="323512" y="226290"/>
                  </a:lnTo>
                  <a:lnTo>
                    <a:pt x="325310" y="221296"/>
                  </a:lnTo>
                  <a:lnTo>
                    <a:pt x="326949" y="216246"/>
                  </a:lnTo>
                  <a:lnTo>
                    <a:pt x="328427" y="211147"/>
                  </a:lnTo>
                  <a:lnTo>
                    <a:pt x="329742" y="206004"/>
                  </a:lnTo>
                  <a:lnTo>
                    <a:pt x="330894" y="200822"/>
                  </a:lnTo>
                  <a:lnTo>
                    <a:pt x="331880" y="195605"/>
                  </a:lnTo>
                  <a:lnTo>
                    <a:pt x="332700" y="190360"/>
                  </a:lnTo>
                  <a:lnTo>
                    <a:pt x="333353" y="185092"/>
                  </a:lnTo>
                  <a:lnTo>
                    <a:pt x="333838" y="179805"/>
                  </a:lnTo>
                  <a:lnTo>
                    <a:pt x="334155" y="174506"/>
                  </a:lnTo>
                  <a:lnTo>
                    <a:pt x="334304" y="169200"/>
                  </a:lnTo>
                  <a:lnTo>
                    <a:pt x="334284" y="163891"/>
                  </a:lnTo>
                  <a:lnTo>
                    <a:pt x="334096" y="158585"/>
                  </a:lnTo>
                  <a:lnTo>
                    <a:pt x="333739" y="153289"/>
                  </a:lnTo>
                  <a:lnTo>
                    <a:pt x="333215" y="148006"/>
                  </a:lnTo>
                  <a:lnTo>
                    <a:pt x="332523" y="142743"/>
                  </a:lnTo>
                  <a:lnTo>
                    <a:pt x="331664" y="137504"/>
                  </a:lnTo>
                  <a:lnTo>
                    <a:pt x="330639" y="132295"/>
                  </a:lnTo>
                  <a:lnTo>
                    <a:pt x="329449" y="127121"/>
                  </a:lnTo>
                  <a:lnTo>
                    <a:pt x="328096" y="121988"/>
                  </a:lnTo>
                  <a:lnTo>
                    <a:pt x="326580" y="116900"/>
                  </a:lnTo>
                  <a:lnTo>
                    <a:pt x="324903" y="111863"/>
                  </a:lnTo>
                  <a:lnTo>
                    <a:pt x="323068" y="106882"/>
                  </a:lnTo>
                  <a:lnTo>
                    <a:pt x="321075" y="101961"/>
                  </a:lnTo>
                  <a:lnTo>
                    <a:pt x="318927" y="97107"/>
                  </a:lnTo>
                  <a:lnTo>
                    <a:pt x="316626" y="92323"/>
                  </a:lnTo>
                  <a:lnTo>
                    <a:pt x="314174" y="87614"/>
                  </a:lnTo>
                  <a:lnTo>
                    <a:pt x="311574" y="82986"/>
                  </a:lnTo>
                  <a:lnTo>
                    <a:pt x="308828" y="78442"/>
                  </a:lnTo>
                  <a:lnTo>
                    <a:pt x="305939" y="73988"/>
                  </a:lnTo>
                  <a:lnTo>
                    <a:pt x="302910" y="69628"/>
                  </a:lnTo>
                  <a:lnTo>
                    <a:pt x="299745" y="65366"/>
                  </a:lnTo>
                  <a:lnTo>
                    <a:pt x="296445" y="61208"/>
                  </a:lnTo>
                  <a:lnTo>
                    <a:pt x="293016" y="57155"/>
                  </a:lnTo>
                  <a:lnTo>
                    <a:pt x="289459" y="53214"/>
                  </a:lnTo>
                  <a:lnTo>
                    <a:pt x="285779" y="49388"/>
                  </a:lnTo>
                  <a:lnTo>
                    <a:pt x="281979" y="45681"/>
                  </a:lnTo>
                  <a:lnTo>
                    <a:pt x="278064" y="42096"/>
                  </a:lnTo>
                  <a:lnTo>
                    <a:pt x="274037" y="38637"/>
                  </a:lnTo>
                  <a:lnTo>
                    <a:pt x="269901" y="35308"/>
                  </a:lnTo>
                  <a:lnTo>
                    <a:pt x="265663" y="32111"/>
                  </a:lnTo>
                  <a:lnTo>
                    <a:pt x="261325" y="29051"/>
                  </a:lnTo>
                  <a:lnTo>
                    <a:pt x="256892" y="26131"/>
                  </a:lnTo>
                  <a:lnTo>
                    <a:pt x="252368" y="23352"/>
                  </a:lnTo>
                  <a:lnTo>
                    <a:pt x="247758" y="20719"/>
                  </a:lnTo>
                  <a:lnTo>
                    <a:pt x="243068" y="1823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8626"/>
              <a:ext cx="75918" cy="148933"/>
            </a:xfrm>
            <a:custGeom>
              <a:avLst/>
              <a:pathLst>
                <a:path w="75918" h="148933">
                  <a:moveTo>
                    <a:pt x="75918" y="0"/>
                  </a:moveTo>
                  <a:lnTo>
                    <a:pt x="0" y="1489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1247"/>
              <a:ext cx="75918" cy="156312"/>
            </a:xfrm>
            <a:custGeom>
              <a:avLst/>
              <a:pathLst>
                <a:path w="75918" h="156312">
                  <a:moveTo>
                    <a:pt x="75918" y="7378"/>
                  </a:moveTo>
                  <a:lnTo>
                    <a:pt x="67688" y="3461"/>
                  </a:lnTo>
                  <a:lnTo>
                    <a:pt x="59257" y="0"/>
                  </a:lnTo>
                  <a:lnTo>
                    <a:pt x="0" y="1563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59257" cy="167167"/>
            </a:xfrm>
            <a:custGeom>
              <a:avLst/>
              <a:pathLst>
                <a:path w="59257" h="167167">
                  <a:moveTo>
                    <a:pt x="59257" y="10855"/>
                  </a:moveTo>
                  <a:lnTo>
                    <a:pt x="53555" y="8811"/>
                  </a:lnTo>
                  <a:lnTo>
                    <a:pt x="47783" y="6974"/>
                  </a:lnTo>
                  <a:lnTo>
                    <a:pt x="41948" y="5348"/>
                  </a:lnTo>
                  <a:lnTo>
                    <a:pt x="36058" y="3935"/>
                  </a:lnTo>
                  <a:lnTo>
                    <a:pt x="30121" y="2736"/>
                  </a:lnTo>
                  <a:lnTo>
                    <a:pt x="24144" y="1752"/>
                  </a:lnTo>
                  <a:lnTo>
                    <a:pt x="18136" y="986"/>
                  </a:lnTo>
                  <a:lnTo>
                    <a:pt x="12104" y="438"/>
                  </a:lnTo>
                  <a:lnTo>
                    <a:pt x="6056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423597" y="3707720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2" y="5346"/>
                  </a:lnTo>
                  <a:lnTo>
                    <a:pt x="120105" y="6756"/>
                  </a:lnTo>
                  <a:lnTo>
                    <a:pt x="115045" y="8328"/>
                  </a:lnTo>
                  <a:lnTo>
                    <a:pt x="110037" y="10059"/>
                  </a:lnTo>
                  <a:lnTo>
                    <a:pt x="105086" y="11948"/>
                  </a:lnTo>
                  <a:lnTo>
                    <a:pt x="100198" y="13993"/>
                  </a:lnTo>
                  <a:lnTo>
                    <a:pt x="95377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6" y="23688"/>
                  </a:lnTo>
                  <a:lnTo>
                    <a:pt x="76862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8"/>
                  </a:lnTo>
                  <a:lnTo>
                    <a:pt x="59797" y="39026"/>
                  </a:lnTo>
                  <a:lnTo>
                    <a:pt x="55790" y="42492"/>
                  </a:lnTo>
                  <a:lnTo>
                    <a:pt x="51894" y="46084"/>
                  </a:lnTo>
                  <a:lnTo>
                    <a:pt x="48115" y="49798"/>
                  </a:lnTo>
                  <a:lnTo>
                    <a:pt x="44455" y="53629"/>
                  </a:lnTo>
                  <a:lnTo>
                    <a:pt x="40918" y="57575"/>
                  </a:lnTo>
                  <a:lnTo>
                    <a:pt x="37508" y="61631"/>
                  </a:lnTo>
                  <a:lnTo>
                    <a:pt x="34229" y="65792"/>
                  </a:lnTo>
                  <a:lnTo>
                    <a:pt x="31083" y="70056"/>
                  </a:lnTo>
                  <a:lnTo>
                    <a:pt x="28073" y="74417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5" y="88042"/>
                  </a:lnTo>
                  <a:lnTo>
                    <a:pt x="17461" y="92748"/>
                  </a:lnTo>
                  <a:lnTo>
                    <a:pt x="15178" y="97530"/>
                  </a:lnTo>
                  <a:lnTo>
                    <a:pt x="13047" y="102381"/>
                  </a:lnTo>
                  <a:lnTo>
                    <a:pt x="11072" y="107297"/>
                  </a:lnTo>
                  <a:lnTo>
                    <a:pt x="9252" y="112274"/>
                  </a:lnTo>
                  <a:lnTo>
                    <a:pt x="7592" y="117306"/>
                  </a:lnTo>
                  <a:lnTo>
                    <a:pt x="6092" y="122388"/>
                  </a:lnTo>
                  <a:lnTo>
                    <a:pt x="4754" y="127515"/>
                  </a:lnTo>
                  <a:lnTo>
                    <a:pt x="3579" y="132681"/>
                  </a:lnTo>
                  <a:lnTo>
                    <a:pt x="2568" y="137883"/>
                  </a:lnTo>
                  <a:lnTo>
                    <a:pt x="1722" y="143113"/>
                  </a:lnTo>
                  <a:lnTo>
                    <a:pt x="1043" y="148368"/>
                  </a:lnTo>
                  <a:lnTo>
                    <a:pt x="531" y="153642"/>
                  </a:lnTo>
                  <a:lnTo>
                    <a:pt x="186" y="158929"/>
                  </a:lnTo>
                  <a:lnTo>
                    <a:pt x="9" y="164225"/>
                  </a:lnTo>
                  <a:lnTo>
                    <a:pt x="0" y="169524"/>
                  </a:lnTo>
                  <a:lnTo>
                    <a:pt x="158" y="174820"/>
                  </a:lnTo>
                  <a:lnTo>
                    <a:pt x="485" y="180109"/>
                  </a:lnTo>
                  <a:lnTo>
                    <a:pt x="978" y="185384"/>
                  </a:lnTo>
                  <a:lnTo>
                    <a:pt x="1639" y="190641"/>
                  </a:lnTo>
                  <a:lnTo>
                    <a:pt x="2466" y="195875"/>
                  </a:lnTo>
                  <a:lnTo>
                    <a:pt x="3459" y="201080"/>
                  </a:lnTo>
                  <a:lnTo>
                    <a:pt x="4616" y="206251"/>
                  </a:lnTo>
                  <a:lnTo>
                    <a:pt x="5936" y="211382"/>
                  </a:lnTo>
                  <a:lnTo>
                    <a:pt x="7419" y="216469"/>
                  </a:lnTo>
                  <a:lnTo>
                    <a:pt x="9061" y="221507"/>
                  </a:lnTo>
                  <a:lnTo>
                    <a:pt x="10863" y="226490"/>
                  </a:lnTo>
                  <a:lnTo>
                    <a:pt x="12822" y="231413"/>
                  </a:lnTo>
                  <a:lnTo>
                    <a:pt x="14935" y="236272"/>
                  </a:lnTo>
                  <a:lnTo>
                    <a:pt x="17202" y="241061"/>
                  </a:lnTo>
                  <a:lnTo>
                    <a:pt x="19619" y="245776"/>
                  </a:lnTo>
                  <a:lnTo>
                    <a:pt x="22184" y="250413"/>
                  </a:lnTo>
                  <a:lnTo>
                    <a:pt x="24896" y="254965"/>
                  </a:lnTo>
                  <a:lnTo>
                    <a:pt x="27750" y="259429"/>
                  </a:lnTo>
                  <a:lnTo>
                    <a:pt x="30744" y="263801"/>
                  </a:lnTo>
                  <a:lnTo>
                    <a:pt x="33875" y="268076"/>
                  </a:lnTo>
                  <a:lnTo>
                    <a:pt x="37140" y="272249"/>
                  </a:lnTo>
                  <a:lnTo>
                    <a:pt x="40535" y="276316"/>
                  </a:lnTo>
                  <a:lnTo>
                    <a:pt x="44058" y="280274"/>
                  </a:lnTo>
                  <a:lnTo>
                    <a:pt x="47705" y="284119"/>
                  </a:lnTo>
                  <a:lnTo>
                    <a:pt x="51471" y="287845"/>
                  </a:lnTo>
                  <a:lnTo>
                    <a:pt x="55354" y="291451"/>
                  </a:lnTo>
                  <a:lnTo>
                    <a:pt x="59349" y="294932"/>
                  </a:lnTo>
                  <a:lnTo>
                    <a:pt x="63452" y="298284"/>
                  </a:lnTo>
                  <a:lnTo>
                    <a:pt x="67660" y="301505"/>
                  </a:lnTo>
                  <a:lnTo>
                    <a:pt x="71967" y="304590"/>
                  </a:lnTo>
                  <a:lnTo>
                    <a:pt x="76370" y="307538"/>
                  </a:lnTo>
                  <a:lnTo>
                    <a:pt x="80865" y="310344"/>
                  </a:lnTo>
                  <a:lnTo>
                    <a:pt x="85446" y="313007"/>
                  </a:lnTo>
                  <a:lnTo>
                    <a:pt x="90109" y="315523"/>
                  </a:lnTo>
                  <a:lnTo>
                    <a:pt x="94849" y="317890"/>
                  </a:lnTo>
                  <a:lnTo>
                    <a:pt x="99662" y="320106"/>
                  </a:lnTo>
                  <a:lnTo>
                    <a:pt x="104543" y="322168"/>
                  </a:lnTo>
                  <a:lnTo>
                    <a:pt x="109487" y="324074"/>
                  </a:lnTo>
                  <a:lnTo>
                    <a:pt x="114489" y="325823"/>
                  </a:lnTo>
                  <a:lnTo>
                    <a:pt x="119544" y="327412"/>
                  </a:lnTo>
                  <a:lnTo>
                    <a:pt x="124646" y="328841"/>
                  </a:lnTo>
                  <a:lnTo>
                    <a:pt x="129791" y="330106"/>
                  </a:lnTo>
                  <a:lnTo>
                    <a:pt x="134974" y="331209"/>
                  </a:lnTo>
                  <a:lnTo>
                    <a:pt x="140189" y="332146"/>
                  </a:lnTo>
                  <a:lnTo>
                    <a:pt x="145431" y="332917"/>
                  </a:lnTo>
                  <a:lnTo>
                    <a:pt x="150695" y="333523"/>
                  </a:lnTo>
                  <a:lnTo>
                    <a:pt x="155976" y="333960"/>
                  </a:lnTo>
                  <a:lnTo>
                    <a:pt x="161268" y="334231"/>
                  </a:lnTo>
                  <a:lnTo>
                    <a:pt x="166565" y="334333"/>
                  </a:lnTo>
                  <a:lnTo>
                    <a:pt x="171863" y="334268"/>
                  </a:lnTo>
                  <a:lnTo>
                    <a:pt x="177157" y="334035"/>
                  </a:lnTo>
                  <a:lnTo>
                    <a:pt x="182440" y="333634"/>
                  </a:lnTo>
                  <a:lnTo>
                    <a:pt x="187708" y="333065"/>
                  </a:lnTo>
                  <a:lnTo>
                    <a:pt x="192956" y="332331"/>
                  </a:lnTo>
                  <a:lnTo>
                    <a:pt x="198177" y="331430"/>
                  </a:lnTo>
                  <a:lnTo>
                    <a:pt x="203368" y="330364"/>
                  </a:lnTo>
                  <a:lnTo>
                    <a:pt x="208522" y="329134"/>
                  </a:lnTo>
                  <a:lnTo>
                    <a:pt x="213634" y="327742"/>
                  </a:lnTo>
                  <a:lnTo>
                    <a:pt x="218700" y="326188"/>
                  </a:lnTo>
                  <a:lnTo>
                    <a:pt x="223714" y="324474"/>
                  </a:lnTo>
                  <a:lnTo>
                    <a:pt x="228671" y="322602"/>
                  </a:lnTo>
                  <a:lnTo>
                    <a:pt x="233566" y="320575"/>
                  </a:lnTo>
                  <a:lnTo>
                    <a:pt x="238394" y="318393"/>
                  </a:lnTo>
                  <a:lnTo>
                    <a:pt x="243151" y="316059"/>
                  </a:lnTo>
                  <a:lnTo>
                    <a:pt x="247832" y="313575"/>
                  </a:lnTo>
                  <a:lnTo>
                    <a:pt x="252432" y="310945"/>
                  </a:lnTo>
                  <a:lnTo>
                    <a:pt x="256945" y="308170"/>
                  </a:lnTo>
                  <a:lnTo>
                    <a:pt x="261369" y="305253"/>
                  </a:lnTo>
                  <a:lnTo>
                    <a:pt x="265698" y="302198"/>
                  </a:lnTo>
                  <a:lnTo>
                    <a:pt x="269928" y="299007"/>
                  </a:lnTo>
                  <a:lnTo>
                    <a:pt x="274055" y="295683"/>
                  </a:lnTo>
                  <a:lnTo>
                    <a:pt x="278074" y="292231"/>
                  </a:lnTo>
                  <a:lnTo>
                    <a:pt x="281982" y="288652"/>
                  </a:lnTo>
                  <a:lnTo>
                    <a:pt x="285774" y="284952"/>
                  </a:lnTo>
                  <a:lnTo>
                    <a:pt x="289448" y="281133"/>
                  </a:lnTo>
                  <a:lnTo>
                    <a:pt x="292998" y="277200"/>
                  </a:lnTo>
                  <a:lnTo>
                    <a:pt x="296422" y="273156"/>
                  </a:lnTo>
                  <a:lnTo>
                    <a:pt x="299716" y="269006"/>
                  </a:lnTo>
                  <a:lnTo>
                    <a:pt x="302877" y="264754"/>
                  </a:lnTo>
                  <a:lnTo>
                    <a:pt x="305902" y="260403"/>
                  </a:lnTo>
                  <a:lnTo>
                    <a:pt x="308787" y="255959"/>
                  </a:lnTo>
                  <a:lnTo>
                    <a:pt x="311530" y="251425"/>
                  </a:lnTo>
                  <a:lnTo>
                    <a:pt x="314128" y="246807"/>
                  </a:lnTo>
                  <a:lnTo>
                    <a:pt x="316578" y="242109"/>
                  </a:lnTo>
                  <a:lnTo>
                    <a:pt x="318878" y="237336"/>
                  </a:lnTo>
                  <a:lnTo>
                    <a:pt x="321026" y="232492"/>
                  </a:lnTo>
                  <a:lnTo>
                    <a:pt x="323019" y="227582"/>
                  </a:lnTo>
                  <a:lnTo>
                    <a:pt x="324855" y="222612"/>
                  </a:lnTo>
                  <a:lnTo>
                    <a:pt x="326533" y="217586"/>
                  </a:lnTo>
                  <a:lnTo>
                    <a:pt x="328051" y="212510"/>
                  </a:lnTo>
                  <a:lnTo>
                    <a:pt x="329407" y="207388"/>
                  </a:lnTo>
                  <a:lnTo>
                    <a:pt x="330600" y="202225"/>
                  </a:lnTo>
                  <a:lnTo>
                    <a:pt x="331629" y="197027"/>
                  </a:lnTo>
                  <a:lnTo>
                    <a:pt x="332493" y="191799"/>
                  </a:lnTo>
                  <a:lnTo>
                    <a:pt x="333191" y="186547"/>
                  </a:lnTo>
                  <a:lnTo>
                    <a:pt x="333721" y="181275"/>
                  </a:lnTo>
                  <a:lnTo>
                    <a:pt x="334085" y="175989"/>
                  </a:lnTo>
                  <a:lnTo>
                    <a:pt x="334281" y="170694"/>
                  </a:lnTo>
                  <a:lnTo>
                    <a:pt x="334308" y="165395"/>
                  </a:lnTo>
                  <a:lnTo>
                    <a:pt x="334168" y="160098"/>
                  </a:lnTo>
                  <a:lnTo>
                    <a:pt x="333860" y="154809"/>
                  </a:lnTo>
                  <a:lnTo>
                    <a:pt x="333385" y="149531"/>
                  </a:lnTo>
                  <a:lnTo>
                    <a:pt x="332743" y="144272"/>
                  </a:lnTo>
                  <a:lnTo>
                    <a:pt x="331934" y="139035"/>
                  </a:lnTo>
                  <a:lnTo>
                    <a:pt x="330959" y="133827"/>
                  </a:lnTo>
                  <a:lnTo>
                    <a:pt x="329820" y="128652"/>
                  </a:lnTo>
                  <a:lnTo>
                    <a:pt x="328518" y="123516"/>
                  </a:lnTo>
                  <a:lnTo>
                    <a:pt x="327054" y="118424"/>
                  </a:lnTo>
                  <a:lnTo>
                    <a:pt x="325429" y="113381"/>
                  </a:lnTo>
                  <a:lnTo>
                    <a:pt x="323644" y="108392"/>
                  </a:lnTo>
                  <a:lnTo>
                    <a:pt x="321703" y="103461"/>
                  </a:lnTo>
                  <a:lnTo>
                    <a:pt x="319606" y="98595"/>
                  </a:lnTo>
                  <a:lnTo>
                    <a:pt x="317357" y="93798"/>
                  </a:lnTo>
                  <a:lnTo>
                    <a:pt x="314956" y="89074"/>
                  </a:lnTo>
                  <a:lnTo>
                    <a:pt x="312407" y="84429"/>
                  </a:lnTo>
                  <a:lnTo>
                    <a:pt x="309712" y="79867"/>
                  </a:lnTo>
                  <a:lnTo>
                    <a:pt x="306873" y="75393"/>
                  </a:lnTo>
                  <a:lnTo>
                    <a:pt x="303894" y="71011"/>
                  </a:lnTo>
                  <a:lnTo>
                    <a:pt x="300778" y="66725"/>
                  </a:lnTo>
                  <a:lnTo>
                    <a:pt x="297528" y="62541"/>
                  </a:lnTo>
                  <a:lnTo>
                    <a:pt x="294147" y="58461"/>
                  </a:lnTo>
                  <a:lnTo>
                    <a:pt x="290638" y="54491"/>
                  </a:lnTo>
                  <a:lnTo>
                    <a:pt x="287005" y="50634"/>
                  </a:lnTo>
                  <a:lnTo>
                    <a:pt x="283251" y="46894"/>
                  </a:lnTo>
                  <a:lnTo>
                    <a:pt x="279381" y="43275"/>
                  </a:lnTo>
                  <a:lnTo>
                    <a:pt x="275398" y="39780"/>
                  </a:lnTo>
                  <a:lnTo>
                    <a:pt x="271307" y="36414"/>
                  </a:lnTo>
                  <a:lnTo>
                    <a:pt x="267110" y="33178"/>
                  </a:lnTo>
                  <a:lnTo>
                    <a:pt x="262814" y="30078"/>
                  </a:lnTo>
                  <a:lnTo>
                    <a:pt x="258421" y="27115"/>
                  </a:lnTo>
                  <a:lnTo>
                    <a:pt x="253937" y="24292"/>
                  </a:lnTo>
                  <a:lnTo>
                    <a:pt x="249365" y="21614"/>
                  </a:lnTo>
                  <a:lnTo>
                    <a:pt x="244711" y="19081"/>
                  </a:lnTo>
                  <a:lnTo>
                    <a:pt x="239978" y="16698"/>
                  </a:lnTo>
                  <a:lnTo>
                    <a:pt x="235173" y="14465"/>
                  </a:lnTo>
                  <a:lnTo>
                    <a:pt x="230299" y="12386"/>
                  </a:lnTo>
                  <a:lnTo>
                    <a:pt x="225362" y="10462"/>
                  </a:lnTo>
                  <a:lnTo>
                    <a:pt x="220367" y="8696"/>
                  </a:lnTo>
                  <a:lnTo>
                    <a:pt x="215318" y="7089"/>
                  </a:lnTo>
                  <a:lnTo>
                    <a:pt x="210220" y="5643"/>
                  </a:lnTo>
                  <a:lnTo>
                    <a:pt x="205079" y="4359"/>
                  </a:lnTo>
                  <a:lnTo>
                    <a:pt x="199900" y="3239"/>
                  </a:lnTo>
                  <a:lnTo>
                    <a:pt x="194689" y="2283"/>
                  </a:lnTo>
                  <a:lnTo>
                    <a:pt x="189449" y="1493"/>
                  </a:lnTo>
                  <a:lnTo>
                    <a:pt x="184187" y="870"/>
                  </a:lnTo>
                  <a:lnTo>
                    <a:pt x="178909" y="414"/>
                  </a:lnTo>
                  <a:lnTo>
                    <a:pt x="173618" y="12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845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614136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2" y="5346"/>
                  </a:lnTo>
                  <a:lnTo>
                    <a:pt x="120105" y="6756"/>
                  </a:lnTo>
                  <a:lnTo>
                    <a:pt x="115045" y="8328"/>
                  </a:lnTo>
                  <a:lnTo>
                    <a:pt x="110037" y="10059"/>
                  </a:lnTo>
                  <a:lnTo>
                    <a:pt x="105086" y="11948"/>
                  </a:lnTo>
                  <a:lnTo>
                    <a:pt x="100198" y="13993"/>
                  </a:lnTo>
                  <a:lnTo>
                    <a:pt x="95377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6" y="23688"/>
                  </a:lnTo>
                  <a:lnTo>
                    <a:pt x="76862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8"/>
                  </a:lnTo>
                  <a:lnTo>
                    <a:pt x="59797" y="39026"/>
                  </a:lnTo>
                  <a:lnTo>
                    <a:pt x="55790" y="42492"/>
                  </a:lnTo>
                  <a:lnTo>
                    <a:pt x="51894" y="46084"/>
                  </a:lnTo>
                  <a:lnTo>
                    <a:pt x="48115" y="49798"/>
                  </a:lnTo>
                  <a:lnTo>
                    <a:pt x="44455" y="53629"/>
                  </a:lnTo>
                  <a:lnTo>
                    <a:pt x="40918" y="57575"/>
                  </a:lnTo>
                  <a:lnTo>
                    <a:pt x="37508" y="61631"/>
                  </a:lnTo>
                  <a:lnTo>
                    <a:pt x="34229" y="65792"/>
                  </a:lnTo>
                  <a:lnTo>
                    <a:pt x="31083" y="70056"/>
                  </a:lnTo>
                  <a:lnTo>
                    <a:pt x="28073" y="74417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5" y="88042"/>
                  </a:lnTo>
                  <a:lnTo>
                    <a:pt x="17461" y="92748"/>
                  </a:lnTo>
                  <a:lnTo>
                    <a:pt x="15178" y="97530"/>
                  </a:lnTo>
                  <a:lnTo>
                    <a:pt x="13047" y="102381"/>
                  </a:lnTo>
                  <a:lnTo>
                    <a:pt x="11072" y="107297"/>
                  </a:lnTo>
                  <a:lnTo>
                    <a:pt x="9252" y="112274"/>
                  </a:lnTo>
                  <a:lnTo>
                    <a:pt x="7592" y="117306"/>
                  </a:lnTo>
                  <a:lnTo>
                    <a:pt x="6092" y="122388"/>
                  </a:lnTo>
                  <a:lnTo>
                    <a:pt x="4754" y="127515"/>
                  </a:lnTo>
                  <a:lnTo>
                    <a:pt x="3579" y="132681"/>
                  </a:lnTo>
                  <a:lnTo>
                    <a:pt x="2568" y="137883"/>
                  </a:lnTo>
                  <a:lnTo>
                    <a:pt x="1722" y="143113"/>
                  </a:lnTo>
                  <a:lnTo>
                    <a:pt x="1043" y="148368"/>
                  </a:lnTo>
                  <a:lnTo>
                    <a:pt x="531" y="153642"/>
                  </a:lnTo>
                  <a:lnTo>
                    <a:pt x="186" y="158929"/>
                  </a:lnTo>
                  <a:lnTo>
                    <a:pt x="9" y="164225"/>
                  </a:lnTo>
                  <a:lnTo>
                    <a:pt x="0" y="169524"/>
                  </a:lnTo>
                  <a:lnTo>
                    <a:pt x="158" y="174820"/>
                  </a:lnTo>
                  <a:lnTo>
                    <a:pt x="485" y="180109"/>
                  </a:lnTo>
                  <a:lnTo>
                    <a:pt x="978" y="185384"/>
                  </a:lnTo>
                  <a:lnTo>
                    <a:pt x="1639" y="190641"/>
                  </a:lnTo>
                  <a:lnTo>
                    <a:pt x="2466" y="195875"/>
                  </a:lnTo>
                  <a:lnTo>
                    <a:pt x="3459" y="201080"/>
                  </a:lnTo>
                  <a:lnTo>
                    <a:pt x="4616" y="206251"/>
                  </a:lnTo>
                  <a:lnTo>
                    <a:pt x="5936" y="211382"/>
                  </a:lnTo>
                  <a:lnTo>
                    <a:pt x="7419" y="216469"/>
                  </a:lnTo>
                  <a:lnTo>
                    <a:pt x="9061" y="221507"/>
                  </a:lnTo>
                  <a:lnTo>
                    <a:pt x="10863" y="226490"/>
                  </a:lnTo>
                  <a:lnTo>
                    <a:pt x="12822" y="231413"/>
                  </a:lnTo>
                  <a:lnTo>
                    <a:pt x="14935" y="236272"/>
                  </a:lnTo>
                  <a:lnTo>
                    <a:pt x="17202" y="241061"/>
                  </a:lnTo>
                  <a:lnTo>
                    <a:pt x="19619" y="245776"/>
                  </a:lnTo>
                  <a:lnTo>
                    <a:pt x="22184" y="250413"/>
                  </a:lnTo>
                  <a:lnTo>
                    <a:pt x="24896" y="254965"/>
                  </a:lnTo>
                  <a:lnTo>
                    <a:pt x="27750" y="259429"/>
                  </a:lnTo>
                  <a:lnTo>
                    <a:pt x="30744" y="263801"/>
                  </a:lnTo>
                  <a:lnTo>
                    <a:pt x="33875" y="268076"/>
                  </a:lnTo>
                  <a:lnTo>
                    <a:pt x="37140" y="272249"/>
                  </a:lnTo>
                  <a:lnTo>
                    <a:pt x="40535" y="276316"/>
                  </a:lnTo>
                  <a:lnTo>
                    <a:pt x="44058" y="280274"/>
                  </a:lnTo>
                  <a:lnTo>
                    <a:pt x="47705" y="284119"/>
                  </a:lnTo>
                  <a:lnTo>
                    <a:pt x="51471" y="287845"/>
                  </a:lnTo>
                  <a:lnTo>
                    <a:pt x="55354" y="291451"/>
                  </a:lnTo>
                  <a:lnTo>
                    <a:pt x="59349" y="294932"/>
                  </a:lnTo>
                  <a:lnTo>
                    <a:pt x="63452" y="298284"/>
                  </a:lnTo>
                  <a:lnTo>
                    <a:pt x="67660" y="301505"/>
                  </a:lnTo>
                  <a:lnTo>
                    <a:pt x="71967" y="304590"/>
                  </a:lnTo>
                  <a:lnTo>
                    <a:pt x="76370" y="307538"/>
                  </a:lnTo>
                  <a:lnTo>
                    <a:pt x="80865" y="310344"/>
                  </a:lnTo>
                  <a:lnTo>
                    <a:pt x="85446" y="313007"/>
                  </a:lnTo>
                  <a:lnTo>
                    <a:pt x="90109" y="315523"/>
                  </a:lnTo>
                  <a:lnTo>
                    <a:pt x="94849" y="317890"/>
                  </a:lnTo>
                  <a:lnTo>
                    <a:pt x="99662" y="320106"/>
                  </a:lnTo>
                  <a:lnTo>
                    <a:pt x="104543" y="322168"/>
                  </a:lnTo>
                  <a:lnTo>
                    <a:pt x="109487" y="324074"/>
                  </a:lnTo>
                  <a:lnTo>
                    <a:pt x="114489" y="325823"/>
                  </a:lnTo>
                  <a:lnTo>
                    <a:pt x="119544" y="327412"/>
                  </a:lnTo>
                  <a:lnTo>
                    <a:pt x="124646" y="328841"/>
                  </a:lnTo>
                  <a:lnTo>
                    <a:pt x="129791" y="330106"/>
                  </a:lnTo>
                  <a:lnTo>
                    <a:pt x="134974" y="331209"/>
                  </a:lnTo>
                  <a:lnTo>
                    <a:pt x="140189" y="332146"/>
                  </a:lnTo>
                  <a:lnTo>
                    <a:pt x="145431" y="332917"/>
                  </a:lnTo>
                  <a:lnTo>
                    <a:pt x="150695" y="333523"/>
                  </a:lnTo>
                  <a:lnTo>
                    <a:pt x="155976" y="333960"/>
                  </a:lnTo>
                  <a:lnTo>
                    <a:pt x="161268" y="334231"/>
                  </a:lnTo>
                  <a:lnTo>
                    <a:pt x="166565" y="334333"/>
                  </a:lnTo>
                  <a:lnTo>
                    <a:pt x="171863" y="334268"/>
                  </a:lnTo>
                  <a:lnTo>
                    <a:pt x="177157" y="334035"/>
                  </a:lnTo>
                  <a:lnTo>
                    <a:pt x="182440" y="333634"/>
                  </a:lnTo>
                  <a:lnTo>
                    <a:pt x="187708" y="333065"/>
                  </a:lnTo>
                  <a:lnTo>
                    <a:pt x="192956" y="332331"/>
                  </a:lnTo>
                  <a:lnTo>
                    <a:pt x="198177" y="331430"/>
                  </a:lnTo>
                  <a:lnTo>
                    <a:pt x="203368" y="330364"/>
                  </a:lnTo>
                  <a:lnTo>
                    <a:pt x="208522" y="329134"/>
                  </a:lnTo>
                  <a:lnTo>
                    <a:pt x="213634" y="327742"/>
                  </a:lnTo>
                  <a:lnTo>
                    <a:pt x="218700" y="326188"/>
                  </a:lnTo>
                  <a:lnTo>
                    <a:pt x="223714" y="324474"/>
                  </a:lnTo>
                  <a:lnTo>
                    <a:pt x="228671" y="322602"/>
                  </a:lnTo>
                  <a:lnTo>
                    <a:pt x="233566" y="320575"/>
                  </a:lnTo>
                  <a:lnTo>
                    <a:pt x="238394" y="318393"/>
                  </a:lnTo>
                  <a:lnTo>
                    <a:pt x="243151" y="316059"/>
                  </a:lnTo>
                  <a:lnTo>
                    <a:pt x="247832" y="313575"/>
                  </a:lnTo>
                  <a:lnTo>
                    <a:pt x="252432" y="310945"/>
                  </a:lnTo>
                  <a:lnTo>
                    <a:pt x="256945" y="308170"/>
                  </a:lnTo>
                  <a:lnTo>
                    <a:pt x="261369" y="305253"/>
                  </a:lnTo>
                  <a:lnTo>
                    <a:pt x="265698" y="302198"/>
                  </a:lnTo>
                  <a:lnTo>
                    <a:pt x="269928" y="299007"/>
                  </a:lnTo>
                  <a:lnTo>
                    <a:pt x="274055" y="295683"/>
                  </a:lnTo>
                  <a:lnTo>
                    <a:pt x="278074" y="292231"/>
                  </a:lnTo>
                  <a:lnTo>
                    <a:pt x="281982" y="288652"/>
                  </a:lnTo>
                  <a:lnTo>
                    <a:pt x="285774" y="284952"/>
                  </a:lnTo>
                  <a:lnTo>
                    <a:pt x="289448" y="281133"/>
                  </a:lnTo>
                  <a:lnTo>
                    <a:pt x="292998" y="277200"/>
                  </a:lnTo>
                  <a:lnTo>
                    <a:pt x="296422" y="273156"/>
                  </a:lnTo>
                  <a:lnTo>
                    <a:pt x="299716" y="269006"/>
                  </a:lnTo>
                  <a:lnTo>
                    <a:pt x="302877" y="264754"/>
                  </a:lnTo>
                  <a:lnTo>
                    <a:pt x="305902" y="260403"/>
                  </a:lnTo>
                  <a:lnTo>
                    <a:pt x="308787" y="255959"/>
                  </a:lnTo>
                  <a:lnTo>
                    <a:pt x="311530" y="251425"/>
                  </a:lnTo>
                  <a:lnTo>
                    <a:pt x="314128" y="246807"/>
                  </a:lnTo>
                  <a:lnTo>
                    <a:pt x="316578" y="242109"/>
                  </a:lnTo>
                  <a:lnTo>
                    <a:pt x="318878" y="237336"/>
                  </a:lnTo>
                  <a:lnTo>
                    <a:pt x="321026" y="232492"/>
                  </a:lnTo>
                  <a:lnTo>
                    <a:pt x="323019" y="227582"/>
                  </a:lnTo>
                  <a:lnTo>
                    <a:pt x="324855" y="222612"/>
                  </a:lnTo>
                  <a:lnTo>
                    <a:pt x="326533" y="217586"/>
                  </a:lnTo>
                  <a:lnTo>
                    <a:pt x="328051" y="212510"/>
                  </a:lnTo>
                  <a:lnTo>
                    <a:pt x="329407" y="207388"/>
                  </a:lnTo>
                  <a:lnTo>
                    <a:pt x="330600" y="202225"/>
                  </a:lnTo>
                  <a:lnTo>
                    <a:pt x="331629" y="197027"/>
                  </a:lnTo>
                  <a:lnTo>
                    <a:pt x="332493" y="191799"/>
                  </a:lnTo>
                  <a:lnTo>
                    <a:pt x="333191" y="186547"/>
                  </a:lnTo>
                  <a:lnTo>
                    <a:pt x="333721" y="181275"/>
                  </a:lnTo>
                  <a:lnTo>
                    <a:pt x="334085" y="175989"/>
                  </a:lnTo>
                  <a:lnTo>
                    <a:pt x="334281" y="170694"/>
                  </a:lnTo>
                  <a:lnTo>
                    <a:pt x="334308" y="165395"/>
                  </a:lnTo>
                  <a:lnTo>
                    <a:pt x="334168" y="160098"/>
                  </a:lnTo>
                  <a:lnTo>
                    <a:pt x="333860" y="154809"/>
                  </a:lnTo>
                  <a:lnTo>
                    <a:pt x="333385" y="149531"/>
                  </a:lnTo>
                  <a:lnTo>
                    <a:pt x="332743" y="144272"/>
                  </a:lnTo>
                  <a:lnTo>
                    <a:pt x="331934" y="139035"/>
                  </a:lnTo>
                  <a:lnTo>
                    <a:pt x="330959" y="133827"/>
                  </a:lnTo>
                  <a:lnTo>
                    <a:pt x="329820" y="128652"/>
                  </a:lnTo>
                  <a:lnTo>
                    <a:pt x="328518" y="123516"/>
                  </a:lnTo>
                  <a:lnTo>
                    <a:pt x="327054" y="118424"/>
                  </a:lnTo>
                  <a:lnTo>
                    <a:pt x="325429" y="113381"/>
                  </a:lnTo>
                  <a:lnTo>
                    <a:pt x="323644" y="108392"/>
                  </a:lnTo>
                  <a:lnTo>
                    <a:pt x="321703" y="103461"/>
                  </a:lnTo>
                  <a:lnTo>
                    <a:pt x="319606" y="98595"/>
                  </a:lnTo>
                  <a:lnTo>
                    <a:pt x="317357" y="93798"/>
                  </a:lnTo>
                  <a:lnTo>
                    <a:pt x="314956" y="89074"/>
                  </a:lnTo>
                  <a:lnTo>
                    <a:pt x="312407" y="84429"/>
                  </a:lnTo>
                  <a:lnTo>
                    <a:pt x="309712" y="79867"/>
                  </a:lnTo>
                  <a:lnTo>
                    <a:pt x="306873" y="75393"/>
                  </a:lnTo>
                  <a:lnTo>
                    <a:pt x="303894" y="71011"/>
                  </a:lnTo>
                  <a:lnTo>
                    <a:pt x="300778" y="66725"/>
                  </a:lnTo>
                  <a:lnTo>
                    <a:pt x="297528" y="62541"/>
                  </a:lnTo>
                  <a:lnTo>
                    <a:pt x="294147" y="58461"/>
                  </a:lnTo>
                  <a:lnTo>
                    <a:pt x="290638" y="54491"/>
                  </a:lnTo>
                  <a:lnTo>
                    <a:pt x="287005" y="50634"/>
                  </a:lnTo>
                  <a:lnTo>
                    <a:pt x="283251" y="46894"/>
                  </a:lnTo>
                  <a:lnTo>
                    <a:pt x="279381" y="43275"/>
                  </a:lnTo>
                  <a:lnTo>
                    <a:pt x="275398" y="39780"/>
                  </a:lnTo>
                  <a:lnTo>
                    <a:pt x="271307" y="36414"/>
                  </a:lnTo>
                  <a:lnTo>
                    <a:pt x="267110" y="33178"/>
                  </a:lnTo>
                  <a:lnTo>
                    <a:pt x="262814" y="30078"/>
                  </a:lnTo>
                  <a:lnTo>
                    <a:pt x="258421" y="27115"/>
                  </a:lnTo>
                  <a:lnTo>
                    <a:pt x="253937" y="24292"/>
                  </a:lnTo>
                  <a:lnTo>
                    <a:pt x="249365" y="21614"/>
                  </a:lnTo>
                  <a:lnTo>
                    <a:pt x="244711" y="19081"/>
                  </a:lnTo>
                  <a:lnTo>
                    <a:pt x="239978" y="16698"/>
                  </a:lnTo>
                  <a:lnTo>
                    <a:pt x="235173" y="14465"/>
                  </a:lnTo>
                  <a:lnTo>
                    <a:pt x="230299" y="12386"/>
                  </a:lnTo>
                  <a:lnTo>
                    <a:pt x="225362" y="10462"/>
                  </a:lnTo>
                  <a:lnTo>
                    <a:pt x="220367" y="8696"/>
                  </a:lnTo>
                  <a:lnTo>
                    <a:pt x="215318" y="7089"/>
                  </a:lnTo>
                  <a:lnTo>
                    <a:pt x="210220" y="5643"/>
                  </a:lnTo>
                  <a:lnTo>
                    <a:pt x="205079" y="4359"/>
                  </a:lnTo>
                  <a:lnTo>
                    <a:pt x="199900" y="3239"/>
                  </a:lnTo>
                  <a:lnTo>
                    <a:pt x="194689" y="2283"/>
                  </a:lnTo>
                  <a:lnTo>
                    <a:pt x="189449" y="1493"/>
                  </a:lnTo>
                  <a:lnTo>
                    <a:pt x="184187" y="870"/>
                  </a:lnTo>
                  <a:lnTo>
                    <a:pt x="178909" y="414"/>
                  </a:lnTo>
                  <a:lnTo>
                    <a:pt x="173618" y="125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946"/>
              <a:ext cx="6467" cy="167042"/>
            </a:xfrm>
            <a:custGeom>
              <a:avLst/>
              <a:pathLst>
                <a:path w="6467" h="167042">
                  <a:moveTo>
                    <a:pt x="6467" y="0"/>
                  </a:moveTo>
                  <a:lnTo>
                    <a:pt x="0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19376" y="4659281"/>
              <a:ext cx="167148" cy="175103"/>
            </a:xfrm>
            <a:custGeom>
              <a:avLst/>
              <a:pathLst>
                <a:path w="167148" h="175103">
                  <a:moveTo>
                    <a:pt x="167148" y="0"/>
                  </a:moveTo>
                  <a:lnTo>
                    <a:pt x="161738" y="87"/>
                  </a:lnTo>
                  <a:lnTo>
                    <a:pt x="156334" y="350"/>
                  </a:lnTo>
                  <a:lnTo>
                    <a:pt x="150942" y="787"/>
                  </a:lnTo>
                  <a:lnTo>
                    <a:pt x="145566" y="1398"/>
                  </a:lnTo>
                  <a:lnTo>
                    <a:pt x="140213" y="2184"/>
                  </a:lnTo>
                  <a:lnTo>
                    <a:pt x="134888" y="3142"/>
                  </a:lnTo>
                  <a:lnTo>
                    <a:pt x="129597" y="4272"/>
                  </a:lnTo>
                  <a:lnTo>
                    <a:pt x="124346" y="5572"/>
                  </a:lnTo>
                  <a:lnTo>
                    <a:pt x="119139" y="7042"/>
                  </a:lnTo>
                  <a:lnTo>
                    <a:pt x="113982" y="8679"/>
                  </a:lnTo>
                  <a:lnTo>
                    <a:pt x="108882" y="10483"/>
                  </a:lnTo>
                  <a:lnTo>
                    <a:pt x="103842" y="12450"/>
                  </a:lnTo>
                  <a:lnTo>
                    <a:pt x="98868" y="14580"/>
                  </a:lnTo>
                  <a:lnTo>
                    <a:pt x="93966" y="16869"/>
                  </a:lnTo>
                  <a:lnTo>
                    <a:pt x="89141" y="19316"/>
                  </a:lnTo>
                  <a:lnTo>
                    <a:pt x="84397" y="21918"/>
                  </a:lnTo>
                  <a:lnTo>
                    <a:pt x="79740" y="24672"/>
                  </a:lnTo>
                  <a:lnTo>
                    <a:pt x="75175" y="27575"/>
                  </a:lnTo>
                  <a:lnTo>
                    <a:pt x="70706" y="30624"/>
                  </a:lnTo>
                  <a:lnTo>
                    <a:pt x="66338" y="33817"/>
                  </a:lnTo>
                  <a:lnTo>
                    <a:pt x="62075" y="37149"/>
                  </a:lnTo>
                  <a:lnTo>
                    <a:pt x="57923" y="40617"/>
                  </a:lnTo>
                  <a:lnTo>
                    <a:pt x="53885" y="44218"/>
                  </a:lnTo>
                  <a:lnTo>
                    <a:pt x="49966" y="47947"/>
                  </a:lnTo>
                  <a:lnTo>
                    <a:pt x="46169" y="51802"/>
                  </a:lnTo>
                  <a:lnTo>
                    <a:pt x="42499" y="55777"/>
                  </a:lnTo>
                  <a:lnTo>
                    <a:pt x="38960" y="59869"/>
                  </a:lnTo>
                  <a:lnTo>
                    <a:pt x="35555" y="64073"/>
                  </a:lnTo>
                  <a:lnTo>
                    <a:pt x="32288" y="68386"/>
                  </a:lnTo>
                  <a:lnTo>
                    <a:pt x="29162" y="72802"/>
                  </a:lnTo>
                  <a:lnTo>
                    <a:pt x="26180" y="77316"/>
                  </a:lnTo>
                  <a:lnTo>
                    <a:pt x="23347" y="81925"/>
                  </a:lnTo>
                  <a:lnTo>
                    <a:pt x="20664" y="86623"/>
                  </a:lnTo>
                  <a:lnTo>
                    <a:pt x="18134" y="91406"/>
                  </a:lnTo>
                  <a:lnTo>
                    <a:pt x="15760" y="96267"/>
                  </a:lnTo>
                  <a:lnTo>
                    <a:pt x="13545" y="101203"/>
                  </a:lnTo>
                  <a:lnTo>
                    <a:pt x="11491" y="106209"/>
                  </a:lnTo>
                  <a:lnTo>
                    <a:pt x="9600" y="111278"/>
                  </a:lnTo>
                  <a:lnTo>
                    <a:pt x="7874" y="116405"/>
                  </a:lnTo>
                  <a:lnTo>
                    <a:pt x="6315" y="121586"/>
                  </a:lnTo>
                  <a:lnTo>
                    <a:pt x="4924" y="126814"/>
                  </a:lnTo>
                  <a:lnTo>
                    <a:pt x="3703" y="132085"/>
                  </a:lnTo>
                  <a:lnTo>
                    <a:pt x="2653" y="137392"/>
                  </a:lnTo>
                  <a:lnTo>
                    <a:pt x="1776" y="142731"/>
                  </a:lnTo>
                  <a:lnTo>
                    <a:pt x="1072" y="148095"/>
                  </a:lnTo>
                  <a:lnTo>
                    <a:pt x="542" y="153480"/>
                  </a:lnTo>
                  <a:lnTo>
                    <a:pt x="186" y="158878"/>
                  </a:lnTo>
                  <a:lnTo>
                    <a:pt x="5" y="164285"/>
                  </a:lnTo>
                  <a:lnTo>
                    <a:pt x="0" y="169696"/>
                  </a:lnTo>
                  <a:lnTo>
                    <a:pt x="169" y="17510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546" y="4826449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546" y="4826449"/>
              <a:ext cx="166978" cy="23155"/>
            </a:xfrm>
            <a:custGeom>
              <a:avLst/>
              <a:pathLst>
                <a:path w="166978" h="23155">
                  <a:moveTo>
                    <a:pt x="0" y="7936"/>
                  </a:moveTo>
                  <a:lnTo>
                    <a:pt x="1422" y="23155"/>
                  </a:lnTo>
                  <a:lnTo>
                    <a:pt x="166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968" y="4659281"/>
              <a:ext cx="332705" cy="334334"/>
            </a:xfrm>
            <a:custGeom>
              <a:avLst/>
              <a:pathLst>
                <a:path w="332705" h="334334">
                  <a:moveTo>
                    <a:pt x="0" y="190322"/>
                  </a:moveTo>
                  <a:lnTo>
                    <a:pt x="818" y="195568"/>
                  </a:lnTo>
                  <a:lnTo>
                    <a:pt x="1803" y="200784"/>
                  </a:lnTo>
                  <a:lnTo>
                    <a:pt x="2953" y="205967"/>
                  </a:lnTo>
                  <a:lnTo>
                    <a:pt x="4267" y="211111"/>
                  </a:lnTo>
                  <a:lnTo>
                    <a:pt x="5744" y="216211"/>
                  </a:lnTo>
                  <a:lnTo>
                    <a:pt x="7382" y="221261"/>
                  </a:lnTo>
                  <a:lnTo>
                    <a:pt x="9180" y="226256"/>
                  </a:lnTo>
                  <a:lnTo>
                    <a:pt x="11135" y="231192"/>
                  </a:lnTo>
                  <a:lnTo>
                    <a:pt x="13246" y="236063"/>
                  </a:lnTo>
                  <a:lnTo>
                    <a:pt x="15510" y="240865"/>
                  </a:lnTo>
                  <a:lnTo>
                    <a:pt x="17926" y="245592"/>
                  </a:lnTo>
                  <a:lnTo>
                    <a:pt x="20491" y="250241"/>
                  </a:lnTo>
                  <a:lnTo>
                    <a:pt x="23202" y="254805"/>
                  </a:lnTo>
                  <a:lnTo>
                    <a:pt x="26057" y="259282"/>
                  </a:lnTo>
                  <a:lnTo>
                    <a:pt x="29052" y="263665"/>
                  </a:lnTo>
                  <a:lnTo>
                    <a:pt x="32185" y="267951"/>
                  </a:lnTo>
                  <a:lnTo>
                    <a:pt x="35453" y="272135"/>
                  </a:lnTo>
                  <a:lnTo>
                    <a:pt x="38852" y="276213"/>
                  </a:lnTo>
                  <a:lnTo>
                    <a:pt x="42378" y="280182"/>
                  </a:lnTo>
                  <a:lnTo>
                    <a:pt x="46029" y="284036"/>
                  </a:lnTo>
                  <a:lnTo>
                    <a:pt x="49801" y="287773"/>
                  </a:lnTo>
                  <a:lnTo>
                    <a:pt x="53689" y="291388"/>
                  </a:lnTo>
                  <a:lnTo>
                    <a:pt x="57690" y="294877"/>
                  </a:lnTo>
                  <a:lnTo>
                    <a:pt x="61800" y="298238"/>
                  </a:lnTo>
                  <a:lnTo>
                    <a:pt x="66014" y="301467"/>
                  </a:lnTo>
                  <a:lnTo>
                    <a:pt x="70329" y="304560"/>
                  </a:lnTo>
                  <a:lnTo>
                    <a:pt x="74740" y="307515"/>
                  </a:lnTo>
                  <a:lnTo>
                    <a:pt x="79242" y="310328"/>
                  </a:lnTo>
                  <a:lnTo>
                    <a:pt x="83832" y="312996"/>
                  </a:lnTo>
                  <a:lnTo>
                    <a:pt x="88504" y="315518"/>
                  </a:lnTo>
                  <a:lnTo>
                    <a:pt x="93254" y="317890"/>
                  </a:lnTo>
                  <a:lnTo>
                    <a:pt x="98076" y="320110"/>
                  </a:lnTo>
                  <a:lnTo>
                    <a:pt x="102967" y="322175"/>
                  </a:lnTo>
                  <a:lnTo>
                    <a:pt x="107921" y="324085"/>
                  </a:lnTo>
                  <a:lnTo>
                    <a:pt x="112933" y="325836"/>
                  </a:lnTo>
                  <a:lnTo>
                    <a:pt x="117998" y="327427"/>
                  </a:lnTo>
                  <a:lnTo>
                    <a:pt x="123110" y="328856"/>
                  </a:lnTo>
                  <a:lnTo>
                    <a:pt x="128266" y="330122"/>
                  </a:lnTo>
                  <a:lnTo>
                    <a:pt x="133460" y="331224"/>
                  </a:lnTo>
                  <a:lnTo>
                    <a:pt x="138685" y="332161"/>
                  </a:lnTo>
                  <a:lnTo>
                    <a:pt x="143938" y="332931"/>
                  </a:lnTo>
                  <a:lnTo>
                    <a:pt x="149213" y="333534"/>
                  </a:lnTo>
                  <a:lnTo>
                    <a:pt x="154504" y="333969"/>
                  </a:lnTo>
                  <a:lnTo>
                    <a:pt x="159806" y="334235"/>
                  </a:lnTo>
                  <a:lnTo>
                    <a:pt x="165114" y="334334"/>
                  </a:lnTo>
                  <a:lnTo>
                    <a:pt x="170423" y="334264"/>
                  </a:lnTo>
                  <a:lnTo>
                    <a:pt x="175727" y="334025"/>
                  </a:lnTo>
                  <a:lnTo>
                    <a:pt x="181020" y="333618"/>
                  </a:lnTo>
                  <a:lnTo>
                    <a:pt x="186298" y="333043"/>
                  </a:lnTo>
                  <a:lnTo>
                    <a:pt x="191555" y="332300"/>
                  </a:lnTo>
                  <a:lnTo>
                    <a:pt x="196785" y="331391"/>
                  </a:lnTo>
                  <a:lnTo>
                    <a:pt x="201984" y="330317"/>
                  </a:lnTo>
                  <a:lnTo>
                    <a:pt x="207147" y="329078"/>
                  </a:lnTo>
                  <a:lnTo>
                    <a:pt x="212267" y="327675"/>
                  </a:lnTo>
                  <a:lnTo>
                    <a:pt x="217340" y="326111"/>
                  </a:lnTo>
                  <a:lnTo>
                    <a:pt x="222362" y="324387"/>
                  </a:lnTo>
                  <a:lnTo>
                    <a:pt x="227325" y="322503"/>
                  </a:lnTo>
                  <a:lnTo>
                    <a:pt x="232227" y="320464"/>
                  </a:lnTo>
                  <a:lnTo>
                    <a:pt x="237061" y="318269"/>
                  </a:lnTo>
                  <a:lnTo>
                    <a:pt x="241823" y="315922"/>
                  </a:lnTo>
                  <a:lnTo>
                    <a:pt x="246508" y="313426"/>
                  </a:lnTo>
                  <a:lnTo>
                    <a:pt x="251112" y="310781"/>
                  </a:lnTo>
                  <a:lnTo>
                    <a:pt x="255629" y="307992"/>
                  </a:lnTo>
                  <a:lnTo>
                    <a:pt x="260056" y="305061"/>
                  </a:lnTo>
                  <a:lnTo>
                    <a:pt x="264387" y="301990"/>
                  </a:lnTo>
                  <a:lnTo>
                    <a:pt x="268618" y="298784"/>
                  </a:lnTo>
                  <a:lnTo>
                    <a:pt x="272746" y="295445"/>
                  </a:lnTo>
                  <a:lnTo>
                    <a:pt x="276765" y="291976"/>
                  </a:lnTo>
                  <a:lnTo>
                    <a:pt x="280672" y="288382"/>
                  </a:lnTo>
                  <a:lnTo>
                    <a:pt x="284463" y="284665"/>
                  </a:lnTo>
                  <a:lnTo>
                    <a:pt x="288134" y="280830"/>
                  </a:lnTo>
                  <a:lnTo>
                    <a:pt x="291682" y="276881"/>
                  </a:lnTo>
                  <a:lnTo>
                    <a:pt x="295102" y="272820"/>
                  </a:lnTo>
                  <a:lnTo>
                    <a:pt x="298392" y="268653"/>
                  </a:lnTo>
                  <a:lnTo>
                    <a:pt x="301548" y="264384"/>
                  </a:lnTo>
                  <a:lnTo>
                    <a:pt x="304566" y="260016"/>
                  </a:lnTo>
                  <a:lnTo>
                    <a:pt x="307444" y="255555"/>
                  </a:lnTo>
                  <a:lnTo>
                    <a:pt x="310180" y="251005"/>
                  </a:lnTo>
                  <a:lnTo>
                    <a:pt x="312769" y="246370"/>
                  </a:lnTo>
                  <a:lnTo>
                    <a:pt x="315210" y="241656"/>
                  </a:lnTo>
                  <a:lnTo>
                    <a:pt x="317500" y="236866"/>
                  </a:lnTo>
                  <a:lnTo>
                    <a:pt x="319636" y="232006"/>
                  </a:lnTo>
                  <a:lnTo>
                    <a:pt x="321617" y="227080"/>
                  </a:lnTo>
                  <a:lnTo>
                    <a:pt x="323441" y="222095"/>
                  </a:lnTo>
                  <a:lnTo>
                    <a:pt x="325106" y="217053"/>
                  </a:lnTo>
                  <a:lnTo>
                    <a:pt x="326609" y="211962"/>
                  </a:lnTo>
                  <a:lnTo>
                    <a:pt x="327951" y="206825"/>
                  </a:lnTo>
                  <a:lnTo>
                    <a:pt x="329128" y="201648"/>
                  </a:lnTo>
                  <a:lnTo>
                    <a:pt x="330141" y="196437"/>
                  </a:lnTo>
                  <a:lnTo>
                    <a:pt x="330987" y="191195"/>
                  </a:lnTo>
                  <a:lnTo>
                    <a:pt x="331667" y="185930"/>
                  </a:lnTo>
                  <a:lnTo>
                    <a:pt x="332179" y="180646"/>
                  </a:lnTo>
                  <a:lnTo>
                    <a:pt x="332523" y="175348"/>
                  </a:lnTo>
                  <a:lnTo>
                    <a:pt x="332698" y="170042"/>
                  </a:lnTo>
                  <a:lnTo>
                    <a:pt x="332705" y="164733"/>
                  </a:lnTo>
                  <a:lnTo>
                    <a:pt x="332544" y="159426"/>
                  </a:lnTo>
                  <a:lnTo>
                    <a:pt x="332214" y="154128"/>
                  </a:lnTo>
                  <a:lnTo>
                    <a:pt x="331716" y="148842"/>
                  </a:lnTo>
                  <a:lnTo>
                    <a:pt x="331050" y="143575"/>
                  </a:lnTo>
                  <a:lnTo>
                    <a:pt x="330217" y="138332"/>
                  </a:lnTo>
                  <a:lnTo>
                    <a:pt x="329219" y="133117"/>
                  </a:lnTo>
                  <a:lnTo>
                    <a:pt x="328055" y="127938"/>
                  </a:lnTo>
                  <a:lnTo>
                    <a:pt x="326727" y="122797"/>
                  </a:lnTo>
                  <a:lnTo>
                    <a:pt x="325237" y="117702"/>
                  </a:lnTo>
                  <a:lnTo>
                    <a:pt x="323586" y="112656"/>
                  </a:lnTo>
                  <a:lnTo>
                    <a:pt x="321775" y="107665"/>
                  </a:lnTo>
                  <a:lnTo>
                    <a:pt x="319807" y="102735"/>
                  </a:lnTo>
                  <a:lnTo>
                    <a:pt x="317683" y="97869"/>
                  </a:lnTo>
                  <a:lnTo>
                    <a:pt x="315406" y="93073"/>
                  </a:lnTo>
                  <a:lnTo>
                    <a:pt x="312977" y="88352"/>
                  </a:lnTo>
                  <a:lnTo>
                    <a:pt x="310400" y="83711"/>
                  </a:lnTo>
                  <a:lnTo>
                    <a:pt x="307677" y="79153"/>
                  </a:lnTo>
                  <a:lnTo>
                    <a:pt x="304811" y="74685"/>
                  </a:lnTo>
                  <a:lnTo>
                    <a:pt x="301804" y="70309"/>
                  </a:lnTo>
                  <a:lnTo>
                    <a:pt x="298659" y="66032"/>
                  </a:lnTo>
                  <a:lnTo>
                    <a:pt x="295381" y="61856"/>
                  </a:lnTo>
                  <a:lnTo>
                    <a:pt x="291971" y="57786"/>
                  </a:lnTo>
                  <a:lnTo>
                    <a:pt x="288434" y="53827"/>
                  </a:lnTo>
                  <a:lnTo>
                    <a:pt x="284773" y="49983"/>
                  </a:lnTo>
                  <a:lnTo>
                    <a:pt x="280992" y="46256"/>
                  </a:lnTo>
                  <a:lnTo>
                    <a:pt x="277094" y="42651"/>
                  </a:lnTo>
                  <a:lnTo>
                    <a:pt x="273084" y="39172"/>
                  </a:lnTo>
                  <a:lnTo>
                    <a:pt x="268965" y="35822"/>
                  </a:lnTo>
                  <a:lnTo>
                    <a:pt x="264742" y="32605"/>
                  </a:lnTo>
                  <a:lnTo>
                    <a:pt x="260419" y="29523"/>
                  </a:lnTo>
                  <a:lnTo>
                    <a:pt x="256000" y="26580"/>
                  </a:lnTo>
                  <a:lnTo>
                    <a:pt x="251491" y="23779"/>
                  </a:lnTo>
                  <a:lnTo>
                    <a:pt x="246894" y="21122"/>
                  </a:lnTo>
                  <a:lnTo>
                    <a:pt x="242215" y="18613"/>
                  </a:lnTo>
                  <a:lnTo>
                    <a:pt x="237460" y="16254"/>
                  </a:lnTo>
                  <a:lnTo>
                    <a:pt x="232631" y="14047"/>
                  </a:lnTo>
                  <a:lnTo>
                    <a:pt x="227735" y="11994"/>
                  </a:lnTo>
                  <a:lnTo>
                    <a:pt x="222776" y="10098"/>
                  </a:lnTo>
                  <a:lnTo>
                    <a:pt x="217760" y="8360"/>
                  </a:lnTo>
                  <a:lnTo>
                    <a:pt x="212690" y="6782"/>
                  </a:lnTo>
                  <a:lnTo>
                    <a:pt x="207574" y="5366"/>
                  </a:lnTo>
                  <a:lnTo>
                    <a:pt x="202415" y="4114"/>
                  </a:lnTo>
                  <a:lnTo>
                    <a:pt x="197218" y="3025"/>
                  </a:lnTo>
                  <a:lnTo>
                    <a:pt x="191990" y="2103"/>
                  </a:lnTo>
                  <a:lnTo>
                    <a:pt x="186735" y="1347"/>
                  </a:lnTo>
                  <a:lnTo>
                    <a:pt x="181459" y="758"/>
                  </a:lnTo>
                  <a:lnTo>
                    <a:pt x="176167" y="337"/>
                  </a:lnTo>
                  <a:lnTo>
                    <a:pt x="170864" y="84"/>
                  </a:lnTo>
                  <a:lnTo>
                    <a:pt x="165556" y="0"/>
                  </a:lnTo>
                  <a:lnTo>
                    <a:pt x="1655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6368" y="5018213"/>
              <a:ext cx="2352" cy="167167"/>
            </a:xfrm>
            <a:custGeom>
              <a:avLst/>
              <a:pathLst>
                <a:path w="2352" h="167167">
                  <a:moveTo>
                    <a:pt x="2352" y="0"/>
                  </a:moveTo>
                  <a:lnTo>
                    <a:pt x="0" y="16"/>
                  </a:lnTo>
                  <a:lnTo>
                    <a:pt x="235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6368" y="5018229"/>
              <a:ext cx="2352" cy="167150"/>
            </a:xfrm>
            <a:custGeom>
              <a:avLst/>
              <a:pathLst>
                <a:path w="2352" h="167150">
                  <a:moveTo>
                    <a:pt x="0" y="0"/>
                  </a:moveTo>
                  <a:lnTo>
                    <a:pt x="2352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321555" y="5018229"/>
              <a:ext cx="334319" cy="334314"/>
            </a:xfrm>
            <a:custGeom>
              <a:avLst/>
              <a:pathLst>
                <a:path w="334319" h="334314">
                  <a:moveTo>
                    <a:pt x="164812" y="0"/>
                  </a:moveTo>
                  <a:lnTo>
                    <a:pt x="159522" y="158"/>
                  </a:lnTo>
                  <a:lnTo>
                    <a:pt x="154239" y="483"/>
                  </a:lnTo>
                  <a:lnTo>
                    <a:pt x="148970" y="976"/>
                  </a:lnTo>
                  <a:lnTo>
                    <a:pt x="143718" y="1635"/>
                  </a:lnTo>
                  <a:lnTo>
                    <a:pt x="138490" y="2461"/>
                  </a:lnTo>
                  <a:lnTo>
                    <a:pt x="133291" y="3451"/>
                  </a:lnTo>
                  <a:lnTo>
                    <a:pt x="128126" y="4605"/>
                  </a:lnTo>
                  <a:lnTo>
                    <a:pt x="123000" y="5923"/>
                  </a:lnTo>
                  <a:lnTo>
                    <a:pt x="117918" y="7401"/>
                  </a:lnTo>
                  <a:lnTo>
                    <a:pt x="112885" y="9041"/>
                  </a:lnTo>
                  <a:lnTo>
                    <a:pt x="107907" y="10838"/>
                  </a:lnTo>
                  <a:lnTo>
                    <a:pt x="102989" y="12792"/>
                  </a:lnTo>
                  <a:lnTo>
                    <a:pt x="98134" y="14901"/>
                  </a:lnTo>
                  <a:lnTo>
                    <a:pt x="93349" y="17163"/>
                  </a:lnTo>
                  <a:lnTo>
                    <a:pt x="88638" y="19575"/>
                  </a:lnTo>
                  <a:lnTo>
                    <a:pt x="84006" y="22135"/>
                  </a:lnTo>
                  <a:lnTo>
                    <a:pt x="79457" y="24840"/>
                  </a:lnTo>
                  <a:lnTo>
                    <a:pt x="74995" y="27688"/>
                  </a:lnTo>
                  <a:lnTo>
                    <a:pt x="70627" y="30676"/>
                  </a:lnTo>
                  <a:lnTo>
                    <a:pt x="66355" y="33800"/>
                  </a:lnTo>
                  <a:lnTo>
                    <a:pt x="62184" y="37058"/>
                  </a:lnTo>
                  <a:lnTo>
                    <a:pt x="58118" y="40447"/>
                  </a:lnTo>
                  <a:lnTo>
                    <a:pt x="54162" y="43962"/>
                  </a:lnTo>
                  <a:lnTo>
                    <a:pt x="50319" y="47601"/>
                  </a:lnTo>
                  <a:lnTo>
                    <a:pt x="46593" y="51360"/>
                  </a:lnTo>
                  <a:lnTo>
                    <a:pt x="42987" y="55235"/>
                  </a:lnTo>
                  <a:lnTo>
                    <a:pt x="39507" y="59222"/>
                  </a:lnTo>
                  <a:lnTo>
                    <a:pt x="36154" y="63318"/>
                  </a:lnTo>
                  <a:lnTo>
                    <a:pt x="32933" y="67517"/>
                  </a:lnTo>
                  <a:lnTo>
                    <a:pt x="29846" y="71817"/>
                  </a:lnTo>
                  <a:lnTo>
                    <a:pt x="26897" y="76211"/>
                  </a:lnTo>
                  <a:lnTo>
                    <a:pt x="24088" y="80697"/>
                  </a:lnTo>
                  <a:lnTo>
                    <a:pt x="21423" y="85270"/>
                  </a:lnTo>
                  <a:lnTo>
                    <a:pt x="18904" y="89925"/>
                  </a:lnTo>
                  <a:lnTo>
                    <a:pt x="16534" y="94657"/>
                  </a:lnTo>
                  <a:lnTo>
                    <a:pt x="14314" y="99462"/>
                  </a:lnTo>
                  <a:lnTo>
                    <a:pt x="12248" y="104335"/>
                  </a:lnTo>
                  <a:lnTo>
                    <a:pt x="10337" y="109270"/>
                  </a:lnTo>
                  <a:lnTo>
                    <a:pt x="8583" y="114264"/>
                  </a:lnTo>
                  <a:lnTo>
                    <a:pt x="6989" y="119311"/>
                  </a:lnTo>
                  <a:lnTo>
                    <a:pt x="5555" y="124405"/>
                  </a:lnTo>
                  <a:lnTo>
                    <a:pt x="4282" y="129543"/>
                  </a:lnTo>
                  <a:lnTo>
                    <a:pt x="3173" y="134718"/>
                  </a:lnTo>
                  <a:lnTo>
                    <a:pt x="2229" y="139926"/>
                  </a:lnTo>
                  <a:lnTo>
                    <a:pt x="1450" y="145161"/>
                  </a:lnTo>
                  <a:lnTo>
                    <a:pt x="837" y="150418"/>
                  </a:lnTo>
                  <a:lnTo>
                    <a:pt x="390" y="155691"/>
                  </a:lnTo>
                  <a:lnTo>
                    <a:pt x="111" y="160977"/>
                  </a:lnTo>
                  <a:lnTo>
                    <a:pt x="0" y="166268"/>
                  </a:lnTo>
                  <a:lnTo>
                    <a:pt x="55" y="171561"/>
                  </a:lnTo>
                  <a:lnTo>
                    <a:pt x="279" y="176849"/>
                  </a:lnTo>
                  <a:lnTo>
                    <a:pt x="669" y="182127"/>
                  </a:lnTo>
                  <a:lnTo>
                    <a:pt x="1227" y="187390"/>
                  </a:lnTo>
                  <a:lnTo>
                    <a:pt x="1951" y="192633"/>
                  </a:lnTo>
                  <a:lnTo>
                    <a:pt x="2840" y="197850"/>
                  </a:lnTo>
                  <a:lnTo>
                    <a:pt x="3895" y="203037"/>
                  </a:lnTo>
                  <a:lnTo>
                    <a:pt x="5112" y="208188"/>
                  </a:lnTo>
                  <a:lnTo>
                    <a:pt x="6493" y="213297"/>
                  </a:lnTo>
                  <a:lnTo>
                    <a:pt x="8034" y="218360"/>
                  </a:lnTo>
                  <a:lnTo>
                    <a:pt x="9735" y="223372"/>
                  </a:lnTo>
                  <a:lnTo>
                    <a:pt x="11594" y="228328"/>
                  </a:lnTo>
                  <a:lnTo>
                    <a:pt x="13608" y="233222"/>
                  </a:lnTo>
                  <a:lnTo>
                    <a:pt x="15777" y="238050"/>
                  </a:lnTo>
                  <a:lnTo>
                    <a:pt x="18097" y="242807"/>
                  </a:lnTo>
                  <a:lnTo>
                    <a:pt x="20567" y="247488"/>
                  </a:lnTo>
                  <a:lnTo>
                    <a:pt x="23184" y="252089"/>
                  </a:lnTo>
                  <a:lnTo>
                    <a:pt x="25945" y="256604"/>
                  </a:lnTo>
                  <a:lnTo>
                    <a:pt x="28847" y="261030"/>
                  </a:lnTo>
                  <a:lnTo>
                    <a:pt x="31889" y="265361"/>
                  </a:lnTo>
                  <a:lnTo>
                    <a:pt x="35066" y="269595"/>
                  </a:lnTo>
                  <a:lnTo>
                    <a:pt x="38375" y="273725"/>
                  </a:lnTo>
                  <a:lnTo>
                    <a:pt x="41813" y="277749"/>
                  </a:lnTo>
                  <a:lnTo>
                    <a:pt x="45377" y="281662"/>
                  </a:lnTo>
                  <a:lnTo>
                    <a:pt x="49063" y="285460"/>
                  </a:lnTo>
                  <a:lnTo>
                    <a:pt x="52868" y="289139"/>
                  </a:lnTo>
                  <a:lnTo>
                    <a:pt x="56787" y="292696"/>
                  </a:lnTo>
                  <a:lnTo>
                    <a:pt x="60817" y="296127"/>
                  </a:lnTo>
                  <a:lnTo>
                    <a:pt x="64953" y="299429"/>
                  </a:lnTo>
                  <a:lnTo>
                    <a:pt x="69192" y="302599"/>
                  </a:lnTo>
                  <a:lnTo>
                    <a:pt x="73529" y="305632"/>
                  </a:lnTo>
                  <a:lnTo>
                    <a:pt x="77960" y="308527"/>
                  </a:lnTo>
                  <a:lnTo>
                    <a:pt x="82480" y="311280"/>
                  </a:lnTo>
                  <a:lnTo>
                    <a:pt x="87085" y="313889"/>
                  </a:lnTo>
                  <a:lnTo>
                    <a:pt x="91770" y="316350"/>
                  </a:lnTo>
                  <a:lnTo>
                    <a:pt x="96531" y="318662"/>
                  </a:lnTo>
                  <a:lnTo>
                    <a:pt x="101363" y="320823"/>
                  </a:lnTo>
                  <a:lnTo>
                    <a:pt x="106261" y="322829"/>
                  </a:lnTo>
                  <a:lnTo>
                    <a:pt x="111220" y="324679"/>
                  </a:lnTo>
                  <a:lnTo>
                    <a:pt x="116235" y="326371"/>
                  </a:lnTo>
                  <a:lnTo>
                    <a:pt x="121301" y="327903"/>
                  </a:lnTo>
                  <a:lnTo>
                    <a:pt x="126413" y="329274"/>
                  </a:lnTo>
                  <a:lnTo>
                    <a:pt x="131565" y="330483"/>
                  </a:lnTo>
                  <a:lnTo>
                    <a:pt x="136754" y="331528"/>
                  </a:lnTo>
                  <a:lnTo>
                    <a:pt x="141973" y="332409"/>
                  </a:lnTo>
                  <a:lnTo>
                    <a:pt x="147217" y="333123"/>
                  </a:lnTo>
                  <a:lnTo>
                    <a:pt x="152481" y="333672"/>
                  </a:lnTo>
                  <a:lnTo>
                    <a:pt x="157760" y="334053"/>
                  </a:lnTo>
                  <a:lnTo>
                    <a:pt x="163048" y="334267"/>
                  </a:lnTo>
                  <a:lnTo>
                    <a:pt x="168341" y="334314"/>
                  </a:lnTo>
                  <a:lnTo>
                    <a:pt x="173632" y="334193"/>
                  </a:lnTo>
                  <a:lnTo>
                    <a:pt x="178917" y="333904"/>
                  </a:lnTo>
                  <a:lnTo>
                    <a:pt x="184190" y="333449"/>
                  </a:lnTo>
                  <a:lnTo>
                    <a:pt x="189446" y="332826"/>
                  </a:lnTo>
                  <a:lnTo>
                    <a:pt x="194679" y="332038"/>
                  </a:lnTo>
                  <a:lnTo>
                    <a:pt x="199886" y="331084"/>
                  </a:lnTo>
                  <a:lnTo>
                    <a:pt x="205059" y="329966"/>
                  </a:lnTo>
                  <a:lnTo>
                    <a:pt x="210194" y="328685"/>
                  </a:lnTo>
                  <a:lnTo>
                    <a:pt x="215286" y="327242"/>
                  </a:lnTo>
                  <a:lnTo>
                    <a:pt x="220330" y="325638"/>
                  </a:lnTo>
                  <a:lnTo>
                    <a:pt x="225321" y="323876"/>
                  </a:lnTo>
                  <a:lnTo>
                    <a:pt x="230253" y="321956"/>
                  </a:lnTo>
                  <a:lnTo>
                    <a:pt x="235122" y="319881"/>
                  </a:lnTo>
                  <a:lnTo>
                    <a:pt x="239923" y="317654"/>
                  </a:lnTo>
                  <a:lnTo>
                    <a:pt x="244651" y="315275"/>
                  </a:lnTo>
                  <a:lnTo>
                    <a:pt x="249301" y="312748"/>
                  </a:lnTo>
                  <a:lnTo>
                    <a:pt x="253869" y="310074"/>
                  </a:lnTo>
                  <a:lnTo>
                    <a:pt x="258350" y="307258"/>
                  </a:lnTo>
                  <a:lnTo>
                    <a:pt x="262740" y="304301"/>
                  </a:lnTo>
                  <a:lnTo>
                    <a:pt x="267034" y="301207"/>
                  </a:lnTo>
                  <a:lnTo>
                    <a:pt x="271228" y="297978"/>
                  </a:lnTo>
                  <a:lnTo>
                    <a:pt x="275317" y="294618"/>
                  </a:lnTo>
                  <a:lnTo>
                    <a:pt x="279298" y="291130"/>
                  </a:lnTo>
                  <a:lnTo>
                    <a:pt x="283167" y="287519"/>
                  </a:lnTo>
                  <a:lnTo>
                    <a:pt x="286919" y="283786"/>
                  </a:lnTo>
                  <a:lnTo>
                    <a:pt x="290551" y="279936"/>
                  </a:lnTo>
                  <a:lnTo>
                    <a:pt x="294060" y="275974"/>
                  </a:lnTo>
                  <a:lnTo>
                    <a:pt x="297441" y="271902"/>
                  </a:lnTo>
                  <a:lnTo>
                    <a:pt x="300692" y="267726"/>
                  </a:lnTo>
                  <a:lnTo>
                    <a:pt x="303809" y="263448"/>
                  </a:lnTo>
                  <a:lnTo>
                    <a:pt x="306789" y="259074"/>
                  </a:lnTo>
                  <a:lnTo>
                    <a:pt x="309629" y="254608"/>
                  </a:lnTo>
                  <a:lnTo>
                    <a:pt x="312326" y="250054"/>
                  </a:lnTo>
                  <a:lnTo>
                    <a:pt x="314878" y="245417"/>
                  </a:lnTo>
                  <a:lnTo>
                    <a:pt x="317282" y="240702"/>
                  </a:lnTo>
                  <a:lnTo>
                    <a:pt x="319535" y="235913"/>
                  </a:lnTo>
                  <a:lnTo>
                    <a:pt x="321635" y="231055"/>
                  </a:lnTo>
                  <a:lnTo>
                    <a:pt x="323581" y="226133"/>
                  </a:lnTo>
                  <a:lnTo>
                    <a:pt x="325370" y="221151"/>
                  </a:lnTo>
                  <a:lnTo>
                    <a:pt x="327000" y="216116"/>
                  </a:lnTo>
                  <a:lnTo>
                    <a:pt x="328470" y="211032"/>
                  </a:lnTo>
                  <a:lnTo>
                    <a:pt x="329778" y="205903"/>
                  </a:lnTo>
                  <a:lnTo>
                    <a:pt x="330923" y="200736"/>
                  </a:lnTo>
                  <a:lnTo>
                    <a:pt x="331905" y="195535"/>
                  </a:lnTo>
                  <a:lnTo>
                    <a:pt x="332721" y="190306"/>
                  </a:lnTo>
                  <a:lnTo>
                    <a:pt x="333371" y="185053"/>
                  </a:lnTo>
                  <a:lnTo>
                    <a:pt x="333854" y="179782"/>
                  </a:lnTo>
                  <a:lnTo>
                    <a:pt x="334170" y="174499"/>
                  </a:lnTo>
                  <a:lnTo>
                    <a:pt x="334319" y="169209"/>
                  </a:lnTo>
                  <a:lnTo>
                    <a:pt x="334301" y="163916"/>
                  </a:lnTo>
                  <a:lnTo>
                    <a:pt x="334115" y="158627"/>
                  </a:lnTo>
                  <a:lnTo>
                    <a:pt x="333761" y="153346"/>
                  </a:lnTo>
                  <a:lnTo>
                    <a:pt x="333241" y="148079"/>
                  </a:lnTo>
                  <a:lnTo>
                    <a:pt x="332554" y="142831"/>
                  </a:lnTo>
                  <a:lnTo>
                    <a:pt x="331701" y="137607"/>
                  </a:lnTo>
                  <a:lnTo>
                    <a:pt x="330683" y="132414"/>
                  </a:lnTo>
                  <a:lnTo>
                    <a:pt x="329502" y="127254"/>
                  </a:lnTo>
                  <a:lnTo>
                    <a:pt x="328157" y="122135"/>
                  </a:lnTo>
                  <a:lnTo>
                    <a:pt x="326651" y="117061"/>
                  </a:lnTo>
                  <a:lnTo>
                    <a:pt x="324986" y="112038"/>
                  </a:lnTo>
                  <a:lnTo>
                    <a:pt x="323162" y="107069"/>
                  </a:lnTo>
                  <a:lnTo>
                    <a:pt x="321182" y="102161"/>
                  </a:lnTo>
                  <a:lnTo>
                    <a:pt x="319047" y="97318"/>
                  </a:lnTo>
                  <a:lnTo>
                    <a:pt x="316760" y="92545"/>
                  </a:lnTo>
                  <a:lnTo>
                    <a:pt x="314324" y="87846"/>
                  </a:lnTo>
                  <a:lnTo>
                    <a:pt x="311739" y="83227"/>
                  </a:lnTo>
                  <a:lnTo>
                    <a:pt x="309010" y="78693"/>
                  </a:lnTo>
                  <a:lnTo>
                    <a:pt x="306139" y="74247"/>
                  </a:lnTo>
                  <a:lnTo>
                    <a:pt x="303128" y="69894"/>
                  </a:lnTo>
                  <a:lnTo>
                    <a:pt x="299981" y="65638"/>
                  </a:lnTo>
                  <a:lnTo>
                    <a:pt x="296701" y="61485"/>
                  </a:lnTo>
                  <a:lnTo>
                    <a:pt x="293291" y="57437"/>
                  </a:lnTo>
                  <a:lnTo>
                    <a:pt x="289755" y="53499"/>
                  </a:lnTo>
                  <a:lnTo>
                    <a:pt x="286095" y="49675"/>
                  </a:lnTo>
                  <a:lnTo>
                    <a:pt x="282317" y="45969"/>
                  </a:lnTo>
                  <a:lnTo>
                    <a:pt x="278423" y="42384"/>
                  </a:lnTo>
                  <a:lnTo>
                    <a:pt x="274417" y="38925"/>
                  </a:lnTo>
                  <a:lnTo>
                    <a:pt x="270304" y="35594"/>
                  </a:lnTo>
                  <a:lnTo>
                    <a:pt x="266088" y="32395"/>
                  </a:lnTo>
                  <a:lnTo>
                    <a:pt x="261773" y="29331"/>
                  </a:lnTo>
                  <a:lnTo>
                    <a:pt x="257362" y="26405"/>
                  </a:lnTo>
                  <a:lnTo>
                    <a:pt x="252861" y="23620"/>
                  </a:lnTo>
                  <a:lnTo>
                    <a:pt x="248275" y="20979"/>
                  </a:lnTo>
                  <a:lnTo>
                    <a:pt x="243607" y="18484"/>
                  </a:lnTo>
                  <a:lnTo>
                    <a:pt x="238862" y="16139"/>
                  </a:lnTo>
                  <a:lnTo>
                    <a:pt x="234046" y="13945"/>
                  </a:lnTo>
                  <a:lnTo>
                    <a:pt x="229162" y="11905"/>
                  </a:lnTo>
                  <a:lnTo>
                    <a:pt x="224216" y="10020"/>
                  </a:lnTo>
                  <a:lnTo>
                    <a:pt x="219214" y="8292"/>
                  </a:lnTo>
                  <a:lnTo>
                    <a:pt x="214159" y="6724"/>
                  </a:lnTo>
                  <a:lnTo>
                    <a:pt x="209056" y="5317"/>
                  </a:lnTo>
                  <a:lnTo>
                    <a:pt x="203912" y="4072"/>
                  </a:lnTo>
                  <a:lnTo>
                    <a:pt x="198731" y="2990"/>
                  </a:lnTo>
                  <a:lnTo>
                    <a:pt x="193519" y="2073"/>
                  </a:lnTo>
                  <a:lnTo>
                    <a:pt x="188280" y="1322"/>
                  </a:lnTo>
                  <a:lnTo>
                    <a:pt x="183019" y="737"/>
                  </a:lnTo>
                  <a:lnTo>
                    <a:pt x="177743" y="318"/>
                  </a:lnTo>
                  <a:lnTo>
                    <a:pt x="172457" y="67"/>
                  </a:lnTo>
                  <a:lnTo>
                    <a:pt x="167165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7334" y="5269756"/>
              <a:ext cx="167167" cy="214443"/>
            </a:xfrm>
            <a:custGeom>
              <a:avLst/>
              <a:pathLst>
                <a:path w="167167" h="214443">
                  <a:moveTo>
                    <a:pt x="167167" y="0"/>
                  </a:moveTo>
                  <a:lnTo>
                    <a:pt x="161814" y="85"/>
                  </a:lnTo>
                  <a:lnTo>
                    <a:pt x="156467" y="342"/>
                  </a:lnTo>
                  <a:lnTo>
                    <a:pt x="151130" y="770"/>
                  </a:lnTo>
                  <a:lnTo>
                    <a:pt x="145810" y="1369"/>
                  </a:lnTo>
                  <a:lnTo>
                    <a:pt x="140512" y="2138"/>
                  </a:lnTo>
                  <a:lnTo>
                    <a:pt x="135242" y="3076"/>
                  </a:lnTo>
                  <a:lnTo>
                    <a:pt x="130004" y="4183"/>
                  </a:lnTo>
                  <a:lnTo>
                    <a:pt x="124804" y="5456"/>
                  </a:lnTo>
                  <a:lnTo>
                    <a:pt x="119648" y="6896"/>
                  </a:lnTo>
                  <a:lnTo>
                    <a:pt x="114540" y="8499"/>
                  </a:lnTo>
                  <a:lnTo>
                    <a:pt x="109486" y="10266"/>
                  </a:lnTo>
                  <a:lnTo>
                    <a:pt x="104492" y="12193"/>
                  </a:lnTo>
                  <a:lnTo>
                    <a:pt x="99562" y="14280"/>
                  </a:lnTo>
                  <a:lnTo>
                    <a:pt x="94701" y="16523"/>
                  </a:lnTo>
                  <a:lnTo>
                    <a:pt x="89914" y="18921"/>
                  </a:lnTo>
                  <a:lnTo>
                    <a:pt x="85207" y="21470"/>
                  </a:lnTo>
                  <a:lnTo>
                    <a:pt x="80584" y="24169"/>
                  </a:lnTo>
                  <a:lnTo>
                    <a:pt x="76049" y="27015"/>
                  </a:lnTo>
                  <a:lnTo>
                    <a:pt x="71608" y="30005"/>
                  </a:lnTo>
                  <a:lnTo>
                    <a:pt x="67265" y="33135"/>
                  </a:lnTo>
                  <a:lnTo>
                    <a:pt x="63025" y="36402"/>
                  </a:lnTo>
                  <a:lnTo>
                    <a:pt x="58891" y="39804"/>
                  </a:lnTo>
                  <a:lnTo>
                    <a:pt x="54868" y="43337"/>
                  </a:lnTo>
                  <a:lnTo>
                    <a:pt x="50960" y="46996"/>
                  </a:lnTo>
                  <a:lnTo>
                    <a:pt x="47172" y="50779"/>
                  </a:lnTo>
                  <a:lnTo>
                    <a:pt x="43507" y="54681"/>
                  </a:lnTo>
                  <a:lnTo>
                    <a:pt x="39968" y="58698"/>
                  </a:lnTo>
                  <a:lnTo>
                    <a:pt x="36560" y="62827"/>
                  </a:lnTo>
                  <a:lnTo>
                    <a:pt x="33286" y="67062"/>
                  </a:lnTo>
                  <a:lnTo>
                    <a:pt x="30150" y="71400"/>
                  </a:lnTo>
                  <a:lnTo>
                    <a:pt x="27153" y="75837"/>
                  </a:lnTo>
                  <a:lnTo>
                    <a:pt x="24301" y="80367"/>
                  </a:lnTo>
                  <a:lnTo>
                    <a:pt x="21594" y="84986"/>
                  </a:lnTo>
                  <a:lnTo>
                    <a:pt x="19038" y="89690"/>
                  </a:lnTo>
                  <a:lnTo>
                    <a:pt x="16633" y="94473"/>
                  </a:lnTo>
                  <a:lnTo>
                    <a:pt x="14382" y="99330"/>
                  </a:lnTo>
                  <a:lnTo>
                    <a:pt x="12288" y="104257"/>
                  </a:lnTo>
                  <a:lnTo>
                    <a:pt x="10353" y="109249"/>
                  </a:lnTo>
                  <a:lnTo>
                    <a:pt x="8579" y="114300"/>
                  </a:lnTo>
                  <a:lnTo>
                    <a:pt x="6968" y="119405"/>
                  </a:lnTo>
                  <a:lnTo>
                    <a:pt x="5520" y="124559"/>
                  </a:lnTo>
                  <a:lnTo>
                    <a:pt x="4239" y="129757"/>
                  </a:lnTo>
                  <a:lnTo>
                    <a:pt x="3125" y="134993"/>
                  </a:lnTo>
                  <a:lnTo>
                    <a:pt x="2179" y="140262"/>
                  </a:lnTo>
                  <a:lnTo>
                    <a:pt x="1402" y="145559"/>
                  </a:lnTo>
                  <a:lnTo>
                    <a:pt x="795" y="150878"/>
                  </a:lnTo>
                  <a:lnTo>
                    <a:pt x="359" y="156214"/>
                  </a:lnTo>
                  <a:lnTo>
                    <a:pt x="93" y="161561"/>
                  </a:lnTo>
                  <a:lnTo>
                    <a:pt x="0" y="166913"/>
                  </a:lnTo>
                  <a:lnTo>
                    <a:pt x="77" y="172266"/>
                  </a:lnTo>
                  <a:lnTo>
                    <a:pt x="326" y="177614"/>
                  </a:lnTo>
                  <a:lnTo>
                    <a:pt x="746" y="182951"/>
                  </a:lnTo>
                  <a:lnTo>
                    <a:pt x="1337" y="188272"/>
                  </a:lnTo>
                  <a:lnTo>
                    <a:pt x="2098" y="193571"/>
                  </a:lnTo>
                  <a:lnTo>
                    <a:pt x="3028" y="198843"/>
                  </a:lnTo>
                  <a:lnTo>
                    <a:pt x="4126" y="204083"/>
                  </a:lnTo>
                  <a:lnTo>
                    <a:pt x="5392" y="209284"/>
                  </a:lnTo>
                  <a:lnTo>
                    <a:pt x="6824" y="214443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804158" y="5269756"/>
              <a:ext cx="327501" cy="334325"/>
            </a:xfrm>
            <a:custGeom>
              <a:avLst/>
              <a:pathLst>
                <a:path w="327501" h="334325">
                  <a:moveTo>
                    <a:pt x="0" y="214443"/>
                  </a:moveTo>
                  <a:lnTo>
                    <a:pt x="1586" y="219523"/>
                  </a:lnTo>
                  <a:lnTo>
                    <a:pt x="3333" y="224551"/>
                  </a:lnTo>
                  <a:lnTo>
                    <a:pt x="5239" y="229520"/>
                  </a:lnTo>
                  <a:lnTo>
                    <a:pt x="7303" y="234426"/>
                  </a:lnTo>
                  <a:lnTo>
                    <a:pt x="9521" y="239264"/>
                  </a:lnTo>
                  <a:lnTo>
                    <a:pt x="11893" y="244028"/>
                  </a:lnTo>
                  <a:lnTo>
                    <a:pt x="14415" y="248715"/>
                  </a:lnTo>
                  <a:lnTo>
                    <a:pt x="17085" y="253319"/>
                  </a:lnTo>
                  <a:lnTo>
                    <a:pt x="19900" y="257836"/>
                  </a:lnTo>
                  <a:lnTo>
                    <a:pt x="22858" y="262261"/>
                  </a:lnTo>
                  <a:lnTo>
                    <a:pt x="25955" y="266589"/>
                  </a:lnTo>
                  <a:lnTo>
                    <a:pt x="29188" y="270817"/>
                  </a:lnTo>
                  <a:lnTo>
                    <a:pt x="32554" y="274940"/>
                  </a:lnTo>
                  <a:lnTo>
                    <a:pt x="36049" y="278953"/>
                  </a:lnTo>
                  <a:lnTo>
                    <a:pt x="39671" y="282853"/>
                  </a:lnTo>
                  <a:lnTo>
                    <a:pt x="43415" y="286636"/>
                  </a:lnTo>
                  <a:lnTo>
                    <a:pt x="47277" y="290298"/>
                  </a:lnTo>
                  <a:lnTo>
                    <a:pt x="51254" y="293835"/>
                  </a:lnTo>
                  <a:lnTo>
                    <a:pt x="55342" y="297243"/>
                  </a:lnTo>
                  <a:lnTo>
                    <a:pt x="59536" y="300520"/>
                  </a:lnTo>
                  <a:lnTo>
                    <a:pt x="63832" y="303661"/>
                  </a:lnTo>
                  <a:lnTo>
                    <a:pt x="68226" y="306664"/>
                  </a:lnTo>
                  <a:lnTo>
                    <a:pt x="72714" y="309526"/>
                  </a:lnTo>
                  <a:lnTo>
                    <a:pt x="77290" y="312244"/>
                  </a:lnTo>
                  <a:lnTo>
                    <a:pt x="81951" y="314814"/>
                  </a:lnTo>
                  <a:lnTo>
                    <a:pt x="86691" y="317235"/>
                  </a:lnTo>
                  <a:lnTo>
                    <a:pt x="91505" y="319503"/>
                  </a:lnTo>
                  <a:lnTo>
                    <a:pt x="96390" y="321617"/>
                  </a:lnTo>
                  <a:lnTo>
                    <a:pt x="101339" y="323575"/>
                  </a:lnTo>
                  <a:lnTo>
                    <a:pt x="106348" y="325374"/>
                  </a:lnTo>
                  <a:lnTo>
                    <a:pt x="111411" y="327013"/>
                  </a:lnTo>
                  <a:lnTo>
                    <a:pt x="116525" y="328489"/>
                  </a:lnTo>
                  <a:lnTo>
                    <a:pt x="121682" y="329803"/>
                  </a:lnTo>
                  <a:lnTo>
                    <a:pt x="126879" y="330951"/>
                  </a:lnTo>
                  <a:lnTo>
                    <a:pt x="132110" y="331933"/>
                  </a:lnTo>
                  <a:lnTo>
                    <a:pt x="137370" y="332748"/>
                  </a:lnTo>
                  <a:lnTo>
                    <a:pt x="142653" y="333396"/>
                  </a:lnTo>
                  <a:lnTo>
                    <a:pt x="147953" y="333875"/>
                  </a:lnTo>
                  <a:lnTo>
                    <a:pt x="153266" y="334185"/>
                  </a:lnTo>
                  <a:lnTo>
                    <a:pt x="158587" y="334325"/>
                  </a:lnTo>
                  <a:lnTo>
                    <a:pt x="163909" y="334296"/>
                  </a:lnTo>
                  <a:lnTo>
                    <a:pt x="169228" y="334098"/>
                  </a:lnTo>
                  <a:lnTo>
                    <a:pt x="174537" y="333731"/>
                  </a:lnTo>
                  <a:lnTo>
                    <a:pt x="179832" y="333194"/>
                  </a:lnTo>
                  <a:lnTo>
                    <a:pt x="185108" y="332490"/>
                  </a:lnTo>
                  <a:lnTo>
                    <a:pt x="190358" y="331618"/>
                  </a:lnTo>
                  <a:lnTo>
                    <a:pt x="195578" y="330579"/>
                  </a:lnTo>
                  <a:lnTo>
                    <a:pt x="200762" y="329374"/>
                  </a:lnTo>
                  <a:lnTo>
                    <a:pt x="205905" y="328005"/>
                  </a:lnTo>
                  <a:lnTo>
                    <a:pt x="211003" y="326473"/>
                  </a:lnTo>
                  <a:lnTo>
                    <a:pt x="216048" y="324780"/>
                  </a:lnTo>
                  <a:lnTo>
                    <a:pt x="221037" y="322927"/>
                  </a:lnTo>
                  <a:lnTo>
                    <a:pt x="225965" y="320916"/>
                  </a:lnTo>
                  <a:lnTo>
                    <a:pt x="230826" y="318749"/>
                  </a:lnTo>
                  <a:lnTo>
                    <a:pt x="235616" y="316428"/>
                  </a:lnTo>
                  <a:lnTo>
                    <a:pt x="240329" y="313956"/>
                  </a:lnTo>
                  <a:lnTo>
                    <a:pt x="244962" y="311335"/>
                  </a:lnTo>
                  <a:lnTo>
                    <a:pt x="249508" y="308569"/>
                  </a:lnTo>
                  <a:lnTo>
                    <a:pt x="253965" y="305658"/>
                  </a:lnTo>
                  <a:lnTo>
                    <a:pt x="258326" y="302608"/>
                  </a:lnTo>
                  <a:lnTo>
                    <a:pt x="262588" y="299420"/>
                  </a:lnTo>
                  <a:lnTo>
                    <a:pt x="266746" y="296098"/>
                  </a:lnTo>
                  <a:lnTo>
                    <a:pt x="270797" y="292646"/>
                  </a:lnTo>
                  <a:lnTo>
                    <a:pt x="274735" y="289066"/>
                  </a:lnTo>
                  <a:lnTo>
                    <a:pt x="278558" y="285362"/>
                  </a:lnTo>
                  <a:lnTo>
                    <a:pt x="282260" y="281539"/>
                  </a:lnTo>
                  <a:lnTo>
                    <a:pt x="285839" y="277600"/>
                  </a:lnTo>
                  <a:lnTo>
                    <a:pt x="289291" y="273549"/>
                  </a:lnTo>
                  <a:lnTo>
                    <a:pt x="292613" y="269390"/>
                  </a:lnTo>
                  <a:lnTo>
                    <a:pt x="295800" y="265128"/>
                  </a:lnTo>
                  <a:lnTo>
                    <a:pt x="298850" y="260766"/>
                  </a:lnTo>
                  <a:lnTo>
                    <a:pt x="301759" y="256309"/>
                  </a:lnTo>
                  <a:lnTo>
                    <a:pt x="304525" y="251762"/>
                  </a:lnTo>
                  <a:lnTo>
                    <a:pt x="307145" y="247130"/>
                  </a:lnTo>
                  <a:lnTo>
                    <a:pt x="309616" y="242416"/>
                  </a:lnTo>
                  <a:lnTo>
                    <a:pt x="311936" y="237626"/>
                  </a:lnTo>
                  <a:lnTo>
                    <a:pt x="314102" y="232764"/>
                  </a:lnTo>
                  <a:lnTo>
                    <a:pt x="316112" y="227836"/>
                  </a:lnTo>
                  <a:lnTo>
                    <a:pt x="317965" y="222847"/>
                  </a:lnTo>
                  <a:lnTo>
                    <a:pt x="319657" y="217801"/>
                  </a:lnTo>
                  <a:lnTo>
                    <a:pt x="321189" y="212703"/>
                  </a:lnTo>
                  <a:lnTo>
                    <a:pt x="322557" y="207560"/>
                  </a:lnTo>
                  <a:lnTo>
                    <a:pt x="323760" y="202375"/>
                  </a:lnTo>
                  <a:lnTo>
                    <a:pt x="324798" y="197155"/>
                  </a:lnTo>
                  <a:lnTo>
                    <a:pt x="325670" y="191905"/>
                  </a:lnTo>
                  <a:lnTo>
                    <a:pt x="326373" y="186629"/>
                  </a:lnTo>
                  <a:lnTo>
                    <a:pt x="326909" y="181334"/>
                  </a:lnTo>
                  <a:lnTo>
                    <a:pt x="327275" y="176024"/>
                  </a:lnTo>
                  <a:lnTo>
                    <a:pt x="327473" y="170706"/>
                  </a:lnTo>
                  <a:lnTo>
                    <a:pt x="327501" y="165384"/>
                  </a:lnTo>
                  <a:lnTo>
                    <a:pt x="327359" y="160063"/>
                  </a:lnTo>
                  <a:lnTo>
                    <a:pt x="327048" y="154750"/>
                  </a:lnTo>
                  <a:lnTo>
                    <a:pt x="326569" y="149449"/>
                  </a:lnTo>
                  <a:lnTo>
                    <a:pt x="325920" y="144167"/>
                  </a:lnTo>
                  <a:lnTo>
                    <a:pt x="325104" y="138907"/>
                  </a:lnTo>
                  <a:lnTo>
                    <a:pt x="324121" y="133677"/>
                  </a:lnTo>
                  <a:lnTo>
                    <a:pt x="322972" y="128480"/>
                  </a:lnTo>
                  <a:lnTo>
                    <a:pt x="321658" y="123322"/>
                  </a:lnTo>
                  <a:lnTo>
                    <a:pt x="320180" y="118209"/>
                  </a:lnTo>
                  <a:lnTo>
                    <a:pt x="318541" y="113146"/>
                  </a:lnTo>
                  <a:lnTo>
                    <a:pt x="316741" y="108137"/>
                  </a:lnTo>
                  <a:lnTo>
                    <a:pt x="314783" y="103188"/>
                  </a:lnTo>
                  <a:lnTo>
                    <a:pt x="312668" y="98304"/>
                  </a:lnTo>
                  <a:lnTo>
                    <a:pt x="310398" y="93490"/>
                  </a:lnTo>
                  <a:lnTo>
                    <a:pt x="307977" y="88751"/>
                  </a:lnTo>
                  <a:lnTo>
                    <a:pt x="305406" y="84091"/>
                  </a:lnTo>
                  <a:lnTo>
                    <a:pt x="302687" y="79515"/>
                  </a:lnTo>
                  <a:lnTo>
                    <a:pt x="299825" y="75028"/>
                  </a:lnTo>
                  <a:lnTo>
                    <a:pt x="296821" y="70634"/>
                  </a:lnTo>
                  <a:lnTo>
                    <a:pt x="293679" y="66338"/>
                  </a:lnTo>
                  <a:lnTo>
                    <a:pt x="290402" y="62145"/>
                  </a:lnTo>
                  <a:lnTo>
                    <a:pt x="286992" y="58058"/>
                  </a:lnTo>
                  <a:lnTo>
                    <a:pt x="283455" y="54081"/>
                  </a:lnTo>
                  <a:lnTo>
                    <a:pt x="279793" y="50220"/>
                  </a:lnTo>
                  <a:lnTo>
                    <a:pt x="276009" y="46476"/>
                  </a:lnTo>
                  <a:lnTo>
                    <a:pt x="272108" y="42855"/>
                  </a:lnTo>
                  <a:lnTo>
                    <a:pt x="268094" y="39360"/>
                  </a:lnTo>
                  <a:lnTo>
                    <a:pt x="263971" y="35995"/>
                  </a:lnTo>
                  <a:lnTo>
                    <a:pt x="259743" y="32763"/>
                  </a:lnTo>
                  <a:lnTo>
                    <a:pt x="255414" y="29666"/>
                  </a:lnTo>
                  <a:lnTo>
                    <a:pt x="250989" y="26710"/>
                  </a:lnTo>
                  <a:lnTo>
                    <a:pt x="246471" y="23895"/>
                  </a:lnTo>
                  <a:lnTo>
                    <a:pt x="241867" y="21226"/>
                  </a:lnTo>
                  <a:lnTo>
                    <a:pt x="237180" y="18705"/>
                  </a:lnTo>
                  <a:lnTo>
                    <a:pt x="232415" y="16334"/>
                  </a:lnTo>
                  <a:lnTo>
                    <a:pt x="227576" y="14116"/>
                  </a:lnTo>
                  <a:lnTo>
                    <a:pt x="222670" y="12053"/>
                  </a:lnTo>
                  <a:lnTo>
                    <a:pt x="217701" y="10148"/>
                  </a:lnTo>
                  <a:lnTo>
                    <a:pt x="212673" y="8401"/>
                  </a:lnTo>
                  <a:lnTo>
                    <a:pt x="207592" y="6816"/>
                  </a:lnTo>
                  <a:lnTo>
                    <a:pt x="202464" y="5393"/>
                  </a:lnTo>
                  <a:lnTo>
                    <a:pt x="197293" y="4134"/>
                  </a:lnTo>
                  <a:lnTo>
                    <a:pt x="192084" y="3041"/>
                  </a:lnTo>
                  <a:lnTo>
                    <a:pt x="186843" y="2113"/>
                  </a:lnTo>
                  <a:lnTo>
                    <a:pt x="181575" y="1353"/>
                  </a:lnTo>
                  <a:lnTo>
                    <a:pt x="176286" y="762"/>
                  </a:lnTo>
                  <a:lnTo>
                    <a:pt x="170980" y="338"/>
                  </a:lnTo>
                  <a:lnTo>
                    <a:pt x="165664" y="84"/>
                  </a:lnTo>
                  <a:lnTo>
                    <a:pt x="160343" y="0"/>
                  </a:lnTo>
                  <a:lnTo>
                    <a:pt x="16034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70361" y="5399291"/>
              <a:ext cx="15854" cy="167167"/>
            </a:xfrm>
            <a:custGeom>
              <a:avLst/>
              <a:pathLst>
                <a:path w="15854" h="167167">
                  <a:moveTo>
                    <a:pt x="15854" y="0"/>
                  </a:moveTo>
                  <a:lnTo>
                    <a:pt x="7918" y="188"/>
                  </a:lnTo>
                  <a:lnTo>
                    <a:pt x="0" y="753"/>
                  </a:lnTo>
                  <a:lnTo>
                    <a:pt x="1585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70361" y="5400045"/>
              <a:ext cx="15854" cy="166413"/>
            </a:xfrm>
            <a:custGeom>
              <a:avLst/>
              <a:pathLst>
                <a:path w="15854" h="166413">
                  <a:moveTo>
                    <a:pt x="0" y="0"/>
                  </a:moveTo>
                  <a:lnTo>
                    <a:pt x="15854" y="1664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319054" y="5400045"/>
              <a:ext cx="334325" cy="333564"/>
            </a:xfrm>
            <a:custGeom>
              <a:avLst/>
              <a:pathLst>
                <a:path w="334325" h="333564">
                  <a:moveTo>
                    <a:pt x="151306" y="0"/>
                  </a:moveTo>
                  <a:lnTo>
                    <a:pt x="146058" y="583"/>
                  </a:lnTo>
                  <a:lnTo>
                    <a:pt x="140831" y="1332"/>
                  </a:lnTo>
                  <a:lnTo>
                    <a:pt x="135630" y="2246"/>
                  </a:lnTo>
                  <a:lnTo>
                    <a:pt x="130461" y="3324"/>
                  </a:lnTo>
                  <a:lnTo>
                    <a:pt x="125328" y="4565"/>
                  </a:lnTo>
                  <a:lnTo>
                    <a:pt x="120237" y="5967"/>
                  </a:lnTo>
                  <a:lnTo>
                    <a:pt x="115193" y="7529"/>
                  </a:lnTo>
                  <a:lnTo>
                    <a:pt x="110201" y="9249"/>
                  </a:lnTo>
                  <a:lnTo>
                    <a:pt x="105266" y="11126"/>
                  </a:lnTo>
                  <a:lnTo>
                    <a:pt x="100392" y="13159"/>
                  </a:lnTo>
                  <a:lnTo>
                    <a:pt x="95585" y="15344"/>
                  </a:lnTo>
                  <a:lnTo>
                    <a:pt x="90850" y="17680"/>
                  </a:lnTo>
                  <a:lnTo>
                    <a:pt x="86190" y="20164"/>
                  </a:lnTo>
                  <a:lnTo>
                    <a:pt x="81612" y="22795"/>
                  </a:lnTo>
                  <a:lnTo>
                    <a:pt x="77118" y="25568"/>
                  </a:lnTo>
                  <a:lnTo>
                    <a:pt x="72715" y="28482"/>
                  </a:lnTo>
                  <a:lnTo>
                    <a:pt x="68406" y="31534"/>
                  </a:lnTo>
                  <a:lnTo>
                    <a:pt x="64195" y="34720"/>
                  </a:lnTo>
                  <a:lnTo>
                    <a:pt x="60087" y="38038"/>
                  </a:lnTo>
                  <a:lnTo>
                    <a:pt x="56086" y="41484"/>
                  </a:lnTo>
                  <a:lnTo>
                    <a:pt x="52196" y="45054"/>
                  </a:lnTo>
                  <a:lnTo>
                    <a:pt x="48420" y="48746"/>
                  </a:lnTo>
                  <a:lnTo>
                    <a:pt x="44763" y="52554"/>
                  </a:lnTo>
                  <a:lnTo>
                    <a:pt x="41228" y="56477"/>
                  </a:lnTo>
                  <a:lnTo>
                    <a:pt x="37819" y="60509"/>
                  </a:lnTo>
                  <a:lnTo>
                    <a:pt x="34539" y="64647"/>
                  </a:lnTo>
                  <a:lnTo>
                    <a:pt x="31391" y="68886"/>
                  </a:lnTo>
                  <a:lnTo>
                    <a:pt x="28378" y="73223"/>
                  </a:lnTo>
                  <a:lnTo>
                    <a:pt x="25504" y="77653"/>
                  </a:lnTo>
                  <a:lnTo>
                    <a:pt x="22771" y="82171"/>
                  </a:lnTo>
                  <a:lnTo>
                    <a:pt x="20183" y="86773"/>
                  </a:lnTo>
                  <a:lnTo>
                    <a:pt x="17741" y="91455"/>
                  </a:lnTo>
                  <a:lnTo>
                    <a:pt x="15448" y="96212"/>
                  </a:lnTo>
                  <a:lnTo>
                    <a:pt x="13306" y="101038"/>
                  </a:lnTo>
                  <a:lnTo>
                    <a:pt x="11318" y="105930"/>
                  </a:lnTo>
                  <a:lnTo>
                    <a:pt x="9486" y="110882"/>
                  </a:lnTo>
                  <a:lnTo>
                    <a:pt x="7811" y="115890"/>
                  </a:lnTo>
                  <a:lnTo>
                    <a:pt x="6295" y="120948"/>
                  </a:lnTo>
                  <a:lnTo>
                    <a:pt x="4939" y="126051"/>
                  </a:lnTo>
                  <a:lnTo>
                    <a:pt x="3745" y="131195"/>
                  </a:lnTo>
                  <a:lnTo>
                    <a:pt x="2714" y="136374"/>
                  </a:lnTo>
                  <a:lnTo>
                    <a:pt x="1847" y="141582"/>
                  </a:lnTo>
                  <a:lnTo>
                    <a:pt x="1146" y="146816"/>
                  </a:lnTo>
                  <a:lnTo>
                    <a:pt x="610" y="152069"/>
                  </a:lnTo>
                  <a:lnTo>
                    <a:pt x="240" y="157336"/>
                  </a:lnTo>
                  <a:lnTo>
                    <a:pt x="36" y="162613"/>
                  </a:lnTo>
                  <a:lnTo>
                    <a:pt x="0" y="167893"/>
                  </a:lnTo>
                  <a:lnTo>
                    <a:pt x="130" y="173172"/>
                  </a:lnTo>
                  <a:lnTo>
                    <a:pt x="426" y="178444"/>
                  </a:lnTo>
                  <a:lnTo>
                    <a:pt x="890" y="183704"/>
                  </a:lnTo>
                  <a:lnTo>
                    <a:pt x="1519" y="188946"/>
                  </a:lnTo>
                  <a:lnTo>
                    <a:pt x="2313" y="194167"/>
                  </a:lnTo>
                  <a:lnTo>
                    <a:pt x="3272" y="199359"/>
                  </a:lnTo>
                  <a:lnTo>
                    <a:pt x="4394" y="204519"/>
                  </a:lnTo>
                  <a:lnTo>
                    <a:pt x="5679" y="209641"/>
                  </a:lnTo>
                  <a:lnTo>
                    <a:pt x="7124" y="214719"/>
                  </a:lnTo>
                  <a:lnTo>
                    <a:pt x="8730" y="219749"/>
                  </a:lnTo>
                  <a:lnTo>
                    <a:pt x="10493" y="224727"/>
                  </a:lnTo>
                  <a:lnTo>
                    <a:pt x="12413" y="229646"/>
                  </a:lnTo>
                  <a:lnTo>
                    <a:pt x="14488" y="234501"/>
                  </a:lnTo>
                  <a:lnTo>
                    <a:pt x="16714" y="239289"/>
                  </a:lnTo>
                  <a:lnTo>
                    <a:pt x="19091" y="244005"/>
                  </a:lnTo>
                  <a:lnTo>
                    <a:pt x="21615" y="248642"/>
                  </a:lnTo>
                  <a:lnTo>
                    <a:pt x="24285" y="253198"/>
                  </a:lnTo>
                  <a:lnTo>
                    <a:pt x="27097" y="257667"/>
                  </a:lnTo>
                  <a:lnTo>
                    <a:pt x="30049" y="262045"/>
                  </a:lnTo>
                  <a:lnTo>
                    <a:pt x="33138" y="266328"/>
                  </a:lnTo>
                  <a:lnTo>
                    <a:pt x="36361" y="270511"/>
                  </a:lnTo>
                  <a:lnTo>
                    <a:pt x="39714" y="274590"/>
                  </a:lnTo>
                  <a:lnTo>
                    <a:pt x="43194" y="278562"/>
                  </a:lnTo>
                  <a:lnTo>
                    <a:pt x="46798" y="282421"/>
                  </a:lnTo>
                  <a:lnTo>
                    <a:pt x="50522" y="286164"/>
                  </a:lnTo>
                  <a:lnTo>
                    <a:pt x="54362" y="289789"/>
                  </a:lnTo>
                  <a:lnTo>
                    <a:pt x="58315" y="293290"/>
                  </a:lnTo>
                  <a:lnTo>
                    <a:pt x="62376" y="296664"/>
                  </a:lnTo>
                  <a:lnTo>
                    <a:pt x="66542" y="299908"/>
                  </a:lnTo>
                  <a:lnTo>
                    <a:pt x="70809" y="303020"/>
                  </a:lnTo>
                  <a:lnTo>
                    <a:pt x="75171" y="305995"/>
                  </a:lnTo>
                  <a:lnTo>
                    <a:pt x="79625" y="308830"/>
                  </a:lnTo>
                  <a:lnTo>
                    <a:pt x="84167" y="311524"/>
                  </a:lnTo>
                  <a:lnTo>
                    <a:pt x="88792" y="314073"/>
                  </a:lnTo>
                  <a:lnTo>
                    <a:pt x="93494" y="316474"/>
                  </a:lnTo>
                  <a:lnTo>
                    <a:pt x="98270" y="318726"/>
                  </a:lnTo>
                  <a:lnTo>
                    <a:pt x="103115" y="320826"/>
                  </a:lnTo>
                  <a:lnTo>
                    <a:pt x="108024" y="322771"/>
                  </a:lnTo>
                  <a:lnTo>
                    <a:pt x="112992" y="324561"/>
                  </a:lnTo>
                  <a:lnTo>
                    <a:pt x="118014" y="326193"/>
                  </a:lnTo>
                  <a:lnTo>
                    <a:pt x="123085" y="327666"/>
                  </a:lnTo>
                  <a:lnTo>
                    <a:pt x="128199" y="328977"/>
                  </a:lnTo>
                  <a:lnTo>
                    <a:pt x="133353" y="330127"/>
                  </a:lnTo>
                  <a:lnTo>
                    <a:pt x="138541" y="331113"/>
                  </a:lnTo>
                  <a:lnTo>
                    <a:pt x="143757" y="331934"/>
                  </a:lnTo>
                  <a:lnTo>
                    <a:pt x="148996" y="332591"/>
                  </a:lnTo>
                  <a:lnTo>
                    <a:pt x="154254" y="333082"/>
                  </a:lnTo>
                  <a:lnTo>
                    <a:pt x="159524" y="333406"/>
                  </a:lnTo>
                  <a:lnTo>
                    <a:pt x="164802" y="333564"/>
                  </a:lnTo>
                  <a:lnTo>
                    <a:pt x="170082" y="333555"/>
                  </a:lnTo>
                  <a:lnTo>
                    <a:pt x="175360" y="333380"/>
                  </a:lnTo>
                  <a:lnTo>
                    <a:pt x="180629" y="333037"/>
                  </a:lnTo>
                  <a:lnTo>
                    <a:pt x="185885" y="332529"/>
                  </a:lnTo>
                  <a:lnTo>
                    <a:pt x="191122" y="331855"/>
                  </a:lnTo>
                  <a:lnTo>
                    <a:pt x="196335" y="331015"/>
                  </a:lnTo>
                  <a:lnTo>
                    <a:pt x="201519" y="330012"/>
                  </a:lnTo>
                  <a:lnTo>
                    <a:pt x="206669" y="328845"/>
                  </a:lnTo>
                  <a:lnTo>
                    <a:pt x="211779" y="327516"/>
                  </a:lnTo>
                  <a:lnTo>
                    <a:pt x="216845" y="326027"/>
                  </a:lnTo>
                  <a:lnTo>
                    <a:pt x="221862" y="324378"/>
                  </a:lnTo>
                  <a:lnTo>
                    <a:pt x="226823" y="322571"/>
                  </a:lnTo>
                  <a:lnTo>
                    <a:pt x="231726" y="320609"/>
                  </a:lnTo>
                  <a:lnTo>
                    <a:pt x="236563" y="318493"/>
                  </a:lnTo>
                  <a:lnTo>
                    <a:pt x="241332" y="316225"/>
                  </a:lnTo>
                  <a:lnTo>
                    <a:pt x="246026" y="313808"/>
                  </a:lnTo>
                  <a:lnTo>
                    <a:pt x="250642" y="311243"/>
                  </a:lnTo>
                  <a:lnTo>
                    <a:pt x="255175" y="308534"/>
                  </a:lnTo>
                  <a:lnTo>
                    <a:pt x="259620" y="305684"/>
                  </a:lnTo>
                  <a:lnTo>
                    <a:pt x="263972" y="302694"/>
                  </a:lnTo>
                  <a:lnTo>
                    <a:pt x="268228" y="299569"/>
                  </a:lnTo>
                  <a:lnTo>
                    <a:pt x="272383" y="296310"/>
                  </a:lnTo>
                  <a:lnTo>
                    <a:pt x="276433" y="292922"/>
                  </a:lnTo>
                  <a:lnTo>
                    <a:pt x="280374" y="289408"/>
                  </a:lnTo>
                  <a:lnTo>
                    <a:pt x="284202" y="285771"/>
                  </a:lnTo>
                  <a:lnTo>
                    <a:pt x="287914" y="282015"/>
                  </a:lnTo>
                  <a:lnTo>
                    <a:pt x="291504" y="278143"/>
                  </a:lnTo>
                  <a:lnTo>
                    <a:pt x="294971" y="274160"/>
                  </a:lnTo>
                  <a:lnTo>
                    <a:pt x="298310" y="270070"/>
                  </a:lnTo>
                  <a:lnTo>
                    <a:pt x="301519" y="265876"/>
                  </a:lnTo>
                  <a:lnTo>
                    <a:pt x="304593" y="261583"/>
                  </a:lnTo>
                  <a:lnTo>
                    <a:pt x="307530" y="257195"/>
                  </a:lnTo>
                  <a:lnTo>
                    <a:pt x="310327" y="252716"/>
                  </a:lnTo>
                  <a:lnTo>
                    <a:pt x="312982" y="248151"/>
                  </a:lnTo>
                  <a:lnTo>
                    <a:pt x="315491" y="243505"/>
                  </a:lnTo>
                  <a:lnTo>
                    <a:pt x="317851" y="238782"/>
                  </a:lnTo>
                  <a:lnTo>
                    <a:pt x="320062" y="233986"/>
                  </a:lnTo>
                  <a:lnTo>
                    <a:pt x="322120" y="229124"/>
                  </a:lnTo>
                  <a:lnTo>
                    <a:pt x="324023" y="224198"/>
                  </a:lnTo>
                  <a:lnTo>
                    <a:pt x="325770" y="219215"/>
                  </a:lnTo>
                  <a:lnTo>
                    <a:pt x="327358" y="214179"/>
                  </a:lnTo>
                  <a:lnTo>
                    <a:pt x="328787" y="209096"/>
                  </a:lnTo>
                  <a:lnTo>
                    <a:pt x="330054" y="203970"/>
                  </a:lnTo>
                  <a:lnTo>
                    <a:pt x="331159" y="198807"/>
                  </a:lnTo>
                  <a:lnTo>
                    <a:pt x="332101" y="193611"/>
                  </a:lnTo>
                  <a:lnTo>
                    <a:pt x="332877" y="188388"/>
                  </a:lnTo>
                  <a:lnTo>
                    <a:pt x="333489" y="183143"/>
                  </a:lnTo>
                  <a:lnTo>
                    <a:pt x="333934" y="177882"/>
                  </a:lnTo>
                  <a:lnTo>
                    <a:pt x="334213" y="172609"/>
                  </a:lnTo>
                  <a:lnTo>
                    <a:pt x="334325" y="167329"/>
                  </a:lnTo>
                  <a:lnTo>
                    <a:pt x="334271" y="162049"/>
                  </a:lnTo>
                  <a:lnTo>
                    <a:pt x="334050" y="156774"/>
                  </a:lnTo>
                  <a:lnTo>
                    <a:pt x="333662" y="151508"/>
                  </a:lnTo>
                  <a:lnTo>
                    <a:pt x="333108" y="146256"/>
                  </a:lnTo>
                  <a:lnTo>
                    <a:pt x="332389" y="141025"/>
                  </a:lnTo>
                  <a:lnTo>
                    <a:pt x="331504" y="135819"/>
                  </a:lnTo>
                  <a:lnTo>
                    <a:pt x="330456" y="130644"/>
                  </a:lnTo>
                  <a:lnTo>
                    <a:pt x="329245" y="125505"/>
                  </a:lnTo>
                  <a:lnTo>
                    <a:pt x="327872" y="120406"/>
                  </a:lnTo>
                  <a:lnTo>
                    <a:pt x="326339" y="115353"/>
                  </a:lnTo>
                  <a:lnTo>
                    <a:pt x="324647" y="110351"/>
                  </a:lnTo>
                  <a:lnTo>
                    <a:pt x="322798" y="105405"/>
                  </a:lnTo>
                  <a:lnTo>
                    <a:pt x="320793" y="100520"/>
                  </a:lnTo>
                  <a:lnTo>
                    <a:pt x="318635" y="95701"/>
                  </a:lnTo>
                  <a:lnTo>
                    <a:pt x="316326" y="90952"/>
                  </a:lnTo>
                  <a:lnTo>
                    <a:pt x="313869" y="86278"/>
                  </a:lnTo>
                  <a:lnTo>
                    <a:pt x="311265" y="81685"/>
                  </a:lnTo>
                  <a:lnTo>
                    <a:pt x="308517" y="77176"/>
                  </a:lnTo>
                  <a:lnTo>
                    <a:pt x="305628" y="72756"/>
                  </a:lnTo>
                  <a:lnTo>
                    <a:pt x="302601" y="68429"/>
                  </a:lnTo>
                  <a:lnTo>
                    <a:pt x="299438" y="64201"/>
                  </a:lnTo>
                  <a:lnTo>
                    <a:pt x="296144" y="60074"/>
                  </a:lnTo>
                  <a:lnTo>
                    <a:pt x="292721" y="56053"/>
                  </a:lnTo>
                  <a:lnTo>
                    <a:pt x="289173" y="52142"/>
                  </a:lnTo>
                  <a:lnTo>
                    <a:pt x="285503" y="48346"/>
                  </a:lnTo>
                  <a:lnTo>
                    <a:pt x="281715" y="44667"/>
                  </a:lnTo>
                  <a:lnTo>
                    <a:pt x="277813" y="41110"/>
                  </a:lnTo>
                  <a:lnTo>
                    <a:pt x="273800" y="37678"/>
                  </a:lnTo>
                  <a:lnTo>
                    <a:pt x="269681" y="34374"/>
                  </a:lnTo>
                  <a:lnTo>
                    <a:pt x="265460" y="31202"/>
                  </a:lnTo>
                  <a:lnTo>
                    <a:pt x="261140" y="28165"/>
                  </a:lnTo>
                  <a:lnTo>
                    <a:pt x="256727" y="25265"/>
                  </a:lnTo>
                  <a:lnTo>
                    <a:pt x="252225" y="22507"/>
                  </a:lnTo>
                  <a:lnTo>
                    <a:pt x="247637" y="19892"/>
                  </a:lnTo>
                  <a:lnTo>
                    <a:pt x="242969" y="17424"/>
                  </a:lnTo>
                  <a:lnTo>
                    <a:pt x="238226" y="15104"/>
                  </a:lnTo>
                  <a:lnTo>
                    <a:pt x="233412" y="12935"/>
                  </a:lnTo>
                  <a:lnTo>
                    <a:pt x="228531" y="10919"/>
                  </a:lnTo>
                  <a:lnTo>
                    <a:pt x="223590" y="9058"/>
                  </a:lnTo>
                  <a:lnTo>
                    <a:pt x="218592" y="7354"/>
                  </a:lnTo>
                  <a:lnTo>
                    <a:pt x="213542" y="5809"/>
                  </a:lnTo>
                  <a:lnTo>
                    <a:pt x="208447" y="4425"/>
                  </a:lnTo>
                  <a:lnTo>
                    <a:pt x="203310" y="3201"/>
                  </a:lnTo>
                  <a:lnTo>
                    <a:pt x="198137" y="2141"/>
                  </a:lnTo>
                  <a:lnTo>
                    <a:pt x="192934" y="1245"/>
                  </a:lnTo>
                  <a:lnTo>
                    <a:pt x="167160" y="166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25773" cy="167167"/>
            </a:xfrm>
            <a:custGeom>
              <a:avLst/>
              <a:pathLst>
                <a:path w="25773" h="167167">
                  <a:moveTo>
                    <a:pt x="25773" y="1998"/>
                  </a:moveTo>
                  <a:lnTo>
                    <a:pt x="17220" y="889"/>
                  </a:lnTo>
                  <a:lnTo>
                    <a:pt x="8621" y="2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856378" y="5399291"/>
              <a:ext cx="167165" cy="240718"/>
            </a:xfrm>
            <a:custGeom>
              <a:avLst/>
              <a:pathLst>
                <a:path w="167165" h="240718">
                  <a:moveTo>
                    <a:pt x="167165" y="0"/>
                  </a:moveTo>
                  <a:lnTo>
                    <a:pt x="161789" y="86"/>
                  </a:lnTo>
                  <a:lnTo>
                    <a:pt x="156418" y="345"/>
                  </a:lnTo>
                  <a:lnTo>
                    <a:pt x="151059" y="777"/>
                  </a:lnTo>
                  <a:lnTo>
                    <a:pt x="145716" y="1381"/>
                  </a:lnTo>
                  <a:lnTo>
                    <a:pt x="140396" y="2157"/>
                  </a:lnTo>
                  <a:lnTo>
                    <a:pt x="135103" y="3103"/>
                  </a:lnTo>
                  <a:lnTo>
                    <a:pt x="129844" y="4219"/>
                  </a:lnTo>
                  <a:lnTo>
                    <a:pt x="124623" y="5503"/>
                  </a:lnTo>
                  <a:lnTo>
                    <a:pt x="119446" y="6955"/>
                  </a:lnTo>
                  <a:lnTo>
                    <a:pt x="114318" y="8573"/>
                  </a:lnTo>
                  <a:lnTo>
                    <a:pt x="109245" y="10354"/>
                  </a:lnTo>
                  <a:lnTo>
                    <a:pt x="104232" y="12298"/>
                  </a:lnTo>
                  <a:lnTo>
                    <a:pt x="99284" y="14402"/>
                  </a:lnTo>
                  <a:lnTo>
                    <a:pt x="94406" y="16664"/>
                  </a:lnTo>
                  <a:lnTo>
                    <a:pt x="89604" y="19082"/>
                  </a:lnTo>
                  <a:lnTo>
                    <a:pt x="84882" y="21652"/>
                  </a:lnTo>
                  <a:lnTo>
                    <a:pt x="80245" y="24374"/>
                  </a:lnTo>
                  <a:lnTo>
                    <a:pt x="75698" y="27243"/>
                  </a:lnTo>
                  <a:lnTo>
                    <a:pt x="71245" y="30257"/>
                  </a:lnTo>
                  <a:lnTo>
                    <a:pt x="66892" y="33412"/>
                  </a:lnTo>
                  <a:lnTo>
                    <a:pt x="62642" y="36706"/>
                  </a:lnTo>
                  <a:lnTo>
                    <a:pt x="58501" y="40135"/>
                  </a:lnTo>
                  <a:lnTo>
                    <a:pt x="54472" y="43695"/>
                  </a:lnTo>
                  <a:lnTo>
                    <a:pt x="50559" y="47383"/>
                  </a:lnTo>
                  <a:lnTo>
                    <a:pt x="46767" y="51195"/>
                  </a:lnTo>
                  <a:lnTo>
                    <a:pt x="43100" y="55127"/>
                  </a:lnTo>
                  <a:lnTo>
                    <a:pt x="39561" y="59175"/>
                  </a:lnTo>
                  <a:lnTo>
                    <a:pt x="36154" y="63334"/>
                  </a:lnTo>
                  <a:lnTo>
                    <a:pt x="32883" y="67601"/>
                  </a:lnTo>
                  <a:lnTo>
                    <a:pt x="29750" y="71971"/>
                  </a:lnTo>
                  <a:lnTo>
                    <a:pt x="26760" y="76440"/>
                  </a:lnTo>
                  <a:lnTo>
                    <a:pt x="23915" y="81002"/>
                  </a:lnTo>
                  <a:lnTo>
                    <a:pt x="21218" y="85653"/>
                  </a:lnTo>
                  <a:lnTo>
                    <a:pt x="18672" y="90389"/>
                  </a:lnTo>
                  <a:lnTo>
                    <a:pt x="16280" y="95204"/>
                  </a:lnTo>
                  <a:lnTo>
                    <a:pt x="14043" y="100093"/>
                  </a:lnTo>
                  <a:lnTo>
                    <a:pt x="11966" y="105052"/>
                  </a:lnTo>
                  <a:lnTo>
                    <a:pt x="10048" y="110076"/>
                  </a:lnTo>
                  <a:lnTo>
                    <a:pt x="8294" y="115158"/>
                  </a:lnTo>
                  <a:lnTo>
                    <a:pt x="6703" y="120294"/>
                  </a:lnTo>
                  <a:lnTo>
                    <a:pt x="5279" y="125479"/>
                  </a:lnTo>
                  <a:lnTo>
                    <a:pt x="4022" y="130706"/>
                  </a:lnTo>
                  <a:lnTo>
                    <a:pt x="2934" y="135972"/>
                  </a:lnTo>
                  <a:lnTo>
                    <a:pt x="2015" y="141269"/>
                  </a:lnTo>
                  <a:lnTo>
                    <a:pt x="1268" y="146594"/>
                  </a:lnTo>
                  <a:lnTo>
                    <a:pt x="692" y="151940"/>
                  </a:lnTo>
                  <a:lnTo>
                    <a:pt x="289" y="157301"/>
                  </a:lnTo>
                  <a:lnTo>
                    <a:pt x="58" y="162673"/>
                  </a:lnTo>
                  <a:lnTo>
                    <a:pt x="0" y="168049"/>
                  </a:lnTo>
                  <a:lnTo>
                    <a:pt x="114" y="173425"/>
                  </a:lnTo>
                  <a:lnTo>
                    <a:pt x="402" y="178793"/>
                  </a:lnTo>
                  <a:lnTo>
                    <a:pt x="862" y="184150"/>
                  </a:lnTo>
                  <a:lnTo>
                    <a:pt x="1494" y="189490"/>
                  </a:lnTo>
                  <a:lnTo>
                    <a:pt x="2298" y="194806"/>
                  </a:lnTo>
                  <a:lnTo>
                    <a:pt x="3272" y="200094"/>
                  </a:lnTo>
                  <a:lnTo>
                    <a:pt x="4416" y="205347"/>
                  </a:lnTo>
                  <a:lnTo>
                    <a:pt x="5728" y="210562"/>
                  </a:lnTo>
                  <a:lnTo>
                    <a:pt x="7207" y="215731"/>
                  </a:lnTo>
                  <a:lnTo>
                    <a:pt x="8851" y="220850"/>
                  </a:lnTo>
                  <a:lnTo>
                    <a:pt x="10660" y="225913"/>
                  </a:lnTo>
                  <a:lnTo>
                    <a:pt x="12630" y="230916"/>
                  </a:lnTo>
                  <a:lnTo>
                    <a:pt x="14760" y="235853"/>
                  </a:lnTo>
                  <a:lnTo>
                    <a:pt x="17048" y="240718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873427" y="5566459"/>
              <a:ext cx="150117" cy="73551"/>
            </a:xfrm>
            <a:custGeom>
              <a:avLst/>
              <a:pathLst>
                <a:path w="150117" h="73551">
                  <a:moveTo>
                    <a:pt x="0" y="73551"/>
                  </a:moveTo>
                  <a:lnTo>
                    <a:pt x="150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73427" y="5566459"/>
              <a:ext cx="150117" cy="73551"/>
            </a:xfrm>
            <a:custGeom>
              <a:avLst/>
              <a:pathLst>
                <a:path w="150117" h="73551">
                  <a:moveTo>
                    <a:pt x="0" y="73551"/>
                  </a:moveTo>
                  <a:lnTo>
                    <a:pt x="150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73427" y="5566459"/>
              <a:ext cx="150117" cy="73551"/>
            </a:xfrm>
            <a:custGeom>
              <a:avLst/>
              <a:pathLst>
                <a:path w="150117" h="73551">
                  <a:moveTo>
                    <a:pt x="0" y="73551"/>
                  </a:moveTo>
                  <a:lnTo>
                    <a:pt x="15011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873427" y="5566459"/>
              <a:ext cx="150117" cy="73551"/>
            </a:xfrm>
            <a:custGeom>
              <a:avLst/>
              <a:pathLst>
                <a:path w="150117" h="73551">
                  <a:moveTo>
                    <a:pt x="0" y="73551"/>
                  </a:moveTo>
                  <a:lnTo>
                    <a:pt x="15011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873427" y="5566459"/>
              <a:ext cx="150117" cy="73551"/>
            </a:xfrm>
            <a:custGeom>
              <a:avLst/>
              <a:pathLst>
                <a:path w="150117" h="73551">
                  <a:moveTo>
                    <a:pt x="0" y="73551"/>
                  </a:moveTo>
                  <a:lnTo>
                    <a:pt x="15011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73427" y="5566459"/>
              <a:ext cx="150117" cy="140427"/>
            </a:xfrm>
            <a:custGeom>
              <a:avLst/>
              <a:pathLst>
                <a:path w="150117" h="140427">
                  <a:moveTo>
                    <a:pt x="0" y="73551"/>
                  </a:moveTo>
                  <a:lnTo>
                    <a:pt x="2576" y="78591"/>
                  </a:lnTo>
                  <a:lnTo>
                    <a:pt x="5321" y="83541"/>
                  </a:lnTo>
                  <a:lnTo>
                    <a:pt x="8232" y="88395"/>
                  </a:lnTo>
                  <a:lnTo>
                    <a:pt x="11306" y="93148"/>
                  </a:lnTo>
                  <a:lnTo>
                    <a:pt x="14539" y="97794"/>
                  </a:lnTo>
                  <a:lnTo>
                    <a:pt x="17928" y="102327"/>
                  </a:lnTo>
                  <a:lnTo>
                    <a:pt x="21468" y="106744"/>
                  </a:lnTo>
                  <a:lnTo>
                    <a:pt x="25155" y="111038"/>
                  </a:lnTo>
                  <a:lnTo>
                    <a:pt x="28986" y="115205"/>
                  </a:lnTo>
                  <a:lnTo>
                    <a:pt x="32956" y="119240"/>
                  </a:lnTo>
                  <a:lnTo>
                    <a:pt x="37060" y="123138"/>
                  </a:lnTo>
                  <a:lnTo>
                    <a:pt x="41293" y="126895"/>
                  </a:lnTo>
                  <a:lnTo>
                    <a:pt x="45651" y="130506"/>
                  </a:lnTo>
                  <a:lnTo>
                    <a:pt x="50130" y="133968"/>
                  </a:lnTo>
                  <a:lnTo>
                    <a:pt x="54722" y="137276"/>
                  </a:lnTo>
                  <a:lnTo>
                    <a:pt x="59424" y="140427"/>
                  </a:lnTo>
                  <a:lnTo>
                    <a:pt x="15011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32851" y="5399291"/>
              <a:ext cx="257840" cy="334334"/>
            </a:xfrm>
            <a:custGeom>
              <a:avLst/>
              <a:pathLst>
                <a:path w="257840" h="334334">
                  <a:moveTo>
                    <a:pt x="0" y="307594"/>
                  </a:moveTo>
                  <a:lnTo>
                    <a:pt x="4503" y="310403"/>
                  </a:lnTo>
                  <a:lnTo>
                    <a:pt x="9094" y="313067"/>
                  </a:lnTo>
                  <a:lnTo>
                    <a:pt x="13767" y="315584"/>
                  </a:lnTo>
                  <a:lnTo>
                    <a:pt x="18518" y="317951"/>
                  </a:lnTo>
                  <a:lnTo>
                    <a:pt x="23341" y="320166"/>
                  </a:lnTo>
                  <a:lnTo>
                    <a:pt x="28232" y="322228"/>
                  </a:lnTo>
                  <a:lnTo>
                    <a:pt x="33187" y="324132"/>
                  </a:lnTo>
                  <a:lnTo>
                    <a:pt x="38199" y="325879"/>
                  </a:lnTo>
                  <a:lnTo>
                    <a:pt x="43264" y="327465"/>
                  </a:lnTo>
                  <a:lnTo>
                    <a:pt x="48377" y="328890"/>
                  </a:lnTo>
                  <a:lnTo>
                    <a:pt x="53532" y="330152"/>
                  </a:lnTo>
                  <a:lnTo>
                    <a:pt x="58725" y="331250"/>
                  </a:lnTo>
                  <a:lnTo>
                    <a:pt x="63951" y="332182"/>
                  </a:lnTo>
                  <a:lnTo>
                    <a:pt x="69203" y="332947"/>
                  </a:lnTo>
                  <a:lnTo>
                    <a:pt x="74477" y="333546"/>
                  </a:lnTo>
                  <a:lnTo>
                    <a:pt x="79767" y="333977"/>
                  </a:lnTo>
                  <a:lnTo>
                    <a:pt x="85068" y="334240"/>
                  </a:lnTo>
                  <a:lnTo>
                    <a:pt x="90375" y="334334"/>
                  </a:lnTo>
                  <a:lnTo>
                    <a:pt x="95682" y="334260"/>
                  </a:lnTo>
                  <a:lnTo>
                    <a:pt x="100984" y="334017"/>
                  </a:lnTo>
                  <a:lnTo>
                    <a:pt x="106276" y="333606"/>
                  </a:lnTo>
                  <a:lnTo>
                    <a:pt x="111552" y="333028"/>
                  </a:lnTo>
                  <a:lnTo>
                    <a:pt x="116807" y="332282"/>
                  </a:lnTo>
                  <a:lnTo>
                    <a:pt x="122036" y="331369"/>
                  </a:lnTo>
                  <a:lnTo>
                    <a:pt x="127233" y="330292"/>
                  </a:lnTo>
                  <a:lnTo>
                    <a:pt x="132394" y="329049"/>
                  </a:lnTo>
                  <a:lnTo>
                    <a:pt x="137512" y="327644"/>
                  </a:lnTo>
                  <a:lnTo>
                    <a:pt x="142583" y="326077"/>
                  </a:lnTo>
                  <a:lnTo>
                    <a:pt x="147602" y="324349"/>
                  </a:lnTo>
                  <a:lnTo>
                    <a:pt x="152563" y="322463"/>
                  </a:lnTo>
                  <a:lnTo>
                    <a:pt x="157462" y="320421"/>
                  </a:lnTo>
                  <a:lnTo>
                    <a:pt x="162294" y="318224"/>
                  </a:lnTo>
                  <a:lnTo>
                    <a:pt x="167053" y="315874"/>
                  </a:lnTo>
                  <a:lnTo>
                    <a:pt x="171736" y="313375"/>
                  </a:lnTo>
                  <a:lnTo>
                    <a:pt x="176337" y="310728"/>
                  </a:lnTo>
                  <a:lnTo>
                    <a:pt x="180851" y="307937"/>
                  </a:lnTo>
                  <a:lnTo>
                    <a:pt x="185275" y="305004"/>
                  </a:lnTo>
                  <a:lnTo>
                    <a:pt x="189603" y="301932"/>
                  </a:lnTo>
                  <a:lnTo>
                    <a:pt x="193831" y="298724"/>
                  </a:lnTo>
                  <a:lnTo>
                    <a:pt x="197956" y="295383"/>
                  </a:lnTo>
                  <a:lnTo>
                    <a:pt x="201972" y="291913"/>
                  </a:lnTo>
                  <a:lnTo>
                    <a:pt x="205877" y="288317"/>
                  </a:lnTo>
                  <a:lnTo>
                    <a:pt x="209665" y="284599"/>
                  </a:lnTo>
                  <a:lnTo>
                    <a:pt x="213333" y="280763"/>
                  </a:lnTo>
                  <a:lnTo>
                    <a:pt x="216877" y="276812"/>
                  </a:lnTo>
                  <a:lnTo>
                    <a:pt x="220295" y="272751"/>
                  </a:lnTo>
                  <a:lnTo>
                    <a:pt x="223581" y="268583"/>
                  </a:lnTo>
                  <a:lnTo>
                    <a:pt x="226734" y="264313"/>
                  </a:lnTo>
                  <a:lnTo>
                    <a:pt x="229750" y="259945"/>
                  </a:lnTo>
                  <a:lnTo>
                    <a:pt x="232625" y="255484"/>
                  </a:lnTo>
                  <a:lnTo>
                    <a:pt x="235357" y="250933"/>
                  </a:lnTo>
                  <a:lnTo>
                    <a:pt x="237944" y="246298"/>
                  </a:lnTo>
                  <a:lnTo>
                    <a:pt x="240382" y="241584"/>
                  </a:lnTo>
                  <a:lnTo>
                    <a:pt x="242669" y="236794"/>
                  </a:lnTo>
                  <a:lnTo>
                    <a:pt x="244803" y="231934"/>
                  </a:lnTo>
                  <a:lnTo>
                    <a:pt x="246781" y="227009"/>
                  </a:lnTo>
                  <a:lnTo>
                    <a:pt x="248602" y="222023"/>
                  </a:lnTo>
                  <a:lnTo>
                    <a:pt x="250264" y="216983"/>
                  </a:lnTo>
                  <a:lnTo>
                    <a:pt x="251765" y="211891"/>
                  </a:lnTo>
                  <a:lnTo>
                    <a:pt x="253104" y="206755"/>
                  </a:lnTo>
                  <a:lnTo>
                    <a:pt x="254279" y="201579"/>
                  </a:lnTo>
                  <a:lnTo>
                    <a:pt x="255289" y="196369"/>
                  </a:lnTo>
                  <a:lnTo>
                    <a:pt x="256133" y="191128"/>
                  </a:lnTo>
                  <a:lnTo>
                    <a:pt x="256810" y="185864"/>
                  </a:lnTo>
                  <a:lnTo>
                    <a:pt x="257320" y="180581"/>
                  </a:lnTo>
                  <a:lnTo>
                    <a:pt x="257662" y="175284"/>
                  </a:lnTo>
                  <a:lnTo>
                    <a:pt x="257835" y="169979"/>
                  </a:lnTo>
                  <a:lnTo>
                    <a:pt x="257840" y="164671"/>
                  </a:lnTo>
                  <a:lnTo>
                    <a:pt x="257677" y="159366"/>
                  </a:lnTo>
                  <a:lnTo>
                    <a:pt x="257345" y="154069"/>
                  </a:lnTo>
                  <a:lnTo>
                    <a:pt x="256845" y="148785"/>
                  </a:lnTo>
                  <a:lnTo>
                    <a:pt x="256178" y="143519"/>
                  </a:lnTo>
                  <a:lnTo>
                    <a:pt x="255344" y="138277"/>
                  </a:lnTo>
                  <a:lnTo>
                    <a:pt x="254344" y="133065"/>
                  </a:lnTo>
                  <a:lnTo>
                    <a:pt x="253179" y="127886"/>
                  </a:lnTo>
                  <a:lnTo>
                    <a:pt x="251850" y="122748"/>
                  </a:lnTo>
                  <a:lnTo>
                    <a:pt x="250358" y="117654"/>
                  </a:lnTo>
                  <a:lnTo>
                    <a:pt x="248706" y="112610"/>
                  </a:lnTo>
                  <a:lnTo>
                    <a:pt x="246894" y="107621"/>
                  </a:lnTo>
                  <a:lnTo>
                    <a:pt x="244925" y="102692"/>
                  </a:lnTo>
                  <a:lnTo>
                    <a:pt x="242800" y="97828"/>
                  </a:lnTo>
                  <a:lnTo>
                    <a:pt x="240522" y="93034"/>
                  </a:lnTo>
                  <a:lnTo>
                    <a:pt x="238093" y="88314"/>
                  </a:lnTo>
                  <a:lnTo>
                    <a:pt x="235516" y="83675"/>
                  </a:lnTo>
                  <a:lnTo>
                    <a:pt x="232792" y="79119"/>
                  </a:lnTo>
                  <a:lnTo>
                    <a:pt x="229925" y="74652"/>
                  </a:lnTo>
                  <a:lnTo>
                    <a:pt x="226918" y="70278"/>
                  </a:lnTo>
                  <a:lnTo>
                    <a:pt x="223773" y="66003"/>
                  </a:lnTo>
                  <a:lnTo>
                    <a:pt x="220495" y="61829"/>
                  </a:lnTo>
                  <a:lnTo>
                    <a:pt x="217085" y="57761"/>
                  </a:lnTo>
                  <a:lnTo>
                    <a:pt x="213548" y="53803"/>
                  </a:lnTo>
                  <a:lnTo>
                    <a:pt x="209887" y="49960"/>
                  </a:lnTo>
                  <a:lnTo>
                    <a:pt x="206106" y="46235"/>
                  </a:lnTo>
                  <a:lnTo>
                    <a:pt x="202209" y="42632"/>
                  </a:lnTo>
                  <a:lnTo>
                    <a:pt x="198199" y="39154"/>
                  </a:lnTo>
                  <a:lnTo>
                    <a:pt x="194080" y="35806"/>
                  </a:lnTo>
                  <a:lnTo>
                    <a:pt x="189858" y="32590"/>
                  </a:lnTo>
                  <a:lnTo>
                    <a:pt x="185536" y="29510"/>
                  </a:lnTo>
                  <a:lnTo>
                    <a:pt x="181118" y="26568"/>
                  </a:lnTo>
                  <a:lnTo>
                    <a:pt x="176608" y="23768"/>
                  </a:lnTo>
                  <a:lnTo>
                    <a:pt x="172013" y="21113"/>
                  </a:lnTo>
                  <a:lnTo>
                    <a:pt x="167335" y="18605"/>
                  </a:lnTo>
                  <a:lnTo>
                    <a:pt x="162580" y="16246"/>
                  </a:lnTo>
                  <a:lnTo>
                    <a:pt x="157752" y="14040"/>
                  </a:lnTo>
                  <a:lnTo>
                    <a:pt x="152857" y="11988"/>
                  </a:lnTo>
                  <a:lnTo>
                    <a:pt x="147899" y="10093"/>
                  </a:lnTo>
                  <a:lnTo>
                    <a:pt x="142884" y="8356"/>
                  </a:lnTo>
                  <a:lnTo>
                    <a:pt x="137816" y="6779"/>
                  </a:lnTo>
                  <a:lnTo>
                    <a:pt x="132700" y="5364"/>
                  </a:lnTo>
                  <a:lnTo>
                    <a:pt x="127542" y="4112"/>
                  </a:lnTo>
                  <a:lnTo>
                    <a:pt x="122347" y="3024"/>
                  </a:lnTo>
                  <a:lnTo>
                    <a:pt x="117120" y="2102"/>
                  </a:lnTo>
                  <a:lnTo>
                    <a:pt x="111866" y="1346"/>
                  </a:lnTo>
                  <a:lnTo>
                    <a:pt x="106591" y="757"/>
                  </a:lnTo>
                  <a:lnTo>
                    <a:pt x="101300" y="336"/>
                  </a:lnTo>
                  <a:lnTo>
                    <a:pt x="95999" y="84"/>
                  </a:lnTo>
                  <a:lnTo>
                    <a:pt x="90692" y="0"/>
                  </a:lnTo>
                  <a:lnTo>
                    <a:pt x="906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86128" y="5269756"/>
              <a:ext cx="159130" cy="167167"/>
            </a:xfrm>
            <a:custGeom>
              <a:avLst/>
              <a:pathLst>
                <a:path w="159130" h="167167">
                  <a:moveTo>
                    <a:pt x="159130" y="0"/>
                  </a:moveTo>
                  <a:lnTo>
                    <a:pt x="153732" y="87"/>
                  </a:lnTo>
                  <a:lnTo>
                    <a:pt x="148341" y="348"/>
                  </a:lnTo>
                  <a:lnTo>
                    <a:pt x="142960" y="783"/>
                  </a:lnTo>
                  <a:lnTo>
                    <a:pt x="137596" y="1392"/>
                  </a:lnTo>
                  <a:lnTo>
                    <a:pt x="132255" y="2174"/>
                  </a:lnTo>
                  <a:lnTo>
                    <a:pt x="126942" y="3128"/>
                  </a:lnTo>
                  <a:lnTo>
                    <a:pt x="121662" y="4253"/>
                  </a:lnTo>
                  <a:lnTo>
                    <a:pt x="116421" y="5547"/>
                  </a:lnTo>
                  <a:lnTo>
                    <a:pt x="111225" y="7011"/>
                  </a:lnTo>
                  <a:lnTo>
                    <a:pt x="106079" y="8641"/>
                  </a:lnTo>
                  <a:lnTo>
                    <a:pt x="100988" y="10436"/>
                  </a:lnTo>
                  <a:lnTo>
                    <a:pt x="95958" y="12395"/>
                  </a:lnTo>
                  <a:lnTo>
                    <a:pt x="90994" y="14516"/>
                  </a:lnTo>
                  <a:lnTo>
                    <a:pt x="86100" y="16795"/>
                  </a:lnTo>
                  <a:lnTo>
                    <a:pt x="81283" y="19232"/>
                  </a:lnTo>
                  <a:lnTo>
                    <a:pt x="76547" y="21822"/>
                  </a:lnTo>
                  <a:lnTo>
                    <a:pt x="71897" y="24565"/>
                  </a:lnTo>
                  <a:lnTo>
                    <a:pt x="67339" y="27455"/>
                  </a:lnTo>
                  <a:lnTo>
                    <a:pt x="62875" y="30492"/>
                  </a:lnTo>
                  <a:lnTo>
                    <a:pt x="58513" y="33671"/>
                  </a:lnTo>
                  <a:lnTo>
                    <a:pt x="54255" y="36990"/>
                  </a:lnTo>
                  <a:lnTo>
                    <a:pt x="50106" y="40444"/>
                  </a:lnTo>
                  <a:lnTo>
                    <a:pt x="46071" y="44030"/>
                  </a:lnTo>
                  <a:lnTo>
                    <a:pt x="42155" y="47745"/>
                  </a:lnTo>
                  <a:lnTo>
                    <a:pt x="38360" y="51584"/>
                  </a:lnTo>
                  <a:lnTo>
                    <a:pt x="34691" y="55543"/>
                  </a:lnTo>
                  <a:lnTo>
                    <a:pt x="31151" y="59619"/>
                  </a:lnTo>
                  <a:lnTo>
                    <a:pt x="27746" y="63808"/>
                  </a:lnTo>
                  <a:lnTo>
                    <a:pt x="24477" y="68104"/>
                  </a:lnTo>
                  <a:lnTo>
                    <a:pt x="21349" y="72503"/>
                  </a:lnTo>
                  <a:lnTo>
                    <a:pt x="18364" y="77001"/>
                  </a:lnTo>
                  <a:lnTo>
                    <a:pt x="15526" y="81593"/>
                  </a:lnTo>
                  <a:lnTo>
                    <a:pt x="12838" y="86274"/>
                  </a:lnTo>
                  <a:lnTo>
                    <a:pt x="10302" y="91040"/>
                  </a:lnTo>
                  <a:lnTo>
                    <a:pt x="7922" y="95885"/>
                  </a:lnTo>
                  <a:lnTo>
                    <a:pt x="5699" y="100805"/>
                  </a:lnTo>
                  <a:lnTo>
                    <a:pt x="3637" y="105793"/>
                  </a:lnTo>
                  <a:lnTo>
                    <a:pt x="1736" y="110846"/>
                  </a:lnTo>
                  <a:lnTo>
                    <a:pt x="0" y="115957"/>
                  </a:lnTo>
                  <a:lnTo>
                    <a:pt x="1591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86128" y="5385713"/>
              <a:ext cx="159130" cy="51209"/>
            </a:xfrm>
            <a:custGeom>
              <a:avLst/>
              <a:pathLst>
                <a:path w="159130" h="51209">
                  <a:moveTo>
                    <a:pt x="0" y="0"/>
                  </a:moveTo>
                  <a:lnTo>
                    <a:pt x="159130" y="51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86128" y="5385713"/>
              <a:ext cx="159130" cy="51209"/>
            </a:xfrm>
            <a:custGeom>
              <a:avLst/>
              <a:pathLst>
                <a:path w="159130" h="51209">
                  <a:moveTo>
                    <a:pt x="0" y="0"/>
                  </a:moveTo>
                  <a:lnTo>
                    <a:pt x="159130" y="51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86128" y="5385713"/>
              <a:ext cx="159130" cy="51209"/>
            </a:xfrm>
            <a:custGeom>
              <a:avLst/>
              <a:pathLst>
                <a:path w="159130" h="51209">
                  <a:moveTo>
                    <a:pt x="0" y="0"/>
                  </a:moveTo>
                  <a:lnTo>
                    <a:pt x="159130" y="512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86128" y="5385713"/>
              <a:ext cx="159130" cy="51209"/>
            </a:xfrm>
            <a:custGeom>
              <a:avLst/>
              <a:pathLst>
                <a:path w="159130" h="51209">
                  <a:moveTo>
                    <a:pt x="0" y="0"/>
                  </a:moveTo>
                  <a:lnTo>
                    <a:pt x="159130" y="51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091" y="5385713"/>
              <a:ext cx="167166" cy="67942"/>
            </a:xfrm>
            <a:custGeom>
              <a:avLst/>
              <a:pathLst>
                <a:path w="167166" h="67942">
                  <a:moveTo>
                    <a:pt x="8036" y="0"/>
                  </a:moveTo>
                  <a:lnTo>
                    <a:pt x="6373" y="5487"/>
                  </a:lnTo>
                  <a:lnTo>
                    <a:pt x="4900" y="11028"/>
                  </a:lnTo>
                  <a:lnTo>
                    <a:pt x="3617" y="16616"/>
                  </a:lnTo>
                  <a:lnTo>
                    <a:pt x="2527" y="22245"/>
                  </a:lnTo>
                  <a:lnTo>
                    <a:pt x="1631" y="27909"/>
                  </a:lnTo>
                  <a:lnTo>
                    <a:pt x="929" y="33599"/>
                  </a:lnTo>
                  <a:lnTo>
                    <a:pt x="423" y="39310"/>
                  </a:lnTo>
                  <a:lnTo>
                    <a:pt x="113" y="45036"/>
                  </a:lnTo>
                  <a:lnTo>
                    <a:pt x="0" y="50768"/>
                  </a:lnTo>
                  <a:lnTo>
                    <a:pt x="83" y="56501"/>
                  </a:lnTo>
                  <a:lnTo>
                    <a:pt x="362" y="62228"/>
                  </a:lnTo>
                  <a:lnTo>
                    <a:pt x="838" y="67942"/>
                  </a:lnTo>
                  <a:lnTo>
                    <a:pt x="167166" y="512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930" y="5269756"/>
              <a:ext cx="333482" cy="334330"/>
            </a:xfrm>
            <a:custGeom>
              <a:avLst/>
              <a:pathLst>
                <a:path w="333482" h="334330">
                  <a:moveTo>
                    <a:pt x="0" y="183900"/>
                  </a:moveTo>
                  <a:lnTo>
                    <a:pt x="616" y="189181"/>
                  </a:lnTo>
                  <a:lnTo>
                    <a:pt x="1400" y="194440"/>
                  </a:lnTo>
                  <a:lnTo>
                    <a:pt x="2350" y="199671"/>
                  </a:lnTo>
                  <a:lnTo>
                    <a:pt x="3467" y="204869"/>
                  </a:lnTo>
                  <a:lnTo>
                    <a:pt x="4749" y="210030"/>
                  </a:lnTo>
                  <a:lnTo>
                    <a:pt x="6193" y="215147"/>
                  </a:lnTo>
                  <a:lnTo>
                    <a:pt x="7800" y="220215"/>
                  </a:lnTo>
                  <a:lnTo>
                    <a:pt x="9567" y="225230"/>
                  </a:lnTo>
                  <a:lnTo>
                    <a:pt x="11493" y="230186"/>
                  </a:lnTo>
                  <a:lnTo>
                    <a:pt x="13576" y="235078"/>
                  </a:lnTo>
                  <a:lnTo>
                    <a:pt x="15813" y="239901"/>
                  </a:lnTo>
                  <a:lnTo>
                    <a:pt x="18202" y="244651"/>
                  </a:lnTo>
                  <a:lnTo>
                    <a:pt x="20741" y="249323"/>
                  </a:lnTo>
                  <a:lnTo>
                    <a:pt x="23428" y="253911"/>
                  </a:lnTo>
                  <a:lnTo>
                    <a:pt x="26259" y="258412"/>
                  </a:lnTo>
                  <a:lnTo>
                    <a:pt x="29231" y="262820"/>
                  </a:lnTo>
                  <a:lnTo>
                    <a:pt x="32343" y="267132"/>
                  </a:lnTo>
                  <a:lnTo>
                    <a:pt x="35589" y="271342"/>
                  </a:lnTo>
                  <a:lnTo>
                    <a:pt x="38969" y="275448"/>
                  </a:lnTo>
                  <a:lnTo>
                    <a:pt x="42477" y="279443"/>
                  </a:lnTo>
                  <a:lnTo>
                    <a:pt x="46110" y="283325"/>
                  </a:lnTo>
                  <a:lnTo>
                    <a:pt x="49865" y="287090"/>
                  </a:lnTo>
                  <a:lnTo>
                    <a:pt x="53738" y="290733"/>
                  </a:lnTo>
                  <a:lnTo>
                    <a:pt x="57724" y="294251"/>
                  </a:lnTo>
                  <a:lnTo>
                    <a:pt x="61821" y="297640"/>
                  </a:lnTo>
                  <a:lnTo>
                    <a:pt x="66023" y="300898"/>
                  </a:lnTo>
                  <a:lnTo>
                    <a:pt x="70327" y="304020"/>
                  </a:lnTo>
                  <a:lnTo>
                    <a:pt x="74727" y="307004"/>
                  </a:lnTo>
                  <a:lnTo>
                    <a:pt x="79221" y="309846"/>
                  </a:lnTo>
                  <a:lnTo>
                    <a:pt x="83803" y="312544"/>
                  </a:lnTo>
                  <a:lnTo>
                    <a:pt x="88468" y="315095"/>
                  </a:lnTo>
                  <a:lnTo>
                    <a:pt x="93212" y="317497"/>
                  </a:lnTo>
                  <a:lnTo>
                    <a:pt x="98029" y="319746"/>
                  </a:lnTo>
                  <a:lnTo>
                    <a:pt x="102916" y="321841"/>
                  </a:lnTo>
                  <a:lnTo>
                    <a:pt x="107867" y="323779"/>
                  </a:lnTo>
                  <a:lnTo>
                    <a:pt x="112878" y="325559"/>
                  </a:lnTo>
                  <a:lnTo>
                    <a:pt x="117942" y="327179"/>
                  </a:lnTo>
                  <a:lnTo>
                    <a:pt x="123055" y="328637"/>
                  </a:lnTo>
                  <a:lnTo>
                    <a:pt x="128212" y="329931"/>
                  </a:lnTo>
                  <a:lnTo>
                    <a:pt x="133408" y="331061"/>
                  </a:lnTo>
                  <a:lnTo>
                    <a:pt x="138637" y="332025"/>
                  </a:lnTo>
                  <a:lnTo>
                    <a:pt x="143893" y="332822"/>
                  </a:lnTo>
                  <a:lnTo>
                    <a:pt x="149173" y="333452"/>
                  </a:lnTo>
                  <a:lnTo>
                    <a:pt x="154470" y="333913"/>
                  </a:lnTo>
                  <a:lnTo>
                    <a:pt x="159779" y="334206"/>
                  </a:lnTo>
                  <a:lnTo>
                    <a:pt x="165094" y="334330"/>
                  </a:lnTo>
                  <a:lnTo>
                    <a:pt x="170411" y="334284"/>
                  </a:lnTo>
                  <a:lnTo>
                    <a:pt x="175724" y="334070"/>
                  </a:lnTo>
                  <a:lnTo>
                    <a:pt x="181027" y="333687"/>
                  </a:lnTo>
                  <a:lnTo>
                    <a:pt x="186315" y="333135"/>
                  </a:lnTo>
                  <a:lnTo>
                    <a:pt x="191583" y="332415"/>
                  </a:lnTo>
                  <a:lnTo>
                    <a:pt x="196826" y="331529"/>
                  </a:lnTo>
                  <a:lnTo>
                    <a:pt x="202038" y="330476"/>
                  </a:lnTo>
                  <a:lnTo>
                    <a:pt x="207213" y="329257"/>
                  </a:lnTo>
                  <a:lnTo>
                    <a:pt x="212347" y="327875"/>
                  </a:lnTo>
                  <a:lnTo>
                    <a:pt x="217435" y="326330"/>
                  </a:lnTo>
                  <a:lnTo>
                    <a:pt x="222471" y="324624"/>
                  </a:lnTo>
                  <a:lnTo>
                    <a:pt x="227450" y="322759"/>
                  </a:lnTo>
                  <a:lnTo>
                    <a:pt x="232367" y="320737"/>
                  </a:lnTo>
                  <a:lnTo>
                    <a:pt x="237218" y="318559"/>
                  </a:lnTo>
                  <a:lnTo>
                    <a:pt x="241997" y="316228"/>
                  </a:lnTo>
                  <a:lnTo>
                    <a:pt x="246699" y="313746"/>
                  </a:lnTo>
                  <a:lnTo>
                    <a:pt x="251320" y="311116"/>
                  </a:lnTo>
                  <a:lnTo>
                    <a:pt x="255855" y="308340"/>
                  </a:lnTo>
                  <a:lnTo>
                    <a:pt x="260299" y="305421"/>
                  </a:lnTo>
                  <a:lnTo>
                    <a:pt x="264648" y="302363"/>
                  </a:lnTo>
                  <a:lnTo>
                    <a:pt x="268898" y="299168"/>
                  </a:lnTo>
                  <a:lnTo>
                    <a:pt x="273044" y="295839"/>
                  </a:lnTo>
                  <a:lnTo>
                    <a:pt x="277082" y="292380"/>
                  </a:lnTo>
                  <a:lnTo>
                    <a:pt x="281008" y="288794"/>
                  </a:lnTo>
                  <a:lnTo>
                    <a:pt x="284818" y="285086"/>
                  </a:lnTo>
                  <a:lnTo>
                    <a:pt x="288509" y="281258"/>
                  </a:lnTo>
                  <a:lnTo>
                    <a:pt x="292075" y="277314"/>
                  </a:lnTo>
                  <a:lnTo>
                    <a:pt x="295514" y="273260"/>
                  </a:lnTo>
                  <a:lnTo>
                    <a:pt x="298823" y="269098"/>
                  </a:lnTo>
                  <a:lnTo>
                    <a:pt x="301998" y="264832"/>
                  </a:lnTo>
                  <a:lnTo>
                    <a:pt x="305035" y="260468"/>
                  </a:lnTo>
                  <a:lnTo>
                    <a:pt x="307932" y="256010"/>
                  </a:lnTo>
                  <a:lnTo>
                    <a:pt x="310686" y="251462"/>
                  </a:lnTo>
                  <a:lnTo>
                    <a:pt x="313294" y="246828"/>
                  </a:lnTo>
                  <a:lnTo>
                    <a:pt x="315753" y="242114"/>
                  </a:lnTo>
                  <a:lnTo>
                    <a:pt x="318061" y="237324"/>
                  </a:lnTo>
                  <a:lnTo>
                    <a:pt x="320215" y="232463"/>
                  </a:lnTo>
                  <a:lnTo>
                    <a:pt x="322214" y="227536"/>
                  </a:lnTo>
                  <a:lnTo>
                    <a:pt x="324055" y="222548"/>
                  </a:lnTo>
                  <a:lnTo>
                    <a:pt x="325736" y="217504"/>
                  </a:lnTo>
                  <a:lnTo>
                    <a:pt x="327256" y="212409"/>
                  </a:lnTo>
                  <a:lnTo>
                    <a:pt x="328614" y="207268"/>
                  </a:lnTo>
                  <a:lnTo>
                    <a:pt x="329807" y="202086"/>
                  </a:lnTo>
                  <a:lnTo>
                    <a:pt x="330835" y="196870"/>
                  </a:lnTo>
                  <a:lnTo>
                    <a:pt x="331696" y="191623"/>
                  </a:lnTo>
                  <a:lnTo>
                    <a:pt x="332390" y="186351"/>
                  </a:lnTo>
                  <a:lnTo>
                    <a:pt x="332916" y="181060"/>
                  </a:lnTo>
                  <a:lnTo>
                    <a:pt x="333274" y="175755"/>
                  </a:lnTo>
                  <a:lnTo>
                    <a:pt x="333463" y="170442"/>
                  </a:lnTo>
                  <a:lnTo>
                    <a:pt x="333482" y="165125"/>
                  </a:lnTo>
                  <a:lnTo>
                    <a:pt x="333333" y="159810"/>
                  </a:lnTo>
                  <a:lnTo>
                    <a:pt x="333014" y="154503"/>
                  </a:lnTo>
                  <a:lnTo>
                    <a:pt x="332527" y="149208"/>
                  </a:lnTo>
                  <a:lnTo>
                    <a:pt x="331872" y="143931"/>
                  </a:lnTo>
                  <a:lnTo>
                    <a:pt x="331049" y="138678"/>
                  </a:lnTo>
                  <a:lnTo>
                    <a:pt x="330060" y="133454"/>
                  </a:lnTo>
                  <a:lnTo>
                    <a:pt x="328905" y="128264"/>
                  </a:lnTo>
                  <a:lnTo>
                    <a:pt x="327586" y="123114"/>
                  </a:lnTo>
                  <a:lnTo>
                    <a:pt x="326103" y="118007"/>
                  </a:lnTo>
                  <a:lnTo>
                    <a:pt x="324459" y="112951"/>
                  </a:lnTo>
                  <a:lnTo>
                    <a:pt x="322655" y="107950"/>
                  </a:lnTo>
                  <a:lnTo>
                    <a:pt x="320692" y="103008"/>
                  </a:lnTo>
                  <a:lnTo>
                    <a:pt x="318574" y="98131"/>
                  </a:lnTo>
                  <a:lnTo>
                    <a:pt x="316301" y="93324"/>
                  </a:lnTo>
                  <a:lnTo>
                    <a:pt x="313877" y="88592"/>
                  </a:lnTo>
                  <a:lnTo>
                    <a:pt x="311304" y="83939"/>
                  </a:lnTo>
                  <a:lnTo>
                    <a:pt x="308584" y="79371"/>
                  </a:lnTo>
                  <a:lnTo>
                    <a:pt x="305719" y="74891"/>
                  </a:lnTo>
                  <a:lnTo>
                    <a:pt x="302714" y="70505"/>
                  </a:lnTo>
                  <a:lnTo>
                    <a:pt x="299571" y="66216"/>
                  </a:lnTo>
                  <a:lnTo>
                    <a:pt x="296293" y="62030"/>
                  </a:lnTo>
                  <a:lnTo>
                    <a:pt x="292884" y="57950"/>
                  </a:lnTo>
                  <a:lnTo>
                    <a:pt x="289347" y="53980"/>
                  </a:lnTo>
                  <a:lnTo>
                    <a:pt x="285685" y="50125"/>
                  </a:lnTo>
                  <a:lnTo>
                    <a:pt x="281902" y="46389"/>
                  </a:lnTo>
                  <a:lnTo>
                    <a:pt x="278003" y="42774"/>
                  </a:lnTo>
                  <a:lnTo>
                    <a:pt x="273990" y="39286"/>
                  </a:lnTo>
                  <a:lnTo>
                    <a:pt x="269869" y="35926"/>
                  </a:lnTo>
                  <a:lnTo>
                    <a:pt x="265643" y="32700"/>
                  </a:lnTo>
                  <a:lnTo>
                    <a:pt x="261316" y="29609"/>
                  </a:lnTo>
                  <a:lnTo>
                    <a:pt x="256893" y="26658"/>
                  </a:lnTo>
                  <a:lnTo>
                    <a:pt x="252379" y="23849"/>
                  </a:lnTo>
                  <a:lnTo>
                    <a:pt x="247778" y="21185"/>
                  </a:lnTo>
                  <a:lnTo>
                    <a:pt x="243094" y="18668"/>
                  </a:lnTo>
                  <a:lnTo>
                    <a:pt x="238333" y="16302"/>
                  </a:lnTo>
                  <a:lnTo>
                    <a:pt x="233498" y="14088"/>
                  </a:lnTo>
                  <a:lnTo>
                    <a:pt x="228596" y="12030"/>
                  </a:lnTo>
                  <a:lnTo>
                    <a:pt x="223631" y="10128"/>
                  </a:lnTo>
                  <a:lnTo>
                    <a:pt x="218608" y="8385"/>
                  </a:lnTo>
                  <a:lnTo>
                    <a:pt x="213531" y="6803"/>
                  </a:lnTo>
                  <a:lnTo>
                    <a:pt x="208408" y="5382"/>
                  </a:lnTo>
                  <a:lnTo>
                    <a:pt x="203241" y="4126"/>
                  </a:lnTo>
                  <a:lnTo>
                    <a:pt x="198037" y="3035"/>
                  </a:lnTo>
                  <a:lnTo>
                    <a:pt x="192802" y="2109"/>
                  </a:lnTo>
                  <a:lnTo>
                    <a:pt x="187539" y="1351"/>
                  </a:lnTo>
                  <a:lnTo>
                    <a:pt x="182255" y="760"/>
                  </a:lnTo>
                  <a:lnTo>
                    <a:pt x="176955" y="338"/>
                  </a:lnTo>
                  <a:lnTo>
                    <a:pt x="171644" y="84"/>
                  </a:lnTo>
                  <a:lnTo>
                    <a:pt x="166327" y="0"/>
                  </a:lnTo>
                  <a:lnTo>
                    <a:pt x="1663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90762" y="5018213"/>
              <a:ext cx="130276" cy="167167"/>
            </a:xfrm>
            <a:custGeom>
              <a:avLst/>
              <a:pathLst>
                <a:path w="130276" h="167167">
                  <a:moveTo>
                    <a:pt x="130276" y="0"/>
                  </a:moveTo>
                  <a:lnTo>
                    <a:pt x="124745" y="91"/>
                  </a:lnTo>
                  <a:lnTo>
                    <a:pt x="119219" y="366"/>
                  </a:lnTo>
                  <a:lnTo>
                    <a:pt x="113706" y="823"/>
                  </a:lnTo>
                  <a:lnTo>
                    <a:pt x="108211" y="1462"/>
                  </a:lnTo>
                  <a:lnTo>
                    <a:pt x="102740" y="2283"/>
                  </a:lnTo>
                  <a:lnTo>
                    <a:pt x="97299" y="3284"/>
                  </a:lnTo>
                  <a:lnTo>
                    <a:pt x="91894" y="4465"/>
                  </a:lnTo>
                  <a:lnTo>
                    <a:pt x="86532" y="5825"/>
                  </a:lnTo>
                  <a:lnTo>
                    <a:pt x="81217" y="7360"/>
                  </a:lnTo>
                  <a:lnTo>
                    <a:pt x="75956" y="9071"/>
                  </a:lnTo>
                  <a:lnTo>
                    <a:pt x="70754" y="10955"/>
                  </a:lnTo>
                  <a:lnTo>
                    <a:pt x="65618" y="13010"/>
                  </a:lnTo>
                  <a:lnTo>
                    <a:pt x="60552" y="15234"/>
                  </a:lnTo>
                  <a:lnTo>
                    <a:pt x="55563" y="17625"/>
                  </a:lnTo>
                  <a:lnTo>
                    <a:pt x="50656" y="20179"/>
                  </a:lnTo>
                  <a:lnTo>
                    <a:pt x="45836" y="22894"/>
                  </a:lnTo>
                  <a:lnTo>
                    <a:pt x="41108" y="25767"/>
                  </a:lnTo>
                  <a:lnTo>
                    <a:pt x="36478" y="28795"/>
                  </a:lnTo>
                  <a:lnTo>
                    <a:pt x="31951" y="31974"/>
                  </a:lnTo>
                  <a:lnTo>
                    <a:pt x="27531" y="35302"/>
                  </a:lnTo>
                  <a:lnTo>
                    <a:pt x="23224" y="38774"/>
                  </a:lnTo>
                  <a:lnTo>
                    <a:pt x="19034" y="42386"/>
                  </a:lnTo>
                  <a:lnTo>
                    <a:pt x="14966" y="46136"/>
                  </a:lnTo>
                  <a:lnTo>
                    <a:pt x="11024" y="50018"/>
                  </a:lnTo>
                  <a:lnTo>
                    <a:pt x="7213" y="54028"/>
                  </a:lnTo>
                  <a:lnTo>
                    <a:pt x="3537" y="58162"/>
                  </a:lnTo>
                  <a:lnTo>
                    <a:pt x="0" y="62415"/>
                  </a:lnTo>
                  <a:lnTo>
                    <a:pt x="13027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90762" y="5080628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90762" y="5080628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90762" y="5080628"/>
              <a:ext cx="130276" cy="104751"/>
            </a:xfrm>
            <a:custGeom>
              <a:avLst/>
              <a:pathLst>
                <a:path w="130276" h="104751">
                  <a:moveTo>
                    <a:pt x="0" y="0"/>
                  </a:moveTo>
                  <a:lnTo>
                    <a:pt x="130276" y="1047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75010" y="5080628"/>
              <a:ext cx="146028" cy="104751"/>
            </a:xfrm>
            <a:custGeom>
              <a:avLst/>
              <a:pathLst>
                <a:path w="146028" h="104751">
                  <a:moveTo>
                    <a:pt x="15751" y="0"/>
                  </a:moveTo>
                  <a:lnTo>
                    <a:pt x="11447" y="5591"/>
                  </a:lnTo>
                  <a:lnTo>
                    <a:pt x="7382" y="11359"/>
                  </a:lnTo>
                  <a:lnTo>
                    <a:pt x="3564" y="17294"/>
                  </a:lnTo>
                  <a:lnTo>
                    <a:pt x="0" y="23384"/>
                  </a:lnTo>
                  <a:lnTo>
                    <a:pt x="146028" y="104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53872" y="5018213"/>
              <a:ext cx="334323" cy="334327"/>
            </a:xfrm>
            <a:custGeom>
              <a:avLst/>
              <a:pathLst>
                <a:path w="334323" h="334327">
                  <a:moveTo>
                    <a:pt x="21138" y="85800"/>
                  </a:moveTo>
                  <a:lnTo>
                    <a:pt x="18637" y="90460"/>
                  </a:lnTo>
                  <a:lnTo>
                    <a:pt x="16285" y="95197"/>
                  </a:lnTo>
                  <a:lnTo>
                    <a:pt x="14083" y="100007"/>
                  </a:lnTo>
                  <a:lnTo>
                    <a:pt x="12035" y="104883"/>
                  </a:lnTo>
                  <a:lnTo>
                    <a:pt x="10143" y="109822"/>
                  </a:lnTo>
                  <a:lnTo>
                    <a:pt x="8407" y="114818"/>
                  </a:lnTo>
                  <a:lnTo>
                    <a:pt x="6830" y="119867"/>
                  </a:lnTo>
                  <a:lnTo>
                    <a:pt x="5414" y="124963"/>
                  </a:lnTo>
                  <a:lnTo>
                    <a:pt x="4160" y="130101"/>
                  </a:lnTo>
                  <a:lnTo>
                    <a:pt x="3069" y="135277"/>
                  </a:lnTo>
                  <a:lnTo>
                    <a:pt x="2142" y="140484"/>
                  </a:lnTo>
                  <a:lnTo>
                    <a:pt x="1381" y="145718"/>
                  </a:lnTo>
                  <a:lnTo>
                    <a:pt x="785" y="150973"/>
                  </a:lnTo>
                  <a:lnTo>
                    <a:pt x="356" y="156245"/>
                  </a:lnTo>
                  <a:lnTo>
                    <a:pt x="94" y="161528"/>
                  </a:lnTo>
                  <a:lnTo>
                    <a:pt x="0" y="166816"/>
                  </a:lnTo>
                  <a:lnTo>
                    <a:pt x="72" y="172104"/>
                  </a:lnTo>
                  <a:lnTo>
                    <a:pt x="312" y="177388"/>
                  </a:lnTo>
                  <a:lnTo>
                    <a:pt x="719" y="182662"/>
                  </a:lnTo>
                  <a:lnTo>
                    <a:pt x="1292" y="187919"/>
                  </a:lnTo>
                  <a:lnTo>
                    <a:pt x="2032" y="193157"/>
                  </a:lnTo>
                  <a:lnTo>
                    <a:pt x="2937" y="198368"/>
                  </a:lnTo>
                  <a:lnTo>
                    <a:pt x="4006" y="203548"/>
                  </a:lnTo>
                  <a:lnTo>
                    <a:pt x="5239" y="208691"/>
                  </a:lnTo>
                  <a:lnTo>
                    <a:pt x="6633" y="213793"/>
                  </a:lnTo>
                  <a:lnTo>
                    <a:pt x="8189" y="218848"/>
                  </a:lnTo>
                  <a:lnTo>
                    <a:pt x="9903" y="223852"/>
                  </a:lnTo>
                  <a:lnTo>
                    <a:pt x="11775" y="228798"/>
                  </a:lnTo>
                  <a:lnTo>
                    <a:pt x="13803" y="233684"/>
                  </a:lnTo>
                  <a:lnTo>
                    <a:pt x="15984" y="238502"/>
                  </a:lnTo>
                  <a:lnTo>
                    <a:pt x="18316" y="243249"/>
                  </a:lnTo>
                  <a:lnTo>
                    <a:pt x="20798" y="247920"/>
                  </a:lnTo>
                  <a:lnTo>
                    <a:pt x="23425" y="252510"/>
                  </a:lnTo>
                  <a:lnTo>
                    <a:pt x="26197" y="257015"/>
                  </a:lnTo>
                  <a:lnTo>
                    <a:pt x="29110" y="261429"/>
                  </a:lnTo>
                  <a:lnTo>
                    <a:pt x="32161" y="265750"/>
                  </a:lnTo>
                  <a:lnTo>
                    <a:pt x="35348" y="269971"/>
                  </a:lnTo>
                  <a:lnTo>
                    <a:pt x="38666" y="274090"/>
                  </a:lnTo>
                  <a:lnTo>
                    <a:pt x="42113" y="278102"/>
                  </a:lnTo>
                  <a:lnTo>
                    <a:pt x="45685" y="282002"/>
                  </a:lnTo>
                  <a:lnTo>
                    <a:pt x="49379" y="285788"/>
                  </a:lnTo>
                  <a:lnTo>
                    <a:pt x="53190" y="289455"/>
                  </a:lnTo>
                  <a:lnTo>
                    <a:pt x="57116" y="292999"/>
                  </a:lnTo>
                  <a:lnTo>
                    <a:pt x="61152" y="296418"/>
                  </a:lnTo>
                  <a:lnTo>
                    <a:pt x="65294" y="299707"/>
                  </a:lnTo>
                  <a:lnTo>
                    <a:pt x="69538" y="302863"/>
                  </a:lnTo>
                  <a:lnTo>
                    <a:pt x="73879" y="305884"/>
                  </a:lnTo>
                  <a:lnTo>
                    <a:pt x="78314" y="308766"/>
                  </a:lnTo>
                  <a:lnTo>
                    <a:pt x="82839" y="311506"/>
                  </a:lnTo>
                  <a:lnTo>
                    <a:pt x="87447" y="314101"/>
                  </a:lnTo>
                  <a:lnTo>
                    <a:pt x="92135" y="316550"/>
                  </a:lnTo>
                  <a:lnTo>
                    <a:pt x="96899" y="318849"/>
                  </a:lnTo>
                  <a:lnTo>
                    <a:pt x="101732" y="320996"/>
                  </a:lnTo>
                  <a:lnTo>
                    <a:pt x="106632" y="322989"/>
                  </a:lnTo>
                  <a:lnTo>
                    <a:pt x="111591" y="324826"/>
                  </a:lnTo>
                  <a:lnTo>
                    <a:pt x="116607" y="326505"/>
                  </a:lnTo>
                  <a:lnTo>
                    <a:pt x="121673" y="328025"/>
                  </a:lnTo>
                  <a:lnTo>
                    <a:pt x="126784" y="329384"/>
                  </a:lnTo>
                  <a:lnTo>
                    <a:pt x="131937" y="330580"/>
                  </a:lnTo>
                  <a:lnTo>
                    <a:pt x="137124" y="331613"/>
                  </a:lnTo>
                  <a:lnTo>
                    <a:pt x="142341" y="332481"/>
                  </a:lnTo>
                  <a:lnTo>
                    <a:pt x="147583" y="333183"/>
                  </a:lnTo>
                  <a:lnTo>
                    <a:pt x="152845" y="333720"/>
                  </a:lnTo>
                  <a:lnTo>
                    <a:pt x="158121" y="334089"/>
                  </a:lnTo>
                  <a:lnTo>
                    <a:pt x="163407" y="334292"/>
                  </a:lnTo>
                  <a:lnTo>
                    <a:pt x="168696" y="334327"/>
                  </a:lnTo>
                  <a:lnTo>
                    <a:pt x="173983" y="334195"/>
                  </a:lnTo>
                  <a:lnTo>
                    <a:pt x="179264" y="333896"/>
                  </a:lnTo>
                  <a:lnTo>
                    <a:pt x="184532" y="333430"/>
                  </a:lnTo>
                  <a:lnTo>
                    <a:pt x="189783" y="332797"/>
                  </a:lnTo>
                  <a:lnTo>
                    <a:pt x="195012" y="331999"/>
                  </a:lnTo>
                  <a:lnTo>
                    <a:pt x="200212" y="331036"/>
                  </a:lnTo>
                  <a:lnTo>
                    <a:pt x="205380" y="329908"/>
                  </a:lnTo>
                  <a:lnTo>
                    <a:pt x="210509" y="328618"/>
                  </a:lnTo>
                  <a:lnTo>
                    <a:pt x="215595" y="327166"/>
                  </a:lnTo>
                  <a:lnTo>
                    <a:pt x="220633" y="325554"/>
                  </a:lnTo>
                  <a:lnTo>
                    <a:pt x="225616" y="323783"/>
                  </a:lnTo>
                  <a:lnTo>
                    <a:pt x="230542" y="321855"/>
                  </a:lnTo>
                  <a:lnTo>
                    <a:pt x="235404" y="319773"/>
                  </a:lnTo>
                  <a:lnTo>
                    <a:pt x="240197" y="317538"/>
                  </a:lnTo>
                  <a:lnTo>
                    <a:pt x="244918" y="315152"/>
                  </a:lnTo>
                  <a:lnTo>
                    <a:pt x="249561" y="312619"/>
                  </a:lnTo>
                  <a:lnTo>
                    <a:pt x="254121" y="309939"/>
                  </a:lnTo>
                  <a:lnTo>
                    <a:pt x="258594" y="307117"/>
                  </a:lnTo>
                  <a:lnTo>
                    <a:pt x="262976" y="304154"/>
                  </a:lnTo>
                  <a:lnTo>
                    <a:pt x="267261" y="301055"/>
                  </a:lnTo>
                  <a:lnTo>
                    <a:pt x="271447" y="297821"/>
                  </a:lnTo>
                  <a:lnTo>
                    <a:pt x="275528" y="294457"/>
                  </a:lnTo>
                  <a:lnTo>
                    <a:pt x="279501" y="290965"/>
                  </a:lnTo>
                  <a:lnTo>
                    <a:pt x="283361" y="287349"/>
                  </a:lnTo>
                  <a:lnTo>
                    <a:pt x="287105" y="283613"/>
                  </a:lnTo>
                  <a:lnTo>
                    <a:pt x="290729" y="279761"/>
                  </a:lnTo>
                  <a:lnTo>
                    <a:pt x="294229" y="275795"/>
                  </a:lnTo>
                  <a:lnTo>
                    <a:pt x="297602" y="271721"/>
                  </a:lnTo>
                  <a:lnTo>
                    <a:pt x="300844" y="267543"/>
                  </a:lnTo>
                  <a:lnTo>
                    <a:pt x="303953" y="263264"/>
                  </a:lnTo>
                  <a:lnTo>
                    <a:pt x="306924" y="258888"/>
                  </a:lnTo>
                  <a:lnTo>
                    <a:pt x="309756" y="254421"/>
                  </a:lnTo>
                  <a:lnTo>
                    <a:pt x="312445" y="249866"/>
                  </a:lnTo>
                  <a:lnTo>
                    <a:pt x="314988" y="245229"/>
                  </a:lnTo>
                  <a:lnTo>
                    <a:pt x="317384" y="240513"/>
                  </a:lnTo>
                  <a:lnTo>
                    <a:pt x="319629" y="235725"/>
                  </a:lnTo>
                  <a:lnTo>
                    <a:pt x="321722" y="230867"/>
                  </a:lnTo>
                  <a:lnTo>
                    <a:pt x="323659" y="225946"/>
                  </a:lnTo>
                  <a:lnTo>
                    <a:pt x="325441" y="220965"/>
                  </a:lnTo>
                  <a:lnTo>
                    <a:pt x="327063" y="215931"/>
                  </a:lnTo>
                  <a:lnTo>
                    <a:pt x="328526" y="210849"/>
                  </a:lnTo>
                  <a:lnTo>
                    <a:pt x="329827" y="205722"/>
                  </a:lnTo>
                  <a:lnTo>
                    <a:pt x="330965" y="200557"/>
                  </a:lnTo>
                  <a:lnTo>
                    <a:pt x="331940" y="195358"/>
                  </a:lnTo>
                  <a:lnTo>
                    <a:pt x="332749" y="190132"/>
                  </a:lnTo>
                  <a:lnTo>
                    <a:pt x="333393" y="184882"/>
                  </a:lnTo>
                  <a:lnTo>
                    <a:pt x="333870" y="179614"/>
                  </a:lnTo>
                  <a:lnTo>
                    <a:pt x="334180" y="174334"/>
                  </a:lnTo>
                  <a:lnTo>
                    <a:pt x="334323" y="169047"/>
                  </a:lnTo>
                  <a:lnTo>
                    <a:pt x="334299" y="163758"/>
                  </a:lnTo>
                  <a:lnTo>
                    <a:pt x="334108" y="158472"/>
                  </a:lnTo>
                  <a:lnTo>
                    <a:pt x="333749" y="153195"/>
                  </a:lnTo>
                  <a:lnTo>
                    <a:pt x="333224" y="147932"/>
                  </a:lnTo>
                  <a:lnTo>
                    <a:pt x="332532" y="142689"/>
                  </a:lnTo>
                  <a:lnTo>
                    <a:pt x="331675" y="137470"/>
                  </a:lnTo>
                  <a:lnTo>
                    <a:pt x="330653" y="132280"/>
                  </a:lnTo>
                  <a:lnTo>
                    <a:pt x="329468" y="127126"/>
                  </a:lnTo>
                  <a:lnTo>
                    <a:pt x="328120" y="122011"/>
                  </a:lnTo>
                  <a:lnTo>
                    <a:pt x="326611" y="116942"/>
                  </a:lnTo>
                  <a:lnTo>
                    <a:pt x="324942" y="111923"/>
                  </a:lnTo>
                  <a:lnTo>
                    <a:pt x="323115" y="106959"/>
                  </a:lnTo>
                  <a:lnTo>
                    <a:pt x="321132" y="102056"/>
                  </a:lnTo>
                  <a:lnTo>
                    <a:pt x="318996" y="97218"/>
                  </a:lnTo>
                  <a:lnTo>
                    <a:pt x="316707" y="92449"/>
                  </a:lnTo>
                  <a:lnTo>
                    <a:pt x="314268" y="87756"/>
                  </a:lnTo>
                  <a:lnTo>
                    <a:pt x="311682" y="83142"/>
                  </a:lnTo>
                  <a:lnTo>
                    <a:pt x="308952" y="78612"/>
                  </a:lnTo>
                  <a:lnTo>
                    <a:pt x="306079" y="74171"/>
                  </a:lnTo>
                  <a:lnTo>
                    <a:pt x="303068" y="69823"/>
                  </a:lnTo>
                  <a:lnTo>
                    <a:pt x="299920" y="65573"/>
                  </a:lnTo>
                  <a:lnTo>
                    <a:pt x="296640" y="61424"/>
                  </a:lnTo>
                  <a:lnTo>
                    <a:pt x="293230" y="57381"/>
                  </a:lnTo>
                  <a:lnTo>
                    <a:pt x="289694" y="53448"/>
                  </a:lnTo>
                  <a:lnTo>
                    <a:pt x="286035" y="49628"/>
                  </a:lnTo>
                  <a:lnTo>
                    <a:pt x="282257" y="45927"/>
                  </a:lnTo>
                  <a:lnTo>
                    <a:pt x="278364" y="42346"/>
                  </a:lnTo>
                  <a:lnTo>
                    <a:pt x="274359" y="38891"/>
                  </a:lnTo>
                  <a:lnTo>
                    <a:pt x="270247" y="35564"/>
                  </a:lnTo>
                  <a:lnTo>
                    <a:pt x="266033" y="32369"/>
                  </a:lnTo>
                  <a:lnTo>
                    <a:pt x="261719" y="29309"/>
                  </a:lnTo>
                  <a:lnTo>
                    <a:pt x="257310" y="26387"/>
                  </a:lnTo>
                  <a:lnTo>
                    <a:pt x="252811" y="23605"/>
                  </a:lnTo>
                  <a:lnTo>
                    <a:pt x="248227" y="20968"/>
                  </a:lnTo>
                  <a:lnTo>
                    <a:pt x="243561" y="18477"/>
                  </a:lnTo>
                  <a:lnTo>
                    <a:pt x="238819" y="16134"/>
                  </a:lnTo>
                  <a:lnTo>
                    <a:pt x="234005" y="13943"/>
                  </a:lnTo>
                  <a:lnTo>
                    <a:pt x="229124" y="11905"/>
                  </a:lnTo>
                  <a:lnTo>
                    <a:pt x="224182" y="10023"/>
                  </a:lnTo>
                  <a:lnTo>
                    <a:pt x="219182" y="8298"/>
                  </a:lnTo>
                  <a:lnTo>
                    <a:pt x="214130" y="6732"/>
                  </a:lnTo>
                  <a:lnTo>
                    <a:pt x="209031" y="5326"/>
                  </a:lnTo>
                  <a:lnTo>
                    <a:pt x="203890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256077" y="4659281"/>
              <a:ext cx="331261" cy="334326"/>
            </a:xfrm>
            <a:custGeom>
              <a:avLst/>
              <a:pathLst>
                <a:path w="331261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6" y="761"/>
                  </a:lnTo>
                  <a:lnTo>
                    <a:pt x="145927" y="1353"/>
                  </a:lnTo>
                  <a:lnTo>
                    <a:pt x="140660" y="2113"/>
                  </a:lnTo>
                  <a:lnTo>
                    <a:pt x="135420" y="3040"/>
                  </a:lnTo>
                  <a:lnTo>
                    <a:pt x="130212" y="4133"/>
                  </a:lnTo>
                  <a:lnTo>
                    <a:pt x="125041" y="5392"/>
                  </a:lnTo>
                  <a:lnTo>
                    <a:pt x="119913" y="6814"/>
                  </a:lnTo>
                  <a:lnTo>
                    <a:pt x="114833" y="8399"/>
                  </a:lnTo>
                  <a:lnTo>
                    <a:pt x="109806" y="10145"/>
                  </a:lnTo>
                  <a:lnTo>
                    <a:pt x="104837" y="12050"/>
                  </a:lnTo>
                  <a:lnTo>
                    <a:pt x="99931" y="14113"/>
                  </a:lnTo>
                  <a:lnTo>
                    <a:pt x="95093" y="16330"/>
                  </a:lnTo>
                  <a:lnTo>
                    <a:pt x="90329" y="18700"/>
                  </a:lnTo>
                  <a:lnTo>
                    <a:pt x="85642" y="21221"/>
                  </a:lnTo>
                  <a:lnTo>
                    <a:pt x="81038" y="23890"/>
                  </a:lnTo>
                  <a:lnTo>
                    <a:pt x="76521" y="26703"/>
                  </a:lnTo>
                  <a:lnTo>
                    <a:pt x="72096" y="29660"/>
                  </a:lnTo>
                  <a:lnTo>
                    <a:pt x="67767" y="32755"/>
                  </a:lnTo>
                  <a:lnTo>
                    <a:pt x="63539" y="35987"/>
                  </a:lnTo>
                  <a:lnTo>
                    <a:pt x="59416" y="39352"/>
                  </a:lnTo>
                  <a:lnTo>
                    <a:pt x="55402" y="42846"/>
                  </a:lnTo>
                  <a:lnTo>
                    <a:pt x="51502" y="46466"/>
                  </a:lnTo>
                  <a:lnTo>
                    <a:pt x="47718" y="50208"/>
                  </a:lnTo>
                  <a:lnTo>
                    <a:pt x="44056" y="54069"/>
                  </a:lnTo>
                  <a:lnTo>
                    <a:pt x="40518" y="58045"/>
                  </a:lnTo>
                  <a:lnTo>
                    <a:pt x="37109" y="62131"/>
                  </a:lnTo>
                  <a:lnTo>
                    <a:pt x="33832" y="66324"/>
                  </a:lnTo>
                  <a:lnTo>
                    <a:pt x="30689" y="70619"/>
                  </a:lnTo>
                  <a:lnTo>
                    <a:pt x="27685" y="75012"/>
                  </a:lnTo>
                  <a:lnTo>
                    <a:pt x="24823" y="79498"/>
                  </a:lnTo>
                  <a:lnTo>
                    <a:pt x="22104" y="84073"/>
                  </a:lnTo>
                  <a:lnTo>
                    <a:pt x="19533" y="88732"/>
                  </a:lnTo>
                  <a:lnTo>
                    <a:pt x="17111" y="93471"/>
                  </a:lnTo>
                  <a:lnTo>
                    <a:pt x="14841" y="98284"/>
                  </a:lnTo>
                  <a:lnTo>
                    <a:pt x="12726" y="103167"/>
                  </a:lnTo>
                  <a:lnTo>
                    <a:pt x="10767" y="108115"/>
                  </a:lnTo>
                  <a:lnTo>
                    <a:pt x="8967" y="113123"/>
                  </a:lnTo>
                  <a:lnTo>
                    <a:pt x="7327" y="118185"/>
                  </a:lnTo>
                  <a:lnTo>
                    <a:pt x="5849" y="123298"/>
                  </a:lnTo>
                  <a:lnTo>
                    <a:pt x="4534" y="128454"/>
                  </a:lnTo>
                  <a:lnTo>
                    <a:pt x="3384" y="133650"/>
                  </a:lnTo>
                  <a:lnTo>
                    <a:pt x="2400" y="138880"/>
                  </a:lnTo>
                  <a:lnTo>
                    <a:pt x="1583" y="144139"/>
                  </a:lnTo>
                  <a:lnTo>
                    <a:pt x="934" y="149421"/>
                  </a:lnTo>
                  <a:lnTo>
                    <a:pt x="454" y="154721"/>
                  </a:lnTo>
                  <a:lnTo>
                    <a:pt x="142" y="160033"/>
                  </a:lnTo>
                  <a:lnTo>
                    <a:pt x="0" y="165353"/>
                  </a:lnTo>
                  <a:lnTo>
                    <a:pt x="26" y="170675"/>
                  </a:lnTo>
                  <a:lnTo>
                    <a:pt x="223" y="175993"/>
                  </a:lnTo>
                  <a:lnTo>
                    <a:pt x="588" y="181302"/>
                  </a:lnTo>
                  <a:lnTo>
                    <a:pt x="1123" y="186596"/>
                  </a:lnTo>
                  <a:lnTo>
                    <a:pt x="1825" y="191872"/>
                  </a:lnTo>
                  <a:lnTo>
                    <a:pt x="2695" y="197122"/>
                  </a:lnTo>
                  <a:lnTo>
                    <a:pt x="3732" y="202341"/>
                  </a:lnTo>
                  <a:lnTo>
                    <a:pt x="4935" y="207525"/>
                  </a:lnTo>
                  <a:lnTo>
                    <a:pt x="6301" y="212668"/>
                  </a:lnTo>
                  <a:lnTo>
                    <a:pt x="7831" y="217765"/>
                  </a:lnTo>
                  <a:lnTo>
                    <a:pt x="9522" y="222811"/>
                  </a:lnTo>
                  <a:lnTo>
                    <a:pt x="11374" y="227801"/>
                  </a:lnTo>
                  <a:lnTo>
                    <a:pt x="13382" y="232728"/>
                  </a:lnTo>
                  <a:lnTo>
                    <a:pt x="15547" y="237590"/>
                  </a:lnTo>
                  <a:lnTo>
                    <a:pt x="17866" y="242380"/>
                  </a:lnTo>
                  <a:lnTo>
                    <a:pt x="20335" y="247094"/>
                  </a:lnTo>
                  <a:lnTo>
                    <a:pt x="22954" y="251727"/>
                  </a:lnTo>
                  <a:lnTo>
                    <a:pt x="25718" y="256274"/>
                  </a:lnTo>
                  <a:lnTo>
                    <a:pt x="28626" y="260731"/>
                  </a:lnTo>
                  <a:lnTo>
                    <a:pt x="31675" y="265093"/>
                  </a:lnTo>
                  <a:lnTo>
                    <a:pt x="34860" y="269356"/>
                  </a:lnTo>
                  <a:lnTo>
                    <a:pt x="38180" y="273515"/>
                  </a:lnTo>
                  <a:lnTo>
                    <a:pt x="41631" y="277566"/>
                  </a:lnTo>
                  <a:lnTo>
                    <a:pt x="45208" y="281506"/>
                  </a:lnTo>
                  <a:lnTo>
                    <a:pt x="48909" y="285330"/>
                  </a:lnTo>
                  <a:lnTo>
                    <a:pt x="52730" y="289034"/>
                  </a:lnTo>
                  <a:lnTo>
                    <a:pt x="56668" y="292614"/>
                  </a:lnTo>
                  <a:lnTo>
                    <a:pt x="60717" y="296067"/>
                  </a:lnTo>
                  <a:lnTo>
                    <a:pt x="64873" y="299390"/>
                  </a:lnTo>
                  <a:lnTo>
                    <a:pt x="69134" y="302579"/>
                  </a:lnTo>
                  <a:lnTo>
                    <a:pt x="73494" y="305630"/>
                  </a:lnTo>
                  <a:lnTo>
                    <a:pt x="77949" y="308542"/>
                  </a:lnTo>
                  <a:lnTo>
                    <a:pt x="82494" y="311309"/>
                  </a:lnTo>
                  <a:lnTo>
                    <a:pt x="87125" y="313931"/>
                  </a:lnTo>
                  <a:lnTo>
                    <a:pt x="91837" y="316404"/>
                  </a:lnTo>
                  <a:lnTo>
                    <a:pt x="96625" y="318726"/>
                  </a:lnTo>
                  <a:lnTo>
                    <a:pt x="101485" y="320894"/>
                  </a:lnTo>
                  <a:lnTo>
                    <a:pt x="106412" y="322907"/>
                  </a:lnTo>
                  <a:lnTo>
                    <a:pt x="111400" y="324762"/>
                  </a:lnTo>
                  <a:lnTo>
                    <a:pt x="116444" y="326456"/>
                  </a:lnTo>
                  <a:lnTo>
                    <a:pt x="121540" y="327990"/>
                  </a:lnTo>
                  <a:lnTo>
                    <a:pt x="126682" y="329360"/>
                  </a:lnTo>
                  <a:lnTo>
                    <a:pt x="131865" y="330567"/>
                  </a:lnTo>
                  <a:lnTo>
                    <a:pt x="137084" y="331607"/>
                  </a:lnTo>
                  <a:lnTo>
                    <a:pt x="142334" y="332481"/>
                  </a:lnTo>
                  <a:lnTo>
                    <a:pt x="147608" y="333187"/>
                  </a:lnTo>
                  <a:lnTo>
                    <a:pt x="152903" y="333726"/>
                  </a:lnTo>
                  <a:lnTo>
                    <a:pt x="158212" y="334095"/>
                  </a:lnTo>
                  <a:lnTo>
                    <a:pt x="163529" y="334295"/>
                  </a:lnTo>
                  <a:lnTo>
                    <a:pt x="168851" y="334326"/>
                  </a:lnTo>
                  <a:lnTo>
                    <a:pt x="174171" y="334187"/>
                  </a:lnTo>
                  <a:lnTo>
                    <a:pt x="179484" y="333879"/>
                  </a:lnTo>
                  <a:lnTo>
                    <a:pt x="184784" y="333402"/>
                  </a:lnTo>
                  <a:lnTo>
                    <a:pt x="190066" y="332757"/>
                  </a:lnTo>
                  <a:lnTo>
                    <a:pt x="195325" y="331944"/>
                  </a:lnTo>
                  <a:lnTo>
                    <a:pt x="200556" y="330964"/>
                  </a:lnTo>
                  <a:lnTo>
                    <a:pt x="205753" y="329818"/>
                  </a:lnTo>
                  <a:lnTo>
                    <a:pt x="210910" y="328507"/>
                  </a:lnTo>
                  <a:lnTo>
                    <a:pt x="216024" y="327033"/>
                  </a:lnTo>
                  <a:lnTo>
                    <a:pt x="221088" y="325396"/>
                  </a:lnTo>
                  <a:lnTo>
                    <a:pt x="226097" y="323599"/>
                  </a:lnTo>
                  <a:lnTo>
                    <a:pt x="231046" y="321644"/>
                  </a:lnTo>
                  <a:lnTo>
                    <a:pt x="235931" y="319532"/>
                  </a:lnTo>
                  <a:lnTo>
                    <a:pt x="240746" y="317266"/>
                  </a:lnTo>
                  <a:lnTo>
                    <a:pt x="245486" y="314847"/>
                  </a:lnTo>
                  <a:lnTo>
                    <a:pt x="250147" y="312279"/>
                  </a:lnTo>
                  <a:lnTo>
                    <a:pt x="254724" y="309564"/>
                  </a:lnTo>
                  <a:lnTo>
                    <a:pt x="259212" y="306705"/>
                  </a:lnTo>
                  <a:lnTo>
                    <a:pt x="263607" y="303704"/>
                  </a:lnTo>
                  <a:lnTo>
                    <a:pt x="267904" y="300565"/>
                  </a:lnTo>
                  <a:lnTo>
                    <a:pt x="272099" y="297290"/>
                  </a:lnTo>
                  <a:lnTo>
                    <a:pt x="276188" y="293884"/>
                  </a:lnTo>
                  <a:lnTo>
                    <a:pt x="280166" y="290349"/>
                  </a:lnTo>
                  <a:lnTo>
                    <a:pt x="284030" y="286690"/>
                  </a:lnTo>
                  <a:lnTo>
                    <a:pt x="287775" y="282909"/>
                  </a:lnTo>
                  <a:lnTo>
                    <a:pt x="291398" y="279011"/>
                  </a:lnTo>
                  <a:lnTo>
                    <a:pt x="294895" y="275000"/>
                  </a:lnTo>
                  <a:lnTo>
                    <a:pt x="298263" y="270879"/>
                  </a:lnTo>
                  <a:lnTo>
                    <a:pt x="301497" y="266654"/>
                  </a:lnTo>
                  <a:lnTo>
                    <a:pt x="304596" y="262327"/>
                  </a:lnTo>
                  <a:lnTo>
                    <a:pt x="307555" y="257904"/>
                  </a:lnTo>
                  <a:lnTo>
                    <a:pt x="310372" y="253389"/>
                  </a:lnTo>
                  <a:lnTo>
                    <a:pt x="313044" y="248787"/>
                  </a:lnTo>
                  <a:lnTo>
                    <a:pt x="315568" y="244102"/>
                  </a:lnTo>
                  <a:lnTo>
                    <a:pt x="317942" y="239339"/>
                  </a:lnTo>
                  <a:lnTo>
                    <a:pt x="320163" y="234503"/>
                  </a:lnTo>
                  <a:lnTo>
                    <a:pt x="322229" y="229599"/>
                  </a:lnTo>
                  <a:lnTo>
                    <a:pt x="324137" y="224631"/>
                  </a:lnTo>
                  <a:lnTo>
                    <a:pt x="325887" y="219605"/>
                  </a:lnTo>
                  <a:lnTo>
                    <a:pt x="327476" y="214526"/>
                  </a:lnTo>
                  <a:lnTo>
                    <a:pt x="328902" y="209399"/>
                  </a:lnTo>
                  <a:lnTo>
                    <a:pt x="330164" y="204230"/>
                  </a:lnTo>
                  <a:lnTo>
                    <a:pt x="331261" y="19902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826449"/>
              <a:ext cx="164104" cy="31855"/>
            </a:xfrm>
            <a:custGeom>
              <a:avLst/>
              <a:pathLst>
                <a:path w="164104" h="31855">
                  <a:moveTo>
                    <a:pt x="164104" y="318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826449"/>
              <a:ext cx="164104" cy="31855"/>
            </a:xfrm>
            <a:custGeom>
              <a:avLst/>
              <a:pathLst>
                <a:path w="164104" h="31855">
                  <a:moveTo>
                    <a:pt x="164104" y="3185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762544"/>
              <a:ext cx="167150" cy="95759"/>
            </a:xfrm>
            <a:custGeom>
              <a:avLst/>
              <a:pathLst>
                <a:path w="167150" h="95759">
                  <a:moveTo>
                    <a:pt x="164104" y="95759"/>
                  </a:moveTo>
                  <a:lnTo>
                    <a:pt x="165101" y="90104"/>
                  </a:lnTo>
                  <a:lnTo>
                    <a:pt x="165903" y="84418"/>
                  </a:lnTo>
                  <a:lnTo>
                    <a:pt x="166510" y="78708"/>
                  </a:lnTo>
                  <a:lnTo>
                    <a:pt x="166920" y="72980"/>
                  </a:lnTo>
                  <a:lnTo>
                    <a:pt x="167134" y="67242"/>
                  </a:lnTo>
                  <a:lnTo>
                    <a:pt x="167150" y="61500"/>
                  </a:lnTo>
                  <a:lnTo>
                    <a:pt x="166968" y="55760"/>
                  </a:lnTo>
                  <a:lnTo>
                    <a:pt x="166590" y="50030"/>
                  </a:lnTo>
                  <a:lnTo>
                    <a:pt x="166015" y="44317"/>
                  </a:lnTo>
                  <a:lnTo>
                    <a:pt x="165245" y="38626"/>
                  </a:lnTo>
                  <a:lnTo>
                    <a:pt x="164279" y="32966"/>
                  </a:lnTo>
                  <a:lnTo>
                    <a:pt x="163120" y="27342"/>
                  </a:lnTo>
                  <a:lnTo>
                    <a:pt x="161768" y="21761"/>
                  </a:lnTo>
                  <a:lnTo>
                    <a:pt x="160225" y="16230"/>
                  </a:lnTo>
                  <a:lnTo>
                    <a:pt x="158493" y="10755"/>
                  </a:lnTo>
                  <a:lnTo>
                    <a:pt x="156574" y="5343"/>
                  </a:lnTo>
                  <a:lnTo>
                    <a:pt x="154470" y="0"/>
                  </a:lnTo>
                  <a:lnTo>
                    <a:pt x="0" y="639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154470" cy="167167"/>
            </a:xfrm>
            <a:custGeom>
              <a:avLst/>
              <a:pathLst>
                <a:path w="154470" h="167167">
                  <a:moveTo>
                    <a:pt x="154470" y="103263"/>
                  </a:moveTo>
                  <a:lnTo>
                    <a:pt x="152296" y="98241"/>
                  </a:lnTo>
                  <a:lnTo>
                    <a:pt x="149958" y="93293"/>
                  </a:lnTo>
                  <a:lnTo>
                    <a:pt x="147460" y="88424"/>
                  </a:lnTo>
                  <a:lnTo>
                    <a:pt x="144803" y="83640"/>
                  </a:lnTo>
                  <a:lnTo>
                    <a:pt x="141992" y="78945"/>
                  </a:lnTo>
                  <a:lnTo>
                    <a:pt x="139028" y="74345"/>
                  </a:lnTo>
                  <a:lnTo>
                    <a:pt x="135915" y="69844"/>
                  </a:lnTo>
                  <a:lnTo>
                    <a:pt x="132657" y="65447"/>
                  </a:lnTo>
                  <a:lnTo>
                    <a:pt x="129257" y="61160"/>
                  </a:lnTo>
                  <a:lnTo>
                    <a:pt x="125718" y="56986"/>
                  </a:lnTo>
                  <a:lnTo>
                    <a:pt x="122044" y="52930"/>
                  </a:lnTo>
                  <a:lnTo>
                    <a:pt x="118239" y="48996"/>
                  </a:lnTo>
                  <a:lnTo>
                    <a:pt x="114308" y="45190"/>
                  </a:lnTo>
                  <a:lnTo>
                    <a:pt x="110254" y="41513"/>
                  </a:lnTo>
                  <a:lnTo>
                    <a:pt x="106083" y="37972"/>
                  </a:lnTo>
                  <a:lnTo>
                    <a:pt x="101797" y="34569"/>
                  </a:lnTo>
                  <a:lnTo>
                    <a:pt x="97402" y="31308"/>
                  </a:lnTo>
                  <a:lnTo>
                    <a:pt x="92903" y="28193"/>
                  </a:lnTo>
                  <a:lnTo>
                    <a:pt x="88305" y="25226"/>
                  </a:lnTo>
                  <a:lnTo>
                    <a:pt x="83612" y="22412"/>
                  </a:lnTo>
                  <a:lnTo>
                    <a:pt x="78829" y="19753"/>
                  </a:lnTo>
                  <a:lnTo>
                    <a:pt x="73961" y="17252"/>
                  </a:lnTo>
                  <a:lnTo>
                    <a:pt x="69015" y="14911"/>
                  </a:lnTo>
                  <a:lnTo>
                    <a:pt x="63994" y="12734"/>
                  </a:lnTo>
                  <a:lnTo>
                    <a:pt x="58905" y="10722"/>
                  </a:lnTo>
                  <a:lnTo>
                    <a:pt x="53753" y="8878"/>
                  </a:lnTo>
                  <a:lnTo>
                    <a:pt x="48543" y="7203"/>
                  </a:lnTo>
                  <a:lnTo>
                    <a:pt x="43281" y="5700"/>
                  </a:lnTo>
                  <a:lnTo>
                    <a:pt x="37973" y="4370"/>
                  </a:lnTo>
                  <a:lnTo>
                    <a:pt x="32624" y="3214"/>
                  </a:lnTo>
                  <a:lnTo>
                    <a:pt x="27240" y="2234"/>
                  </a:lnTo>
                  <a:lnTo>
                    <a:pt x="21827" y="1431"/>
                  </a:lnTo>
                  <a:lnTo>
                    <a:pt x="16391" y="805"/>
                  </a:lnTo>
                  <a:lnTo>
                    <a:pt x="10937" y="358"/>
                  </a:lnTo>
                  <a:lnTo>
                    <a:pt x="5471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561305" y="4213821"/>
              <a:ext cx="167167" cy="300871"/>
            </a:xfrm>
            <a:custGeom>
              <a:avLst/>
              <a:pathLst>
                <a:path w="167167" h="300871">
                  <a:moveTo>
                    <a:pt x="167167" y="0"/>
                  </a:moveTo>
                  <a:lnTo>
                    <a:pt x="161814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2" y="1369"/>
                  </a:lnTo>
                  <a:lnTo>
                    <a:pt x="140515" y="2138"/>
                  </a:lnTo>
                  <a:lnTo>
                    <a:pt x="135245" y="3076"/>
                  </a:lnTo>
                  <a:lnTo>
                    <a:pt x="130007" y="4182"/>
                  </a:lnTo>
                  <a:lnTo>
                    <a:pt x="124808" y="5455"/>
                  </a:lnTo>
                  <a:lnTo>
                    <a:pt x="119652" y="6894"/>
                  </a:lnTo>
                  <a:lnTo>
                    <a:pt x="114545" y="8498"/>
                  </a:lnTo>
                  <a:lnTo>
                    <a:pt x="109492" y="10264"/>
                  </a:lnTo>
                  <a:lnTo>
                    <a:pt x="104498" y="12191"/>
                  </a:lnTo>
                  <a:lnTo>
                    <a:pt x="99568" y="14277"/>
                  </a:lnTo>
                  <a:lnTo>
                    <a:pt x="94707" y="16520"/>
                  </a:lnTo>
                  <a:lnTo>
                    <a:pt x="89921" y="18917"/>
                  </a:lnTo>
                  <a:lnTo>
                    <a:pt x="85214" y="21466"/>
                  </a:lnTo>
                  <a:lnTo>
                    <a:pt x="80591" y="24165"/>
                  </a:lnTo>
                  <a:lnTo>
                    <a:pt x="76057" y="27010"/>
                  </a:lnTo>
                  <a:lnTo>
                    <a:pt x="71616" y="29999"/>
                  </a:lnTo>
                  <a:lnTo>
                    <a:pt x="67273" y="33129"/>
                  </a:lnTo>
                  <a:lnTo>
                    <a:pt x="63033" y="36396"/>
                  </a:lnTo>
                  <a:lnTo>
                    <a:pt x="58899" y="39797"/>
                  </a:lnTo>
                  <a:lnTo>
                    <a:pt x="54877" y="43329"/>
                  </a:lnTo>
                  <a:lnTo>
                    <a:pt x="50969" y="46987"/>
                  </a:lnTo>
                  <a:lnTo>
                    <a:pt x="47181" y="50769"/>
                  </a:lnTo>
                  <a:lnTo>
                    <a:pt x="43516" y="54671"/>
                  </a:lnTo>
                  <a:lnTo>
                    <a:pt x="39977" y="58687"/>
                  </a:lnTo>
                  <a:lnTo>
                    <a:pt x="36569" y="62815"/>
                  </a:lnTo>
                  <a:lnTo>
                    <a:pt x="33295" y="67050"/>
                  </a:lnTo>
                  <a:lnTo>
                    <a:pt x="30158" y="71388"/>
                  </a:lnTo>
                  <a:lnTo>
                    <a:pt x="27162" y="75823"/>
                  </a:lnTo>
                  <a:lnTo>
                    <a:pt x="24309" y="80353"/>
                  </a:lnTo>
                  <a:lnTo>
                    <a:pt x="21603" y="84971"/>
                  </a:lnTo>
                  <a:lnTo>
                    <a:pt x="19046" y="89674"/>
                  </a:lnTo>
                  <a:lnTo>
                    <a:pt x="16641" y="94456"/>
                  </a:lnTo>
                  <a:lnTo>
                    <a:pt x="14390" y="99313"/>
                  </a:lnTo>
                  <a:lnTo>
                    <a:pt x="12296" y="104239"/>
                  </a:lnTo>
                  <a:lnTo>
                    <a:pt x="10360" y="109230"/>
                  </a:lnTo>
                  <a:lnTo>
                    <a:pt x="8586" y="114280"/>
                  </a:lnTo>
                  <a:lnTo>
                    <a:pt x="6974" y="119385"/>
                  </a:lnTo>
                  <a:lnTo>
                    <a:pt x="5526" y="124538"/>
                  </a:lnTo>
                  <a:lnTo>
                    <a:pt x="4244" y="129736"/>
                  </a:lnTo>
                  <a:lnTo>
                    <a:pt x="3129" y="134971"/>
                  </a:lnTo>
                  <a:lnTo>
                    <a:pt x="2182" y="140240"/>
                  </a:lnTo>
                  <a:lnTo>
                    <a:pt x="1405" y="145536"/>
                  </a:lnTo>
                  <a:lnTo>
                    <a:pt x="797" y="150854"/>
                  </a:lnTo>
                  <a:lnTo>
                    <a:pt x="360" y="156189"/>
                  </a:lnTo>
                  <a:lnTo>
                    <a:pt x="94" y="161536"/>
                  </a:lnTo>
                  <a:lnTo>
                    <a:pt x="0" y="166888"/>
                  </a:lnTo>
                  <a:lnTo>
                    <a:pt x="76" y="172240"/>
                  </a:lnTo>
                  <a:lnTo>
                    <a:pt x="324" y="177588"/>
                  </a:lnTo>
                  <a:lnTo>
                    <a:pt x="744" y="182924"/>
                  </a:lnTo>
                  <a:lnTo>
                    <a:pt x="1333" y="188245"/>
                  </a:lnTo>
                  <a:lnTo>
                    <a:pt x="2093" y="193543"/>
                  </a:lnTo>
                  <a:lnTo>
                    <a:pt x="3022" y="198815"/>
                  </a:lnTo>
                  <a:lnTo>
                    <a:pt x="4120" y="204054"/>
                  </a:lnTo>
                  <a:lnTo>
                    <a:pt x="5384" y="209256"/>
                  </a:lnTo>
                  <a:lnTo>
                    <a:pt x="6815" y="214414"/>
                  </a:lnTo>
                  <a:lnTo>
                    <a:pt x="8410" y="219524"/>
                  </a:lnTo>
                  <a:lnTo>
                    <a:pt x="10168" y="224580"/>
                  </a:lnTo>
                  <a:lnTo>
                    <a:pt x="12086" y="229577"/>
                  </a:lnTo>
                  <a:lnTo>
                    <a:pt x="14164" y="234511"/>
                  </a:lnTo>
                  <a:lnTo>
                    <a:pt x="16399" y="239375"/>
                  </a:lnTo>
                  <a:lnTo>
                    <a:pt x="18788" y="244165"/>
                  </a:lnTo>
                  <a:lnTo>
                    <a:pt x="21329" y="248876"/>
                  </a:lnTo>
                  <a:lnTo>
                    <a:pt x="24020" y="253504"/>
                  </a:lnTo>
                  <a:lnTo>
                    <a:pt x="26858" y="258043"/>
                  </a:lnTo>
                  <a:lnTo>
                    <a:pt x="29839" y="262488"/>
                  </a:lnTo>
                  <a:lnTo>
                    <a:pt x="32962" y="266836"/>
                  </a:lnTo>
                  <a:lnTo>
                    <a:pt x="36222" y="271082"/>
                  </a:lnTo>
                  <a:lnTo>
                    <a:pt x="39616" y="275222"/>
                  </a:lnTo>
                  <a:lnTo>
                    <a:pt x="43141" y="279250"/>
                  </a:lnTo>
                  <a:lnTo>
                    <a:pt x="46793" y="283164"/>
                  </a:lnTo>
                  <a:lnTo>
                    <a:pt x="50569" y="286958"/>
                  </a:lnTo>
                  <a:lnTo>
                    <a:pt x="54464" y="290630"/>
                  </a:lnTo>
                  <a:lnTo>
                    <a:pt x="58475" y="294175"/>
                  </a:lnTo>
                  <a:lnTo>
                    <a:pt x="62597" y="297590"/>
                  </a:lnTo>
                  <a:lnTo>
                    <a:pt x="66827" y="30087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628132" y="4380988"/>
              <a:ext cx="100340" cy="133704"/>
            </a:xfrm>
            <a:custGeom>
              <a:avLst/>
              <a:pathLst>
                <a:path w="100340" h="133704">
                  <a:moveTo>
                    <a:pt x="0" y="133704"/>
                  </a:moveTo>
                  <a:lnTo>
                    <a:pt x="1003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628132" y="4380988"/>
              <a:ext cx="100340" cy="154131"/>
            </a:xfrm>
            <a:custGeom>
              <a:avLst/>
              <a:pathLst>
                <a:path w="100340" h="154131">
                  <a:moveTo>
                    <a:pt x="0" y="133704"/>
                  </a:moveTo>
                  <a:lnTo>
                    <a:pt x="5570" y="137708"/>
                  </a:lnTo>
                  <a:lnTo>
                    <a:pt x="11300" y="141481"/>
                  </a:lnTo>
                  <a:lnTo>
                    <a:pt x="17181" y="145015"/>
                  </a:lnTo>
                  <a:lnTo>
                    <a:pt x="23201" y="148305"/>
                  </a:lnTo>
                  <a:lnTo>
                    <a:pt x="29351" y="151345"/>
                  </a:lnTo>
                  <a:lnTo>
                    <a:pt x="35621" y="154131"/>
                  </a:lnTo>
                  <a:lnTo>
                    <a:pt x="10034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663753" y="4213821"/>
              <a:ext cx="231879" cy="334316"/>
            </a:xfrm>
            <a:custGeom>
              <a:avLst/>
              <a:pathLst>
                <a:path w="231879" h="334316">
                  <a:moveTo>
                    <a:pt x="0" y="321298"/>
                  </a:moveTo>
                  <a:lnTo>
                    <a:pt x="4946" y="323283"/>
                  </a:lnTo>
                  <a:lnTo>
                    <a:pt x="9953" y="325109"/>
                  </a:lnTo>
                  <a:lnTo>
                    <a:pt x="15016" y="326775"/>
                  </a:lnTo>
                  <a:lnTo>
                    <a:pt x="20129" y="328278"/>
                  </a:lnTo>
                  <a:lnTo>
                    <a:pt x="25288" y="329618"/>
                  </a:lnTo>
                  <a:lnTo>
                    <a:pt x="30487" y="330792"/>
                  </a:lnTo>
                  <a:lnTo>
                    <a:pt x="35720" y="331800"/>
                  </a:lnTo>
                  <a:lnTo>
                    <a:pt x="40983" y="332641"/>
                  </a:lnTo>
                  <a:lnTo>
                    <a:pt x="46270" y="333313"/>
                  </a:lnTo>
                  <a:lnTo>
                    <a:pt x="51576" y="333817"/>
                  </a:lnTo>
                  <a:lnTo>
                    <a:pt x="56895" y="334151"/>
                  </a:lnTo>
                  <a:lnTo>
                    <a:pt x="62223" y="334316"/>
                  </a:lnTo>
                  <a:lnTo>
                    <a:pt x="67552" y="334310"/>
                  </a:lnTo>
                  <a:lnTo>
                    <a:pt x="72879" y="334135"/>
                  </a:lnTo>
                  <a:lnTo>
                    <a:pt x="78198" y="333790"/>
                  </a:lnTo>
                  <a:lnTo>
                    <a:pt x="83503" y="333276"/>
                  </a:lnTo>
                  <a:lnTo>
                    <a:pt x="88789" y="332592"/>
                  </a:lnTo>
                  <a:lnTo>
                    <a:pt x="94050" y="331741"/>
                  </a:lnTo>
                  <a:lnTo>
                    <a:pt x="99281" y="330722"/>
                  </a:lnTo>
                  <a:lnTo>
                    <a:pt x="104478" y="329537"/>
                  </a:lnTo>
                  <a:lnTo>
                    <a:pt x="109634" y="328187"/>
                  </a:lnTo>
                  <a:lnTo>
                    <a:pt x="114744" y="326674"/>
                  </a:lnTo>
                  <a:lnTo>
                    <a:pt x="119803" y="324998"/>
                  </a:lnTo>
                  <a:lnTo>
                    <a:pt x="124807" y="323162"/>
                  </a:lnTo>
                  <a:lnTo>
                    <a:pt x="129749" y="321167"/>
                  </a:lnTo>
                  <a:lnTo>
                    <a:pt x="134625" y="319015"/>
                  </a:lnTo>
                  <a:lnTo>
                    <a:pt x="139431" y="316710"/>
                  </a:lnTo>
                  <a:lnTo>
                    <a:pt x="144160" y="314252"/>
                  </a:lnTo>
                  <a:lnTo>
                    <a:pt x="148808" y="311645"/>
                  </a:lnTo>
                  <a:lnTo>
                    <a:pt x="153371" y="308890"/>
                  </a:lnTo>
                  <a:lnTo>
                    <a:pt x="157844" y="305992"/>
                  </a:lnTo>
                  <a:lnTo>
                    <a:pt x="162222" y="302953"/>
                  </a:lnTo>
                  <a:lnTo>
                    <a:pt x="166502" y="299776"/>
                  </a:lnTo>
                  <a:lnTo>
                    <a:pt x="170677" y="296464"/>
                  </a:lnTo>
                  <a:lnTo>
                    <a:pt x="174745" y="293020"/>
                  </a:lnTo>
                  <a:lnTo>
                    <a:pt x="178701" y="289449"/>
                  </a:lnTo>
                  <a:lnTo>
                    <a:pt x="182541" y="285753"/>
                  </a:lnTo>
                  <a:lnTo>
                    <a:pt x="186262" y="281936"/>
                  </a:lnTo>
                  <a:lnTo>
                    <a:pt x="189859" y="278003"/>
                  </a:lnTo>
                  <a:lnTo>
                    <a:pt x="193329" y="273958"/>
                  </a:lnTo>
                  <a:lnTo>
                    <a:pt x="196668" y="269804"/>
                  </a:lnTo>
                  <a:lnTo>
                    <a:pt x="199872" y="265545"/>
                  </a:lnTo>
                  <a:lnTo>
                    <a:pt x="202940" y="261187"/>
                  </a:lnTo>
                  <a:lnTo>
                    <a:pt x="205867" y="256732"/>
                  </a:lnTo>
                  <a:lnTo>
                    <a:pt x="208650" y="252187"/>
                  </a:lnTo>
                  <a:lnTo>
                    <a:pt x="211287" y="247556"/>
                  </a:lnTo>
                  <a:lnTo>
                    <a:pt x="213776" y="242842"/>
                  </a:lnTo>
                  <a:lnTo>
                    <a:pt x="216112" y="238052"/>
                  </a:lnTo>
                  <a:lnTo>
                    <a:pt x="218295" y="233190"/>
                  </a:lnTo>
                  <a:lnTo>
                    <a:pt x="220322" y="228260"/>
                  </a:lnTo>
                  <a:lnTo>
                    <a:pt x="222190" y="223269"/>
                  </a:lnTo>
                  <a:lnTo>
                    <a:pt x="223899" y="218220"/>
                  </a:lnTo>
                  <a:lnTo>
                    <a:pt x="225445" y="213120"/>
                  </a:lnTo>
                  <a:lnTo>
                    <a:pt x="226829" y="207973"/>
                  </a:lnTo>
                  <a:lnTo>
                    <a:pt x="228047" y="202784"/>
                  </a:lnTo>
                  <a:lnTo>
                    <a:pt x="229099" y="197560"/>
                  </a:lnTo>
                  <a:lnTo>
                    <a:pt x="229985" y="192304"/>
                  </a:lnTo>
                  <a:lnTo>
                    <a:pt x="230702" y="187023"/>
                  </a:lnTo>
                  <a:lnTo>
                    <a:pt x="231251" y="181721"/>
                  </a:lnTo>
                  <a:lnTo>
                    <a:pt x="231630" y="176405"/>
                  </a:lnTo>
                  <a:lnTo>
                    <a:pt x="231840" y="171079"/>
                  </a:lnTo>
                  <a:lnTo>
                    <a:pt x="231879" y="165750"/>
                  </a:lnTo>
                  <a:lnTo>
                    <a:pt x="231749" y="160422"/>
                  </a:lnTo>
                  <a:lnTo>
                    <a:pt x="231449" y="155100"/>
                  </a:lnTo>
                  <a:lnTo>
                    <a:pt x="230980" y="149791"/>
                  </a:lnTo>
                  <a:lnTo>
                    <a:pt x="230342" y="144500"/>
                  </a:lnTo>
                  <a:lnTo>
                    <a:pt x="229535" y="139231"/>
                  </a:lnTo>
                  <a:lnTo>
                    <a:pt x="228560" y="133992"/>
                  </a:lnTo>
                  <a:lnTo>
                    <a:pt x="227420" y="128785"/>
                  </a:lnTo>
                  <a:lnTo>
                    <a:pt x="226113" y="123618"/>
                  </a:lnTo>
                  <a:lnTo>
                    <a:pt x="224643" y="118495"/>
                  </a:lnTo>
                  <a:lnTo>
                    <a:pt x="223010" y="113422"/>
                  </a:lnTo>
                  <a:lnTo>
                    <a:pt x="221216" y="108403"/>
                  </a:lnTo>
                  <a:lnTo>
                    <a:pt x="219264" y="103444"/>
                  </a:lnTo>
                  <a:lnTo>
                    <a:pt x="217154" y="98550"/>
                  </a:lnTo>
                  <a:lnTo>
                    <a:pt x="214889" y="93725"/>
                  </a:lnTo>
                  <a:lnTo>
                    <a:pt x="212471" y="88975"/>
                  </a:lnTo>
                  <a:lnTo>
                    <a:pt x="209903" y="84305"/>
                  </a:lnTo>
                  <a:lnTo>
                    <a:pt x="207188" y="79718"/>
                  </a:lnTo>
                  <a:lnTo>
                    <a:pt x="204328" y="75221"/>
                  </a:lnTo>
                  <a:lnTo>
                    <a:pt x="201326" y="70817"/>
                  </a:lnTo>
                  <a:lnTo>
                    <a:pt x="198185" y="66511"/>
                  </a:lnTo>
                  <a:lnTo>
                    <a:pt x="194908" y="62308"/>
                  </a:lnTo>
                  <a:lnTo>
                    <a:pt x="191499" y="58211"/>
                  </a:lnTo>
                  <a:lnTo>
                    <a:pt x="187962" y="54225"/>
                  </a:lnTo>
                  <a:lnTo>
                    <a:pt x="184298" y="50353"/>
                  </a:lnTo>
                  <a:lnTo>
                    <a:pt x="180514" y="46600"/>
                  </a:lnTo>
                  <a:lnTo>
                    <a:pt x="176612" y="42970"/>
                  </a:lnTo>
                  <a:lnTo>
                    <a:pt x="172595" y="39466"/>
                  </a:lnTo>
                  <a:lnTo>
                    <a:pt x="168470" y="36092"/>
                  </a:lnTo>
                  <a:lnTo>
                    <a:pt x="164238" y="32851"/>
                  </a:lnTo>
                  <a:lnTo>
                    <a:pt x="159906" y="29747"/>
                  </a:lnTo>
                  <a:lnTo>
                    <a:pt x="155477" y="26783"/>
                  </a:lnTo>
                  <a:lnTo>
                    <a:pt x="150956" y="23961"/>
                  </a:lnTo>
                  <a:lnTo>
                    <a:pt x="146346" y="21284"/>
                  </a:lnTo>
                  <a:lnTo>
                    <a:pt x="141654" y="18756"/>
                  </a:lnTo>
                  <a:lnTo>
                    <a:pt x="136884" y="16379"/>
                  </a:lnTo>
                  <a:lnTo>
                    <a:pt x="132041" y="14155"/>
                  </a:lnTo>
                  <a:lnTo>
                    <a:pt x="127129" y="12087"/>
                  </a:lnTo>
                  <a:lnTo>
                    <a:pt x="122153" y="10176"/>
                  </a:lnTo>
                  <a:lnTo>
                    <a:pt x="117119" y="8425"/>
                  </a:lnTo>
                  <a:lnTo>
                    <a:pt x="112032" y="6835"/>
                  </a:lnTo>
                  <a:lnTo>
                    <a:pt x="106897" y="5408"/>
                  </a:lnTo>
                  <a:lnTo>
                    <a:pt x="101719" y="4146"/>
                  </a:lnTo>
                  <a:lnTo>
                    <a:pt x="96503" y="3049"/>
                  </a:lnTo>
                  <a:lnTo>
                    <a:pt x="91255" y="2119"/>
                  </a:lnTo>
                  <a:lnTo>
                    <a:pt x="85980" y="1357"/>
                  </a:lnTo>
                  <a:lnTo>
                    <a:pt x="80684" y="764"/>
                  </a:lnTo>
                  <a:lnTo>
                    <a:pt x="75371" y="339"/>
                  </a:lnTo>
                  <a:lnTo>
                    <a:pt x="70047" y="84"/>
                  </a:lnTo>
                  <a:lnTo>
                    <a:pt x="64718" y="0"/>
                  </a:lnTo>
                  <a:lnTo>
                    <a:pt x="647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751863" y="3707720"/>
              <a:ext cx="252844" cy="334334"/>
            </a:xfrm>
            <a:custGeom>
              <a:avLst/>
              <a:pathLst>
                <a:path w="252844" h="334334">
                  <a:moveTo>
                    <a:pt x="167147" y="0"/>
                  </a:moveTo>
                  <a:lnTo>
                    <a:pt x="161845" y="84"/>
                  </a:lnTo>
                  <a:lnTo>
                    <a:pt x="156548" y="336"/>
                  </a:lnTo>
                  <a:lnTo>
                    <a:pt x="151262" y="756"/>
                  </a:lnTo>
                  <a:lnTo>
                    <a:pt x="145992" y="1344"/>
                  </a:lnTo>
                  <a:lnTo>
                    <a:pt x="140743" y="2098"/>
                  </a:lnTo>
                  <a:lnTo>
                    <a:pt x="135521" y="3018"/>
                  </a:lnTo>
                  <a:lnTo>
                    <a:pt x="130330" y="4104"/>
                  </a:lnTo>
                  <a:lnTo>
                    <a:pt x="125177" y="5354"/>
                  </a:lnTo>
                  <a:lnTo>
                    <a:pt x="120066" y="6767"/>
                  </a:lnTo>
                  <a:lnTo>
                    <a:pt x="115002" y="8341"/>
                  </a:lnTo>
                  <a:lnTo>
                    <a:pt x="109991" y="10074"/>
                  </a:lnTo>
                  <a:lnTo>
                    <a:pt x="105037" y="11966"/>
                  </a:lnTo>
                  <a:lnTo>
                    <a:pt x="100145" y="14014"/>
                  </a:lnTo>
                  <a:lnTo>
                    <a:pt x="95322" y="16217"/>
                  </a:lnTo>
                  <a:lnTo>
                    <a:pt x="90570" y="18571"/>
                  </a:lnTo>
                  <a:lnTo>
                    <a:pt x="85895" y="21074"/>
                  </a:lnTo>
                  <a:lnTo>
                    <a:pt x="81303" y="23725"/>
                  </a:lnTo>
                  <a:lnTo>
                    <a:pt x="76796" y="26520"/>
                  </a:lnTo>
                  <a:lnTo>
                    <a:pt x="72381" y="29456"/>
                  </a:lnTo>
                  <a:lnTo>
                    <a:pt x="68060" y="32531"/>
                  </a:lnTo>
                  <a:lnTo>
                    <a:pt x="63840" y="35742"/>
                  </a:lnTo>
                  <a:lnTo>
                    <a:pt x="59723" y="39085"/>
                  </a:lnTo>
                  <a:lnTo>
                    <a:pt x="55715" y="42556"/>
                  </a:lnTo>
                  <a:lnTo>
                    <a:pt x="51819" y="46153"/>
                  </a:lnTo>
                  <a:lnTo>
                    <a:pt x="48039" y="49872"/>
                  </a:lnTo>
                  <a:lnTo>
                    <a:pt x="44378" y="53709"/>
                  </a:lnTo>
                  <a:lnTo>
                    <a:pt x="40841" y="57660"/>
                  </a:lnTo>
                  <a:lnTo>
                    <a:pt x="37432" y="61721"/>
                  </a:lnTo>
                  <a:lnTo>
                    <a:pt x="34152" y="65889"/>
                  </a:lnTo>
                  <a:lnTo>
                    <a:pt x="31007" y="70158"/>
                  </a:lnTo>
                  <a:lnTo>
                    <a:pt x="27999" y="74525"/>
                  </a:lnTo>
                  <a:lnTo>
                    <a:pt x="25130" y="78985"/>
                  </a:lnTo>
                  <a:lnTo>
                    <a:pt x="22405" y="83533"/>
                  </a:lnTo>
                  <a:lnTo>
                    <a:pt x="19825" y="88166"/>
                  </a:lnTo>
                  <a:lnTo>
                    <a:pt x="17393" y="92879"/>
                  </a:lnTo>
                  <a:lnTo>
                    <a:pt x="15112" y="97666"/>
                  </a:lnTo>
                  <a:lnTo>
                    <a:pt x="12985" y="102523"/>
                  </a:lnTo>
                  <a:lnTo>
                    <a:pt x="11012" y="107445"/>
                  </a:lnTo>
                  <a:lnTo>
                    <a:pt x="9196" y="112428"/>
                  </a:lnTo>
                  <a:lnTo>
                    <a:pt x="7539" y="117465"/>
                  </a:lnTo>
                  <a:lnTo>
                    <a:pt x="6043" y="122552"/>
                  </a:lnTo>
                  <a:lnTo>
                    <a:pt x="4709" y="127685"/>
                  </a:lnTo>
                  <a:lnTo>
                    <a:pt x="3539" y="132857"/>
                  </a:lnTo>
                  <a:lnTo>
                    <a:pt x="2533" y="138063"/>
                  </a:lnTo>
                  <a:lnTo>
                    <a:pt x="1693" y="143299"/>
                  </a:lnTo>
                  <a:lnTo>
                    <a:pt x="1019" y="148559"/>
                  </a:lnTo>
                  <a:lnTo>
                    <a:pt x="512" y="153837"/>
                  </a:lnTo>
                  <a:lnTo>
                    <a:pt x="173" y="159129"/>
                  </a:lnTo>
                  <a:lnTo>
                    <a:pt x="2" y="164429"/>
                  </a:lnTo>
                  <a:lnTo>
                    <a:pt x="0" y="169732"/>
                  </a:lnTo>
                  <a:lnTo>
                    <a:pt x="165" y="175032"/>
                  </a:lnTo>
                  <a:lnTo>
                    <a:pt x="498" y="180325"/>
                  </a:lnTo>
                  <a:lnTo>
                    <a:pt x="1000" y="185604"/>
                  </a:lnTo>
                  <a:lnTo>
                    <a:pt x="1668" y="190864"/>
                  </a:lnTo>
                  <a:lnTo>
                    <a:pt x="2503" y="196101"/>
                  </a:lnTo>
                  <a:lnTo>
                    <a:pt x="3503" y="201309"/>
                  </a:lnTo>
                  <a:lnTo>
                    <a:pt x="4669" y="206482"/>
                  </a:lnTo>
                  <a:lnTo>
                    <a:pt x="5997" y="211615"/>
                  </a:lnTo>
                  <a:lnTo>
                    <a:pt x="7488" y="216704"/>
                  </a:lnTo>
                  <a:lnTo>
                    <a:pt x="9140" y="221743"/>
                  </a:lnTo>
                  <a:lnTo>
                    <a:pt x="10950" y="226727"/>
                  </a:lnTo>
                  <a:lnTo>
                    <a:pt x="12918" y="231652"/>
                  </a:lnTo>
                  <a:lnTo>
                    <a:pt x="15041" y="236511"/>
                  </a:lnTo>
                  <a:lnTo>
                    <a:pt x="17317" y="241301"/>
                  </a:lnTo>
                  <a:lnTo>
                    <a:pt x="19744" y="246016"/>
                  </a:lnTo>
                  <a:lnTo>
                    <a:pt x="22319" y="250651"/>
                  </a:lnTo>
                  <a:lnTo>
                    <a:pt x="25039" y="255203"/>
                  </a:lnTo>
                  <a:lnTo>
                    <a:pt x="27903" y="259666"/>
                  </a:lnTo>
                  <a:lnTo>
                    <a:pt x="30907" y="264036"/>
                  </a:lnTo>
                  <a:lnTo>
                    <a:pt x="34048" y="268308"/>
                  </a:lnTo>
                  <a:lnTo>
                    <a:pt x="37323" y="272479"/>
                  </a:lnTo>
                  <a:lnTo>
                    <a:pt x="40728" y="276544"/>
                  </a:lnTo>
                  <a:lnTo>
                    <a:pt x="44261" y="280498"/>
                  </a:lnTo>
                  <a:lnTo>
                    <a:pt x="47918" y="284339"/>
                  </a:lnTo>
                  <a:lnTo>
                    <a:pt x="51694" y="288062"/>
                  </a:lnTo>
                  <a:lnTo>
                    <a:pt x="55587" y="291663"/>
                  </a:lnTo>
                  <a:lnTo>
                    <a:pt x="59591" y="295138"/>
                  </a:lnTo>
                  <a:lnTo>
                    <a:pt x="63704" y="298485"/>
                  </a:lnTo>
                  <a:lnTo>
                    <a:pt x="67922" y="301700"/>
                  </a:lnTo>
                  <a:lnTo>
                    <a:pt x="72239" y="304780"/>
                  </a:lnTo>
                  <a:lnTo>
                    <a:pt x="76651" y="307721"/>
                  </a:lnTo>
                  <a:lnTo>
                    <a:pt x="81155" y="310520"/>
                  </a:lnTo>
                  <a:lnTo>
                    <a:pt x="85745" y="313176"/>
                  </a:lnTo>
                  <a:lnTo>
                    <a:pt x="90417" y="315684"/>
                  </a:lnTo>
                  <a:lnTo>
                    <a:pt x="95166" y="318043"/>
                  </a:lnTo>
                  <a:lnTo>
                    <a:pt x="99988" y="320250"/>
                  </a:lnTo>
                  <a:lnTo>
                    <a:pt x="104877" y="322303"/>
                  </a:lnTo>
                  <a:lnTo>
                    <a:pt x="109829" y="324200"/>
                  </a:lnTo>
                  <a:lnTo>
                    <a:pt x="114838" y="325939"/>
                  </a:lnTo>
                  <a:lnTo>
                    <a:pt x="119900" y="327519"/>
                  </a:lnTo>
                  <a:lnTo>
                    <a:pt x="125010" y="328937"/>
                  </a:lnTo>
                  <a:lnTo>
                    <a:pt x="130162" y="330192"/>
                  </a:lnTo>
                  <a:lnTo>
                    <a:pt x="135352" y="331283"/>
                  </a:lnTo>
                  <a:lnTo>
                    <a:pt x="140573" y="332209"/>
                  </a:lnTo>
                  <a:lnTo>
                    <a:pt x="145821" y="332968"/>
                  </a:lnTo>
                  <a:lnTo>
                    <a:pt x="151091" y="333561"/>
                  </a:lnTo>
                  <a:lnTo>
                    <a:pt x="156376" y="333987"/>
                  </a:lnTo>
                  <a:lnTo>
                    <a:pt x="161673" y="334245"/>
                  </a:lnTo>
                  <a:lnTo>
                    <a:pt x="166975" y="334334"/>
                  </a:lnTo>
                  <a:lnTo>
                    <a:pt x="172277" y="334256"/>
                  </a:lnTo>
                  <a:lnTo>
                    <a:pt x="177574" y="334009"/>
                  </a:lnTo>
                  <a:lnTo>
                    <a:pt x="182861" y="333594"/>
                  </a:lnTo>
                  <a:lnTo>
                    <a:pt x="188131" y="333012"/>
                  </a:lnTo>
                  <a:lnTo>
                    <a:pt x="193381" y="332263"/>
                  </a:lnTo>
                  <a:lnTo>
                    <a:pt x="198604" y="331348"/>
                  </a:lnTo>
                  <a:lnTo>
                    <a:pt x="203796" y="330268"/>
                  </a:lnTo>
                  <a:lnTo>
                    <a:pt x="208951" y="329023"/>
                  </a:lnTo>
                  <a:lnTo>
                    <a:pt x="214063" y="327616"/>
                  </a:lnTo>
                  <a:lnTo>
                    <a:pt x="219129" y="326047"/>
                  </a:lnTo>
                  <a:lnTo>
                    <a:pt x="224142" y="324318"/>
                  </a:lnTo>
                  <a:lnTo>
                    <a:pt x="229098" y="322432"/>
                  </a:lnTo>
                  <a:lnTo>
                    <a:pt x="233991" y="320389"/>
                  </a:lnTo>
                  <a:lnTo>
                    <a:pt x="238817" y="318191"/>
                  </a:lnTo>
                  <a:lnTo>
                    <a:pt x="243571" y="315842"/>
                  </a:lnTo>
                  <a:lnTo>
                    <a:pt x="248248" y="313343"/>
                  </a:lnTo>
                  <a:lnTo>
                    <a:pt x="252844" y="310697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895"/>
              <a:ext cx="167159" cy="310523"/>
            </a:xfrm>
            <a:custGeom>
              <a:avLst/>
              <a:pathLst>
                <a:path w="167159" h="310523">
                  <a:moveTo>
                    <a:pt x="85696" y="310523"/>
                  </a:moveTo>
                  <a:lnTo>
                    <a:pt x="90240" y="307710"/>
                  </a:lnTo>
                  <a:lnTo>
                    <a:pt x="94692" y="304754"/>
                  </a:lnTo>
                  <a:lnTo>
                    <a:pt x="99047" y="301656"/>
                  </a:lnTo>
                  <a:lnTo>
                    <a:pt x="103301" y="298422"/>
                  </a:lnTo>
                  <a:lnTo>
                    <a:pt x="107450" y="295052"/>
                  </a:lnTo>
                  <a:lnTo>
                    <a:pt x="111488" y="291552"/>
                  </a:lnTo>
                  <a:lnTo>
                    <a:pt x="115413" y="287925"/>
                  </a:lnTo>
                  <a:lnTo>
                    <a:pt x="119219" y="284174"/>
                  </a:lnTo>
                  <a:lnTo>
                    <a:pt x="122904" y="280303"/>
                  </a:lnTo>
                  <a:lnTo>
                    <a:pt x="126463" y="276317"/>
                  </a:lnTo>
                  <a:lnTo>
                    <a:pt x="129893" y="272219"/>
                  </a:lnTo>
                  <a:lnTo>
                    <a:pt x="133190" y="268013"/>
                  </a:lnTo>
                  <a:lnTo>
                    <a:pt x="136351" y="263704"/>
                  </a:lnTo>
                  <a:lnTo>
                    <a:pt x="139373" y="259296"/>
                  </a:lnTo>
                  <a:lnTo>
                    <a:pt x="142252" y="254794"/>
                  </a:lnTo>
                  <a:lnTo>
                    <a:pt x="144986" y="250202"/>
                  </a:lnTo>
                  <a:lnTo>
                    <a:pt x="147572" y="245525"/>
                  </a:lnTo>
                  <a:lnTo>
                    <a:pt x="150006" y="240768"/>
                  </a:lnTo>
                  <a:lnTo>
                    <a:pt x="152288" y="235935"/>
                  </a:lnTo>
                  <a:lnTo>
                    <a:pt x="154414" y="231032"/>
                  </a:lnTo>
                  <a:lnTo>
                    <a:pt x="156382" y="226064"/>
                  </a:lnTo>
                  <a:lnTo>
                    <a:pt x="158190" y="221035"/>
                  </a:lnTo>
                  <a:lnTo>
                    <a:pt x="159837" y="215951"/>
                  </a:lnTo>
                  <a:lnTo>
                    <a:pt x="161320" y="210817"/>
                  </a:lnTo>
                  <a:lnTo>
                    <a:pt x="162639" y="205638"/>
                  </a:lnTo>
                  <a:lnTo>
                    <a:pt x="163791" y="200419"/>
                  </a:lnTo>
                  <a:lnTo>
                    <a:pt x="164776" y="195167"/>
                  </a:lnTo>
                  <a:lnTo>
                    <a:pt x="165592" y="189885"/>
                  </a:lnTo>
                  <a:lnTo>
                    <a:pt x="166239" y="184580"/>
                  </a:lnTo>
                  <a:lnTo>
                    <a:pt x="166716" y="179258"/>
                  </a:lnTo>
                  <a:lnTo>
                    <a:pt x="167023" y="173922"/>
                  </a:lnTo>
                  <a:lnTo>
                    <a:pt x="167159" y="168580"/>
                  </a:lnTo>
                  <a:lnTo>
                    <a:pt x="167125" y="163236"/>
                  </a:lnTo>
                  <a:lnTo>
                    <a:pt x="166919" y="157896"/>
                  </a:lnTo>
                  <a:lnTo>
                    <a:pt x="166543" y="152565"/>
                  </a:lnTo>
                  <a:lnTo>
                    <a:pt x="165997" y="147249"/>
                  </a:lnTo>
                  <a:lnTo>
                    <a:pt x="165281" y="141953"/>
                  </a:lnTo>
                  <a:lnTo>
                    <a:pt x="164396" y="136683"/>
                  </a:lnTo>
                  <a:lnTo>
                    <a:pt x="163343" y="131443"/>
                  </a:lnTo>
                  <a:lnTo>
                    <a:pt x="162124" y="126240"/>
                  </a:lnTo>
                  <a:lnTo>
                    <a:pt x="160738" y="121079"/>
                  </a:lnTo>
                  <a:lnTo>
                    <a:pt x="159188" y="115964"/>
                  </a:lnTo>
                  <a:lnTo>
                    <a:pt x="157476" y="110902"/>
                  </a:lnTo>
                  <a:lnTo>
                    <a:pt x="155603" y="105897"/>
                  </a:lnTo>
                  <a:lnTo>
                    <a:pt x="153570" y="100954"/>
                  </a:lnTo>
                  <a:lnTo>
                    <a:pt x="151381" y="96079"/>
                  </a:lnTo>
                  <a:lnTo>
                    <a:pt x="149037" y="91277"/>
                  </a:lnTo>
                  <a:lnTo>
                    <a:pt x="146540" y="86551"/>
                  </a:lnTo>
                  <a:lnTo>
                    <a:pt x="143894" y="81908"/>
                  </a:lnTo>
                  <a:lnTo>
                    <a:pt x="141101" y="77352"/>
                  </a:lnTo>
                  <a:lnTo>
                    <a:pt x="138164" y="72888"/>
                  </a:lnTo>
                  <a:lnTo>
                    <a:pt x="135085" y="68520"/>
                  </a:lnTo>
                  <a:lnTo>
                    <a:pt x="131868" y="64252"/>
                  </a:lnTo>
                  <a:lnTo>
                    <a:pt x="128517" y="60089"/>
                  </a:lnTo>
                  <a:lnTo>
                    <a:pt x="125034" y="56036"/>
                  </a:lnTo>
                  <a:lnTo>
                    <a:pt x="121424" y="52096"/>
                  </a:lnTo>
                  <a:lnTo>
                    <a:pt x="117689" y="48273"/>
                  </a:lnTo>
                  <a:lnTo>
                    <a:pt x="113834" y="44572"/>
                  </a:lnTo>
                  <a:lnTo>
                    <a:pt x="109863" y="40996"/>
                  </a:lnTo>
                  <a:lnTo>
                    <a:pt x="105779" y="37549"/>
                  </a:lnTo>
                  <a:lnTo>
                    <a:pt x="101588" y="34234"/>
                  </a:lnTo>
                  <a:lnTo>
                    <a:pt x="97292" y="31054"/>
                  </a:lnTo>
                  <a:lnTo>
                    <a:pt x="92897" y="28014"/>
                  </a:lnTo>
                  <a:lnTo>
                    <a:pt x="88407" y="25115"/>
                  </a:lnTo>
                  <a:lnTo>
                    <a:pt x="83827" y="22362"/>
                  </a:lnTo>
                  <a:lnTo>
                    <a:pt x="79161" y="19756"/>
                  </a:lnTo>
                  <a:lnTo>
                    <a:pt x="74414" y="17301"/>
                  </a:lnTo>
                  <a:lnTo>
                    <a:pt x="69592" y="14999"/>
                  </a:lnTo>
                  <a:lnTo>
                    <a:pt x="64698" y="12852"/>
                  </a:lnTo>
                  <a:lnTo>
                    <a:pt x="59738" y="10863"/>
                  </a:lnTo>
                  <a:lnTo>
                    <a:pt x="54717" y="9033"/>
                  </a:lnTo>
                  <a:lnTo>
                    <a:pt x="49639" y="7365"/>
                  </a:lnTo>
                  <a:lnTo>
                    <a:pt x="44512" y="5860"/>
                  </a:lnTo>
                  <a:lnTo>
                    <a:pt x="39338" y="4519"/>
                  </a:lnTo>
                  <a:lnTo>
                    <a:pt x="34125" y="3345"/>
                  </a:lnTo>
                  <a:lnTo>
                    <a:pt x="28877" y="2338"/>
                  </a:lnTo>
                  <a:lnTo>
                    <a:pt x="23599" y="1499"/>
                  </a:lnTo>
                  <a:lnTo>
                    <a:pt x="18297" y="829"/>
                  </a:lnTo>
                  <a:lnTo>
                    <a:pt x="12976" y="329"/>
                  </a:lnTo>
                  <a:lnTo>
                    <a:pt x="7642" y="0"/>
                  </a:lnTo>
                  <a:lnTo>
                    <a:pt x="0" y="16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7642" cy="167167"/>
            </a:xfrm>
            <a:custGeom>
              <a:avLst/>
              <a:pathLst>
                <a:path w="7642" h="167167">
                  <a:moveTo>
                    <a:pt x="7642" y="17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tx80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2025-06-06T03:07:51Z</dcterms:modified>
  <cp:category/>
</cp:coreProperties>
</file>