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2367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85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99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80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3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92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4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1727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266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957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6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69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30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2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41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72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04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7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53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7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68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76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758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36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25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49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318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5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290" y="3170392"/>
              <a:ext cx="1488" cy="167167"/>
            </a:xfrm>
            <a:custGeom>
              <a:avLst/>
              <a:pathLst>
                <a:path w="1488" h="167167">
                  <a:moveTo>
                    <a:pt x="1488" y="0"/>
                  </a:moveTo>
                  <a:lnTo>
                    <a:pt x="0" y="6"/>
                  </a:lnTo>
                  <a:lnTo>
                    <a:pt x="148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2290" y="3170399"/>
              <a:ext cx="1488" cy="167160"/>
            </a:xfrm>
            <a:custGeom>
              <a:avLst/>
              <a:pathLst>
                <a:path w="1488" h="167160">
                  <a:moveTo>
                    <a:pt x="0" y="0"/>
                  </a:moveTo>
                  <a:lnTo>
                    <a:pt x="1488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21" y="3170399"/>
              <a:ext cx="334310" cy="334328"/>
            </a:xfrm>
            <a:custGeom>
              <a:avLst/>
              <a:pathLst>
                <a:path w="334310" h="334328">
                  <a:moveTo>
                    <a:pt x="165669" y="0"/>
                  </a:moveTo>
                  <a:lnTo>
                    <a:pt x="160379" y="130"/>
                  </a:lnTo>
                  <a:lnTo>
                    <a:pt x="155096" y="429"/>
                  </a:lnTo>
                  <a:lnTo>
                    <a:pt x="149825" y="894"/>
                  </a:lnTo>
                  <a:lnTo>
                    <a:pt x="144571" y="1526"/>
                  </a:lnTo>
                  <a:lnTo>
                    <a:pt x="139340" y="2324"/>
                  </a:lnTo>
                  <a:lnTo>
                    <a:pt x="134136" y="3287"/>
                  </a:lnTo>
                  <a:lnTo>
                    <a:pt x="128966" y="4414"/>
                  </a:lnTo>
                  <a:lnTo>
                    <a:pt x="123834" y="5704"/>
                  </a:lnTo>
                  <a:lnTo>
                    <a:pt x="118746" y="7156"/>
                  </a:lnTo>
                  <a:lnTo>
                    <a:pt x="113705" y="8769"/>
                  </a:lnTo>
                  <a:lnTo>
                    <a:pt x="108719" y="10540"/>
                  </a:lnTo>
                  <a:lnTo>
                    <a:pt x="103791" y="12468"/>
                  </a:lnTo>
                  <a:lnTo>
                    <a:pt x="98927" y="14551"/>
                  </a:lnTo>
                  <a:lnTo>
                    <a:pt x="94131" y="16787"/>
                  </a:lnTo>
                  <a:lnTo>
                    <a:pt x="89408" y="19174"/>
                  </a:lnTo>
                  <a:lnTo>
                    <a:pt x="84763" y="21709"/>
                  </a:lnTo>
                  <a:lnTo>
                    <a:pt x="80200" y="24390"/>
                  </a:lnTo>
                  <a:lnTo>
                    <a:pt x="75725" y="27213"/>
                  </a:lnTo>
                  <a:lnTo>
                    <a:pt x="71342" y="30177"/>
                  </a:lnTo>
                  <a:lnTo>
                    <a:pt x="67054" y="33279"/>
                  </a:lnTo>
                  <a:lnTo>
                    <a:pt x="62867" y="36514"/>
                  </a:lnTo>
                  <a:lnTo>
                    <a:pt x="58784" y="39881"/>
                  </a:lnTo>
                  <a:lnTo>
                    <a:pt x="54810" y="43374"/>
                  </a:lnTo>
                  <a:lnTo>
                    <a:pt x="50948" y="46992"/>
                  </a:lnTo>
                  <a:lnTo>
                    <a:pt x="47203" y="50731"/>
                  </a:lnTo>
                  <a:lnTo>
                    <a:pt x="43578" y="54586"/>
                  </a:lnTo>
                  <a:lnTo>
                    <a:pt x="40076" y="58554"/>
                  </a:lnTo>
                  <a:lnTo>
                    <a:pt x="36703" y="62630"/>
                  </a:lnTo>
                  <a:lnTo>
                    <a:pt x="33460" y="66812"/>
                  </a:lnTo>
                  <a:lnTo>
                    <a:pt x="30350" y="71094"/>
                  </a:lnTo>
                  <a:lnTo>
                    <a:pt x="27378" y="75472"/>
                  </a:lnTo>
                  <a:lnTo>
                    <a:pt x="24546" y="79942"/>
                  </a:lnTo>
                  <a:lnTo>
                    <a:pt x="21857" y="84499"/>
                  </a:lnTo>
                  <a:lnTo>
                    <a:pt x="19314" y="89140"/>
                  </a:lnTo>
                  <a:lnTo>
                    <a:pt x="16918" y="93858"/>
                  </a:lnTo>
                  <a:lnTo>
                    <a:pt x="14674" y="98650"/>
                  </a:lnTo>
                  <a:lnTo>
                    <a:pt x="12582" y="103511"/>
                  </a:lnTo>
                  <a:lnTo>
                    <a:pt x="10644" y="108435"/>
                  </a:lnTo>
                  <a:lnTo>
                    <a:pt x="8864" y="113418"/>
                  </a:lnTo>
                  <a:lnTo>
                    <a:pt x="7242" y="118455"/>
                  </a:lnTo>
                  <a:lnTo>
                    <a:pt x="5781" y="123541"/>
                  </a:lnTo>
                  <a:lnTo>
                    <a:pt x="4481" y="128671"/>
                  </a:lnTo>
                  <a:lnTo>
                    <a:pt x="3345" y="133839"/>
                  </a:lnTo>
                  <a:lnTo>
                    <a:pt x="2372" y="139040"/>
                  </a:lnTo>
                  <a:lnTo>
                    <a:pt x="1564" y="144270"/>
                  </a:lnTo>
                  <a:lnTo>
                    <a:pt x="923" y="149523"/>
                  </a:lnTo>
                  <a:lnTo>
                    <a:pt x="448" y="154793"/>
                  </a:lnTo>
                  <a:lnTo>
                    <a:pt x="140" y="160076"/>
                  </a:lnTo>
                  <a:lnTo>
                    <a:pt x="0" y="165366"/>
                  </a:lnTo>
                  <a:lnTo>
                    <a:pt x="26" y="170657"/>
                  </a:lnTo>
                  <a:lnTo>
                    <a:pt x="221" y="175945"/>
                  </a:lnTo>
                  <a:lnTo>
                    <a:pt x="583" y="181225"/>
                  </a:lnTo>
                  <a:lnTo>
                    <a:pt x="1111" y="186490"/>
                  </a:lnTo>
                  <a:lnTo>
                    <a:pt x="1806" y="191736"/>
                  </a:lnTo>
                  <a:lnTo>
                    <a:pt x="2667" y="196957"/>
                  </a:lnTo>
                  <a:lnTo>
                    <a:pt x="3692" y="202148"/>
                  </a:lnTo>
                  <a:lnTo>
                    <a:pt x="4882" y="207304"/>
                  </a:lnTo>
                  <a:lnTo>
                    <a:pt x="6234" y="212421"/>
                  </a:lnTo>
                  <a:lnTo>
                    <a:pt x="7747" y="217491"/>
                  </a:lnTo>
                  <a:lnTo>
                    <a:pt x="9420" y="222512"/>
                  </a:lnTo>
                  <a:lnTo>
                    <a:pt x="11251" y="227476"/>
                  </a:lnTo>
                  <a:lnTo>
                    <a:pt x="13238" y="232381"/>
                  </a:lnTo>
                  <a:lnTo>
                    <a:pt x="15379" y="237220"/>
                  </a:lnTo>
                  <a:lnTo>
                    <a:pt x="17673" y="241989"/>
                  </a:lnTo>
                  <a:lnTo>
                    <a:pt x="20116" y="246682"/>
                  </a:lnTo>
                  <a:lnTo>
                    <a:pt x="22706" y="251297"/>
                  </a:lnTo>
                  <a:lnTo>
                    <a:pt x="25442" y="255826"/>
                  </a:lnTo>
                  <a:lnTo>
                    <a:pt x="28319" y="260267"/>
                  </a:lnTo>
                  <a:lnTo>
                    <a:pt x="31336" y="264615"/>
                  </a:lnTo>
                  <a:lnTo>
                    <a:pt x="34488" y="268865"/>
                  </a:lnTo>
                  <a:lnTo>
                    <a:pt x="37774" y="273013"/>
                  </a:lnTo>
                  <a:lnTo>
                    <a:pt x="41189" y="277055"/>
                  </a:lnTo>
                  <a:lnTo>
                    <a:pt x="44730" y="280987"/>
                  </a:lnTo>
                  <a:lnTo>
                    <a:pt x="48394" y="284805"/>
                  </a:lnTo>
                  <a:lnTo>
                    <a:pt x="52178" y="288505"/>
                  </a:lnTo>
                  <a:lnTo>
                    <a:pt x="56076" y="292084"/>
                  </a:lnTo>
                  <a:lnTo>
                    <a:pt x="60085" y="295537"/>
                  </a:lnTo>
                  <a:lnTo>
                    <a:pt x="64202" y="298862"/>
                  </a:lnTo>
                  <a:lnTo>
                    <a:pt x="68422" y="302054"/>
                  </a:lnTo>
                  <a:lnTo>
                    <a:pt x="72741" y="305112"/>
                  </a:lnTo>
                  <a:lnTo>
                    <a:pt x="77155" y="308031"/>
                  </a:lnTo>
                  <a:lnTo>
                    <a:pt x="81659" y="310809"/>
                  </a:lnTo>
                  <a:lnTo>
                    <a:pt x="86248" y="313443"/>
                  </a:lnTo>
                  <a:lnTo>
                    <a:pt x="90919" y="315931"/>
                  </a:lnTo>
                  <a:lnTo>
                    <a:pt x="95666" y="318269"/>
                  </a:lnTo>
                  <a:lnTo>
                    <a:pt x="100484" y="320456"/>
                  </a:lnTo>
                  <a:lnTo>
                    <a:pt x="105370" y="322490"/>
                  </a:lnTo>
                  <a:lnTo>
                    <a:pt x="110317" y="324368"/>
                  </a:lnTo>
                  <a:lnTo>
                    <a:pt x="115321" y="326088"/>
                  </a:lnTo>
                  <a:lnTo>
                    <a:pt x="120377" y="327649"/>
                  </a:lnTo>
                  <a:lnTo>
                    <a:pt x="125480" y="329049"/>
                  </a:lnTo>
                  <a:lnTo>
                    <a:pt x="130625" y="330287"/>
                  </a:lnTo>
                  <a:lnTo>
                    <a:pt x="135807" y="331362"/>
                  </a:lnTo>
                  <a:lnTo>
                    <a:pt x="141019" y="332272"/>
                  </a:lnTo>
                  <a:lnTo>
                    <a:pt x="146259" y="333016"/>
                  </a:lnTo>
                  <a:lnTo>
                    <a:pt x="151518" y="333595"/>
                  </a:lnTo>
                  <a:lnTo>
                    <a:pt x="156794" y="334006"/>
                  </a:lnTo>
                  <a:lnTo>
                    <a:pt x="162080" y="334251"/>
                  </a:lnTo>
                  <a:lnTo>
                    <a:pt x="167371" y="334328"/>
                  </a:lnTo>
                  <a:lnTo>
                    <a:pt x="172662" y="334237"/>
                  </a:lnTo>
                  <a:lnTo>
                    <a:pt x="177948" y="333979"/>
                  </a:lnTo>
                  <a:lnTo>
                    <a:pt x="183222" y="333554"/>
                  </a:lnTo>
                  <a:lnTo>
                    <a:pt x="188481" y="332962"/>
                  </a:lnTo>
                  <a:lnTo>
                    <a:pt x="193718" y="332204"/>
                  </a:lnTo>
                  <a:lnTo>
                    <a:pt x="198928" y="331281"/>
                  </a:lnTo>
                  <a:lnTo>
                    <a:pt x="204107" y="330193"/>
                  </a:lnTo>
                  <a:lnTo>
                    <a:pt x="209248" y="328942"/>
                  </a:lnTo>
                  <a:lnTo>
                    <a:pt x="214348" y="327529"/>
                  </a:lnTo>
                  <a:lnTo>
                    <a:pt x="219400" y="325955"/>
                  </a:lnTo>
                  <a:lnTo>
                    <a:pt x="224400" y="324222"/>
                  </a:lnTo>
                  <a:lnTo>
                    <a:pt x="229342" y="322331"/>
                  </a:lnTo>
                  <a:lnTo>
                    <a:pt x="234223" y="320285"/>
                  </a:lnTo>
                  <a:lnTo>
                    <a:pt x="239036" y="318086"/>
                  </a:lnTo>
                  <a:lnTo>
                    <a:pt x="243776" y="315735"/>
                  </a:lnTo>
                  <a:lnTo>
                    <a:pt x="248441" y="313236"/>
                  </a:lnTo>
                  <a:lnTo>
                    <a:pt x="253023" y="310590"/>
                  </a:lnTo>
                  <a:lnTo>
                    <a:pt x="257520" y="307800"/>
                  </a:lnTo>
                  <a:lnTo>
                    <a:pt x="261926" y="304870"/>
                  </a:lnTo>
                  <a:lnTo>
                    <a:pt x="266237" y="301801"/>
                  </a:lnTo>
                  <a:lnTo>
                    <a:pt x="270449" y="298598"/>
                  </a:lnTo>
                  <a:lnTo>
                    <a:pt x="274557" y="295262"/>
                  </a:lnTo>
                  <a:lnTo>
                    <a:pt x="278558" y="291799"/>
                  </a:lnTo>
                  <a:lnTo>
                    <a:pt x="282447" y="288211"/>
                  </a:lnTo>
                  <a:lnTo>
                    <a:pt x="286221" y="284501"/>
                  </a:lnTo>
                  <a:lnTo>
                    <a:pt x="289875" y="280674"/>
                  </a:lnTo>
                  <a:lnTo>
                    <a:pt x="293407" y="276733"/>
                  </a:lnTo>
                  <a:lnTo>
                    <a:pt x="296811" y="272682"/>
                  </a:lnTo>
                  <a:lnTo>
                    <a:pt x="300086" y="268525"/>
                  </a:lnTo>
                  <a:lnTo>
                    <a:pt x="303228" y="264267"/>
                  </a:lnTo>
                  <a:lnTo>
                    <a:pt x="306233" y="259912"/>
                  </a:lnTo>
                  <a:lnTo>
                    <a:pt x="309099" y="255463"/>
                  </a:lnTo>
                  <a:lnTo>
                    <a:pt x="311823" y="250927"/>
                  </a:lnTo>
                  <a:lnTo>
                    <a:pt x="314402" y="246306"/>
                  </a:lnTo>
                  <a:lnTo>
                    <a:pt x="316833" y="241606"/>
                  </a:lnTo>
                  <a:lnTo>
                    <a:pt x="319114" y="236831"/>
                  </a:lnTo>
                  <a:lnTo>
                    <a:pt x="321243" y="231986"/>
                  </a:lnTo>
                  <a:lnTo>
                    <a:pt x="323218" y="227077"/>
                  </a:lnTo>
                  <a:lnTo>
                    <a:pt x="325036" y="222108"/>
                  </a:lnTo>
                  <a:lnTo>
                    <a:pt x="326696" y="217083"/>
                  </a:lnTo>
                  <a:lnTo>
                    <a:pt x="328196" y="212008"/>
                  </a:lnTo>
                  <a:lnTo>
                    <a:pt x="329535" y="206889"/>
                  </a:lnTo>
                  <a:lnTo>
                    <a:pt x="330711" y="201730"/>
                  </a:lnTo>
                  <a:lnTo>
                    <a:pt x="331724" y="196536"/>
                  </a:lnTo>
                  <a:lnTo>
                    <a:pt x="332571" y="191312"/>
                  </a:lnTo>
                  <a:lnTo>
                    <a:pt x="333252" y="186065"/>
                  </a:lnTo>
                  <a:lnTo>
                    <a:pt x="333768" y="180798"/>
                  </a:lnTo>
                  <a:lnTo>
                    <a:pt x="334116" y="175518"/>
                  </a:lnTo>
                  <a:lnTo>
                    <a:pt x="334297" y="170229"/>
                  </a:lnTo>
                  <a:lnTo>
                    <a:pt x="334310" y="164938"/>
                  </a:lnTo>
                  <a:lnTo>
                    <a:pt x="334156" y="159648"/>
                  </a:lnTo>
                  <a:lnTo>
                    <a:pt x="333834" y="154366"/>
                  </a:lnTo>
                  <a:lnTo>
                    <a:pt x="333346" y="149097"/>
                  </a:lnTo>
                  <a:lnTo>
                    <a:pt x="332691" y="143846"/>
                  </a:lnTo>
                  <a:lnTo>
                    <a:pt x="331870" y="138619"/>
                  </a:lnTo>
                  <a:lnTo>
                    <a:pt x="330884" y="133420"/>
                  </a:lnTo>
                  <a:lnTo>
                    <a:pt x="329734" y="128254"/>
                  </a:lnTo>
                  <a:lnTo>
                    <a:pt x="328421" y="123128"/>
                  </a:lnTo>
                  <a:lnTo>
                    <a:pt x="326947" y="118046"/>
                  </a:lnTo>
                  <a:lnTo>
                    <a:pt x="325312" y="113013"/>
                  </a:lnTo>
                  <a:lnTo>
                    <a:pt x="323519" y="108035"/>
                  </a:lnTo>
                  <a:lnTo>
                    <a:pt x="321570" y="103115"/>
                  </a:lnTo>
                  <a:lnTo>
                    <a:pt x="319465" y="98260"/>
                  </a:lnTo>
                  <a:lnTo>
                    <a:pt x="317208" y="93474"/>
                  </a:lnTo>
                  <a:lnTo>
                    <a:pt x="314801" y="88761"/>
                  </a:lnTo>
                  <a:lnTo>
                    <a:pt x="312245" y="84128"/>
                  </a:lnTo>
                  <a:lnTo>
                    <a:pt x="309545" y="79577"/>
                  </a:lnTo>
                  <a:lnTo>
                    <a:pt x="306701" y="75114"/>
                  </a:lnTo>
                  <a:lnTo>
                    <a:pt x="303718" y="70744"/>
                  </a:lnTo>
                  <a:lnTo>
                    <a:pt x="300598" y="66470"/>
                  </a:lnTo>
                  <a:lnTo>
                    <a:pt x="297344" y="62297"/>
                  </a:lnTo>
                  <a:lnTo>
                    <a:pt x="293960" y="58229"/>
                  </a:lnTo>
                  <a:lnTo>
                    <a:pt x="290448" y="54270"/>
                  </a:lnTo>
                  <a:lnTo>
                    <a:pt x="286813" y="50424"/>
                  </a:lnTo>
                  <a:lnTo>
                    <a:pt x="283059" y="46695"/>
                  </a:lnTo>
                  <a:lnTo>
                    <a:pt x="279188" y="43087"/>
                  </a:lnTo>
                  <a:lnTo>
                    <a:pt x="275205" y="39604"/>
                  </a:lnTo>
                  <a:lnTo>
                    <a:pt x="271113" y="36248"/>
                  </a:lnTo>
                  <a:lnTo>
                    <a:pt x="266918" y="33023"/>
                  </a:lnTo>
                  <a:lnTo>
                    <a:pt x="262622" y="29933"/>
                  </a:lnTo>
                  <a:lnTo>
                    <a:pt x="258231" y="26980"/>
                  </a:lnTo>
                  <a:lnTo>
                    <a:pt x="253748" y="24168"/>
                  </a:lnTo>
                  <a:lnTo>
                    <a:pt x="249179" y="21498"/>
                  </a:lnTo>
                  <a:lnTo>
                    <a:pt x="244528" y="18975"/>
                  </a:lnTo>
                  <a:lnTo>
                    <a:pt x="239799" y="16601"/>
                  </a:lnTo>
                  <a:lnTo>
                    <a:pt x="234997" y="14377"/>
                  </a:lnTo>
                  <a:lnTo>
                    <a:pt x="230127" y="12306"/>
                  </a:lnTo>
                  <a:lnTo>
                    <a:pt x="225194" y="10391"/>
                  </a:lnTo>
                  <a:lnTo>
                    <a:pt x="220203" y="8633"/>
                  </a:lnTo>
                  <a:lnTo>
                    <a:pt x="215159" y="7033"/>
                  </a:lnTo>
                  <a:lnTo>
                    <a:pt x="210067" y="5594"/>
                  </a:lnTo>
                  <a:lnTo>
                    <a:pt x="204932" y="4317"/>
                  </a:lnTo>
                  <a:lnTo>
                    <a:pt x="199759" y="3203"/>
                  </a:lnTo>
                  <a:lnTo>
                    <a:pt x="194553" y="2253"/>
                  </a:lnTo>
                  <a:lnTo>
                    <a:pt x="189320" y="1469"/>
                  </a:lnTo>
                  <a:lnTo>
                    <a:pt x="184064" y="850"/>
                  </a:lnTo>
                  <a:lnTo>
                    <a:pt x="167157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16907" cy="167167"/>
            </a:xfrm>
            <a:custGeom>
              <a:avLst/>
              <a:pathLst>
                <a:path w="16907" h="167167">
                  <a:moveTo>
                    <a:pt x="16907" y="857"/>
                  </a:moveTo>
                  <a:lnTo>
                    <a:pt x="8464" y="2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7787" y="2633064"/>
              <a:ext cx="31224" cy="167167"/>
            </a:xfrm>
            <a:custGeom>
              <a:avLst/>
              <a:pathLst>
                <a:path w="31224" h="167167">
                  <a:moveTo>
                    <a:pt x="31224" y="0"/>
                  </a:moveTo>
                  <a:lnTo>
                    <a:pt x="23374" y="184"/>
                  </a:lnTo>
                  <a:lnTo>
                    <a:pt x="15542" y="737"/>
                  </a:lnTo>
                  <a:lnTo>
                    <a:pt x="7745" y="1656"/>
                  </a:lnTo>
                  <a:lnTo>
                    <a:pt x="0" y="2941"/>
                  </a:lnTo>
                  <a:lnTo>
                    <a:pt x="3122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7787" y="2636006"/>
              <a:ext cx="31224" cy="164225"/>
            </a:xfrm>
            <a:custGeom>
              <a:avLst/>
              <a:pathLst>
                <a:path w="31224" h="164225">
                  <a:moveTo>
                    <a:pt x="0" y="0"/>
                  </a:moveTo>
                  <a:lnTo>
                    <a:pt x="31224" y="1642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1852" y="2636006"/>
              <a:ext cx="334325" cy="331385"/>
            </a:xfrm>
            <a:custGeom>
              <a:avLst/>
              <a:pathLst>
                <a:path w="334325" h="331385">
                  <a:moveTo>
                    <a:pt x="135934" y="0"/>
                  </a:moveTo>
                  <a:lnTo>
                    <a:pt x="130751" y="1070"/>
                  </a:lnTo>
                  <a:lnTo>
                    <a:pt x="125604" y="2305"/>
                  </a:lnTo>
                  <a:lnTo>
                    <a:pt x="120500" y="3701"/>
                  </a:lnTo>
                  <a:lnTo>
                    <a:pt x="115441" y="5259"/>
                  </a:lnTo>
                  <a:lnTo>
                    <a:pt x="110435" y="6975"/>
                  </a:lnTo>
                  <a:lnTo>
                    <a:pt x="105486" y="8850"/>
                  </a:lnTo>
                  <a:lnTo>
                    <a:pt x="100598" y="10880"/>
                  </a:lnTo>
                  <a:lnTo>
                    <a:pt x="95777" y="13064"/>
                  </a:lnTo>
                  <a:lnTo>
                    <a:pt x="91028" y="15399"/>
                  </a:lnTo>
                  <a:lnTo>
                    <a:pt x="86355" y="17884"/>
                  </a:lnTo>
                  <a:lnTo>
                    <a:pt x="81763" y="20515"/>
                  </a:lnTo>
                  <a:lnTo>
                    <a:pt x="77256" y="23290"/>
                  </a:lnTo>
                  <a:lnTo>
                    <a:pt x="72840" y="26207"/>
                  </a:lnTo>
                  <a:lnTo>
                    <a:pt x="68518" y="29262"/>
                  </a:lnTo>
                  <a:lnTo>
                    <a:pt x="64295" y="32452"/>
                  </a:lnTo>
                  <a:lnTo>
                    <a:pt x="60175" y="35774"/>
                  </a:lnTo>
                  <a:lnTo>
                    <a:pt x="56163" y="39225"/>
                  </a:lnTo>
                  <a:lnTo>
                    <a:pt x="52261" y="42801"/>
                  </a:lnTo>
                  <a:lnTo>
                    <a:pt x="48475" y="46499"/>
                  </a:lnTo>
                  <a:lnTo>
                    <a:pt x="44808" y="50315"/>
                  </a:lnTo>
                  <a:lnTo>
                    <a:pt x="41264" y="54246"/>
                  </a:lnTo>
                  <a:lnTo>
                    <a:pt x="37845" y="58286"/>
                  </a:lnTo>
                  <a:lnTo>
                    <a:pt x="34556" y="62433"/>
                  </a:lnTo>
                  <a:lnTo>
                    <a:pt x="31400" y="66681"/>
                  </a:lnTo>
                  <a:lnTo>
                    <a:pt x="28381" y="71028"/>
                  </a:lnTo>
                  <a:lnTo>
                    <a:pt x="25500" y="75467"/>
                  </a:lnTo>
                  <a:lnTo>
                    <a:pt x="22761" y="79996"/>
                  </a:lnTo>
                  <a:lnTo>
                    <a:pt x="20167" y="84609"/>
                  </a:lnTo>
                  <a:lnTo>
                    <a:pt x="17721" y="89302"/>
                  </a:lnTo>
                  <a:lnTo>
                    <a:pt x="15424" y="94071"/>
                  </a:lnTo>
                  <a:lnTo>
                    <a:pt x="13279" y="98909"/>
                  </a:lnTo>
                  <a:lnTo>
                    <a:pt x="11289" y="103813"/>
                  </a:lnTo>
                  <a:lnTo>
                    <a:pt x="9454" y="108777"/>
                  </a:lnTo>
                  <a:lnTo>
                    <a:pt x="7778" y="113797"/>
                  </a:lnTo>
                  <a:lnTo>
                    <a:pt x="6262" y="118868"/>
                  </a:lnTo>
                  <a:lnTo>
                    <a:pt x="4907" y="123984"/>
                  </a:lnTo>
                  <a:lnTo>
                    <a:pt x="3714" y="129140"/>
                  </a:lnTo>
                  <a:lnTo>
                    <a:pt x="2685" y="134332"/>
                  </a:lnTo>
                  <a:lnTo>
                    <a:pt x="1821" y="139553"/>
                  </a:lnTo>
                  <a:lnTo>
                    <a:pt x="1123" y="144800"/>
                  </a:lnTo>
                  <a:lnTo>
                    <a:pt x="592" y="150065"/>
                  </a:lnTo>
                  <a:lnTo>
                    <a:pt x="227" y="155345"/>
                  </a:lnTo>
                  <a:lnTo>
                    <a:pt x="29" y="160634"/>
                  </a:lnTo>
                  <a:lnTo>
                    <a:pt x="0" y="165926"/>
                  </a:lnTo>
                  <a:lnTo>
                    <a:pt x="137" y="171217"/>
                  </a:lnTo>
                  <a:lnTo>
                    <a:pt x="442" y="176501"/>
                  </a:lnTo>
                  <a:lnTo>
                    <a:pt x="914" y="181772"/>
                  </a:lnTo>
                  <a:lnTo>
                    <a:pt x="1553" y="187026"/>
                  </a:lnTo>
                  <a:lnTo>
                    <a:pt x="2358" y="192257"/>
                  </a:lnTo>
                  <a:lnTo>
                    <a:pt x="3328" y="197460"/>
                  </a:lnTo>
                  <a:lnTo>
                    <a:pt x="4462" y="202629"/>
                  </a:lnTo>
                  <a:lnTo>
                    <a:pt x="5759" y="207760"/>
                  </a:lnTo>
                  <a:lnTo>
                    <a:pt x="7218" y="212848"/>
                  </a:lnTo>
                  <a:lnTo>
                    <a:pt x="8838" y="217886"/>
                  </a:lnTo>
                  <a:lnTo>
                    <a:pt x="10616" y="222871"/>
                  </a:lnTo>
                  <a:lnTo>
                    <a:pt x="12551" y="227797"/>
                  </a:lnTo>
                  <a:lnTo>
                    <a:pt x="14641" y="232660"/>
                  </a:lnTo>
                  <a:lnTo>
                    <a:pt x="16883" y="237453"/>
                  </a:lnTo>
                  <a:lnTo>
                    <a:pt x="19277" y="242174"/>
                  </a:lnTo>
                  <a:lnTo>
                    <a:pt x="21818" y="246816"/>
                  </a:lnTo>
                  <a:lnTo>
                    <a:pt x="24506" y="251375"/>
                  </a:lnTo>
                  <a:lnTo>
                    <a:pt x="27336" y="255848"/>
                  </a:lnTo>
                  <a:lnTo>
                    <a:pt x="30307" y="260228"/>
                  </a:lnTo>
                  <a:lnTo>
                    <a:pt x="33414" y="264512"/>
                  </a:lnTo>
                  <a:lnTo>
                    <a:pt x="36656" y="268695"/>
                  </a:lnTo>
                  <a:lnTo>
                    <a:pt x="40028" y="272774"/>
                  </a:lnTo>
                  <a:lnTo>
                    <a:pt x="43528" y="276744"/>
                  </a:lnTo>
                  <a:lnTo>
                    <a:pt x="47152" y="280601"/>
                  </a:lnTo>
                  <a:lnTo>
                    <a:pt x="50896" y="284342"/>
                  </a:lnTo>
                  <a:lnTo>
                    <a:pt x="54757" y="287962"/>
                  </a:lnTo>
                  <a:lnTo>
                    <a:pt x="58730" y="291458"/>
                  </a:lnTo>
                  <a:lnTo>
                    <a:pt x="62812" y="294827"/>
                  </a:lnTo>
                  <a:lnTo>
                    <a:pt x="66999" y="298065"/>
                  </a:lnTo>
                  <a:lnTo>
                    <a:pt x="71286" y="301168"/>
                  </a:lnTo>
                  <a:lnTo>
                    <a:pt x="75669" y="304134"/>
                  </a:lnTo>
                  <a:lnTo>
                    <a:pt x="80144" y="306960"/>
                  </a:lnTo>
                  <a:lnTo>
                    <a:pt x="84706" y="309643"/>
                  </a:lnTo>
                  <a:lnTo>
                    <a:pt x="89350" y="312181"/>
                  </a:lnTo>
                  <a:lnTo>
                    <a:pt x="94073" y="314570"/>
                  </a:lnTo>
                  <a:lnTo>
                    <a:pt x="98869" y="316808"/>
                  </a:lnTo>
                  <a:lnTo>
                    <a:pt x="103733" y="318893"/>
                  </a:lnTo>
                  <a:lnTo>
                    <a:pt x="108661" y="320823"/>
                  </a:lnTo>
                  <a:lnTo>
                    <a:pt x="113648" y="322597"/>
                  </a:lnTo>
                  <a:lnTo>
                    <a:pt x="118688" y="324211"/>
                  </a:lnTo>
                  <a:lnTo>
                    <a:pt x="123777" y="325665"/>
                  </a:lnTo>
                  <a:lnTo>
                    <a:pt x="128909" y="326958"/>
                  </a:lnTo>
                  <a:lnTo>
                    <a:pt x="134080" y="328087"/>
                  </a:lnTo>
                  <a:lnTo>
                    <a:pt x="139283" y="329052"/>
                  </a:lnTo>
                  <a:lnTo>
                    <a:pt x="144515" y="329852"/>
                  </a:lnTo>
                  <a:lnTo>
                    <a:pt x="149769" y="330486"/>
                  </a:lnTo>
                  <a:lnTo>
                    <a:pt x="155041" y="330953"/>
                  </a:lnTo>
                  <a:lnTo>
                    <a:pt x="160325" y="331253"/>
                  </a:lnTo>
                  <a:lnTo>
                    <a:pt x="165616" y="331385"/>
                  </a:lnTo>
                  <a:lnTo>
                    <a:pt x="170908" y="331350"/>
                  </a:lnTo>
                  <a:lnTo>
                    <a:pt x="176197" y="331148"/>
                  </a:lnTo>
                  <a:lnTo>
                    <a:pt x="181477" y="330778"/>
                  </a:lnTo>
                  <a:lnTo>
                    <a:pt x="186742" y="330241"/>
                  </a:lnTo>
                  <a:lnTo>
                    <a:pt x="191987" y="329538"/>
                  </a:lnTo>
                  <a:lnTo>
                    <a:pt x="197208" y="328669"/>
                  </a:lnTo>
                  <a:lnTo>
                    <a:pt x="202399" y="327636"/>
                  </a:lnTo>
                  <a:lnTo>
                    <a:pt x="207554" y="326438"/>
                  </a:lnTo>
                  <a:lnTo>
                    <a:pt x="212669" y="325078"/>
                  </a:lnTo>
                  <a:lnTo>
                    <a:pt x="217738" y="323557"/>
                  </a:lnTo>
                  <a:lnTo>
                    <a:pt x="222756" y="321876"/>
                  </a:lnTo>
                  <a:lnTo>
                    <a:pt x="227719" y="320037"/>
                  </a:lnTo>
                  <a:lnTo>
                    <a:pt x="232621" y="318042"/>
                  </a:lnTo>
                  <a:lnTo>
                    <a:pt x="237457" y="315892"/>
                  </a:lnTo>
                  <a:lnTo>
                    <a:pt x="242223" y="313591"/>
                  </a:lnTo>
                  <a:lnTo>
                    <a:pt x="246914" y="311140"/>
                  </a:lnTo>
                  <a:lnTo>
                    <a:pt x="251525" y="308542"/>
                  </a:lnTo>
                  <a:lnTo>
                    <a:pt x="256051" y="305799"/>
                  </a:lnTo>
                  <a:lnTo>
                    <a:pt x="260488" y="302914"/>
                  </a:lnTo>
                  <a:lnTo>
                    <a:pt x="264831" y="299890"/>
                  </a:lnTo>
                  <a:lnTo>
                    <a:pt x="269077" y="296730"/>
                  </a:lnTo>
                  <a:lnTo>
                    <a:pt x="273220" y="293437"/>
                  </a:lnTo>
                  <a:lnTo>
                    <a:pt x="277258" y="290015"/>
                  </a:lnTo>
                  <a:lnTo>
                    <a:pt x="281184" y="286467"/>
                  </a:lnTo>
                  <a:lnTo>
                    <a:pt x="284997" y="282796"/>
                  </a:lnTo>
                  <a:lnTo>
                    <a:pt x="288691" y="279006"/>
                  </a:lnTo>
                  <a:lnTo>
                    <a:pt x="292264" y="275101"/>
                  </a:lnTo>
                  <a:lnTo>
                    <a:pt x="295711" y="271085"/>
                  </a:lnTo>
                  <a:lnTo>
                    <a:pt x="299029" y="266962"/>
                  </a:lnTo>
                  <a:lnTo>
                    <a:pt x="302215" y="262736"/>
                  </a:lnTo>
                  <a:lnTo>
                    <a:pt x="305266" y="258412"/>
                  </a:lnTo>
                  <a:lnTo>
                    <a:pt x="308179" y="253993"/>
                  </a:lnTo>
                  <a:lnTo>
                    <a:pt x="310950" y="249484"/>
                  </a:lnTo>
                  <a:lnTo>
                    <a:pt x="313576" y="244889"/>
                  </a:lnTo>
                  <a:lnTo>
                    <a:pt x="316057" y="240214"/>
                  </a:lnTo>
                  <a:lnTo>
                    <a:pt x="318387" y="235462"/>
                  </a:lnTo>
                  <a:lnTo>
                    <a:pt x="320567" y="230639"/>
                  </a:lnTo>
                  <a:lnTo>
                    <a:pt x="322592" y="225749"/>
                  </a:lnTo>
                  <a:lnTo>
                    <a:pt x="324462" y="220798"/>
                  </a:lnTo>
                  <a:lnTo>
                    <a:pt x="326174" y="215790"/>
                  </a:lnTo>
                  <a:lnTo>
                    <a:pt x="327727" y="210731"/>
                  </a:lnTo>
                  <a:lnTo>
                    <a:pt x="329118" y="205624"/>
                  </a:lnTo>
                  <a:lnTo>
                    <a:pt x="330348" y="200477"/>
                  </a:lnTo>
                  <a:lnTo>
                    <a:pt x="331413" y="195293"/>
                  </a:lnTo>
                  <a:lnTo>
                    <a:pt x="332315" y="190078"/>
                  </a:lnTo>
                  <a:lnTo>
                    <a:pt x="333050" y="184836"/>
                  </a:lnTo>
                  <a:lnTo>
                    <a:pt x="333620" y="179575"/>
                  </a:lnTo>
                  <a:lnTo>
                    <a:pt x="334022" y="174297"/>
                  </a:lnTo>
                  <a:lnTo>
                    <a:pt x="334257" y="169010"/>
                  </a:lnTo>
                  <a:lnTo>
                    <a:pt x="334325" y="163718"/>
                  </a:lnTo>
                  <a:lnTo>
                    <a:pt x="334225" y="158427"/>
                  </a:lnTo>
                  <a:lnTo>
                    <a:pt x="333958" y="153141"/>
                  </a:lnTo>
                  <a:lnTo>
                    <a:pt x="333523" y="147866"/>
                  </a:lnTo>
                  <a:lnTo>
                    <a:pt x="332922" y="142608"/>
                  </a:lnTo>
                  <a:lnTo>
                    <a:pt x="332155" y="137372"/>
                  </a:lnTo>
                  <a:lnTo>
                    <a:pt x="331222" y="132162"/>
                  </a:lnTo>
                  <a:lnTo>
                    <a:pt x="330125" y="126984"/>
                  </a:lnTo>
                  <a:lnTo>
                    <a:pt x="328864" y="121844"/>
                  </a:lnTo>
                  <a:lnTo>
                    <a:pt x="327442" y="116747"/>
                  </a:lnTo>
                  <a:lnTo>
                    <a:pt x="325858" y="111696"/>
                  </a:lnTo>
                  <a:lnTo>
                    <a:pt x="324116" y="106699"/>
                  </a:lnTo>
                  <a:lnTo>
                    <a:pt x="322216" y="101759"/>
                  </a:lnTo>
                  <a:lnTo>
                    <a:pt x="320161" y="96882"/>
                  </a:lnTo>
                  <a:lnTo>
                    <a:pt x="317953" y="92072"/>
                  </a:lnTo>
                  <a:lnTo>
                    <a:pt x="315593" y="87335"/>
                  </a:lnTo>
                  <a:lnTo>
                    <a:pt x="313085" y="82675"/>
                  </a:lnTo>
                  <a:lnTo>
                    <a:pt x="310430" y="78096"/>
                  </a:lnTo>
                  <a:lnTo>
                    <a:pt x="307632" y="73604"/>
                  </a:lnTo>
                  <a:lnTo>
                    <a:pt x="304693" y="69203"/>
                  </a:lnTo>
                  <a:lnTo>
                    <a:pt x="301616" y="64896"/>
                  </a:lnTo>
                  <a:lnTo>
                    <a:pt x="298404" y="60690"/>
                  </a:lnTo>
                  <a:lnTo>
                    <a:pt x="295061" y="56587"/>
                  </a:lnTo>
                  <a:lnTo>
                    <a:pt x="291589" y="52592"/>
                  </a:lnTo>
                  <a:lnTo>
                    <a:pt x="287993" y="48709"/>
                  </a:lnTo>
                  <a:lnTo>
                    <a:pt x="284276" y="44942"/>
                  </a:lnTo>
                  <a:lnTo>
                    <a:pt x="280441" y="41294"/>
                  </a:lnTo>
                  <a:lnTo>
                    <a:pt x="276493" y="37770"/>
                  </a:lnTo>
                  <a:lnTo>
                    <a:pt x="272435" y="34372"/>
                  </a:lnTo>
                  <a:lnTo>
                    <a:pt x="268272" y="31105"/>
                  </a:lnTo>
                  <a:lnTo>
                    <a:pt x="264007" y="27970"/>
                  </a:lnTo>
                  <a:lnTo>
                    <a:pt x="259645" y="24973"/>
                  </a:lnTo>
                  <a:lnTo>
                    <a:pt x="255191" y="22115"/>
                  </a:lnTo>
                  <a:lnTo>
                    <a:pt x="250648" y="19399"/>
                  </a:lnTo>
                  <a:lnTo>
                    <a:pt x="246022" y="16829"/>
                  </a:lnTo>
                  <a:lnTo>
                    <a:pt x="241316" y="14407"/>
                  </a:lnTo>
                  <a:lnTo>
                    <a:pt x="236536" y="12134"/>
                  </a:lnTo>
                  <a:lnTo>
                    <a:pt x="167158" y="164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9011" y="2633064"/>
              <a:ext cx="69378" cy="167167"/>
            </a:xfrm>
            <a:custGeom>
              <a:avLst/>
              <a:pathLst>
                <a:path w="69378" h="167167">
                  <a:moveTo>
                    <a:pt x="69378" y="15076"/>
                  </a:moveTo>
                  <a:lnTo>
                    <a:pt x="63910" y="12699"/>
                  </a:lnTo>
                  <a:lnTo>
                    <a:pt x="58362" y="10518"/>
                  </a:lnTo>
                  <a:lnTo>
                    <a:pt x="52739" y="8537"/>
                  </a:lnTo>
                  <a:lnTo>
                    <a:pt x="47050" y="6757"/>
                  </a:lnTo>
                  <a:lnTo>
                    <a:pt x="41300" y="5182"/>
                  </a:lnTo>
                  <a:lnTo>
                    <a:pt x="35498" y="3812"/>
                  </a:lnTo>
                  <a:lnTo>
                    <a:pt x="29651" y="2650"/>
                  </a:lnTo>
                  <a:lnTo>
                    <a:pt x="23766" y="1698"/>
                  </a:lnTo>
                  <a:lnTo>
                    <a:pt x="17851" y="955"/>
                  </a:lnTo>
                  <a:lnTo>
                    <a:pt x="11913" y="425"/>
                  </a:lnTo>
                  <a:lnTo>
                    <a:pt x="5960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956" y="2126963"/>
              <a:ext cx="6516" cy="167167"/>
            </a:xfrm>
            <a:custGeom>
              <a:avLst/>
              <a:pathLst>
                <a:path w="6516" h="167167">
                  <a:moveTo>
                    <a:pt x="6516" y="0"/>
                  </a:moveTo>
                  <a:lnTo>
                    <a:pt x="0" y="127"/>
                  </a:lnTo>
                  <a:lnTo>
                    <a:pt x="651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561306" y="2127090"/>
              <a:ext cx="334332" cy="334188"/>
            </a:xfrm>
            <a:custGeom>
              <a:avLst/>
              <a:pathLst>
                <a:path w="334332" h="334188">
                  <a:moveTo>
                    <a:pt x="160649" y="0"/>
                  </a:moveTo>
                  <a:lnTo>
                    <a:pt x="155339" y="291"/>
                  </a:lnTo>
                  <a:lnTo>
                    <a:pt x="150040" y="752"/>
                  </a:lnTo>
                  <a:lnTo>
                    <a:pt x="144759" y="1381"/>
                  </a:lnTo>
                  <a:lnTo>
                    <a:pt x="139501" y="2177"/>
                  </a:lnTo>
                  <a:lnTo>
                    <a:pt x="134270" y="3141"/>
                  </a:lnTo>
                  <a:lnTo>
                    <a:pt x="129073" y="4270"/>
                  </a:lnTo>
                  <a:lnTo>
                    <a:pt x="123915" y="5564"/>
                  </a:lnTo>
                  <a:lnTo>
                    <a:pt x="118800" y="7022"/>
                  </a:lnTo>
                  <a:lnTo>
                    <a:pt x="113734" y="8641"/>
                  </a:lnTo>
                  <a:lnTo>
                    <a:pt x="108722" y="10421"/>
                  </a:lnTo>
                  <a:lnTo>
                    <a:pt x="103770" y="12360"/>
                  </a:lnTo>
                  <a:lnTo>
                    <a:pt x="98881" y="14455"/>
                  </a:lnTo>
                  <a:lnTo>
                    <a:pt x="94062" y="16704"/>
                  </a:lnTo>
                  <a:lnTo>
                    <a:pt x="89317" y="19105"/>
                  </a:lnTo>
                  <a:lnTo>
                    <a:pt x="84650" y="21657"/>
                  </a:lnTo>
                  <a:lnTo>
                    <a:pt x="80067" y="24355"/>
                  </a:lnTo>
                  <a:lnTo>
                    <a:pt x="75573" y="27198"/>
                  </a:lnTo>
                  <a:lnTo>
                    <a:pt x="71170" y="30182"/>
                  </a:lnTo>
                  <a:lnTo>
                    <a:pt x="66866" y="33305"/>
                  </a:lnTo>
                  <a:lnTo>
                    <a:pt x="62662" y="36564"/>
                  </a:lnTo>
                  <a:lnTo>
                    <a:pt x="58564" y="39954"/>
                  </a:lnTo>
                  <a:lnTo>
                    <a:pt x="54577" y="43473"/>
                  </a:lnTo>
                  <a:lnTo>
                    <a:pt x="50703" y="47117"/>
                  </a:lnTo>
                  <a:lnTo>
                    <a:pt x="46947" y="50882"/>
                  </a:lnTo>
                  <a:lnTo>
                    <a:pt x="43313" y="54765"/>
                  </a:lnTo>
                  <a:lnTo>
                    <a:pt x="39804" y="58762"/>
                  </a:lnTo>
                  <a:lnTo>
                    <a:pt x="36424" y="62868"/>
                  </a:lnTo>
                  <a:lnTo>
                    <a:pt x="33176" y="67080"/>
                  </a:lnTo>
                  <a:lnTo>
                    <a:pt x="30064" y="71393"/>
                  </a:lnTo>
                  <a:lnTo>
                    <a:pt x="27091" y="75803"/>
                  </a:lnTo>
                  <a:lnTo>
                    <a:pt x="24260" y="80305"/>
                  </a:lnTo>
                  <a:lnTo>
                    <a:pt x="21573" y="84894"/>
                  </a:lnTo>
                  <a:lnTo>
                    <a:pt x="19034" y="89567"/>
                  </a:lnTo>
                  <a:lnTo>
                    <a:pt x="16644" y="94319"/>
                  </a:lnTo>
                  <a:lnTo>
                    <a:pt x="14407" y="99144"/>
                  </a:lnTo>
                  <a:lnTo>
                    <a:pt x="12324" y="104037"/>
                  </a:lnTo>
                  <a:lnTo>
                    <a:pt x="10399" y="108995"/>
                  </a:lnTo>
                  <a:lnTo>
                    <a:pt x="8632" y="114011"/>
                  </a:lnTo>
                  <a:lnTo>
                    <a:pt x="7025" y="119081"/>
                  </a:lnTo>
                  <a:lnTo>
                    <a:pt x="5580" y="124199"/>
                  </a:lnTo>
                  <a:lnTo>
                    <a:pt x="4299" y="129361"/>
                  </a:lnTo>
                  <a:lnTo>
                    <a:pt x="3183" y="134561"/>
                  </a:lnTo>
                  <a:lnTo>
                    <a:pt x="2233" y="139794"/>
                  </a:lnTo>
                  <a:lnTo>
                    <a:pt x="1450" y="145054"/>
                  </a:lnTo>
                  <a:lnTo>
                    <a:pt x="834" y="150337"/>
                  </a:lnTo>
                  <a:lnTo>
                    <a:pt x="387" y="155637"/>
                  </a:lnTo>
                  <a:lnTo>
                    <a:pt x="109" y="160948"/>
                  </a:lnTo>
                  <a:lnTo>
                    <a:pt x="0" y="166265"/>
                  </a:lnTo>
                  <a:lnTo>
                    <a:pt x="59" y="171583"/>
                  </a:lnTo>
                  <a:lnTo>
                    <a:pt x="289" y="176896"/>
                  </a:lnTo>
                  <a:lnTo>
                    <a:pt x="687" y="182200"/>
                  </a:lnTo>
                  <a:lnTo>
                    <a:pt x="1253" y="187488"/>
                  </a:lnTo>
                  <a:lnTo>
                    <a:pt x="1987" y="192755"/>
                  </a:lnTo>
                  <a:lnTo>
                    <a:pt x="2889" y="197997"/>
                  </a:lnTo>
                  <a:lnTo>
                    <a:pt x="3957" y="203207"/>
                  </a:lnTo>
                  <a:lnTo>
                    <a:pt x="5190" y="208380"/>
                  </a:lnTo>
                  <a:lnTo>
                    <a:pt x="6587" y="213512"/>
                  </a:lnTo>
                  <a:lnTo>
                    <a:pt x="8147" y="218597"/>
                  </a:lnTo>
                  <a:lnTo>
                    <a:pt x="9867" y="223629"/>
                  </a:lnTo>
                  <a:lnTo>
                    <a:pt x="11747" y="228604"/>
                  </a:lnTo>
                  <a:lnTo>
                    <a:pt x="13784" y="233517"/>
                  </a:lnTo>
                  <a:lnTo>
                    <a:pt x="15976" y="238362"/>
                  </a:lnTo>
                  <a:lnTo>
                    <a:pt x="18322" y="243136"/>
                  </a:lnTo>
                  <a:lnTo>
                    <a:pt x="20818" y="247832"/>
                  </a:lnTo>
                  <a:lnTo>
                    <a:pt x="23462" y="252447"/>
                  </a:lnTo>
                  <a:lnTo>
                    <a:pt x="26251" y="256975"/>
                  </a:lnTo>
                  <a:lnTo>
                    <a:pt x="29184" y="261412"/>
                  </a:lnTo>
                  <a:lnTo>
                    <a:pt x="32255" y="265753"/>
                  </a:lnTo>
                  <a:lnTo>
                    <a:pt x="35464" y="269995"/>
                  </a:lnTo>
                  <a:lnTo>
                    <a:pt x="38806" y="274132"/>
                  </a:lnTo>
                  <a:lnTo>
                    <a:pt x="42277" y="278161"/>
                  </a:lnTo>
                  <a:lnTo>
                    <a:pt x="45875" y="282078"/>
                  </a:lnTo>
                  <a:lnTo>
                    <a:pt x="49596" y="285878"/>
                  </a:lnTo>
                  <a:lnTo>
                    <a:pt x="53436" y="289558"/>
                  </a:lnTo>
                  <a:lnTo>
                    <a:pt x="57391" y="293113"/>
                  </a:lnTo>
                  <a:lnTo>
                    <a:pt x="61457" y="296542"/>
                  </a:lnTo>
                  <a:lnTo>
                    <a:pt x="65630" y="299839"/>
                  </a:lnTo>
                  <a:lnTo>
                    <a:pt x="69906" y="303002"/>
                  </a:lnTo>
                  <a:lnTo>
                    <a:pt x="74280" y="306027"/>
                  </a:lnTo>
                  <a:lnTo>
                    <a:pt x="78748" y="308911"/>
                  </a:lnTo>
                  <a:lnTo>
                    <a:pt x="83306" y="311652"/>
                  </a:lnTo>
                  <a:lnTo>
                    <a:pt x="87949" y="314246"/>
                  </a:lnTo>
                  <a:lnTo>
                    <a:pt x="92671" y="316692"/>
                  </a:lnTo>
                  <a:lnTo>
                    <a:pt x="97470" y="318986"/>
                  </a:lnTo>
                  <a:lnTo>
                    <a:pt x="102338" y="321126"/>
                  </a:lnTo>
                  <a:lnTo>
                    <a:pt x="107273" y="323110"/>
                  </a:lnTo>
                  <a:lnTo>
                    <a:pt x="112268" y="324936"/>
                  </a:lnTo>
                  <a:lnTo>
                    <a:pt x="117318" y="326603"/>
                  </a:lnTo>
                  <a:lnTo>
                    <a:pt x="122419" y="328108"/>
                  </a:lnTo>
                  <a:lnTo>
                    <a:pt x="127566" y="329449"/>
                  </a:lnTo>
                  <a:lnTo>
                    <a:pt x="132752" y="330627"/>
                  </a:lnTo>
                  <a:lnTo>
                    <a:pt x="137973" y="331639"/>
                  </a:lnTo>
                  <a:lnTo>
                    <a:pt x="143224" y="332484"/>
                  </a:lnTo>
                  <a:lnTo>
                    <a:pt x="148499" y="333162"/>
                  </a:lnTo>
                  <a:lnTo>
                    <a:pt x="153793" y="333672"/>
                  </a:lnTo>
                  <a:lnTo>
                    <a:pt x="159101" y="334013"/>
                  </a:lnTo>
                  <a:lnTo>
                    <a:pt x="164416" y="334185"/>
                  </a:lnTo>
                  <a:lnTo>
                    <a:pt x="169735" y="334188"/>
                  </a:lnTo>
                  <a:lnTo>
                    <a:pt x="175050" y="334021"/>
                  </a:lnTo>
                  <a:lnTo>
                    <a:pt x="180358" y="333686"/>
                  </a:lnTo>
                  <a:lnTo>
                    <a:pt x="185653" y="333182"/>
                  </a:lnTo>
                  <a:lnTo>
                    <a:pt x="190928" y="332510"/>
                  </a:lnTo>
                  <a:lnTo>
                    <a:pt x="196180" y="331670"/>
                  </a:lnTo>
                  <a:lnTo>
                    <a:pt x="201402" y="330664"/>
                  </a:lnTo>
                  <a:lnTo>
                    <a:pt x="206590" y="329492"/>
                  </a:lnTo>
                  <a:lnTo>
                    <a:pt x="211738" y="328156"/>
                  </a:lnTo>
                  <a:lnTo>
                    <a:pt x="216840" y="326656"/>
                  </a:lnTo>
                  <a:lnTo>
                    <a:pt x="221893" y="324995"/>
                  </a:lnTo>
                  <a:lnTo>
                    <a:pt x="226890" y="323174"/>
                  </a:lnTo>
                  <a:lnTo>
                    <a:pt x="231826" y="321195"/>
                  </a:lnTo>
                  <a:lnTo>
                    <a:pt x="236697" y="319060"/>
                  </a:lnTo>
                  <a:lnTo>
                    <a:pt x="241498" y="316772"/>
                  </a:lnTo>
                  <a:lnTo>
                    <a:pt x="246223" y="314331"/>
                  </a:lnTo>
                  <a:lnTo>
                    <a:pt x="250869" y="311742"/>
                  </a:lnTo>
                  <a:lnTo>
                    <a:pt x="255430" y="309006"/>
                  </a:lnTo>
                  <a:lnTo>
                    <a:pt x="259901" y="306126"/>
                  </a:lnTo>
                  <a:lnTo>
                    <a:pt x="264278" y="303106"/>
                  </a:lnTo>
                  <a:lnTo>
                    <a:pt x="268558" y="299948"/>
                  </a:lnTo>
                  <a:lnTo>
                    <a:pt x="272734" y="296655"/>
                  </a:lnTo>
                  <a:lnTo>
                    <a:pt x="276804" y="293231"/>
                  </a:lnTo>
                  <a:lnTo>
                    <a:pt x="280763" y="289680"/>
                  </a:lnTo>
                  <a:lnTo>
                    <a:pt x="284606" y="286004"/>
                  </a:lnTo>
                  <a:lnTo>
                    <a:pt x="288331" y="282208"/>
                  </a:lnTo>
                  <a:lnTo>
                    <a:pt x="291934" y="278295"/>
                  </a:lnTo>
                  <a:lnTo>
                    <a:pt x="295410" y="274270"/>
                  </a:lnTo>
                  <a:lnTo>
                    <a:pt x="298756" y="270136"/>
                  </a:lnTo>
                  <a:lnTo>
                    <a:pt x="301969" y="265898"/>
                  </a:lnTo>
                  <a:lnTo>
                    <a:pt x="305045" y="261560"/>
                  </a:lnTo>
                  <a:lnTo>
                    <a:pt x="307982" y="257126"/>
                  </a:lnTo>
                  <a:lnTo>
                    <a:pt x="310777" y="252601"/>
                  </a:lnTo>
                  <a:lnTo>
                    <a:pt x="313426" y="247989"/>
                  </a:lnTo>
                  <a:lnTo>
                    <a:pt x="315927" y="243296"/>
                  </a:lnTo>
                  <a:lnTo>
                    <a:pt x="318277" y="238525"/>
                  </a:lnTo>
                  <a:lnTo>
                    <a:pt x="320475" y="233682"/>
                  </a:lnTo>
                  <a:lnTo>
                    <a:pt x="322517" y="228771"/>
                  </a:lnTo>
                  <a:lnTo>
                    <a:pt x="324402" y="223798"/>
                  </a:lnTo>
                  <a:lnTo>
                    <a:pt x="326128" y="218767"/>
                  </a:lnTo>
                  <a:lnTo>
                    <a:pt x="327693" y="213685"/>
                  </a:lnTo>
                  <a:lnTo>
                    <a:pt x="329096" y="208554"/>
                  </a:lnTo>
                  <a:lnTo>
                    <a:pt x="330334" y="203382"/>
                  </a:lnTo>
                  <a:lnTo>
                    <a:pt x="331408" y="198173"/>
                  </a:lnTo>
                  <a:lnTo>
                    <a:pt x="332315" y="192933"/>
                  </a:lnTo>
                  <a:lnTo>
                    <a:pt x="333055" y="187666"/>
                  </a:lnTo>
                  <a:lnTo>
                    <a:pt x="333627" y="182379"/>
                  </a:lnTo>
                  <a:lnTo>
                    <a:pt x="334031" y="177076"/>
                  </a:lnTo>
                  <a:lnTo>
                    <a:pt x="334266" y="171763"/>
                  </a:lnTo>
                  <a:lnTo>
                    <a:pt x="334332" y="166445"/>
                  </a:lnTo>
                  <a:lnTo>
                    <a:pt x="334228" y="161127"/>
                  </a:lnTo>
                  <a:lnTo>
                    <a:pt x="333955" y="155816"/>
                  </a:lnTo>
                  <a:lnTo>
                    <a:pt x="333514" y="150516"/>
                  </a:lnTo>
                  <a:lnTo>
                    <a:pt x="167165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28472" y="2126963"/>
              <a:ext cx="166348" cy="167167"/>
            </a:xfrm>
            <a:custGeom>
              <a:avLst/>
              <a:pathLst>
                <a:path w="166348" h="167167">
                  <a:moveTo>
                    <a:pt x="166348" y="150643"/>
                  </a:moveTo>
                  <a:lnTo>
                    <a:pt x="165719" y="145212"/>
                  </a:lnTo>
                  <a:lnTo>
                    <a:pt x="164912" y="139805"/>
                  </a:lnTo>
                  <a:lnTo>
                    <a:pt x="163929" y="134426"/>
                  </a:lnTo>
                  <a:lnTo>
                    <a:pt x="162771" y="129083"/>
                  </a:lnTo>
                  <a:lnTo>
                    <a:pt x="161439" y="123781"/>
                  </a:lnTo>
                  <a:lnTo>
                    <a:pt x="159934" y="118525"/>
                  </a:lnTo>
                  <a:lnTo>
                    <a:pt x="158257" y="113321"/>
                  </a:lnTo>
                  <a:lnTo>
                    <a:pt x="156412" y="108175"/>
                  </a:lnTo>
                  <a:lnTo>
                    <a:pt x="154399" y="103092"/>
                  </a:lnTo>
                  <a:lnTo>
                    <a:pt x="152221" y="98077"/>
                  </a:lnTo>
                  <a:lnTo>
                    <a:pt x="149881" y="93136"/>
                  </a:lnTo>
                  <a:lnTo>
                    <a:pt x="147380" y="88275"/>
                  </a:lnTo>
                  <a:lnTo>
                    <a:pt x="144721" y="83497"/>
                  </a:lnTo>
                  <a:lnTo>
                    <a:pt x="141908" y="78810"/>
                  </a:lnTo>
                  <a:lnTo>
                    <a:pt x="138942" y="74216"/>
                  </a:lnTo>
                  <a:lnTo>
                    <a:pt x="135829" y="69723"/>
                  </a:lnTo>
                  <a:lnTo>
                    <a:pt x="132569" y="65333"/>
                  </a:lnTo>
                  <a:lnTo>
                    <a:pt x="129169" y="61052"/>
                  </a:lnTo>
                  <a:lnTo>
                    <a:pt x="125629" y="56885"/>
                  </a:lnTo>
                  <a:lnTo>
                    <a:pt x="121956" y="52836"/>
                  </a:lnTo>
                  <a:lnTo>
                    <a:pt x="118152" y="48909"/>
                  </a:lnTo>
                  <a:lnTo>
                    <a:pt x="114222" y="45109"/>
                  </a:lnTo>
                  <a:lnTo>
                    <a:pt x="110169" y="41439"/>
                  </a:lnTo>
                  <a:lnTo>
                    <a:pt x="105999" y="37903"/>
                  </a:lnTo>
                  <a:lnTo>
                    <a:pt x="101715" y="34506"/>
                  </a:lnTo>
                  <a:lnTo>
                    <a:pt x="97323" y="31251"/>
                  </a:lnTo>
                  <a:lnTo>
                    <a:pt x="92826" y="28141"/>
                  </a:lnTo>
                  <a:lnTo>
                    <a:pt x="88230" y="25180"/>
                  </a:lnTo>
                  <a:lnTo>
                    <a:pt x="83540" y="22371"/>
                  </a:lnTo>
                  <a:lnTo>
                    <a:pt x="78761" y="19717"/>
                  </a:lnTo>
                  <a:lnTo>
                    <a:pt x="73897" y="17220"/>
                  </a:lnTo>
                  <a:lnTo>
                    <a:pt x="68954" y="14884"/>
                  </a:lnTo>
                  <a:lnTo>
                    <a:pt x="63937" y="12710"/>
                  </a:lnTo>
                  <a:lnTo>
                    <a:pt x="58852" y="10702"/>
                  </a:lnTo>
                  <a:lnTo>
                    <a:pt x="53704" y="8861"/>
                  </a:lnTo>
                  <a:lnTo>
                    <a:pt x="48499" y="7190"/>
                  </a:lnTo>
                  <a:lnTo>
                    <a:pt x="43242" y="5689"/>
                  </a:lnTo>
                  <a:lnTo>
                    <a:pt x="37938" y="4361"/>
                  </a:lnTo>
                  <a:lnTo>
                    <a:pt x="32594" y="3208"/>
                  </a:lnTo>
                  <a:lnTo>
                    <a:pt x="27215" y="2230"/>
                  </a:lnTo>
                  <a:lnTo>
                    <a:pt x="21807" y="1428"/>
                  </a:lnTo>
                  <a:lnTo>
                    <a:pt x="16376" y="804"/>
                  </a:lnTo>
                  <a:lnTo>
                    <a:pt x="10927" y="357"/>
                  </a:lnTo>
                  <a:lnTo>
                    <a:pt x="5466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5078" y="1681503"/>
              <a:ext cx="8156" cy="167167"/>
            </a:xfrm>
            <a:custGeom>
              <a:avLst/>
              <a:pathLst>
                <a:path w="8156" h="167167">
                  <a:moveTo>
                    <a:pt x="8156" y="0"/>
                  </a:moveTo>
                  <a:lnTo>
                    <a:pt x="0" y="199"/>
                  </a:lnTo>
                  <a:lnTo>
                    <a:pt x="815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15078" y="1681702"/>
              <a:ext cx="8156" cy="166968"/>
            </a:xfrm>
            <a:custGeom>
              <a:avLst/>
              <a:pathLst>
                <a:path w="8156" h="166968">
                  <a:moveTo>
                    <a:pt x="0" y="0"/>
                  </a:moveTo>
                  <a:lnTo>
                    <a:pt x="8156" y="1669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56070" y="1681702"/>
              <a:ext cx="334319" cy="334134"/>
            </a:xfrm>
            <a:custGeom>
              <a:avLst/>
              <a:pathLst>
                <a:path w="334319" h="334134">
                  <a:moveTo>
                    <a:pt x="159008" y="0"/>
                  </a:moveTo>
                  <a:lnTo>
                    <a:pt x="153737" y="341"/>
                  </a:lnTo>
                  <a:lnTo>
                    <a:pt x="148480" y="848"/>
                  </a:lnTo>
                  <a:lnTo>
                    <a:pt x="143242" y="1521"/>
                  </a:lnTo>
                  <a:lnTo>
                    <a:pt x="138027" y="2359"/>
                  </a:lnTo>
                  <a:lnTo>
                    <a:pt x="132842" y="3362"/>
                  </a:lnTo>
                  <a:lnTo>
                    <a:pt x="127691" y="4528"/>
                  </a:lnTo>
                  <a:lnTo>
                    <a:pt x="122579" y="5856"/>
                  </a:lnTo>
                  <a:lnTo>
                    <a:pt x="117512" y="7345"/>
                  </a:lnTo>
                  <a:lnTo>
                    <a:pt x="112494" y="8993"/>
                  </a:lnTo>
                  <a:lnTo>
                    <a:pt x="107531" y="10799"/>
                  </a:lnTo>
                  <a:lnTo>
                    <a:pt x="102628" y="12760"/>
                  </a:lnTo>
                  <a:lnTo>
                    <a:pt x="97788" y="14876"/>
                  </a:lnTo>
                  <a:lnTo>
                    <a:pt x="93019" y="17143"/>
                  </a:lnTo>
                  <a:lnTo>
                    <a:pt x="88323" y="19561"/>
                  </a:lnTo>
                  <a:lnTo>
                    <a:pt x="83705" y="22125"/>
                  </a:lnTo>
                  <a:lnTo>
                    <a:pt x="79172" y="24833"/>
                  </a:lnTo>
                  <a:lnTo>
                    <a:pt x="74725" y="27684"/>
                  </a:lnTo>
                  <a:lnTo>
                    <a:pt x="70372" y="30674"/>
                  </a:lnTo>
                  <a:lnTo>
                    <a:pt x="66114" y="33799"/>
                  </a:lnTo>
                  <a:lnTo>
                    <a:pt x="61958" y="37058"/>
                  </a:lnTo>
                  <a:lnTo>
                    <a:pt x="57907" y="40446"/>
                  </a:lnTo>
                  <a:lnTo>
                    <a:pt x="53965" y="43961"/>
                  </a:lnTo>
                  <a:lnTo>
                    <a:pt x="50135" y="47598"/>
                  </a:lnTo>
                  <a:lnTo>
                    <a:pt x="46423" y="51355"/>
                  </a:lnTo>
                  <a:lnTo>
                    <a:pt x="42831" y="55226"/>
                  </a:lnTo>
                  <a:lnTo>
                    <a:pt x="39363" y="59210"/>
                  </a:lnTo>
                  <a:lnTo>
                    <a:pt x="36023" y="63301"/>
                  </a:lnTo>
                  <a:lnTo>
                    <a:pt x="32814" y="67495"/>
                  </a:lnTo>
                  <a:lnTo>
                    <a:pt x="29738" y="71789"/>
                  </a:lnTo>
                  <a:lnTo>
                    <a:pt x="26800" y="76178"/>
                  </a:lnTo>
                  <a:lnTo>
                    <a:pt x="24002" y="80657"/>
                  </a:lnTo>
                  <a:lnTo>
                    <a:pt x="21347" y="85223"/>
                  </a:lnTo>
                  <a:lnTo>
                    <a:pt x="18838" y="89870"/>
                  </a:lnTo>
                  <a:lnTo>
                    <a:pt x="16476" y="94594"/>
                  </a:lnTo>
                  <a:lnTo>
                    <a:pt x="14265" y="99390"/>
                  </a:lnTo>
                  <a:lnTo>
                    <a:pt x="12207" y="104254"/>
                  </a:lnTo>
                  <a:lnTo>
                    <a:pt x="10303" y="109180"/>
                  </a:lnTo>
                  <a:lnTo>
                    <a:pt x="8556" y="114164"/>
                  </a:lnTo>
                  <a:lnTo>
                    <a:pt x="6967" y="119201"/>
                  </a:lnTo>
                  <a:lnTo>
                    <a:pt x="5538" y="124286"/>
                  </a:lnTo>
                  <a:lnTo>
                    <a:pt x="4270" y="129413"/>
                  </a:lnTo>
                  <a:lnTo>
                    <a:pt x="3165" y="134577"/>
                  </a:lnTo>
                  <a:lnTo>
                    <a:pt x="2224" y="139774"/>
                  </a:lnTo>
                  <a:lnTo>
                    <a:pt x="1447" y="144998"/>
                  </a:lnTo>
                  <a:lnTo>
                    <a:pt x="836" y="150244"/>
                  </a:lnTo>
                  <a:lnTo>
                    <a:pt x="390" y="155506"/>
                  </a:lnTo>
                  <a:lnTo>
                    <a:pt x="112" y="160781"/>
                  </a:lnTo>
                  <a:lnTo>
                    <a:pt x="0" y="166061"/>
                  </a:lnTo>
                  <a:lnTo>
                    <a:pt x="54" y="171342"/>
                  </a:lnTo>
                  <a:lnTo>
                    <a:pt x="276" y="176619"/>
                  </a:lnTo>
                  <a:lnTo>
                    <a:pt x="664" y="181886"/>
                  </a:lnTo>
                  <a:lnTo>
                    <a:pt x="1218" y="187138"/>
                  </a:lnTo>
                  <a:lnTo>
                    <a:pt x="1938" y="192370"/>
                  </a:lnTo>
                  <a:lnTo>
                    <a:pt x="2823" y="197577"/>
                  </a:lnTo>
                  <a:lnTo>
                    <a:pt x="3872" y="202753"/>
                  </a:lnTo>
                  <a:lnTo>
                    <a:pt x="5084" y="207894"/>
                  </a:lnTo>
                  <a:lnTo>
                    <a:pt x="6458" y="212993"/>
                  </a:lnTo>
                  <a:lnTo>
                    <a:pt x="7992" y="218047"/>
                  </a:lnTo>
                  <a:lnTo>
                    <a:pt x="9685" y="223050"/>
                  </a:lnTo>
                  <a:lnTo>
                    <a:pt x="11535" y="227996"/>
                  </a:lnTo>
                  <a:lnTo>
                    <a:pt x="13541" y="232882"/>
                  </a:lnTo>
                  <a:lnTo>
                    <a:pt x="15700" y="237702"/>
                  </a:lnTo>
                  <a:lnTo>
                    <a:pt x="18010" y="242452"/>
                  </a:lnTo>
                  <a:lnTo>
                    <a:pt x="20469" y="247126"/>
                  </a:lnTo>
                  <a:lnTo>
                    <a:pt x="23074" y="251720"/>
                  </a:lnTo>
                  <a:lnTo>
                    <a:pt x="25823" y="256229"/>
                  </a:lnTo>
                  <a:lnTo>
                    <a:pt x="28714" y="260650"/>
                  </a:lnTo>
                  <a:lnTo>
                    <a:pt x="31742" y="264977"/>
                  </a:lnTo>
                  <a:lnTo>
                    <a:pt x="34906" y="269206"/>
                  </a:lnTo>
                  <a:lnTo>
                    <a:pt x="38201" y="273333"/>
                  </a:lnTo>
                  <a:lnTo>
                    <a:pt x="41626" y="277353"/>
                  </a:lnTo>
                  <a:lnTo>
                    <a:pt x="45175" y="281264"/>
                  </a:lnTo>
                  <a:lnTo>
                    <a:pt x="48847" y="285061"/>
                  </a:lnTo>
                  <a:lnTo>
                    <a:pt x="52636" y="288739"/>
                  </a:lnTo>
                  <a:lnTo>
                    <a:pt x="56540" y="292296"/>
                  </a:lnTo>
                  <a:lnTo>
                    <a:pt x="60555" y="295728"/>
                  </a:lnTo>
                  <a:lnTo>
                    <a:pt x="64675" y="299032"/>
                  </a:lnTo>
                  <a:lnTo>
                    <a:pt x="68898" y="302204"/>
                  </a:lnTo>
                  <a:lnTo>
                    <a:pt x="73219" y="305240"/>
                  </a:lnTo>
                  <a:lnTo>
                    <a:pt x="77634" y="308139"/>
                  </a:lnTo>
                  <a:lnTo>
                    <a:pt x="82139" y="310897"/>
                  </a:lnTo>
                  <a:lnTo>
                    <a:pt x="86728" y="313511"/>
                  </a:lnTo>
                  <a:lnTo>
                    <a:pt x="91397" y="315979"/>
                  </a:lnTo>
                  <a:lnTo>
                    <a:pt x="96142" y="318298"/>
                  </a:lnTo>
                  <a:lnTo>
                    <a:pt x="100958" y="320466"/>
                  </a:lnTo>
                  <a:lnTo>
                    <a:pt x="105840" y="322481"/>
                  </a:lnTo>
                  <a:lnTo>
                    <a:pt x="110783" y="324340"/>
                  </a:lnTo>
                  <a:lnTo>
                    <a:pt x="115783" y="326043"/>
                  </a:lnTo>
                  <a:lnTo>
                    <a:pt x="120833" y="327587"/>
                  </a:lnTo>
                  <a:lnTo>
                    <a:pt x="125930" y="328970"/>
                  </a:lnTo>
                  <a:lnTo>
                    <a:pt x="131069" y="330192"/>
                  </a:lnTo>
                  <a:lnTo>
                    <a:pt x="136243" y="331251"/>
                  </a:lnTo>
                  <a:lnTo>
                    <a:pt x="141448" y="332145"/>
                  </a:lnTo>
                  <a:lnTo>
                    <a:pt x="146679" y="332875"/>
                  </a:lnTo>
                  <a:lnTo>
                    <a:pt x="151930" y="333440"/>
                  </a:lnTo>
                  <a:lnTo>
                    <a:pt x="157196" y="333838"/>
                  </a:lnTo>
                  <a:lnTo>
                    <a:pt x="162473" y="334069"/>
                  </a:lnTo>
                  <a:lnTo>
                    <a:pt x="167754" y="334134"/>
                  </a:lnTo>
                  <a:lnTo>
                    <a:pt x="173034" y="334032"/>
                  </a:lnTo>
                  <a:lnTo>
                    <a:pt x="178309" y="333763"/>
                  </a:lnTo>
                  <a:lnTo>
                    <a:pt x="183572" y="333328"/>
                  </a:lnTo>
                  <a:lnTo>
                    <a:pt x="188819" y="332727"/>
                  </a:lnTo>
                  <a:lnTo>
                    <a:pt x="194045" y="331960"/>
                  </a:lnTo>
                  <a:lnTo>
                    <a:pt x="199243" y="331029"/>
                  </a:lnTo>
                  <a:lnTo>
                    <a:pt x="204410" y="329933"/>
                  </a:lnTo>
                  <a:lnTo>
                    <a:pt x="209539" y="328675"/>
                  </a:lnTo>
                  <a:lnTo>
                    <a:pt x="214626" y="327256"/>
                  </a:lnTo>
                  <a:lnTo>
                    <a:pt x="219666" y="325677"/>
                  </a:lnTo>
                  <a:lnTo>
                    <a:pt x="224654" y="323939"/>
                  </a:lnTo>
                  <a:lnTo>
                    <a:pt x="229583" y="322045"/>
                  </a:lnTo>
                  <a:lnTo>
                    <a:pt x="234451" y="319995"/>
                  </a:lnTo>
                  <a:lnTo>
                    <a:pt x="239252" y="317794"/>
                  </a:lnTo>
                  <a:lnTo>
                    <a:pt x="243980" y="315441"/>
                  </a:lnTo>
                  <a:lnTo>
                    <a:pt x="248632" y="312940"/>
                  </a:lnTo>
                  <a:lnTo>
                    <a:pt x="253203" y="310294"/>
                  </a:lnTo>
                  <a:lnTo>
                    <a:pt x="257687" y="307505"/>
                  </a:lnTo>
                  <a:lnTo>
                    <a:pt x="262082" y="304575"/>
                  </a:lnTo>
                  <a:lnTo>
                    <a:pt x="266381" y="301508"/>
                  </a:lnTo>
                  <a:lnTo>
                    <a:pt x="270582" y="298306"/>
                  </a:lnTo>
                  <a:lnTo>
                    <a:pt x="274679" y="294974"/>
                  </a:lnTo>
                  <a:lnTo>
                    <a:pt x="278669" y="291514"/>
                  </a:lnTo>
                  <a:lnTo>
                    <a:pt x="282548" y="287929"/>
                  </a:lnTo>
                  <a:lnTo>
                    <a:pt x="286311" y="284224"/>
                  </a:lnTo>
                  <a:lnTo>
                    <a:pt x="289956" y="280401"/>
                  </a:lnTo>
                  <a:lnTo>
                    <a:pt x="293478" y="276466"/>
                  </a:lnTo>
                  <a:lnTo>
                    <a:pt x="296874" y="272421"/>
                  </a:lnTo>
                  <a:lnTo>
                    <a:pt x="300141" y="268271"/>
                  </a:lnTo>
                  <a:lnTo>
                    <a:pt x="303274" y="264020"/>
                  </a:lnTo>
                  <a:lnTo>
                    <a:pt x="306272" y="259672"/>
                  </a:lnTo>
                  <a:lnTo>
                    <a:pt x="309131" y="255231"/>
                  </a:lnTo>
                  <a:lnTo>
                    <a:pt x="311849" y="250702"/>
                  </a:lnTo>
                  <a:lnTo>
                    <a:pt x="314422" y="246090"/>
                  </a:lnTo>
                  <a:lnTo>
                    <a:pt x="316848" y="241399"/>
                  </a:lnTo>
                  <a:lnTo>
                    <a:pt x="319124" y="236633"/>
                  </a:lnTo>
                  <a:lnTo>
                    <a:pt x="321249" y="231798"/>
                  </a:lnTo>
                  <a:lnTo>
                    <a:pt x="323220" y="226898"/>
                  </a:lnTo>
                  <a:lnTo>
                    <a:pt x="325035" y="221938"/>
                  </a:lnTo>
                  <a:lnTo>
                    <a:pt x="326693" y="216924"/>
                  </a:lnTo>
                  <a:lnTo>
                    <a:pt x="328191" y="211860"/>
                  </a:lnTo>
                  <a:lnTo>
                    <a:pt x="329529" y="206750"/>
                  </a:lnTo>
                  <a:lnTo>
                    <a:pt x="330705" y="201601"/>
                  </a:lnTo>
                  <a:lnTo>
                    <a:pt x="331717" y="196418"/>
                  </a:lnTo>
                  <a:lnTo>
                    <a:pt x="332566" y="191205"/>
                  </a:lnTo>
                  <a:lnTo>
                    <a:pt x="333249" y="185968"/>
                  </a:lnTo>
                  <a:lnTo>
                    <a:pt x="333766" y="180712"/>
                  </a:lnTo>
                  <a:lnTo>
                    <a:pt x="334117" y="175442"/>
                  </a:lnTo>
                  <a:lnTo>
                    <a:pt x="334301" y="170164"/>
                  </a:lnTo>
                  <a:lnTo>
                    <a:pt x="334319" y="164883"/>
                  </a:lnTo>
                  <a:lnTo>
                    <a:pt x="334170" y="159603"/>
                  </a:lnTo>
                  <a:lnTo>
                    <a:pt x="333854" y="154331"/>
                  </a:lnTo>
                  <a:lnTo>
                    <a:pt x="333371" y="149072"/>
                  </a:lnTo>
                  <a:lnTo>
                    <a:pt x="332723" y="143831"/>
                  </a:lnTo>
                  <a:lnTo>
                    <a:pt x="331909" y="138612"/>
                  </a:lnTo>
                  <a:lnTo>
                    <a:pt x="330932" y="133422"/>
                  </a:lnTo>
                  <a:lnTo>
                    <a:pt x="329790" y="128265"/>
                  </a:lnTo>
                  <a:lnTo>
                    <a:pt x="328486" y="123147"/>
                  </a:lnTo>
                  <a:lnTo>
                    <a:pt x="327022" y="118073"/>
                  </a:lnTo>
                  <a:lnTo>
                    <a:pt x="325397" y="113048"/>
                  </a:lnTo>
                  <a:lnTo>
                    <a:pt x="323615" y="108076"/>
                  </a:lnTo>
                  <a:lnTo>
                    <a:pt x="321676" y="103163"/>
                  </a:lnTo>
                  <a:lnTo>
                    <a:pt x="319584" y="98314"/>
                  </a:lnTo>
                  <a:lnTo>
                    <a:pt x="317339" y="93534"/>
                  </a:lnTo>
                  <a:lnTo>
                    <a:pt x="314944" y="88826"/>
                  </a:lnTo>
                  <a:lnTo>
                    <a:pt x="312402" y="84197"/>
                  </a:lnTo>
                  <a:lnTo>
                    <a:pt x="309715" y="79650"/>
                  </a:lnTo>
                  <a:lnTo>
                    <a:pt x="306885" y="75191"/>
                  </a:lnTo>
                  <a:lnTo>
                    <a:pt x="303916" y="70823"/>
                  </a:lnTo>
                  <a:lnTo>
                    <a:pt x="300811" y="66551"/>
                  </a:lnTo>
                  <a:lnTo>
                    <a:pt x="297572" y="62379"/>
                  </a:lnTo>
                  <a:lnTo>
                    <a:pt x="294203" y="58312"/>
                  </a:lnTo>
                  <a:lnTo>
                    <a:pt x="290707" y="54353"/>
                  </a:lnTo>
                  <a:lnTo>
                    <a:pt x="287088" y="50506"/>
                  </a:lnTo>
                  <a:lnTo>
                    <a:pt x="283349" y="46776"/>
                  </a:lnTo>
                  <a:lnTo>
                    <a:pt x="279495" y="43166"/>
                  </a:lnTo>
                  <a:lnTo>
                    <a:pt x="275528" y="39679"/>
                  </a:lnTo>
                  <a:lnTo>
                    <a:pt x="271453" y="36320"/>
                  </a:lnTo>
                  <a:lnTo>
                    <a:pt x="267273" y="33090"/>
                  </a:lnTo>
                  <a:lnTo>
                    <a:pt x="262994" y="29995"/>
                  </a:lnTo>
                  <a:lnTo>
                    <a:pt x="258620" y="27036"/>
                  </a:lnTo>
                  <a:lnTo>
                    <a:pt x="254154" y="24217"/>
                  </a:lnTo>
                  <a:lnTo>
                    <a:pt x="249601" y="21540"/>
                  </a:lnTo>
                  <a:lnTo>
                    <a:pt x="244965" y="19009"/>
                  </a:lnTo>
                  <a:lnTo>
                    <a:pt x="240253" y="16625"/>
                  </a:lnTo>
                  <a:lnTo>
                    <a:pt x="235467" y="14391"/>
                  </a:lnTo>
                  <a:lnTo>
                    <a:pt x="167164" y="1669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23235" y="1681503"/>
              <a:ext cx="68302" cy="167167"/>
            </a:xfrm>
            <a:custGeom>
              <a:avLst/>
              <a:pathLst>
                <a:path w="68302" h="167167">
                  <a:moveTo>
                    <a:pt x="68302" y="14590"/>
                  </a:moveTo>
                  <a:lnTo>
                    <a:pt x="62909" y="12289"/>
                  </a:lnTo>
                  <a:lnTo>
                    <a:pt x="57439" y="10178"/>
                  </a:lnTo>
                  <a:lnTo>
                    <a:pt x="51899" y="8260"/>
                  </a:lnTo>
                  <a:lnTo>
                    <a:pt x="46294" y="6538"/>
                  </a:lnTo>
                  <a:lnTo>
                    <a:pt x="40633" y="5013"/>
                  </a:lnTo>
                  <a:lnTo>
                    <a:pt x="34921" y="3688"/>
                  </a:lnTo>
                  <a:lnTo>
                    <a:pt x="29167" y="2564"/>
                  </a:lnTo>
                  <a:lnTo>
                    <a:pt x="23377" y="1642"/>
                  </a:lnTo>
                  <a:lnTo>
                    <a:pt x="17557" y="924"/>
                  </a:lnTo>
                  <a:lnTo>
                    <a:pt x="11717" y="411"/>
                  </a:lnTo>
                  <a:lnTo>
                    <a:pt x="5862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853885" y="1322571"/>
              <a:ext cx="167153" cy="329192"/>
            </a:xfrm>
            <a:custGeom>
              <a:avLst/>
              <a:pathLst>
                <a:path w="167153" h="329192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4" y="759"/>
                  </a:lnTo>
                  <a:lnTo>
                    <a:pt x="145953" y="1349"/>
                  </a:lnTo>
                  <a:lnTo>
                    <a:pt x="140693" y="2107"/>
                  </a:lnTo>
                  <a:lnTo>
                    <a:pt x="135460" y="3031"/>
                  </a:lnTo>
                  <a:lnTo>
                    <a:pt x="130259" y="4122"/>
                  </a:lnTo>
                  <a:lnTo>
                    <a:pt x="125095" y="5377"/>
                  </a:lnTo>
                  <a:lnTo>
                    <a:pt x="119974" y="6795"/>
                  </a:lnTo>
                  <a:lnTo>
                    <a:pt x="114900" y="8376"/>
                  </a:lnTo>
                  <a:lnTo>
                    <a:pt x="109879" y="10117"/>
                  </a:lnTo>
                  <a:lnTo>
                    <a:pt x="104917" y="12017"/>
                  </a:lnTo>
                  <a:lnTo>
                    <a:pt x="100017" y="14073"/>
                  </a:lnTo>
                  <a:lnTo>
                    <a:pt x="95184" y="16284"/>
                  </a:lnTo>
                  <a:lnTo>
                    <a:pt x="90425" y="18648"/>
                  </a:lnTo>
                  <a:lnTo>
                    <a:pt x="85743" y="21162"/>
                  </a:lnTo>
                  <a:lnTo>
                    <a:pt x="81143" y="23823"/>
                  </a:lnTo>
                  <a:lnTo>
                    <a:pt x="76631" y="26630"/>
                  </a:lnTo>
                  <a:lnTo>
                    <a:pt x="72210" y="29578"/>
                  </a:lnTo>
                  <a:lnTo>
                    <a:pt x="67884" y="32665"/>
                  </a:lnTo>
                  <a:lnTo>
                    <a:pt x="63659" y="35888"/>
                  </a:lnTo>
                  <a:lnTo>
                    <a:pt x="59539" y="39244"/>
                  </a:lnTo>
                  <a:lnTo>
                    <a:pt x="55527" y="42729"/>
                  </a:lnTo>
                  <a:lnTo>
                    <a:pt x="51628" y="46340"/>
                  </a:lnTo>
                  <a:lnTo>
                    <a:pt x="47846" y="50073"/>
                  </a:lnTo>
                  <a:lnTo>
                    <a:pt x="44185" y="53925"/>
                  </a:lnTo>
                  <a:lnTo>
                    <a:pt x="40647" y="57890"/>
                  </a:lnTo>
                  <a:lnTo>
                    <a:pt x="37238" y="61966"/>
                  </a:lnTo>
                  <a:lnTo>
                    <a:pt x="33960" y="66149"/>
                  </a:lnTo>
                  <a:lnTo>
                    <a:pt x="30816" y="70433"/>
                  </a:lnTo>
                  <a:lnTo>
                    <a:pt x="27811" y="74816"/>
                  </a:lnTo>
                  <a:lnTo>
                    <a:pt x="24946" y="79291"/>
                  </a:lnTo>
                  <a:lnTo>
                    <a:pt x="22224" y="83856"/>
                  </a:lnTo>
                  <a:lnTo>
                    <a:pt x="19650" y="88505"/>
                  </a:lnTo>
                  <a:lnTo>
                    <a:pt x="17224" y="93233"/>
                  </a:lnTo>
                  <a:lnTo>
                    <a:pt x="14950" y="98036"/>
                  </a:lnTo>
                  <a:lnTo>
                    <a:pt x="12829" y="102908"/>
                  </a:lnTo>
                  <a:lnTo>
                    <a:pt x="10865" y="107846"/>
                  </a:lnTo>
                  <a:lnTo>
                    <a:pt x="9058" y="112843"/>
                  </a:lnTo>
                  <a:lnTo>
                    <a:pt x="7411" y="117896"/>
                  </a:lnTo>
                  <a:lnTo>
                    <a:pt x="5926" y="122998"/>
                  </a:lnTo>
                  <a:lnTo>
                    <a:pt x="4603" y="128145"/>
                  </a:lnTo>
                  <a:lnTo>
                    <a:pt x="3445" y="133331"/>
                  </a:lnTo>
                  <a:lnTo>
                    <a:pt x="2453" y="138552"/>
                  </a:lnTo>
                  <a:lnTo>
                    <a:pt x="1626" y="143801"/>
                  </a:lnTo>
                  <a:lnTo>
                    <a:pt x="967" y="149074"/>
                  </a:lnTo>
                  <a:lnTo>
                    <a:pt x="476" y="154366"/>
                  </a:lnTo>
                  <a:lnTo>
                    <a:pt x="153" y="159670"/>
                  </a:lnTo>
                  <a:lnTo>
                    <a:pt x="0" y="164982"/>
                  </a:lnTo>
                  <a:lnTo>
                    <a:pt x="15" y="170296"/>
                  </a:lnTo>
                  <a:lnTo>
                    <a:pt x="198" y="175607"/>
                  </a:lnTo>
                  <a:lnTo>
                    <a:pt x="551" y="180909"/>
                  </a:lnTo>
                  <a:lnTo>
                    <a:pt x="1072" y="186198"/>
                  </a:lnTo>
                  <a:lnTo>
                    <a:pt x="1761" y="191467"/>
                  </a:lnTo>
                  <a:lnTo>
                    <a:pt x="2617" y="196712"/>
                  </a:lnTo>
                  <a:lnTo>
                    <a:pt x="3639" y="201926"/>
                  </a:lnTo>
                  <a:lnTo>
                    <a:pt x="4826" y="207106"/>
                  </a:lnTo>
                  <a:lnTo>
                    <a:pt x="6178" y="212246"/>
                  </a:lnTo>
                  <a:lnTo>
                    <a:pt x="7692" y="217339"/>
                  </a:lnTo>
                  <a:lnTo>
                    <a:pt x="9367" y="222382"/>
                  </a:lnTo>
                  <a:lnTo>
                    <a:pt x="11202" y="227370"/>
                  </a:lnTo>
                  <a:lnTo>
                    <a:pt x="13194" y="232296"/>
                  </a:lnTo>
                  <a:lnTo>
                    <a:pt x="15342" y="237157"/>
                  </a:lnTo>
                  <a:lnTo>
                    <a:pt x="17644" y="241947"/>
                  </a:lnTo>
                  <a:lnTo>
                    <a:pt x="20096" y="246661"/>
                  </a:lnTo>
                  <a:lnTo>
                    <a:pt x="22697" y="251295"/>
                  </a:lnTo>
                  <a:lnTo>
                    <a:pt x="25444" y="255844"/>
                  </a:lnTo>
                  <a:lnTo>
                    <a:pt x="28334" y="260304"/>
                  </a:lnTo>
                  <a:lnTo>
                    <a:pt x="31365" y="264669"/>
                  </a:lnTo>
                  <a:lnTo>
                    <a:pt x="34533" y="268936"/>
                  </a:lnTo>
                  <a:lnTo>
                    <a:pt x="37834" y="273099"/>
                  </a:lnTo>
                  <a:lnTo>
                    <a:pt x="41267" y="277156"/>
                  </a:lnTo>
                  <a:lnTo>
                    <a:pt x="44826" y="281102"/>
                  </a:lnTo>
                  <a:lnTo>
                    <a:pt x="48509" y="284933"/>
                  </a:lnTo>
                  <a:lnTo>
                    <a:pt x="52313" y="288644"/>
                  </a:lnTo>
                  <a:lnTo>
                    <a:pt x="56232" y="292233"/>
                  </a:lnTo>
                  <a:lnTo>
                    <a:pt x="60263" y="295695"/>
                  </a:lnTo>
                  <a:lnTo>
                    <a:pt x="64402" y="299028"/>
                  </a:lnTo>
                  <a:lnTo>
                    <a:pt x="68645" y="302227"/>
                  </a:lnTo>
                  <a:lnTo>
                    <a:pt x="72988" y="305290"/>
                  </a:lnTo>
                  <a:lnTo>
                    <a:pt x="77426" y="308213"/>
                  </a:lnTo>
                  <a:lnTo>
                    <a:pt x="81954" y="310994"/>
                  </a:lnTo>
                  <a:lnTo>
                    <a:pt x="86569" y="313629"/>
                  </a:lnTo>
                  <a:lnTo>
                    <a:pt x="91265" y="316117"/>
                  </a:lnTo>
                  <a:lnTo>
                    <a:pt x="96038" y="318453"/>
                  </a:lnTo>
                  <a:lnTo>
                    <a:pt x="100882" y="320637"/>
                  </a:lnTo>
                  <a:lnTo>
                    <a:pt x="105794" y="322666"/>
                  </a:lnTo>
                  <a:lnTo>
                    <a:pt x="110767" y="324538"/>
                  </a:lnTo>
                  <a:lnTo>
                    <a:pt x="115798" y="326251"/>
                  </a:lnTo>
                  <a:lnTo>
                    <a:pt x="120880" y="327803"/>
                  </a:lnTo>
                  <a:lnTo>
                    <a:pt x="126009" y="32919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79895" y="1489739"/>
              <a:ext cx="41143" cy="162025"/>
            </a:xfrm>
            <a:custGeom>
              <a:avLst/>
              <a:pathLst>
                <a:path w="41143" h="162025">
                  <a:moveTo>
                    <a:pt x="0" y="162025"/>
                  </a:moveTo>
                  <a:lnTo>
                    <a:pt x="4114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79895" y="1322636"/>
              <a:ext cx="208299" cy="334267"/>
            </a:xfrm>
            <a:custGeom>
              <a:avLst/>
              <a:pathLst>
                <a:path w="208299" h="334267">
                  <a:moveTo>
                    <a:pt x="0" y="329127"/>
                  </a:moveTo>
                  <a:lnTo>
                    <a:pt x="5159" y="330350"/>
                  </a:lnTo>
                  <a:lnTo>
                    <a:pt x="10354" y="331409"/>
                  </a:lnTo>
                  <a:lnTo>
                    <a:pt x="15581" y="332303"/>
                  </a:lnTo>
                  <a:lnTo>
                    <a:pt x="20833" y="333031"/>
                  </a:lnTo>
                  <a:lnTo>
                    <a:pt x="26106" y="333591"/>
                  </a:lnTo>
                  <a:lnTo>
                    <a:pt x="31393" y="333985"/>
                  </a:lnTo>
                  <a:lnTo>
                    <a:pt x="36691" y="334210"/>
                  </a:lnTo>
                  <a:lnTo>
                    <a:pt x="41993" y="334267"/>
                  </a:lnTo>
                  <a:lnTo>
                    <a:pt x="47294" y="334156"/>
                  </a:lnTo>
                  <a:lnTo>
                    <a:pt x="52589" y="333877"/>
                  </a:lnTo>
                  <a:lnTo>
                    <a:pt x="57873" y="333430"/>
                  </a:lnTo>
                  <a:lnTo>
                    <a:pt x="63139" y="332816"/>
                  </a:lnTo>
                  <a:lnTo>
                    <a:pt x="68384" y="332035"/>
                  </a:lnTo>
                  <a:lnTo>
                    <a:pt x="73601" y="331088"/>
                  </a:lnTo>
                  <a:lnTo>
                    <a:pt x="78785" y="329976"/>
                  </a:lnTo>
                  <a:lnTo>
                    <a:pt x="83932" y="328700"/>
                  </a:lnTo>
                  <a:lnTo>
                    <a:pt x="89035" y="327262"/>
                  </a:lnTo>
                  <a:lnTo>
                    <a:pt x="94091" y="325662"/>
                  </a:lnTo>
                  <a:lnTo>
                    <a:pt x="99093" y="323903"/>
                  </a:lnTo>
                  <a:lnTo>
                    <a:pt x="104037" y="321987"/>
                  </a:lnTo>
                  <a:lnTo>
                    <a:pt x="108917" y="319914"/>
                  </a:lnTo>
                  <a:lnTo>
                    <a:pt x="113729" y="317688"/>
                  </a:lnTo>
                  <a:lnTo>
                    <a:pt x="118469" y="315310"/>
                  </a:lnTo>
                  <a:lnTo>
                    <a:pt x="123130" y="312783"/>
                  </a:lnTo>
                  <a:lnTo>
                    <a:pt x="127709" y="310109"/>
                  </a:lnTo>
                  <a:lnTo>
                    <a:pt x="132201" y="307292"/>
                  </a:lnTo>
                  <a:lnTo>
                    <a:pt x="136601" y="304334"/>
                  </a:lnTo>
                  <a:lnTo>
                    <a:pt x="140906" y="301237"/>
                  </a:lnTo>
                  <a:lnTo>
                    <a:pt x="145110" y="298006"/>
                  </a:lnTo>
                  <a:lnTo>
                    <a:pt x="149209" y="294643"/>
                  </a:lnTo>
                  <a:lnTo>
                    <a:pt x="153199" y="291151"/>
                  </a:lnTo>
                  <a:lnTo>
                    <a:pt x="157077" y="287535"/>
                  </a:lnTo>
                  <a:lnTo>
                    <a:pt x="160838" y="283797"/>
                  </a:lnTo>
                  <a:lnTo>
                    <a:pt x="164479" y="279943"/>
                  </a:lnTo>
                  <a:lnTo>
                    <a:pt x="167996" y="275974"/>
                  </a:lnTo>
                  <a:lnTo>
                    <a:pt x="171385" y="271896"/>
                  </a:lnTo>
                  <a:lnTo>
                    <a:pt x="174643" y="267713"/>
                  </a:lnTo>
                  <a:lnTo>
                    <a:pt x="177767" y="263429"/>
                  </a:lnTo>
                  <a:lnTo>
                    <a:pt x="180753" y="259047"/>
                  </a:lnTo>
                  <a:lnTo>
                    <a:pt x="183599" y="254573"/>
                  </a:lnTo>
                  <a:lnTo>
                    <a:pt x="186301" y="250011"/>
                  </a:lnTo>
                  <a:lnTo>
                    <a:pt x="188858" y="245366"/>
                  </a:lnTo>
                  <a:lnTo>
                    <a:pt x="191265" y="240642"/>
                  </a:lnTo>
                  <a:lnTo>
                    <a:pt x="193522" y="235844"/>
                  </a:lnTo>
                  <a:lnTo>
                    <a:pt x="195626" y="230976"/>
                  </a:lnTo>
                  <a:lnTo>
                    <a:pt x="197574" y="226045"/>
                  </a:lnTo>
                  <a:lnTo>
                    <a:pt x="199364" y="221054"/>
                  </a:lnTo>
                  <a:lnTo>
                    <a:pt x="200996" y="216009"/>
                  </a:lnTo>
                  <a:lnTo>
                    <a:pt x="202467" y="210915"/>
                  </a:lnTo>
                  <a:lnTo>
                    <a:pt x="203775" y="205776"/>
                  </a:lnTo>
                  <a:lnTo>
                    <a:pt x="204920" y="200599"/>
                  </a:lnTo>
                  <a:lnTo>
                    <a:pt x="205900" y="195388"/>
                  </a:lnTo>
                  <a:lnTo>
                    <a:pt x="206714" y="190148"/>
                  </a:lnTo>
                  <a:lnTo>
                    <a:pt x="207361" y="184886"/>
                  </a:lnTo>
                  <a:lnTo>
                    <a:pt x="207842" y="179605"/>
                  </a:lnTo>
                  <a:lnTo>
                    <a:pt x="208155" y="174312"/>
                  </a:lnTo>
                  <a:lnTo>
                    <a:pt x="208299" y="169012"/>
                  </a:lnTo>
                  <a:lnTo>
                    <a:pt x="208276" y="163709"/>
                  </a:lnTo>
                  <a:lnTo>
                    <a:pt x="208084" y="158411"/>
                  </a:lnTo>
                  <a:lnTo>
                    <a:pt x="207724" y="153120"/>
                  </a:lnTo>
                  <a:lnTo>
                    <a:pt x="207197" y="147844"/>
                  </a:lnTo>
                  <a:lnTo>
                    <a:pt x="206503" y="142588"/>
                  </a:lnTo>
                  <a:lnTo>
                    <a:pt x="205642" y="137356"/>
                  </a:lnTo>
                  <a:lnTo>
                    <a:pt x="204616" y="132153"/>
                  </a:lnTo>
                  <a:lnTo>
                    <a:pt x="203426" y="126987"/>
                  </a:lnTo>
                  <a:lnTo>
                    <a:pt x="202072" y="121860"/>
                  </a:lnTo>
                  <a:lnTo>
                    <a:pt x="200556" y="116779"/>
                  </a:lnTo>
                  <a:lnTo>
                    <a:pt x="198880" y="111748"/>
                  </a:lnTo>
                  <a:lnTo>
                    <a:pt x="197045" y="106774"/>
                  </a:lnTo>
                  <a:lnTo>
                    <a:pt x="195053" y="101860"/>
                  </a:lnTo>
                  <a:lnTo>
                    <a:pt x="192907" y="97011"/>
                  </a:lnTo>
                  <a:lnTo>
                    <a:pt x="190607" y="92233"/>
                  </a:lnTo>
                  <a:lnTo>
                    <a:pt x="188158" y="87531"/>
                  </a:lnTo>
                  <a:lnTo>
                    <a:pt x="185560" y="82908"/>
                  </a:lnTo>
                  <a:lnTo>
                    <a:pt x="182817" y="78370"/>
                  </a:lnTo>
                  <a:lnTo>
                    <a:pt x="179932" y="73922"/>
                  </a:lnTo>
                  <a:lnTo>
                    <a:pt x="176907" y="69567"/>
                  </a:lnTo>
                  <a:lnTo>
                    <a:pt x="173745" y="65310"/>
                  </a:lnTo>
                  <a:lnTo>
                    <a:pt x="170450" y="61156"/>
                  </a:lnTo>
                  <a:lnTo>
                    <a:pt x="167025" y="57108"/>
                  </a:lnTo>
                  <a:lnTo>
                    <a:pt x="163474" y="53171"/>
                  </a:lnTo>
                  <a:lnTo>
                    <a:pt x="159799" y="49349"/>
                  </a:lnTo>
                  <a:lnTo>
                    <a:pt x="156005" y="45645"/>
                  </a:lnTo>
                  <a:lnTo>
                    <a:pt x="152095" y="42063"/>
                  </a:lnTo>
                  <a:lnTo>
                    <a:pt x="148074" y="38608"/>
                  </a:lnTo>
                  <a:lnTo>
                    <a:pt x="143945" y="35281"/>
                  </a:lnTo>
                  <a:lnTo>
                    <a:pt x="139712" y="32087"/>
                  </a:lnTo>
                  <a:lnTo>
                    <a:pt x="135381" y="29029"/>
                  </a:lnTo>
                  <a:lnTo>
                    <a:pt x="130954" y="26109"/>
                  </a:lnTo>
                  <a:lnTo>
                    <a:pt x="126438" y="23332"/>
                  </a:lnTo>
                  <a:lnTo>
                    <a:pt x="121835" y="20699"/>
                  </a:lnTo>
                  <a:lnTo>
                    <a:pt x="117151" y="18214"/>
                  </a:lnTo>
                  <a:lnTo>
                    <a:pt x="112391" y="15878"/>
                  </a:lnTo>
                  <a:lnTo>
                    <a:pt x="107559" y="13694"/>
                  </a:lnTo>
                  <a:lnTo>
                    <a:pt x="102661" y="11665"/>
                  </a:lnTo>
                  <a:lnTo>
                    <a:pt x="97700" y="9792"/>
                  </a:lnTo>
                  <a:lnTo>
                    <a:pt x="92682" y="8078"/>
                  </a:lnTo>
                  <a:lnTo>
                    <a:pt x="87613" y="6523"/>
                  </a:lnTo>
                  <a:lnTo>
                    <a:pt x="82497" y="5130"/>
                  </a:lnTo>
                  <a:lnTo>
                    <a:pt x="77339" y="3900"/>
                  </a:lnTo>
                  <a:lnTo>
                    <a:pt x="72145" y="2834"/>
                  </a:lnTo>
                  <a:lnTo>
                    <a:pt x="66920" y="1934"/>
                  </a:lnTo>
                  <a:lnTo>
                    <a:pt x="61669" y="1199"/>
                  </a:lnTo>
                  <a:lnTo>
                    <a:pt x="56397" y="632"/>
                  </a:lnTo>
                  <a:lnTo>
                    <a:pt x="51110" y="232"/>
                  </a:lnTo>
                  <a:lnTo>
                    <a:pt x="45812" y="0"/>
                  </a:lnTo>
                  <a:lnTo>
                    <a:pt x="41143" y="167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4669" cy="167167"/>
            </a:xfrm>
            <a:custGeom>
              <a:avLst/>
              <a:pathLst>
                <a:path w="4669" h="167167">
                  <a:moveTo>
                    <a:pt x="4669" y="6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78100" y="1071028"/>
              <a:ext cx="167157" cy="289059"/>
            </a:xfrm>
            <a:custGeom>
              <a:avLst/>
              <a:pathLst>
                <a:path w="167157" h="289059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5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1" y="23894"/>
                  </a:lnTo>
                  <a:lnTo>
                    <a:pt x="76513" y="26708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3"/>
                  </a:lnTo>
                  <a:lnTo>
                    <a:pt x="59408" y="39359"/>
                  </a:lnTo>
                  <a:lnTo>
                    <a:pt x="55394" y="42853"/>
                  </a:lnTo>
                  <a:lnTo>
                    <a:pt x="51493" y="46474"/>
                  </a:lnTo>
                  <a:lnTo>
                    <a:pt x="47710" y="50217"/>
                  </a:lnTo>
                  <a:lnTo>
                    <a:pt x="44047" y="54079"/>
                  </a:lnTo>
                  <a:lnTo>
                    <a:pt x="40510" y="58055"/>
                  </a:lnTo>
                  <a:lnTo>
                    <a:pt x="37101" y="62142"/>
                  </a:lnTo>
                  <a:lnTo>
                    <a:pt x="33823" y="66335"/>
                  </a:lnTo>
                  <a:lnTo>
                    <a:pt x="30681" y="70631"/>
                  </a:lnTo>
                  <a:lnTo>
                    <a:pt x="27677" y="75024"/>
                  </a:lnTo>
                  <a:lnTo>
                    <a:pt x="24815" y="79511"/>
                  </a:lnTo>
                  <a:lnTo>
                    <a:pt x="22097" y="84087"/>
                  </a:lnTo>
                  <a:lnTo>
                    <a:pt x="19525" y="88747"/>
                  </a:lnTo>
                  <a:lnTo>
                    <a:pt x="17104" y="93486"/>
                  </a:lnTo>
                  <a:lnTo>
                    <a:pt x="14834" y="98300"/>
                  </a:lnTo>
                  <a:lnTo>
                    <a:pt x="12719" y="103184"/>
                  </a:lnTo>
                  <a:lnTo>
                    <a:pt x="10761" y="108133"/>
                  </a:lnTo>
                  <a:lnTo>
                    <a:pt x="8961" y="113141"/>
                  </a:lnTo>
                  <a:lnTo>
                    <a:pt x="7321" y="118204"/>
                  </a:lnTo>
                  <a:lnTo>
                    <a:pt x="5843" y="123317"/>
                  </a:lnTo>
                  <a:lnTo>
                    <a:pt x="4529" y="128475"/>
                  </a:lnTo>
                  <a:lnTo>
                    <a:pt x="3380" y="133671"/>
                  </a:lnTo>
                  <a:lnTo>
                    <a:pt x="2397" y="138902"/>
                  </a:lnTo>
                  <a:lnTo>
                    <a:pt x="1581" y="144161"/>
                  </a:lnTo>
                  <a:lnTo>
                    <a:pt x="932" y="149443"/>
                  </a:lnTo>
                  <a:lnTo>
                    <a:pt x="452" y="154744"/>
                  </a:lnTo>
                  <a:lnTo>
                    <a:pt x="141" y="160057"/>
                  </a:lnTo>
                  <a:lnTo>
                    <a:pt x="0" y="165377"/>
                  </a:lnTo>
                  <a:lnTo>
                    <a:pt x="27" y="170699"/>
                  </a:lnTo>
                  <a:lnTo>
                    <a:pt x="224" y="176018"/>
                  </a:lnTo>
                  <a:lnTo>
                    <a:pt x="591" y="181327"/>
                  </a:lnTo>
                  <a:lnTo>
                    <a:pt x="1126" y="186622"/>
                  </a:lnTo>
                  <a:lnTo>
                    <a:pt x="1829" y="191898"/>
                  </a:lnTo>
                  <a:lnTo>
                    <a:pt x="2700" y="197148"/>
                  </a:lnTo>
                  <a:lnTo>
                    <a:pt x="3738" y="202368"/>
                  </a:lnTo>
                  <a:lnTo>
                    <a:pt x="4942" y="207553"/>
                  </a:lnTo>
                  <a:lnTo>
                    <a:pt x="6309" y="212696"/>
                  </a:lnTo>
                  <a:lnTo>
                    <a:pt x="7840" y="217793"/>
                  </a:lnTo>
                  <a:lnTo>
                    <a:pt x="9533" y="222839"/>
                  </a:lnTo>
                  <a:lnTo>
                    <a:pt x="11385" y="227829"/>
                  </a:lnTo>
                  <a:lnTo>
                    <a:pt x="13395" y="232757"/>
                  </a:lnTo>
                  <a:lnTo>
                    <a:pt x="15561" y="237618"/>
                  </a:lnTo>
                  <a:lnTo>
                    <a:pt x="17880" y="242408"/>
                  </a:lnTo>
                  <a:lnTo>
                    <a:pt x="20351" y="247122"/>
                  </a:lnTo>
                  <a:lnTo>
                    <a:pt x="22971" y="251755"/>
                  </a:lnTo>
                  <a:lnTo>
                    <a:pt x="25736" y="256302"/>
                  </a:lnTo>
                  <a:lnTo>
                    <a:pt x="28645" y="260759"/>
                  </a:lnTo>
                  <a:lnTo>
                    <a:pt x="31695" y="265120"/>
                  </a:lnTo>
                  <a:lnTo>
                    <a:pt x="34882" y="269383"/>
                  </a:lnTo>
                  <a:lnTo>
                    <a:pt x="38203" y="273542"/>
                  </a:lnTo>
                  <a:lnTo>
                    <a:pt x="41654" y="277593"/>
                  </a:lnTo>
                  <a:lnTo>
                    <a:pt x="45233" y="281532"/>
                  </a:lnTo>
                  <a:lnTo>
                    <a:pt x="48936" y="285356"/>
                  </a:lnTo>
                  <a:lnTo>
                    <a:pt x="52758" y="28905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30858" y="1238196"/>
              <a:ext cx="114399" cy="121892"/>
            </a:xfrm>
            <a:custGeom>
              <a:avLst/>
              <a:pathLst>
                <a:path w="114399" h="121892">
                  <a:moveTo>
                    <a:pt x="0" y="121892"/>
                  </a:moveTo>
                  <a:lnTo>
                    <a:pt x="1143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30858" y="1135593"/>
              <a:ext cx="281563" cy="269764"/>
            </a:xfrm>
            <a:custGeom>
              <a:avLst/>
              <a:pathLst>
                <a:path w="281563" h="269764">
                  <a:moveTo>
                    <a:pt x="0" y="224494"/>
                  </a:moveTo>
                  <a:lnTo>
                    <a:pt x="3928" y="228066"/>
                  </a:lnTo>
                  <a:lnTo>
                    <a:pt x="7967" y="231510"/>
                  </a:lnTo>
                  <a:lnTo>
                    <a:pt x="12114" y="234825"/>
                  </a:lnTo>
                  <a:lnTo>
                    <a:pt x="16364" y="238006"/>
                  </a:lnTo>
                  <a:lnTo>
                    <a:pt x="20713" y="241051"/>
                  </a:lnTo>
                  <a:lnTo>
                    <a:pt x="25157" y="243956"/>
                  </a:lnTo>
                  <a:lnTo>
                    <a:pt x="29690" y="246718"/>
                  </a:lnTo>
                  <a:lnTo>
                    <a:pt x="34309" y="249335"/>
                  </a:lnTo>
                  <a:lnTo>
                    <a:pt x="39009" y="251804"/>
                  </a:lnTo>
                  <a:lnTo>
                    <a:pt x="43784" y="254123"/>
                  </a:lnTo>
                  <a:lnTo>
                    <a:pt x="48631" y="256289"/>
                  </a:lnTo>
                  <a:lnTo>
                    <a:pt x="53545" y="258300"/>
                  </a:lnTo>
                  <a:lnTo>
                    <a:pt x="58519" y="260154"/>
                  </a:lnTo>
                  <a:lnTo>
                    <a:pt x="63550" y="261848"/>
                  </a:lnTo>
                  <a:lnTo>
                    <a:pt x="68632" y="263383"/>
                  </a:lnTo>
                  <a:lnTo>
                    <a:pt x="73761" y="264755"/>
                  </a:lnTo>
                  <a:lnTo>
                    <a:pt x="78930" y="265964"/>
                  </a:lnTo>
                  <a:lnTo>
                    <a:pt x="84135" y="267008"/>
                  </a:lnTo>
                  <a:lnTo>
                    <a:pt x="89371" y="267886"/>
                  </a:lnTo>
                  <a:lnTo>
                    <a:pt x="94632" y="268597"/>
                  </a:lnTo>
                  <a:lnTo>
                    <a:pt x="99913" y="269141"/>
                  </a:lnTo>
                  <a:lnTo>
                    <a:pt x="105208" y="269517"/>
                  </a:lnTo>
                  <a:lnTo>
                    <a:pt x="110513" y="269725"/>
                  </a:lnTo>
                  <a:lnTo>
                    <a:pt x="115822" y="269764"/>
                  </a:lnTo>
                  <a:lnTo>
                    <a:pt x="121129" y="269634"/>
                  </a:lnTo>
                  <a:lnTo>
                    <a:pt x="126430" y="269336"/>
                  </a:lnTo>
                  <a:lnTo>
                    <a:pt x="131718" y="268870"/>
                  </a:lnTo>
                  <a:lnTo>
                    <a:pt x="136989" y="268236"/>
                  </a:lnTo>
                  <a:lnTo>
                    <a:pt x="142237" y="267436"/>
                  </a:lnTo>
                  <a:lnTo>
                    <a:pt x="147457" y="266469"/>
                  </a:lnTo>
                  <a:lnTo>
                    <a:pt x="152643" y="265336"/>
                  </a:lnTo>
                  <a:lnTo>
                    <a:pt x="157791" y="264040"/>
                  </a:lnTo>
                  <a:lnTo>
                    <a:pt x="162896" y="262581"/>
                  </a:lnTo>
                  <a:lnTo>
                    <a:pt x="167951" y="260960"/>
                  </a:lnTo>
                  <a:lnTo>
                    <a:pt x="172953" y="259180"/>
                  </a:lnTo>
                  <a:lnTo>
                    <a:pt x="177895" y="257241"/>
                  </a:lnTo>
                  <a:lnTo>
                    <a:pt x="182773" y="255147"/>
                  </a:lnTo>
                  <a:lnTo>
                    <a:pt x="187583" y="252899"/>
                  </a:lnTo>
                  <a:lnTo>
                    <a:pt x="192318" y="250499"/>
                  </a:lnTo>
                  <a:lnTo>
                    <a:pt x="196975" y="247951"/>
                  </a:lnTo>
                  <a:lnTo>
                    <a:pt x="201549" y="245255"/>
                  </a:lnTo>
                  <a:lnTo>
                    <a:pt x="206035" y="242416"/>
                  </a:lnTo>
                  <a:lnTo>
                    <a:pt x="210428" y="239436"/>
                  </a:lnTo>
                  <a:lnTo>
                    <a:pt x="214724" y="236318"/>
                  </a:lnTo>
                  <a:lnTo>
                    <a:pt x="218920" y="233065"/>
                  </a:lnTo>
                  <a:lnTo>
                    <a:pt x="223010" y="229680"/>
                  </a:lnTo>
                  <a:lnTo>
                    <a:pt x="226990" y="226167"/>
                  </a:lnTo>
                  <a:lnTo>
                    <a:pt x="230857" y="222530"/>
                  </a:lnTo>
                  <a:lnTo>
                    <a:pt x="234606" y="218771"/>
                  </a:lnTo>
                  <a:lnTo>
                    <a:pt x="238234" y="214896"/>
                  </a:lnTo>
                  <a:lnTo>
                    <a:pt x="241738" y="210907"/>
                  </a:lnTo>
                  <a:lnTo>
                    <a:pt x="245112" y="206809"/>
                  </a:lnTo>
                  <a:lnTo>
                    <a:pt x="248355" y="202606"/>
                  </a:lnTo>
                  <a:lnTo>
                    <a:pt x="251463" y="198301"/>
                  </a:lnTo>
                  <a:lnTo>
                    <a:pt x="254433" y="193901"/>
                  </a:lnTo>
                  <a:lnTo>
                    <a:pt x="257261" y="189408"/>
                  </a:lnTo>
                  <a:lnTo>
                    <a:pt x="259946" y="184828"/>
                  </a:lnTo>
                  <a:lnTo>
                    <a:pt x="262483" y="180165"/>
                  </a:lnTo>
                  <a:lnTo>
                    <a:pt x="264872" y="175424"/>
                  </a:lnTo>
                  <a:lnTo>
                    <a:pt x="267108" y="170609"/>
                  </a:lnTo>
                  <a:lnTo>
                    <a:pt x="269190" y="165726"/>
                  </a:lnTo>
                  <a:lnTo>
                    <a:pt x="271117" y="160779"/>
                  </a:lnTo>
                  <a:lnTo>
                    <a:pt x="272885" y="155773"/>
                  </a:lnTo>
                  <a:lnTo>
                    <a:pt x="274494" y="150714"/>
                  </a:lnTo>
                  <a:lnTo>
                    <a:pt x="275941" y="145606"/>
                  </a:lnTo>
                  <a:lnTo>
                    <a:pt x="277225" y="140455"/>
                  </a:lnTo>
                  <a:lnTo>
                    <a:pt x="278344" y="135265"/>
                  </a:lnTo>
                  <a:lnTo>
                    <a:pt x="279299" y="130043"/>
                  </a:lnTo>
                  <a:lnTo>
                    <a:pt x="280087" y="124793"/>
                  </a:lnTo>
                  <a:lnTo>
                    <a:pt x="280708" y="119521"/>
                  </a:lnTo>
                  <a:lnTo>
                    <a:pt x="281162" y="114231"/>
                  </a:lnTo>
                  <a:lnTo>
                    <a:pt x="281447" y="108930"/>
                  </a:lnTo>
                  <a:lnTo>
                    <a:pt x="281563" y="103623"/>
                  </a:lnTo>
                  <a:lnTo>
                    <a:pt x="281511" y="98314"/>
                  </a:lnTo>
                  <a:lnTo>
                    <a:pt x="281291" y="93010"/>
                  </a:lnTo>
                  <a:lnTo>
                    <a:pt x="280902" y="87715"/>
                  </a:lnTo>
                  <a:lnTo>
                    <a:pt x="280346" y="82436"/>
                  </a:lnTo>
                  <a:lnTo>
                    <a:pt x="279622" y="77177"/>
                  </a:lnTo>
                  <a:lnTo>
                    <a:pt x="278731" y="71943"/>
                  </a:lnTo>
                  <a:lnTo>
                    <a:pt x="277675" y="66740"/>
                  </a:lnTo>
                  <a:lnTo>
                    <a:pt x="276453" y="61574"/>
                  </a:lnTo>
                  <a:lnTo>
                    <a:pt x="275069" y="56449"/>
                  </a:lnTo>
                  <a:lnTo>
                    <a:pt x="273522" y="51370"/>
                  </a:lnTo>
                  <a:lnTo>
                    <a:pt x="271815" y="46343"/>
                  </a:lnTo>
                  <a:lnTo>
                    <a:pt x="269950" y="41373"/>
                  </a:lnTo>
                  <a:lnTo>
                    <a:pt x="267927" y="36465"/>
                  </a:lnTo>
                  <a:lnTo>
                    <a:pt x="265749" y="31623"/>
                  </a:lnTo>
                  <a:lnTo>
                    <a:pt x="263419" y="26853"/>
                  </a:lnTo>
                  <a:lnTo>
                    <a:pt x="260939" y="22159"/>
                  </a:lnTo>
                  <a:lnTo>
                    <a:pt x="258311" y="17547"/>
                  </a:lnTo>
                  <a:lnTo>
                    <a:pt x="255537" y="13020"/>
                  </a:lnTo>
                  <a:lnTo>
                    <a:pt x="252621" y="8584"/>
                  </a:lnTo>
                  <a:lnTo>
                    <a:pt x="249566" y="4242"/>
                  </a:lnTo>
                  <a:lnTo>
                    <a:pt x="246375" y="0"/>
                  </a:lnTo>
                  <a:lnTo>
                    <a:pt x="114399" y="1026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131975" cy="167167"/>
            </a:xfrm>
            <a:custGeom>
              <a:avLst/>
              <a:pathLst>
                <a:path w="131975" h="167167">
                  <a:moveTo>
                    <a:pt x="131975" y="64564"/>
                  </a:moveTo>
                  <a:lnTo>
                    <a:pt x="128443" y="60175"/>
                  </a:lnTo>
                  <a:lnTo>
                    <a:pt x="124765" y="55908"/>
                  </a:lnTo>
                  <a:lnTo>
                    <a:pt x="120945" y="51767"/>
                  </a:lnTo>
                  <a:lnTo>
                    <a:pt x="116988" y="47757"/>
                  </a:lnTo>
                  <a:lnTo>
                    <a:pt x="112898" y="43883"/>
                  </a:lnTo>
                  <a:lnTo>
                    <a:pt x="108680" y="40149"/>
                  </a:lnTo>
                  <a:lnTo>
                    <a:pt x="104338" y="36559"/>
                  </a:lnTo>
                  <a:lnTo>
                    <a:pt x="99878" y="33117"/>
                  </a:lnTo>
                  <a:lnTo>
                    <a:pt x="95304" y="29828"/>
                  </a:lnTo>
                  <a:lnTo>
                    <a:pt x="90622" y="26694"/>
                  </a:lnTo>
                  <a:lnTo>
                    <a:pt x="85837" y="23721"/>
                  </a:lnTo>
                  <a:lnTo>
                    <a:pt x="80955" y="20910"/>
                  </a:lnTo>
                  <a:lnTo>
                    <a:pt x="75981" y="18265"/>
                  </a:lnTo>
                  <a:lnTo>
                    <a:pt x="70920" y="15789"/>
                  </a:lnTo>
                  <a:lnTo>
                    <a:pt x="65779" y="13485"/>
                  </a:lnTo>
                  <a:lnTo>
                    <a:pt x="60563" y="11356"/>
                  </a:lnTo>
                  <a:lnTo>
                    <a:pt x="55278" y="9404"/>
                  </a:lnTo>
                  <a:lnTo>
                    <a:pt x="49931" y="7631"/>
                  </a:lnTo>
                  <a:lnTo>
                    <a:pt x="44527" y="6039"/>
                  </a:lnTo>
                  <a:lnTo>
                    <a:pt x="39072" y="4630"/>
                  </a:lnTo>
                  <a:lnTo>
                    <a:pt x="33573" y="3406"/>
                  </a:lnTo>
                  <a:lnTo>
                    <a:pt x="28036" y="2367"/>
                  </a:lnTo>
                  <a:lnTo>
                    <a:pt x="22467" y="1516"/>
                  </a:lnTo>
                  <a:lnTo>
                    <a:pt x="16873" y="853"/>
                  </a:lnTo>
                  <a:lnTo>
                    <a:pt x="11259" y="379"/>
                  </a:lnTo>
                  <a:lnTo>
                    <a:pt x="563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539" y="941493"/>
              <a:ext cx="87004" cy="167167"/>
            </a:xfrm>
            <a:custGeom>
              <a:avLst/>
              <a:pathLst>
                <a:path w="87004" h="167167">
                  <a:moveTo>
                    <a:pt x="87004" y="0"/>
                  </a:moveTo>
                  <a:lnTo>
                    <a:pt x="81286" y="97"/>
                  </a:lnTo>
                  <a:lnTo>
                    <a:pt x="75574" y="391"/>
                  </a:lnTo>
                  <a:lnTo>
                    <a:pt x="69876" y="879"/>
                  </a:lnTo>
                  <a:lnTo>
                    <a:pt x="64199" y="1562"/>
                  </a:lnTo>
                  <a:lnTo>
                    <a:pt x="58547" y="2439"/>
                  </a:lnTo>
                  <a:lnTo>
                    <a:pt x="52929" y="3509"/>
                  </a:lnTo>
                  <a:lnTo>
                    <a:pt x="47351" y="4770"/>
                  </a:lnTo>
                  <a:lnTo>
                    <a:pt x="41820" y="6222"/>
                  </a:lnTo>
                  <a:lnTo>
                    <a:pt x="36341" y="7861"/>
                  </a:lnTo>
                  <a:lnTo>
                    <a:pt x="30922" y="9688"/>
                  </a:lnTo>
                  <a:lnTo>
                    <a:pt x="25568" y="11698"/>
                  </a:lnTo>
                  <a:lnTo>
                    <a:pt x="20286" y="13890"/>
                  </a:lnTo>
                  <a:lnTo>
                    <a:pt x="15082" y="16262"/>
                  </a:lnTo>
                  <a:lnTo>
                    <a:pt x="9962" y="18811"/>
                  </a:lnTo>
                  <a:lnTo>
                    <a:pt x="4933" y="21533"/>
                  </a:lnTo>
                  <a:lnTo>
                    <a:pt x="0" y="24425"/>
                  </a:lnTo>
                  <a:lnTo>
                    <a:pt x="8700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6539" y="965919"/>
              <a:ext cx="87004" cy="142741"/>
            </a:xfrm>
            <a:custGeom>
              <a:avLst/>
              <a:pathLst>
                <a:path w="87004" h="142741">
                  <a:moveTo>
                    <a:pt x="0" y="0"/>
                  </a:moveTo>
                  <a:lnTo>
                    <a:pt x="87004" y="1427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856380" y="949216"/>
              <a:ext cx="334328" cy="326603"/>
            </a:xfrm>
            <a:custGeom>
              <a:avLst/>
              <a:pathLst>
                <a:path w="334328" h="326603">
                  <a:moveTo>
                    <a:pt x="80158" y="16702"/>
                  </a:moveTo>
                  <a:lnTo>
                    <a:pt x="75670" y="19536"/>
                  </a:lnTo>
                  <a:lnTo>
                    <a:pt x="71274" y="22512"/>
                  </a:lnTo>
                  <a:lnTo>
                    <a:pt x="66974" y="25626"/>
                  </a:lnTo>
                  <a:lnTo>
                    <a:pt x="62775" y="28874"/>
                  </a:lnTo>
                  <a:lnTo>
                    <a:pt x="58682" y="32255"/>
                  </a:lnTo>
                  <a:lnTo>
                    <a:pt x="54698" y="35764"/>
                  </a:lnTo>
                  <a:lnTo>
                    <a:pt x="50828" y="39397"/>
                  </a:lnTo>
                  <a:lnTo>
                    <a:pt x="47075" y="43152"/>
                  </a:lnTo>
                  <a:lnTo>
                    <a:pt x="43443" y="47023"/>
                  </a:lnTo>
                  <a:lnTo>
                    <a:pt x="39935" y="51008"/>
                  </a:lnTo>
                  <a:lnTo>
                    <a:pt x="36556" y="55103"/>
                  </a:lnTo>
                  <a:lnTo>
                    <a:pt x="33309" y="59303"/>
                  </a:lnTo>
                  <a:lnTo>
                    <a:pt x="30197" y="63603"/>
                  </a:lnTo>
                  <a:lnTo>
                    <a:pt x="27223" y="68001"/>
                  </a:lnTo>
                  <a:lnTo>
                    <a:pt x="24390" y="72490"/>
                  </a:lnTo>
                  <a:lnTo>
                    <a:pt x="21701" y="77068"/>
                  </a:lnTo>
                  <a:lnTo>
                    <a:pt x="19158" y="81728"/>
                  </a:lnTo>
                  <a:lnTo>
                    <a:pt x="16765" y="86467"/>
                  </a:lnTo>
                  <a:lnTo>
                    <a:pt x="14524" y="91279"/>
                  </a:lnTo>
                  <a:lnTo>
                    <a:pt x="12437" y="96160"/>
                  </a:lnTo>
                  <a:lnTo>
                    <a:pt x="10505" y="101105"/>
                  </a:lnTo>
                  <a:lnTo>
                    <a:pt x="8732" y="106109"/>
                  </a:lnTo>
                  <a:lnTo>
                    <a:pt x="7118" y="111166"/>
                  </a:lnTo>
                  <a:lnTo>
                    <a:pt x="5666" y="116272"/>
                  </a:lnTo>
                  <a:lnTo>
                    <a:pt x="4377" y="121422"/>
                  </a:lnTo>
                  <a:lnTo>
                    <a:pt x="3251" y="126610"/>
                  </a:lnTo>
                  <a:lnTo>
                    <a:pt x="2291" y="131831"/>
                  </a:lnTo>
                  <a:lnTo>
                    <a:pt x="1498" y="137080"/>
                  </a:lnTo>
                  <a:lnTo>
                    <a:pt x="871" y="142352"/>
                  </a:lnTo>
                  <a:lnTo>
                    <a:pt x="412" y="147641"/>
                  </a:lnTo>
                  <a:lnTo>
                    <a:pt x="122" y="152941"/>
                  </a:lnTo>
                  <a:lnTo>
                    <a:pt x="0" y="158249"/>
                  </a:lnTo>
                  <a:lnTo>
                    <a:pt x="46" y="163557"/>
                  </a:lnTo>
                  <a:lnTo>
                    <a:pt x="261" y="168862"/>
                  </a:lnTo>
                  <a:lnTo>
                    <a:pt x="644" y="174156"/>
                  </a:lnTo>
                  <a:lnTo>
                    <a:pt x="1195" y="179436"/>
                  </a:lnTo>
                  <a:lnTo>
                    <a:pt x="1914" y="184696"/>
                  </a:lnTo>
                  <a:lnTo>
                    <a:pt x="2799" y="189931"/>
                  </a:lnTo>
                  <a:lnTo>
                    <a:pt x="3850" y="195134"/>
                  </a:lnTo>
                  <a:lnTo>
                    <a:pt x="5065" y="200302"/>
                  </a:lnTo>
                  <a:lnTo>
                    <a:pt x="6444" y="205428"/>
                  </a:lnTo>
                  <a:lnTo>
                    <a:pt x="7986" y="210508"/>
                  </a:lnTo>
                  <a:lnTo>
                    <a:pt x="9687" y="215537"/>
                  </a:lnTo>
                  <a:lnTo>
                    <a:pt x="11548" y="220509"/>
                  </a:lnTo>
                  <a:lnTo>
                    <a:pt x="13565" y="225419"/>
                  </a:lnTo>
                  <a:lnTo>
                    <a:pt x="15738" y="230263"/>
                  </a:lnTo>
                  <a:lnTo>
                    <a:pt x="18063" y="235036"/>
                  </a:lnTo>
                  <a:lnTo>
                    <a:pt x="20538" y="239732"/>
                  </a:lnTo>
                  <a:lnTo>
                    <a:pt x="23162" y="244347"/>
                  </a:lnTo>
                  <a:lnTo>
                    <a:pt x="25930" y="248877"/>
                  </a:lnTo>
                  <a:lnTo>
                    <a:pt x="28841" y="253316"/>
                  </a:lnTo>
                  <a:lnTo>
                    <a:pt x="31892" y="257661"/>
                  </a:lnTo>
                  <a:lnTo>
                    <a:pt x="35078" y="261907"/>
                  </a:lnTo>
                  <a:lnTo>
                    <a:pt x="38399" y="266049"/>
                  </a:lnTo>
                  <a:lnTo>
                    <a:pt x="41848" y="270084"/>
                  </a:lnTo>
                  <a:lnTo>
                    <a:pt x="45425" y="274007"/>
                  </a:lnTo>
                  <a:lnTo>
                    <a:pt x="49124" y="277815"/>
                  </a:lnTo>
                  <a:lnTo>
                    <a:pt x="52942" y="281503"/>
                  </a:lnTo>
                  <a:lnTo>
                    <a:pt x="56875" y="285068"/>
                  </a:lnTo>
                  <a:lnTo>
                    <a:pt x="60920" y="288507"/>
                  </a:lnTo>
                  <a:lnTo>
                    <a:pt x="65072" y="291815"/>
                  </a:lnTo>
                  <a:lnTo>
                    <a:pt x="69326" y="294990"/>
                  </a:lnTo>
                  <a:lnTo>
                    <a:pt x="73680" y="298029"/>
                  </a:lnTo>
                  <a:lnTo>
                    <a:pt x="78127" y="300927"/>
                  </a:lnTo>
                  <a:lnTo>
                    <a:pt x="82665" y="303683"/>
                  </a:lnTo>
                  <a:lnTo>
                    <a:pt x="87287" y="306293"/>
                  </a:lnTo>
                  <a:lnTo>
                    <a:pt x="91990" y="308755"/>
                  </a:lnTo>
                  <a:lnTo>
                    <a:pt x="96769" y="311067"/>
                  </a:lnTo>
                  <a:lnTo>
                    <a:pt x="101619" y="313226"/>
                  </a:lnTo>
                  <a:lnTo>
                    <a:pt x="106535" y="315229"/>
                  </a:lnTo>
                  <a:lnTo>
                    <a:pt x="111513" y="317076"/>
                  </a:lnTo>
                  <a:lnTo>
                    <a:pt x="116546" y="318764"/>
                  </a:lnTo>
                  <a:lnTo>
                    <a:pt x="121630" y="320290"/>
                  </a:lnTo>
                  <a:lnTo>
                    <a:pt x="126760" y="321655"/>
                  </a:lnTo>
                  <a:lnTo>
                    <a:pt x="131932" y="322856"/>
                  </a:lnTo>
                  <a:lnTo>
                    <a:pt x="137138" y="323892"/>
                  </a:lnTo>
                  <a:lnTo>
                    <a:pt x="142375" y="324763"/>
                  </a:lnTo>
                  <a:lnTo>
                    <a:pt x="147637" y="325467"/>
                  </a:lnTo>
                  <a:lnTo>
                    <a:pt x="152918" y="326003"/>
                  </a:lnTo>
                  <a:lnTo>
                    <a:pt x="158214" y="326371"/>
                  </a:lnTo>
                  <a:lnTo>
                    <a:pt x="163519" y="326571"/>
                  </a:lnTo>
                  <a:lnTo>
                    <a:pt x="168828" y="326603"/>
                  </a:lnTo>
                  <a:lnTo>
                    <a:pt x="174135" y="326465"/>
                  </a:lnTo>
                  <a:lnTo>
                    <a:pt x="179435" y="326160"/>
                  </a:lnTo>
                  <a:lnTo>
                    <a:pt x="184722" y="325686"/>
                  </a:lnTo>
                  <a:lnTo>
                    <a:pt x="189992" y="325045"/>
                  </a:lnTo>
                  <a:lnTo>
                    <a:pt x="195239" y="324236"/>
                  </a:lnTo>
                  <a:lnTo>
                    <a:pt x="200457" y="323262"/>
                  </a:lnTo>
                  <a:lnTo>
                    <a:pt x="205642" y="322122"/>
                  </a:lnTo>
                  <a:lnTo>
                    <a:pt x="210788" y="320818"/>
                  </a:lnTo>
                  <a:lnTo>
                    <a:pt x="215890" y="319351"/>
                  </a:lnTo>
                  <a:lnTo>
                    <a:pt x="220943" y="317724"/>
                  </a:lnTo>
                  <a:lnTo>
                    <a:pt x="225942" y="315936"/>
                  </a:lnTo>
                  <a:lnTo>
                    <a:pt x="230881" y="313991"/>
                  </a:lnTo>
                  <a:lnTo>
                    <a:pt x="235756" y="311890"/>
                  </a:lnTo>
                  <a:lnTo>
                    <a:pt x="240562" y="309635"/>
                  </a:lnTo>
                  <a:lnTo>
                    <a:pt x="245294" y="307228"/>
                  </a:lnTo>
                  <a:lnTo>
                    <a:pt x="249948" y="304673"/>
                  </a:lnTo>
                  <a:lnTo>
                    <a:pt x="254517" y="301971"/>
                  </a:lnTo>
                  <a:lnTo>
                    <a:pt x="258999" y="299125"/>
                  </a:lnTo>
                  <a:lnTo>
                    <a:pt x="263388" y="296139"/>
                  </a:lnTo>
                  <a:lnTo>
                    <a:pt x="267680" y="293015"/>
                  </a:lnTo>
                  <a:lnTo>
                    <a:pt x="271870" y="289756"/>
                  </a:lnTo>
                  <a:lnTo>
                    <a:pt x="275955" y="286365"/>
                  </a:lnTo>
                  <a:lnTo>
                    <a:pt x="279931" y="282847"/>
                  </a:lnTo>
                  <a:lnTo>
                    <a:pt x="283792" y="279204"/>
                  </a:lnTo>
                  <a:lnTo>
                    <a:pt x="287536" y="275440"/>
                  </a:lnTo>
                  <a:lnTo>
                    <a:pt x="291159" y="271559"/>
                  </a:lnTo>
                  <a:lnTo>
                    <a:pt x="294656" y="267566"/>
                  </a:lnTo>
                  <a:lnTo>
                    <a:pt x="298025" y="263463"/>
                  </a:lnTo>
                  <a:lnTo>
                    <a:pt x="301262" y="259255"/>
                  </a:lnTo>
                  <a:lnTo>
                    <a:pt x="304363" y="254947"/>
                  </a:lnTo>
                  <a:lnTo>
                    <a:pt x="307327" y="250542"/>
                  </a:lnTo>
                  <a:lnTo>
                    <a:pt x="310149" y="246046"/>
                  </a:lnTo>
                  <a:lnTo>
                    <a:pt x="312826" y="241462"/>
                  </a:lnTo>
                  <a:lnTo>
                    <a:pt x="315357" y="236795"/>
                  </a:lnTo>
                  <a:lnTo>
                    <a:pt x="317739" y="232051"/>
                  </a:lnTo>
                  <a:lnTo>
                    <a:pt x="319968" y="227233"/>
                  </a:lnTo>
                  <a:lnTo>
                    <a:pt x="322044" y="222347"/>
                  </a:lnTo>
                  <a:lnTo>
                    <a:pt x="323963" y="217397"/>
                  </a:lnTo>
                  <a:lnTo>
                    <a:pt x="325724" y="212389"/>
                  </a:lnTo>
                  <a:lnTo>
                    <a:pt x="327325" y="207327"/>
                  </a:lnTo>
                  <a:lnTo>
                    <a:pt x="328765" y="202218"/>
                  </a:lnTo>
                  <a:lnTo>
                    <a:pt x="330042" y="197065"/>
                  </a:lnTo>
                  <a:lnTo>
                    <a:pt x="331154" y="191874"/>
                  </a:lnTo>
                  <a:lnTo>
                    <a:pt x="332101" y="186651"/>
                  </a:lnTo>
                  <a:lnTo>
                    <a:pt x="332882" y="181400"/>
                  </a:lnTo>
                  <a:lnTo>
                    <a:pt x="333496" y="176126"/>
                  </a:lnTo>
                  <a:lnTo>
                    <a:pt x="333941" y="170836"/>
                  </a:lnTo>
                  <a:lnTo>
                    <a:pt x="334219" y="165535"/>
                  </a:lnTo>
                  <a:lnTo>
                    <a:pt x="334328" y="160227"/>
                  </a:lnTo>
                  <a:lnTo>
                    <a:pt x="334269" y="154919"/>
                  </a:lnTo>
                  <a:lnTo>
                    <a:pt x="334041" y="149615"/>
                  </a:lnTo>
                  <a:lnTo>
                    <a:pt x="333645" y="144321"/>
                  </a:lnTo>
                  <a:lnTo>
                    <a:pt x="333081" y="139043"/>
                  </a:lnTo>
                  <a:lnTo>
                    <a:pt x="332349" y="133785"/>
                  </a:lnTo>
                  <a:lnTo>
                    <a:pt x="331451" y="128553"/>
                  </a:lnTo>
                  <a:lnTo>
                    <a:pt x="330387" y="123352"/>
                  </a:lnTo>
                  <a:lnTo>
                    <a:pt x="329159" y="118187"/>
                  </a:lnTo>
                  <a:lnTo>
                    <a:pt x="327767" y="113064"/>
                  </a:lnTo>
                  <a:lnTo>
                    <a:pt x="326214" y="107988"/>
                  </a:lnTo>
                  <a:lnTo>
                    <a:pt x="324500" y="102963"/>
                  </a:lnTo>
                  <a:lnTo>
                    <a:pt x="322627" y="97996"/>
                  </a:lnTo>
                  <a:lnTo>
                    <a:pt x="320597" y="93090"/>
                  </a:lnTo>
                  <a:lnTo>
                    <a:pt x="318413" y="88252"/>
                  </a:lnTo>
                  <a:lnTo>
                    <a:pt x="316076" y="83485"/>
                  </a:lnTo>
                  <a:lnTo>
                    <a:pt x="313589" y="78795"/>
                  </a:lnTo>
                  <a:lnTo>
                    <a:pt x="310955" y="74186"/>
                  </a:lnTo>
                  <a:lnTo>
                    <a:pt x="308175" y="69663"/>
                  </a:lnTo>
                  <a:lnTo>
                    <a:pt x="305253" y="65231"/>
                  </a:lnTo>
                  <a:lnTo>
                    <a:pt x="302192" y="60894"/>
                  </a:lnTo>
                  <a:lnTo>
                    <a:pt x="298995" y="56656"/>
                  </a:lnTo>
                  <a:lnTo>
                    <a:pt x="295665" y="52522"/>
                  </a:lnTo>
                  <a:lnTo>
                    <a:pt x="292205" y="48496"/>
                  </a:lnTo>
                  <a:lnTo>
                    <a:pt x="288619" y="44581"/>
                  </a:lnTo>
                  <a:lnTo>
                    <a:pt x="284910" y="40782"/>
                  </a:lnTo>
                  <a:lnTo>
                    <a:pt x="281083" y="37103"/>
                  </a:lnTo>
                  <a:lnTo>
                    <a:pt x="277141" y="33548"/>
                  </a:lnTo>
                  <a:lnTo>
                    <a:pt x="273088" y="30119"/>
                  </a:lnTo>
                  <a:lnTo>
                    <a:pt x="268928" y="26821"/>
                  </a:lnTo>
                  <a:lnTo>
                    <a:pt x="264666" y="23657"/>
                  </a:lnTo>
                  <a:lnTo>
                    <a:pt x="260305" y="20629"/>
                  </a:lnTo>
                  <a:lnTo>
                    <a:pt x="255850" y="17741"/>
                  </a:lnTo>
                  <a:lnTo>
                    <a:pt x="251306" y="14997"/>
                  </a:lnTo>
                  <a:lnTo>
                    <a:pt x="246677" y="12398"/>
                  </a:lnTo>
                  <a:lnTo>
                    <a:pt x="241968" y="9947"/>
                  </a:lnTo>
                  <a:lnTo>
                    <a:pt x="237183" y="7647"/>
                  </a:lnTo>
                  <a:lnTo>
                    <a:pt x="232328" y="5501"/>
                  </a:lnTo>
                  <a:lnTo>
                    <a:pt x="227407" y="3509"/>
                  </a:lnTo>
                  <a:lnTo>
                    <a:pt x="222426" y="1675"/>
                  </a:lnTo>
                  <a:lnTo>
                    <a:pt x="217388" y="0"/>
                  </a:lnTo>
                  <a:lnTo>
                    <a:pt x="167163" y="1594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50225" cy="167167"/>
            </a:xfrm>
            <a:custGeom>
              <a:avLst/>
              <a:pathLst>
                <a:path w="50225" h="167167">
                  <a:moveTo>
                    <a:pt x="50225" y="7723"/>
                  </a:moveTo>
                  <a:lnTo>
                    <a:pt x="44108" y="5924"/>
                  </a:lnTo>
                  <a:lnTo>
                    <a:pt x="37926" y="4359"/>
                  </a:lnTo>
                  <a:lnTo>
                    <a:pt x="31690" y="3031"/>
                  </a:lnTo>
                  <a:lnTo>
                    <a:pt x="25407" y="1942"/>
                  </a:lnTo>
                  <a:lnTo>
                    <a:pt x="19088" y="1093"/>
                  </a:lnTo>
                  <a:lnTo>
                    <a:pt x="12741" y="486"/>
                  </a:lnTo>
                  <a:lnTo>
                    <a:pt x="6375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3890" y="941493"/>
              <a:ext cx="52325" cy="167167"/>
            </a:xfrm>
            <a:custGeom>
              <a:avLst/>
              <a:pathLst>
                <a:path w="52325" h="167167">
                  <a:moveTo>
                    <a:pt x="52325" y="0"/>
                  </a:moveTo>
                  <a:lnTo>
                    <a:pt x="46413" y="104"/>
                  </a:lnTo>
                  <a:lnTo>
                    <a:pt x="40508" y="418"/>
                  </a:lnTo>
                  <a:lnTo>
                    <a:pt x="34618" y="940"/>
                  </a:lnTo>
                  <a:lnTo>
                    <a:pt x="28751" y="1670"/>
                  </a:lnTo>
                  <a:lnTo>
                    <a:pt x="22912" y="2607"/>
                  </a:lnTo>
                  <a:lnTo>
                    <a:pt x="17111" y="3751"/>
                  </a:lnTo>
                  <a:lnTo>
                    <a:pt x="11353" y="5098"/>
                  </a:lnTo>
                  <a:lnTo>
                    <a:pt x="5647" y="6649"/>
                  </a:lnTo>
                  <a:lnTo>
                    <a:pt x="0" y="8400"/>
                  </a:lnTo>
                  <a:lnTo>
                    <a:pt x="5232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433890" y="949893"/>
              <a:ext cx="52325" cy="158767"/>
            </a:xfrm>
            <a:custGeom>
              <a:avLst/>
              <a:pathLst>
                <a:path w="52325" h="158767">
                  <a:moveTo>
                    <a:pt x="0" y="0"/>
                  </a:moveTo>
                  <a:lnTo>
                    <a:pt x="52325" y="1587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50" y="949893"/>
              <a:ext cx="167165" cy="313310"/>
            </a:xfrm>
            <a:custGeom>
              <a:avLst/>
              <a:pathLst>
                <a:path w="167165" h="313310">
                  <a:moveTo>
                    <a:pt x="114840" y="0"/>
                  </a:moveTo>
                  <a:lnTo>
                    <a:pt x="109786" y="1755"/>
                  </a:lnTo>
                  <a:lnTo>
                    <a:pt x="104792" y="3671"/>
                  </a:lnTo>
                  <a:lnTo>
                    <a:pt x="99862" y="5746"/>
                  </a:lnTo>
                  <a:lnTo>
                    <a:pt x="95000" y="7978"/>
                  </a:lnTo>
                  <a:lnTo>
                    <a:pt x="90212" y="10364"/>
                  </a:lnTo>
                  <a:lnTo>
                    <a:pt x="85504" y="12903"/>
                  </a:lnTo>
                  <a:lnTo>
                    <a:pt x="80878" y="15590"/>
                  </a:lnTo>
                  <a:lnTo>
                    <a:pt x="76341" y="18424"/>
                  </a:lnTo>
                  <a:lnTo>
                    <a:pt x="71898" y="21402"/>
                  </a:lnTo>
                  <a:lnTo>
                    <a:pt x="67551" y="24521"/>
                  </a:lnTo>
                  <a:lnTo>
                    <a:pt x="63307" y="27776"/>
                  </a:lnTo>
                  <a:lnTo>
                    <a:pt x="59169" y="31167"/>
                  </a:lnTo>
                  <a:lnTo>
                    <a:pt x="55142" y="34687"/>
                  </a:lnTo>
                  <a:lnTo>
                    <a:pt x="51229" y="38335"/>
                  </a:lnTo>
                  <a:lnTo>
                    <a:pt x="47435" y="42106"/>
                  </a:lnTo>
                  <a:lnTo>
                    <a:pt x="43764" y="45997"/>
                  </a:lnTo>
                  <a:lnTo>
                    <a:pt x="40219" y="50003"/>
                  </a:lnTo>
                  <a:lnTo>
                    <a:pt x="36804" y="54121"/>
                  </a:lnTo>
                  <a:lnTo>
                    <a:pt x="33522" y="58345"/>
                  </a:lnTo>
                  <a:lnTo>
                    <a:pt x="30378" y="62673"/>
                  </a:lnTo>
                  <a:lnTo>
                    <a:pt x="27373" y="67098"/>
                  </a:lnTo>
                  <a:lnTo>
                    <a:pt x="24512" y="71618"/>
                  </a:lnTo>
                  <a:lnTo>
                    <a:pt x="21796" y="76227"/>
                  </a:lnTo>
                  <a:lnTo>
                    <a:pt x="19230" y="80921"/>
                  </a:lnTo>
                  <a:lnTo>
                    <a:pt x="16815" y="85694"/>
                  </a:lnTo>
                  <a:lnTo>
                    <a:pt x="14554" y="90542"/>
                  </a:lnTo>
                  <a:lnTo>
                    <a:pt x="12449" y="95460"/>
                  </a:lnTo>
                  <a:lnTo>
                    <a:pt x="10503" y="100442"/>
                  </a:lnTo>
                  <a:lnTo>
                    <a:pt x="8717" y="105485"/>
                  </a:lnTo>
                  <a:lnTo>
                    <a:pt x="7093" y="110582"/>
                  </a:lnTo>
                  <a:lnTo>
                    <a:pt x="5633" y="115728"/>
                  </a:lnTo>
                  <a:lnTo>
                    <a:pt x="4339" y="120918"/>
                  </a:lnTo>
                  <a:lnTo>
                    <a:pt x="3211" y="126148"/>
                  </a:lnTo>
                  <a:lnTo>
                    <a:pt x="2251" y="131410"/>
                  </a:lnTo>
                  <a:lnTo>
                    <a:pt x="1461" y="136701"/>
                  </a:lnTo>
                  <a:lnTo>
                    <a:pt x="839" y="142014"/>
                  </a:lnTo>
                  <a:lnTo>
                    <a:pt x="389" y="147344"/>
                  </a:lnTo>
                  <a:lnTo>
                    <a:pt x="109" y="152686"/>
                  </a:lnTo>
                  <a:lnTo>
                    <a:pt x="0" y="158035"/>
                  </a:lnTo>
                  <a:lnTo>
                    <a:pt x="62" y="163383"/>
                  </a:lnTo>
                  <a:lnTo>
                    <a:pt x="295" y="168728"/>
                  </a:lnTo>
                  <a:lnTo>
                    <a:pt x="699" y="174062"/>
                  </a:lnTo>
                  <a:lnTo>
                    <a:pt x="1274" y="179380"/>
                  </a:lnTo>
                  <a:lnTo>
                    <a:pt x="2018" y="184678"/>
                  </a:lnTo>
                  <a:lnTo>
                    <a:pt x="2932" y="189948"/>
                  </a:lnTo>
                  <a:lnTo>
                    <a:pt x="4014" y="195187"/>
                  </a:lnTo>
                  <a:lnTo>
                    <a:pt x="5262" y="200389"/>
                  </a:lnTo>
                  <a:lnTo>
                    <a:pt x="6677" y="205548"/>
                  </a:lnTo>
                  <a:lnTo>
                    <a:pt x="8256" y="210659"/>
                  </a:lnTo>
                  <a:lnTo>
                    <a:pt x="9998" y="215716"/>
                  </a:lnTo>
                  <a:lnTo>
                    <a:pt x="11900" y="220716"/>
                  </a:lnTo>
                  <a:lnTo>
                    <a:pt x="13962" y="225652"/>
                  </a:lnTo>
                  <a:lnTo>
                    <a:pt x="16180" y="230520"/>
                  </a:lnTo>
                  <a:lnTo>
                    <a:pt x="18554" y="235314"/>
                  </a:lnTo>
                  <a:lnTo>
                    <a:pt x="21079" y="240030"/>
                  </a:lnTo>
                  <a:lnTo>
                    <a:pt x="23754" y="244662"/>
                  </a:lnTo>
                  <a:lnTo>
                    <a:pt x="26576" y="249207"/>
                  </a:lnTo>
                  <a:lnTo>
                    <a:pt x="29541" y="253659"/>
                  </a:lnTo>
                  <a:lnTo>
                    <a:pt x="32648" y="258014"/>
                  </a:lnTo>
                  <a:lnTo>
                    <a:pt x="35892" y="262267"/>
                  </a:lnTo>
                  <a:lnTo>
                    <a:pt x="39271" y="266414"/>
                  </a:lnTo>
                  <a:lnTo>
                    <a:pt x="42781" y="270451"/>
                  </a:lnTo>
                  <a:lnTo>
                    <a:pt x="46418" y="274374"/>
                  </a:lnTo>
                  <a:lnTo>
                    <a:pt x="50179" y="278178"/>
                  </a:lnTo>
                  <a:lnTo>
                    <a:pt x="54059" y="281860"/>
                  </a:lnTo>
                  <a:lnTo>
                    <a:pt x="58056" y="285416"/>
                  </a:lnTo>
                  <a:lnTo>
                    <a:pt x="62164" y="288842"/>
                  </a:lnTo>
                  <a:lnTo>
                    <a:pt x="66379" y="292135"/>
                  </a:lnTo>
                  <a:lnTo>
                    <a:pt x="70698" y="295291"/>
                  </a:lnTo>
                  <a:lnTo>
                    <a:pt x="75116" y="298308"/>
                  </a:lnTo>
                  <a:lnTo>
                    <a:pt x="79628" y="301182"/>
                  </a:lnTo>
                  <a:lnTo>
                    <a:pt x="84229" y="303910"/>
                  </a:lnTo>
                  <a:lnTo>
                    <a:pt x="88916" y="306489"/>
                  </a:lnTo>
                  <a:lnTo>
                    <a:pt x="93682" y="308917"/>
                  </a:lnTo>
                  <a:lnTo>
                    <a:pt x="98524" y="311191"/>
                  </a:lnTo>
                  <a:lnTo>
                    <a:pt x="103436" y="313310"/>
                  </a:lnTo>
                  <a:lnTo>
                    <a:pt x="167165" y="1587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22486" y="941493"/>
              <a:ext cx="230885" cy="334327"/>
            </a:xfrm>
            <a:custGeom>
              <a:avLst/>
              <a:pathLst>
                <a:path w="230885" h="334327">
                  <a:moveTo>
                    <a:pt x="0" y="321710"/>
                  </a:moveTo>
                  <a:lnTo>
                    <a:pt x="4949" y="323660"/>
                  </a:lnTo>
                  <a:lnTo>
                    <a:pt x="9959" y="325451"/>
                  </a:lnTo>
                  <a:lnTo>
                    <a:pt x="15023" y="327082"/>
                  </a:lnTo>
                  <a:lnTo>
                    <a:pt x="20136" y="328551"/>
                  </a:lnTo>
                  <a:lnTo>
                    <a:pt x="25294" y="329856"/>
                  </a:lnTo>
                  <a:lnTo>
                    <a:pt x="30490" y="330997"/>
                  </a:lnTo>
                  <a:lnTo>
                    <a:pt x="35720" y="331971"/>
                  </a:lnTo>
                  <a:lnTo>
                    <a:pt x="40979" y="332779"/>
                  </a:lnTo>
                  <a:lnTo>
                    <a:pt x="46260" y="333419"/>
                  </a:lnTo>
                  <a:lnTo>
                    <a:pt x="51559" y="333891"/>
                  </a:lnTo>
                  <a:lnTo>
                    <a:pt x="56871" y="334194"/>
                  </a:lnTo>
                  <a:lnTo>
                    <a:pt x="62189" y="334327"/>
                  </a:lnTo>
                  <a:lnTo>
                    <a:pt x="67509" y="334292"/>
                  </a:lnTo>
                  <a:lnTo>
                    <a:pt x="72825" y="334087"/>
                  </a:lnTo>
                  <a:lnTo>
                    <a:pt x="78132" y="333713"/>
                  </a:lnTo>
                  <a:lnTo>
                    <a:pt x="83424" y="333170"/>
                  </a:lnTo>
                  <a:lnTo>
                    <a:pt x="88697" y="332459"/>
                  </a:lnTo>
                  <a:lnTo>
                    <a:pt x="93944" y="331581"/>
                  </a:lnTo>
                  <a:lnTo>
                    <a:pt x="99160" y="330536"/>
                  </a:lnTo>
                  <a:lnTo>
                    <a:pt x="104341" y="329326"/>
                  </a:lnTo>
                  <a:lnTo>
                    <a:pt x="109481" y="327952"/>
                  </a:lnTo>
                  <a:lnTo>
                    <a:pt x="114574" y="326414"/>
                  </a:lnTo>
                  <a:lnTo>
                    <a:pt x="119615" y="324716"/>
                  </a:lnTo>
                  <a:lnTo>
                    <a:pt x="124600" y="322858"/>
                  </a:lnTo>
                  <a:lnTo>
                    <a:pt x="129524" y="320842"/>
                  </a:lnTo>
                  <a:lnTo>
                    <a:pt x="134381" y="318670"/>
                  </a:lnTo>
                  <a:lnTo>
                    <a:pt x="139166" y="316345"/>
                  </a:lnTo>
                  <a:lnTo>
                    <a:pt x="143875" y="313869"/>
                  </a:lnTo>
                  <a:lnTo>
                    <a:pt x="148502" y="311245"/>
                  </a:lnTo>
                  <a:lnTo>
                    <a:pt x="153044" y="308474"/>
                  </a:lnTo>
                  <a:lnTo>
                    <a:pt x="157495" y="305561"/>
                  </a:lnTo>
                  <a:lnTo>
                    <a:pt x="161852" y="302507"/>
                  </a:lnTo>
                  <a:lnTo>
                    <a:pt x="166108" y="299316"/>
                  </a:lnTo>
                  <a:lnTo>
                    <a:pt x="170262" y="295991"/>
                  </a:lnTo>
                  <a:lnTo>
                    <a:pt x="174307" y="292536"/>
                  </a:lnTo>
                  <a:lnTo>
                    <a:pt x="178240" y="288954"/>
                  </a:lnTo>
                  <a:lnTo>
                    <a:pt x="182058" y="285248"/>
                  </a:lnTo>
                  <a:lnTo>
                    <a:pt x="185755" y="281423"/>
                  </a:lnTo>
                  <a:lnTo>
                    <a:pt x="189329" y="277482"/>
                  </a:lnTo>
                  <a:lnTo>
                    <a:pt x="192776" y="273430"/>
                  </a:lnTo>
                  <a:lnTo>
                    <a:pt x="196092" y="269269"/>
                  </a:lnTo>
                  <a:lnTo>
                    <a:pt x="199274" y="265006"/>
                  </a:lnTo>
                  <a:lnTo>
                    <a:pt x="202319" y="260643"/>
                  </a:lnTo>
                  <a:lnTo>
                    <a:pt x="205223" y="256186"/>
                  </a:lnTo>
                  <a:lnTo>
                    <a:pt x="207984" y="251638"/>
                  </a:lnTo>
                  <a:lnTo>
                    <a:pt x="210599" y="247005"/>
                  </a:lnTo>
                  <a:lnTo>
                    <a:pt x="213065" y="242291"/>
                  </a:lnTo>
                  <a:lnTo>
                    <a:pt x="215380" y="237501"/>
                  </a:lnTo>
                  <a:lnTo>
                    <a:pt x="217541" y="232640"/>
                  </a:lnTo>
                  <a:lnTo>
                    <a:pt x="219547" y="227712"/>
                  </a:lnTo>
                  <a:lnTo>
                    <a:pt x="221394" y="222723"/>
                  </a:lnTo>
                  <a:lnTo>
                    <a:pt x="223082" y="217678"/>
                  </a:lnTo>
                  <a:lnTo>
                    <a:pt x="224609" y="212581"/>
                  </a:lnTo>
                  <a:lnTo>
                    <a:pt x="225973" y="207439"/>
                  </a:lnTo>
                  <a:lnTo>
                    <a:pt x="227172" y="202256"/>
                  </a:lnTo>
                  <a:lnTo>
                    <a:pt x="228206" y="197037"/>
                  </a:lnTo>
                  <a:lnTo>
                    <a:pt x="229073" y="191788"/>
                  </a:lnTo>
                  <a:lnTo>
                    <a:pt x="229773" y="186514"/>
                  </a:lnTo>
                  <a:lnTo>
                    <a:pt x="230304" y="181221"/>
                  </a:lnTo>
                  <a:lnTo>
                    <a:pt x="230667" y="175913"/>
                  </a:lnTo>
                  <a:lnTo>
                    <a:pt x="230861" y="170597"/>
                  </a:lnTo>
                  <a:lnTo>
                    <a:pt x="230885" y="165277"/>
                  </a:lnTo>
                  <a:lnTo>
                    <a:pt x="230741" y="159959"/>
                  </a:lnTo>
                  <a:lnTo>
                    <a:pt x="230427" y="154648"/>
                  </a:lnTo>
                  <a:lnTo>
                    <a:pt x="229944" y="149350"/>
                  </a:lnTo>
                  <a:lnTo>
                    <a:pt x="229293" y="144069"/>
                  </a:lnTo>
                  <a:lnTo>
                    <a:pt x="228474" y="138813"/>
                  </a:lnTo>
                  <a:lnTo>
                    <a:pt x="227488" y="133585"/>
                  </a:lnTo>
                  <a:lnTo>
                    <a:pt x="226337" y="128391"/>
                  </a:lnTo>
                  <a:lnTo>
                    <a:pt x="225020" y="123236"/>
                  </a:lnTo>
                  <a:lnTo>
                    <a:pt x="223541" y="118126"/>
                  </a:lnTo>
                  <a:lnTo>
                    <a:pt x="221899" y="113065"/>
                  </a:lnTo>
                  <a:lnTo>
                    <a:pt x="220098" y="108060"/>
                  </a:lnTo>
                  <a:lnTo>
                    <a:pt x="218138" y="103114"/>
                  </a:lnTo>
                  <a:lnTo>
                    <a:pt x="216021" y="98233"/>
                  </a:lnTo>
                  <a:lnTo>
                    <a:pt x="213751" y="93422"/>
                  </a:lnTo>
                  <a:lnTo>
                    <a:pt x="211328" y="88685"/>
                  </a:lnTo>
                  <a:lnTo>
                    <a:pt x="208756" y="84028"/>
                  </a:lnTo>
                  <a:lnTo>
                    <a:pt x="206037" y="79455"/>
                  </a:lnTo>
                  <a:lnTo>
                    <a:pt x="203174" y="74971"/>
                  </a:lnTo>
                  <a:lnTo>
                    <a:pt x="200169" y="70581"/>
                  </a:lnTo>
                  <a:lnTo>
                    <a:pt x="197027" y="66288"/>
                  </a:lnTo>
                  <a:lnTo>
                    <a:pt x="193749" y="62097"/>
                  </a:lnTo>
                  <a:lnTo>
                    <a:pt x="190340" y="58013"/>
                  </a:lnTo>
                  <a:lnTo>
                    <a:pt x="186802" y="54040"/>
                  </a:lnTo>
                  <a:lnTo>
                    <a:pt x="183140" y="50181"/>
                  </a:lnTo>
                  <a:lnTo>
                    <a:pt x="179357" y="46440"/>
                  </a:lnTo>
                  <a:lnTo>
                    <a:pt x="175457" y="42822"/>
                  </a:lnTo>
                  <a:lnTo>
                    <a:pt x="171444" y="39329"/>
                  </a:lnTo>
                  <a:lnTo>
                    <a:pt x="167321" y="35967"/>
                  </a:lnTo>
                  <a:lnTo>
                    <a:pt x="163094" y="32737"/>
                  </a:lnTo>
                  <a:lnTo>
                    <a:pt x="158766" y="29643"/>
                  </a:lnTo>
                  <a:lnTo>
                    <a:pt x="154342" y="26688"/>
                  </a:lnTo>
                  <a:lnTo>
                    <a:pt x="149825" y="23876"/>
                  </a:lnTo>
                  <a:lnTo>
                    <a:pt x="145222" y="21209"/>
                  </a:lnTo>
                  <a:lnTo>
                    <a:pt x="140536" y="18690"/>
                  </a:lnTo>
                  <a:lnTo>
                    <a:pt x="135773" y="16321"/>
                  </a:lnTo>
                  <a:lnTo>
                    <a:pt x="130936" y="14105"/>
                  </a:lnTo>
                  <a:lnTo>
                    <a:pt x="126032" y="12044"/>
                  </a:lnTo>
                  <a:lnTo>
                    <a:pt x="121064" y="10140"/>
                  </a:lnTo>
                  <a:lnTo>
                    <a:pt x="116038" y="8395"/>
                  </a:lnTo>
                  <a:lnTo>
                    <a:pt x="110959" y="6810"/>
                  </a:lnTo>
                  <a:lnTo>
                    <a:pt x="105833" y="5389"/>
                  </a:lnTo>
                  <a:lnTo>
                    <a:pt x="100664" y="4131"/>
                  </a:lnTo>
                  <a:lnTo>
                    <a:pt x="95457" y="3038"/>
                  </a:lnTo>
                  <a:lnTo>
                    <a:pt x="90218" y="2112"/>
                  </a:lnTo>
                  <a:lnTo>
                    <a:pt x="84952" y="1352"/>
                  </a:lnTo>
                  <a:lnTo>
                    <a:pt x="79665" y="761"/>
                  </a:lnTo>
                  <a:lnTo>
                    <a:pt x="74362" y="338"/>
                  </a:lnTo>
                  <a:lnTo>
                    <a:pt x="69048" y="84"/>
                  </a:lnTo>
                  <a:lnTo>
                    <a:pt x="63729" y="0"/>
                  </a:lnTo>
                  <a:lnTo>
                    <a:pt x="6372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34" y="1071028"/>
              <a:ext cx="167167" cy="183385"/>
            </a:xfrm>
            <a:custGeom>
              <a:avLst/>
              <a:pathLst>
                <a:path w="167167" h="183385">
                  <a:moveTo>
                    <a:pt x="167167" y="0"/>
                  </a:moveTo>
                  <a:lnTo>
                    <a:pt x="161806" y="85"/>
                  </a:lnTo>
                  <a:lnTo>
                    <a:pt x="156450" y="343"/>
                  </a:lnTo>
                  <a:lnTo>
                    <a:pt x="151105" y="773"/>
                  </a:lnTo>
                  <a:lnTo>
                    <a:pt x="145777" y="1374"/>
                  </a:lnTo>
                  <a:lnTo>
                    <a:pt x="140471" y="2145"/>
                  </a:lnTo>
                  <a:lnTo>
                    <a:pt x="135193" y="3086"/>
                  </a:lnTo>
                  <a:lnTo>
                    <a:pt x="129947" y="4196"/>
                  </a:lnTo>
                  <a:lnTo>
                    <a:pt x="124739" y="5473"/>
                  </a:lnTo>
                  <a:lnTo>
                    <a:pt x="119575" y="6917"/>
                  </a:lnTo>
                  <a:lnTo>
                    <a:pt x="114461" y="8526"/>
                  </a:lnTo>
                  <a:lnTo>
                    <a:pt x="109400" y="10298"/>
                  </a:lnTo>
                  <a:lnTo>
                    <a:pt x="104399" y="12231"/>
                  </a:lnTo>
                  <a:lnTo>
                    <a:pt x="99462" y="14324"/>
                  </a:lnTo>
                  <a:lnTo>
                    <a:pt x="94595" y="16574"/>
                  </a:lnTo>
                  <a:lnTo>
                    <a:pt x="89803" y="18979"/>
                  </a:lnTo>
                  <a:lnTo>
                    <a:pt x="85090" y="21536"/>
                  </a:lnTo>
                  <a:lnTo>
                    <a:pt x="80462" y="24243"/>
                  </a:lnTo>
                  <a:lnTo>
                    <a:pt x="75923" y="27097"/>
                  </a:lnTo>
                  <a:lnTo>
                    <a:pt x="71478" y="30096"/>
                  </a:lnTo>
                  <a:lnTo>
                    <a:pt x="67131" y="33235"/>
                  </a:lnTo>
                  <a:lnTo>
                    <a:pt x="62887" y="36512"/>
                  </a:lnTo>
                  <a:lnTo>
                    <a:pt x="58751" y="39924"/>
                  </a:lnTo>
                  <a:lnTo>
                    <a:pt x="54726" y="43466"/>
                  </a:lnTo>
                  <a:lnTo>
                    <a:pt x="50816" y="47136"/>
                  </a:lnTo>
                  <a:lnTo>
                    <a:pt x="47027" y="50929"/>
                  </a:lnTo>
                  <a:lnTo>
                    <a:pt x="43361" y="54842"/>
                  </a:lnTo>
                  <a:lnTo>
                    <a:pt x="39822" y="58870"/>
                  </a:lnTo>
                  <a:lnTo>
                    <a:pt x="36414" y="63010"/>
                  </a:lnTo>
                  <a:lnTo>
                    <a:pt x="33141" y="67257"/>
                  </a:lnTo>
                  <a:lnTo>
                    <a:pt x="30006" y="71606"/>
                  </a:lnTo>
                  <a:lnTo>
                    <a:pt x="27012" y="76054"/>
                  </a:lnTo>
                  <a:lnTo>
                    <a:pt x="24162" y="80596"/>
                  </a:lnTo>
                  <a:lnTo>
                    <a:pt x="21459" y="85227"/>
                  </a:lnTo>
                  <a:lnTo>
                    <a:pt x="18906" y="89942"/>
                  </a:lnTo>
                  <a:lnTo>
                    <a:pt x="16506" y="94737"/>
                  </a:lnTo>
                  <a:lnTo>
                    <a:pt x="14260" y="99606"/>
                  </a:lnTo>
                  <a:lnTo>
                    <a:pt x="12172" y="104544"/>
                  </a:lnTo>
                  <a:lnTo>
                    <a:pt x="10244" y="109547"/>
                  </a:lnTo>
                  <a:lnTo>
                    <a:pt x="8476" y="114610"/>
                  </a:lnTo>
                  <a:lnTo>
                    <a:pt x="6872" y="119726"/>
                  </a:lnTo>
                  <a:lnTo>
                    <a:pt x="5433" y="124891"/>
                  </a:lnTo>
                  <a:lnTo>
                    <a:pt x="4161" y="130100"/>
                  </a:lnTo>
                  <a:lnTo>
                    <a:pt x="3056" y="135347"/>
                  </a:lnTo>
                  <a:lnTo>
                    <a:pt x="2120" y="140626"/>
                  </a:lnTo>
                  <a:lnTo>
                    <a:pt x="1354" y="145933"/>
                  </a:lnTo>
                  <a:lnTo>
                    <a:pt x="758" y="151262"/>
                  </a:lnTo>
                  <a:lnTo>
                    <a:pt x="333" y="156607"/>
                  </a:lnTo>
                  <a:lnTo>
                    <a:pt x="80" y="161963"/>
                  </a:lnTo>
                  <a:lnTo>
                    <a:pt x="0" y="167324"/>
                  </a:lnTo>
                  <a:lnTo>
                    <a:pt x="91" y="172685"/>
                  </a:lnTo>
                  <a:lnTo>
                    <a:pt x="353" y="178040"/>
                  </a:lnTo>
                  <a:lnTo>
                    <a:pt x="788" y="18338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8122" y="1238196"/>
              <a:ext cx="166378" cy="16217"/>
            </a:xfrm>
            <a:custGeom>
              <a:avLst/>
              <a:pathLst>
                <a:path w="166378" h="16217">
                  <a:moveTo>
                    <a:pt x="0" y="16217"/>
                  </a:moveTo>
                  <a:lnTo>
                    <a:pt x="1663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798122" y="1074245"/>
              <a:ext cx="333541" cy="331107"/>
            </a:xfrm>
            <a:custGeom>
              <a:avLst/>
              <a:pathLst>
                <a:path w="333541" h="331107">
                  <a:moveTo>
                    <a:pt x="0" y="180168"/>
                  </a:moveTo>
                  <a:lnTo>
                    <a:pt x="599" y="185448"/>
                  </a:lnTo>
                  <a:lnTo>
                    <a:pt x="1366" y="190706"/>
                  </a:lnTo>
                  <a:lnTo>
                    <a:pt x="2300" y="195938"/>
                  </a:lnTo>
                  <a:lnTo>
                    <a:pt x="3399" y="201137"/>
                  </a:lnTo>
                  <a:lnTo>
                    <a:pt x="4664" y="206298"/>
                  </a:lnTo>
                  <a:lnTo>
                    <a:pt x="6091" y="211417"/>
                  </a:lnTo>
                  <a:lnTo>
                    <a:pt x="7681" y="216487"/>
                  </a:lnTo>
                  <a:lnTo>
                    <a:pt x="9431" y="221505"/>
                  </a:lnTo>
                  <a:lnTo>
                    <a:pt x="11340" y="226464"/>
                  </a:lnTo>
                  <a:lnTo>
                    <a:pt x="13405" y="231360"/>
                  </a:lnTo>
                  <a:lnTo>
                    <a:pt x="15625" y="236188"/>
                  </a:lnTo>
                  <a:lnTo>
                    <a:pt x="17997" y="240943"/>
                  </a:lnTo>
                  <a:lnTo>
                    <a:pt x="20519" y="245621"/>
                  </a:lnTo>
                  <a:lnTo>
                    <a:pt x="23189" y="250215"/>
                  </a:lnTo>
                  <a:lnTo>
                    <a:pt x="26003" y="254723"/>
                  </a:lnTo>
                  <a:lnTo>
                    <a:pt x="28959" y="259139"/>
                  </a:lnTo>
                  <a:lnTo>
                    <a:pt x="32054" y="263458"/>
                  </a:lnTo>
                  <a:lnTo>
                    <a:pt x="35284" y="267678"/>
                  </a:lnTo>
                  <a:lnTo>
                    <a:pt x="38648" y="271792"/>
                  </a:lnTo>
                  <a:lnTo>
                    <a:pt x="42140" y="275797"/>
                  </a:lnTo>
                  <a:lnTo>
                    <a:pt x="45757" y="279690"/>
                  </a:lnTo>
                  <a:lnTo>
                    <a:pt x="49497" y="283465"/>
                  </a:lnTo>
                  <a:lnTo>
                    <a:pt x="53355" y="287119"/>
                  </a:lnTo>
                  <a:lnTo>
                    <a:pt x="57327" y="290650"/>
                  </a:lnTo>
                  <a:lnTo>
                    <a:pt x="61409" y="294052"/>
                  </a:lnTo>
                  <a:lnTo>
                    <a:pt x="65597" y="297322"/>
                  </a:lnTo>
                  <a:lnTo>
                    <a:pt x="69887" y="300458"/>
                  </a:lnTo>
                  <a:lnTo>
                    <a:pt x="74275" y="303456"/>
                  </a:lnTo>
                  <a:lnTo>
                    <a:pt x="78755" y="306313"/>
                  </a:lnTo>
                  <a:lnTo>
                    <a:pt x="83324" y="309026"/>
                  </a:lnTo>
                  <a:lnTo>
                    <a:pt x="87977" y="311593"/>
                  </a:lnTo>
                  <a:lnTo>
                    <a:pt x="92710" y="314010"/>
                  </a:lnTo>
                  <a:lnTo>
                    <a:pt x="97516" y="316276"/>
                  </a:lnTo>
                  <a:lnTo>
                    <a:pt x="102393" y="318387"/>
                  </a:lnTo>
                  <a:lnTo>
                    <a:pt x="107334" y="320343"/>
                  </a:lnTo>
                  <a:lnTo>
                    <a:pt x="112334" y="322141"/>
                  </a:lnTo>
                  <a:lnTo>
                    <a:pt x="117390" y="323779"/>
                  </a:lnTo>
                  <a:lnTo>
                    <a:pt x="122494" y="325255"/>
                  </a:lnTo>
                  <a:lnTo>
                    <a:pt x="127643" y="326568"/>
                  </a:lnTo>
                  <a:lnTo>
                    <a:pt x="132832" y="327717"/>
                  </a:lnTo>
                  <a:lnTo>
                    <a:pt x="138054" y="328701"/>
                  </a:lnTo>
                  <a:lnTo>
                    <a:pt x="143305" y="329518"/>
                  </a:lnTo>
                  <a:lnTo>
                    <a:pt x="148579" y="330168"/>
                  </a:lnTo>
                  <a:lnTo>
                    <a:pt x="153871" y="330649"/>
                  </a:lnTo>
                  <a:lnTo>
                    <a:pt x="159175" y="330963"/>
                  </a:lnTo>
                  <a:lnTo>
                    <a:pt x="164487" y="331107"/>
                  </a:lnTo>
                  <a:lnTo>
                    <a:pt x="169801" y="331083"/>
                  </a:lnTo>
                  <a:lnTo>
                    <a:pt x="175112" y="330890"/>
                  </a:lnTo>
                  <a:lnTo>
                    <a:pt x="180413" y="330528"/>
                  </a:lnTo>
                  <a:lnTo>
                    <a:pt x="185701" y="329997"/>
                  </a:lnTo>
                  <a:lnTo>
                    <a:pt x="190969" y="329299"/>
                  </a:lnTo>
                  <a:lnTo>
                    <a:pt x="196212" y="328434"/>
                  </a:lnTo>
                  <a:lnTo>
                    <a:pt x="201424" y="327403"/>
                  </a:lnTo>
                  <a:lnTo>
                    <a:pt x="206602" y="326207"/>
                  </a:lnTo>
                  <a:lnTo>
                    <a:pt x="211739" y="324846"/>
                  </a:lnTo>
                  <a:lnTo>
                    <a:pt x="216830" y="323323"/>
                  </a:lnTo>
                  <a:lnTo>
                    <a:pt x="221870" y="321639"/>
                  </a:lnTo>
                  <a:lnTo>
                    <a:pt x="226854" y="319796"/>
                  </a:lnTo>
                  <a:lnTo>
                    <a:pt x="231777" y="317795"/>
                  </a:lnTo>
                  <a:lnTo>
                    <a:pt x="236633" y="315638"/>
                  </a:lnTo>
                  <a:lnTo>
                    <a:pt x="241419" y="313329"/>
                  </a:lnTo>
                  <a:lnTo>
                    <a:pt x="246129" y="310868"/>
                  </a:lnTo>
                  <a:lnTo>
                    <a:pt x="250758" y="308259"/>
                  </a:lnTo>
                  <a:lnTo>
                    <a:pt x="255303" y="305504"/>
                  </a:lnTo>
                  <a:lnTo>
                    <a:pt x="259757" y="302606"/>
                  </a:lnTo>
                  <a:lnTo>
                    <a:pt x="264117" y="299568"/>
                  </a:lnTo>
                  <a:lnTo>
                    <a:pt x="268378" y="296393"/>
                  </a:lnTo>
                  <a:lnTo>
                    <a:pt x="272536" y="293084"/>
                  </a:lnTo>
                  <a:lnTo>
                    <a:pt x="276587" y="289645"/>
                  </a:lnTo>
                  <a:lnTo>
                    <a:pt x="280526" y="286079"/>
                  </a:lnTo>
                  <a:lnTo>
                    <a:pt x="284350" y="282389"/>
                  </a:lnTo>
                  <a:lnTo>
                    <a:pt x="288055" y="278579"/>
                  </a:lnTo>
                  <a:lnTo>
                    <a:pt x="291637" y="274654"/>
                  </a:lnTo>
                  <a:lnTo>
                    <a:pt x="295092" y="270617"/>
                  </a:lnTo>
                  <a:lnTo>
                    <a:pt x="298417" y="266472"/>
                  </a:lnTo>
                  <a:lnTo>
                    <a:pt x="301609" y="262223"/>
                  </a:lnTo>
                  <a:lnTo>
                    <a:pt x="304664" y="257876"/>
                  </a:lnTo>
                  <a:lnTo>
                    <a:pt x="307580" y="253433"/>
                  </a:lnTo>
                  <a:lnTo>
                    <a:pt x="310353" y="248900"/>
                  </a:lnTo>
                  <a:lnTo>
                    <a:pt x="312980" y="244281"/>
                  </a:lnTo>
                  <a:lnTo>
                    <a:pt x="315459" y="239580"/>
                  </a:lnTo>
                  <a:lnTo>
                    <a:pt x="317788" y="234804"/>
                  </a:lnTo>
                  <a:lnTo>
                    <a:pt x="319963" y="229956"/>
                  </a:lnTo>
                  <a:lnTo>
                    <a:pt x="321983" y="225041"/>
                  </a:lnTo>
                  <a:lnTo>
                    <a:pt x="323847" y="220064"/>
                  </a:lnTo>
                  <a:lnTo>
                    <a:pt x="325551" y="215031"/>
                  </a:lnTo>
                  <a:lnTo>
                    <a:pt x="327094" y="209946"/>
                  </a:lnTo>
                  <a:lnTo>
                    <a:pt x="328474" y="204814"/>
                  </a:lnTo>
                  <a:lnTo>
                    <a:pt x="329691" y="199642"/>
                  </a:lnTo>
                  <a:lnTo>
                    <a:pt x="330743" y="194433"/>
                  </a:lnTo>
                  <a:lnTo>
                    <a:pt x="331629" y="189193"/>
                  </a:lnTo>
                  <a:lnTo>
                    <a:pt x="332348" y="183928"/>
                  </a:lnTo>
                  <a:lnTo>
                    <a:pt x="332899" y="178643"/>
                  </a:lnTo>
                  <a:lnTo>
                    <a:pt x="333282" y="173343"/>
                  </a:lnTo>
                  <a:lnTo>
                    <a:pt x="333496" y="168033"/>
                  </a:lnTo>
                  <a:lnTo>
                    <a:pt x="333541" y="162719"/>
                  </a:lnTo>
                  <a:lnTo>
                    <a:pt x="333418" y="157407"/>
                  </a:lnTo>
                  <a:lnTo>
                    <a:pt x="333125" y="152101"/>
                  </a:lnTo>
                  <a:lnTo>
                    <a:pt x="332664" y="146807"/>
                  </a:lnTo>
                  <a:lnTo>
                    <a:pt x="332036" y="141530"/>
                  </a:lnTo>
                  <a:lnTo>
                    <a:pt x="331239" y="136276"/>
                  </a:lnTo>
                  <a:lnTo>
                    <a:pt x="330276" y="131051"/>
                  </a:lnTo>
                  <a:lnTo>
                    <a:pt x="329148" y="125858"/>
                  </a:lnTo>
                  <a:lnTo>
                    <a:pt x="327855" y="120704"/>
                  </a:lnTo>
                  <a:lnTo>
                    <a:pt x="326399" y="115593"/>
                  </a:lnTo>
                  <a:lnTo>
                    <a:pt x="324781" y="110531"/>
                  </a:lnTo>
                  <a:lnTo>
                    <a:pt x="323003" y="105524"/>
                  </a:lnTo>
                  <a:lnTo>
                    <a:pt x="321067" y="100575"/>
                  </a:lnTo>
                  <a:lnTo>
                    <a:pt x="318974" y="95690"/>
                  </a:lnTo>
                  <a:lnTo>
                    <a:pt x="316728" y="90875"/>
                  </a:lnTo>
                  <a:lnTo>
                    <a:pt x="314329" y="86133"/>
                  </a:lnTo>
                  <a:lnTo>
                    <a:pt x="311781" y="81470"/>
                  </a:lnTo>
                  <a:lnTo>
                    <a:pt x="309086" y="76890"/>
                  </a:lnTo>
                  <a:lnTo>
                    <a:pt x="306247" y="72398"/>
                  </a:lnTo>
                  <a:lnTo>
                    <a:pt x="303266" y="67999"/>
                  </a:lnTo>
                  <a:lnTo>
                    <a:pt x="300147" y="63696"/>
                  </a:lnTo>
                  <a:lnTo>
                    <a:pt x="296893" y="59495"/>
                  </a:lnTo>
                  <a:lnTo>
                    <a:pt x="293507" y="55400"/>
                  </a:lnTo>
                  <a:lnTo>
                    <a:pt x="289993" y="51414"/>
                  </a:lnTo>
                  <a:lnTo>
                    <a:pt x="286353" y="47542"/>
                  </a:lnTo>
                  <a:lnTo>
                    <a:pt x="282593" y="43787"/>
                  </a:lnTo>
                  <a:lnTo>
                    <a:pt x="278715" y="40154"/>
                  </a:lnTo>
                  <a:lnTo>
                    <a:pt x="274723" y="36646"/>
                  </a:lnTo>
                  <a:lnTo>
                    <a:pt x="270622" y="33267"/>
                  </a:lnTo>
                  <a:lnTo>
                    <a:pt x="266416" y="30020"/>
                  </a:lnTo>
                  <a:lnTo>
                    <a:pt x="262109" y="26908"/>
                  </a:lnTo>
                  <a:lnTo>
                    <a:pt x="257704" y="23934"/>
                  </a:lnTo>
                  <a:lnTo>
                    <a:pt x="253208" y="21102"/>
                  </a:lnTo>
                  <a:lnTo>
                    <a:pt x="248624" y="18415"/>
                  </a:lnTo>
                  <a:lnTo>
                    <a:pt x="243957" y="15874"/>
                  </a:lnTo>
                  <a:lnTo>
                    <a:pt x="239211" y="13483"/>
                  </a:lnTo>
                  <a:lnTo>
                    <a:pt x="234392" y="11244"/>
                  </a:lnTo>
                  <a:lnTo>
                    <a:pt x="229504" y="9160"/>
                  </a:lnTo>
                  <a:lnTo>
                    <a:pt x="224552" y="7232"/>
                  </a:lnTo>
                  <a:lnTo>
                    <a:pt x="219541" y="5462"/>
                  </a:lnTo>
                  <a:lnTo>
                    <a:pt x="214477" y="3852"/>
                  </a:lnTo>
                  <a:lnTo>
                    <a:pt x="209364" y="2404"/>
                  </a:lnTo>
                  <a:lnTo>
                    <a:pt x="204208" y="1120"/>
                  </a:lnTo>
                  <a:lnTo>
                    <a:pt x="199013" y="0"/>
                  </a:lnTo>
                  <a:lnTo>
                    <a:pt x="166378" y="1639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32634" cy="167167"/>
            </a:xfrm>
            <a:custGeom>
              <a:avLst/>
              <a:pathLst>
                <a:path w="32634" h="167167">
                  <a:moveTo>
                    <a:pt x="32634" y="3216"/>
                  </a:moveTo>
                  <a:lnTo>
                    <a:pt x="26168" y="2060"/>
                  </a:lnTo>
                  <a:lnTo>
                    <a:pt x="19661" y="1160"/>
                  </a:lnTo>
                  <a:lnTo>
                    <a:pt x="13124" y="516"/>
                  </a:lnTo>
                  <a:lnTo>
                    <a:pt x="6567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1958" y="1322571"/>
              <a:ext cx="76762" cy="167167"/>
            </a:xfrm>
            <a:custGeom>
              <a:avLst/>
              <a:pathLst>
                <a:path w="76762" h="167167">
                  <a:moveTo>
                    <a:pt x="76762" y="0"/>
                  </a:moveTo>
                  <a:lnTo>
                    <a:pt x="71066" y="97"/>
                  </a:lnTo>
                  <a:lnTo>
                    <a:pt x="65377" y="388"/>
                  </a:lnTo>
                  <a:lnTo>
                    <a:pt x="59701" y="872"/>
                  </a:lnTo>
                  <a:lnTo>
                    <a:pt x="54046" y="1550"/>
                  </a:lnTo>
                  <a:lnTo>
                    <a:pt x="48416" y="2420"/>
                  </a:lnTo>
                  <a:lnTo>
                    <a:pt x="42819" y="3482"/>
                  </a:lnTo>
                  <a:lnTo>
                    <a:pt x="37262" y="4733"/>
                  </a:lnTo>
                  <a:lnTo>
                    <a:pt x="31751" y="6173"/>
                  </a:lnTo>
                  <a:lnTo>
                    <a:pt x="26292" y="7800"/>
                  </a:lnTo>
                  <a:lnTo>
                    <a:pt x="20891" y="9612"/>
                  </a:lnTo>
                  <a:lnTo>
                    <a:pt x="15556" y="11607"/>
                  </a:lnTo>
                  <a:lnTo>
                    <a:pt x="10291" y="13783"/>
                  </a:lnTo>
                  <a:lnTo>
                    <a:pt x="5104" y="16137"/>
                  </a:lnTo>
                  <a:lnTo>
                    <a:pt x="0" y="18666"/>
                  </a:lnTo>
                  <a:lnTo>
                    <a:pt x="7676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11958" y="1341238"/>
              <a:ext cx="76762" cy="148500"/>
            </a:xfrm>
            <a:custGeom>
              <a:avLst/>
              <a:pathLst>
                <a:path w="76762" h="148500">
                  <a:moveTo>
                    <a:pt x="0" y="0"/>
                  </a:moveTo>
                  <a:lnTo>
                    <a:pt x="76762" y="1485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21569" y="1341238"/>
              <a:ext cx="334316" cy="315665"/>
            </a:xfrm>
            <a:custGeom>
              <a:avLst/>
              <a:pathLst>
                <a:path w="334316" h="315665">
                  <a:moveTo>
                    <a:pt x="90388" y="0"/>
                  </a:moveTo>
                  <a:lnTo>
                    <a:pt x="85728" y="2503"/>
                  </a:lnTo>
                  <a:lnTo>
                    <a:pt x="81149" y="5152"/>
                  </a:lnTo>
                  <a:lnTo>
                    <a:pt x="76656" y="7945"/>
                  </a:lnTo>
                  <a:lnTo>
                    <a:pt x="72254" y="10879"/>
                  </a:lnTo>
                  <a:lnTo>
                    <a:pt x="67947" y="13951"/>
                  </a:lnTo>
                  <a:lnTo>
                    <a:pt x="63740" y="17157"/>
                  </a:lnTo>
                  <a:lnTo>
                    <a:pt x="59635" y="20495"/>
                  </a:lnTo>
                  <a:lnTo>
                    <a:pt x="55639" y="23961"/>
                  </a:lnTo>
                  <a:lnTo>
                    <a:pt x="51754" y="27552"/>
                  </a:lnTo>
                  <a:lnTo>
                    <a:pt x="47985" y="31264"/>
                  </a:lnTo>
                  <a:lnTo>
                    <a:pt x="44335" y="35093"/>
                  </a:lnTo>
                  <a:lnTo>
                    <a:pt x="40808" y="39036"/>
                  </a:lnTo>
                  <a:lnTo>
                    <a:pt x="37408" y="43088"/>
                  </a:lnTo>
                  <a:lnTo>
                    <a:pt x="34137" y="47246"/>
                  </a:lnTo>
                  <a:lnTo>
                    <a:pt x="31000" y="51506"/>
                  </a:lnTo>
                  <a:lnTo>
                    <a:pt x="27999" y="55862"/>
                  </a:lnTo>
                  <a:lnTo>
                    <a:pt x="25138" y="60312"/>
                  </a:lnTo>
                  <a:lnTo>
                    <a:pt x="22418" y="64850"/>
                  </a:lnTo>
                  <a:lnTo>
                    <a:pt x="19844" y="69471"/>
                  </a:lnTo>
                  <a:lnTo>
                    <a:pt x="17417" y="74172"/>
                  </a:lnTo>
                  <a:lnTo>
                    <a:pt x="15140" y="78947"/>
                  </a:lnTo>
                  <a:lnTo>
                    <a:pt x="13015" y="83791"/>
                  </a:lnTo>
                  <a:lnTo>
                    <a:pt x="11045" y="88701"/>
                  </a:lnTo>
                  <a:lnTo>
                    <a:pt x="9231" y="93670"/>
                  </a:lnTo>
                  <a:lnTo>
                    <a:pt x="7575" y="98695"/>
                  </a:lnTo>
                  <a:lnTo>
                    <a:pt x="6079" y="103769"/>
                  </a:lnTo>
                  <a:lnTo>
                    <a:pt x="4744" y="108888"/>
                  </a:lnTo>
                  <a:lnTo>
                    <a:pt x="3572" y="114047"/>
                  </a:lnTo>
                  <a:lnTo>
                    <a:pt x="2564" y="119240"/>
                  </a:lnTo>
                  <a:lnTo>
                    <a:pt x="1721" y="124462"/>
                  </a:lnTo>
                  <a:lnTo>
                    <a:pt x="1043" y="129709"/>
                  </a:lnTo>
                  <a:lnTo>
                    <a:pt x="531" y="134974"/>
                  </a:lnTo>
                  <a:lnTo>
                    <a:pt x="187" y="140253"/>
                  </a:lnTo>
                  <a:lnTo>
                    <a:pt x="9" y="145540"/>
                  </a:lnTo>
                  <a:lnTo>
                    <a:pt x="0" y="150830"/>
                  </a:lnTo>
                  <a:lnTo>
                    <a:pt x="157" y="156118"/>
                  </a:lnTo>
                  <a:lnTo>
                    <a:pt x="482" y="161398"/>
                  </a:lnTo>
                  <a:lnTo>
                    <a:pt x="973" y="166665"/>
                  </a:lnTo>
                  <a:lnTo>
                    <a:pt x="1631" y="171914"/>
                  </a:lnTo>
                  <a:lnTo>
                    <a:pt x="2455" y="177140"/>
                  </a:lnTo>
                  <a:lnTo>
                    <a:pt x="3444" y="182337"/>
                  </a:lnTo>
                  <a:lnTo>
                    <a:pt x="4596" y="187500"/>
                  </a:lnTo>
                  <a:lnTo>
                    <a:pt x="5912" y="192624"/>
                  </a:lnTo>
                  <a:lnTo>
                    <a:pt x="7388" y="197704"/>
                  </a:lnTo>
                  <a:lnTo>
                    <a:pt x="9025" y="202734"/>
                  </a:lnTo>
                  <a:lnTo>
                    <a:pt x="10821" y="207711"/>
                  </a:lnTo>
                  <a:lnTo>
                    <a:pt x="12772" y="212627"/>
                  </a:lnTo>
                  <a:lnTo>
                    <a:pt x="14879" y="217480"/>
                  </a:lnTo>
                  <a:lnTo>
                    <a:pt x="17138" y="222264"/>
                  </a:lnTo>
                  <a:lnTo>
                    <a:pt x="19547" y="226973"/>
                  </a:lnTo>
                  <a:lnTo>
                    <a:pt x="22104" y="231605"/>
                  </a:lnTo>
                  <a:lnTo>
                    <a:pt x="24806" y="236153"/>
                  </a:lnTo>
                  <a:lnTo>
                    <a:pt x="27651" y="240613"/>
                  </a:lnTo>
                  <a:lnTo>
                    <a:pt x="30635" y="244981"/>
                  </a:lnTo>
                  <a:lnTo>
                    <a:pt x="33756" y="249252"/>
                  </a:lnTo>
                  <a:lnTo>
                    <a:pt x="37011" y="253422"/>
                  </a:lnTo>
                  <a:lnTo>
                    <a:pt x="40396" y="257488"/>
                  </a:lnTo>
                  <a:lnTo>
                    <a:pt x="43908" y="261444"/>
                  </a:lnTo>
                  <a:lnTo>
                    <a:pt x="47544" y="265287"/>
                  </a:lnTo>
                  <a:lnTo>
                    <a:pt x="51299" y="269013"/>
                  </a:lnTo>
                  <a:lnTo>
                    <a:pt x="55170" y="272618"/>
                  </a:lnTo>
                  <a:lnTo>
                    <a:pt x="59153" y="276099"/>
                  </a:lnTo>
                  <a:lnTo>
                    <a:pt x="63245" y="279453"/>
                  </a:lnTo>
                  <a:lnTo>
                    <a:pt x="67441" y="282675"/>
                  </a:lnTo>
                  <a:lnTo>
                    <a:pt x="71736" y="285763"/>
                  </a:lnTo>
                  <a:lnTo>
                    <a:pt x="76127" y="288713"/>
                  </a:lnTo>
                  <a:lnTo>
                    <a:pt x="80609" y="291523"/>
                  </a:lnTo>
                  <a:lnTo>
                    <a:pt x="85178" y="294190"/>
                  </a:lnTo>
                  <a:lnTo>
                    <a:pt x="89829" y="296711"/>
                  </a:lnTo>
                  <a:lnTo>
                    <a:pt x="94557" y="299083"/>
                  </a:lnTo>
                  <a:lnTo>
                    <a:pt x="99358" y="301305"/>
                  </a:lnTo>
                  <a:lnTo>
                    <a:pt x="104227" y="303373"/>
                  </a:lnTo>
                  <a:lnTo>
                    <a:pt x="109159" y="305287"/>
                  </a:lnTo>
                  <a:lnTo>
                    <a:pt x="114149" y="307043"/>
                  </a:lnTo>
                  <a:lnTo>
                    <a:pt x="119192" y="308641"/>
                  </a:lnTo>
                  <a:lnTo>
                    <a:pt x="124283" y="310078"/>
                  </a:lnTo>
                  <a:lnTo>
                    <a:pt x="129417" y="311354"/>
                  </a:lnTo>
                  <a:lnTo>
                    <a:pt x="134589" y="312466"/>
                  </a:lnTo>
                  <a:lnTo>
                    <a:pt x="139794" y="313414"/>
                  </a:lnTo>
                  <a:lnTo>
                    <a:pt x="145026" y="314197"/>
                  </a:lnTo>
                  <a:lnTo>
                    <a:pt x="150280" y="314814"/>
                  </a:lnTo>
                  <a:lnTo>
                    <a:pt x="155551" y="315265"/>
                  </a:lnTo>
                  <a:lnTo>
                    <a:pt x="160833" y="315548"/>
                  </a:lnTo>
                  <a:lnTo>
                    <a:pt x="166122" y="315665"/>
                  </a:lnTo>
                  <a:lnTo>
                    <a:pt x="171412" y="315614"/>
                  </a:lnTo>
                  <a:lnTo>
                    <a:pt x="176698" y="315395"/>
                  </a:lnTo>
                  <a:lnTo>
                    <a:pt x="181974" y="315009"/>
                  </a:lnTo>
                  <a:lnTo>
                    <a:pt x="187235" y="314457"/>
                  </a:lnTo>
                  <a:lnTo>
                    <a:pt x="192476" y="313738"/>
                  </a:lnTo>
                  <a:lnTo>
                    <a:pt x="197692" y="312854"/>
                  </a:lnTo>
                  <a:lnTo>
                    <a:pt x="202877" y="311806"/>
                  </a:lnTo>
                  <a:lnTo>
                    <a:pt x="208026" y="310593"/>
                  </a:lnTo>
                  <a:lnTo>
                    <a:pt x="213135" y="309219"/>
                  </a:lnTo>
                  <a:lnTo>
                    <a:pt x="218197" y="307683"/>
                  </a:lnTo>
                  <a:lnTo>
                    <a:pt x="223208" y="305988"/>
                  </a:lnTo>
                  <a:lnTo>
                    <a:pt x="228163" y="304136"/>
                  </a:lnTo>
                  <a:lnTo>
                    <a:pt x="233057" y="302127"/>
                  </a:lnTo>
                  <a:lnTo>
                    <a:pt x="237885" y="299965"/>
                  </a:lnTo>
                  <a:lnTo>
                    <a:pt x="242643" y="297651"/>
                  </a:lnTo>
                  <a:lnTo>
                    <a:pt x="247324" y="295188"/>
                  </a:lnTo>
                  <a:lnTo>
                    <a:pt x="251926" y="292577"/>
                  </a:lnTo>
                  <a:lnTo>
                    <a:pt x="256442" y="289823"/>
                  </a:lnTo>
                  <a:lnTo>
                    <a:pt x="260869" y="286927"/>
                  </a:lnTo>
                  <a:lnTo>
                    <a:pt x="265202" y="283892"/>
                  </a:lnTo>
                  <a:lnTo>
                    <a:pt x="269437" y="280722"/>
                  </a:lnTo>
                  <a:lnTo>
                    <a:pt x="273569" y="277419"/>
                  </a:lnTo>
                  <a:lnTo>
                    <a:pt x="277595" y="273987"/>
                  </a:lnTo>
                  <a:lnTo>
                    <a:pt x="281511" y="270430"/>
                  </a:lnTo>
                  <a:lnTo>
                    <a:pt x="285311" y="266750"/>
                  </a:lnTo>
                  <a:lnTo>
                    <a:pt x="288994" y="262952"/>
                  </a:lnTo>
                  <a:lnTo>
                    <a:pt x="292554" y="259039"/>
                  </a:lnTo>
                  <a:lnTo>
                    <a:pt x="295989" y="255016"/>
                  </a:lnTo>
                  <a:lnTo>
                    <a:pt x="299295" y="250886"/>
                  </a:lnTo>
                  <a:lnTo>
                    <a:pt x="302469" y="246653"/>
                  </a:lnTo>
                  <a:lnTo>
                    <a:pt x="305507" y="242323"/>
                  </a:lnTo>
                  <a:lnTo>
                    <a:pt x="308406" y="237898"/>
                  </a:lnTo>
                  <a:lnTo>
                    <a:pt x="311164" y="233383"/>
                  </a:lnTo>
                  <a:lnTo>
                    <a:pt x="313778" y="228784"/>
                  </a:lnTo>
                  <a:lnTo>
                    <a:pt x="316245" y="224104"/>
                  </a:lnTo>
                  <a:lnTo>
                    <a:pt x="318562" y="219349"/>
                  </a:lnTo>
                  <a:lnTo>
                    <a:pt x="320728" y="214523"/>
                  </a:lnTo>
                  <a:lnTo>
                    <a:pt x="322740" y="209630"/>
                  </a:lnTo>
                  <a:lnTo>
                    <a:pt x="324597" y="204676"/>
                  </a:lnTo>
                  <a:lnTo>
                    <a:pt x="326295" y="199666"/>
                  </a:lnTo>
                  <a:lnTo>
                    <a:pt x="327835" y="194605"/>
                  </a:lnTo>
                  <a:lnTo>
                    <a:pt x="329213" y="189498"/>
                  </a:lnTo>
                  <a:lnTo>
                    <a:pt x="330429" y="184349"/>
                  </a:lnTo>
                  <a:lnTo>
                    <a:pt x="331482" y="179165"/>
                  </a:lnTo>
                  <a:lnTo>
                    <a:pt x="332370" y="173950"/>
                  </a:lnTo>
                  <a:lnTo>
                    <a:pt x="333092" y="168709"/>
                  </a:lnTo>
                  <a:lnTo>
                    <a:pt x="333648" y="163448"/>
                  </a:lnTo>
                  <a:lnTo>
                    <a:pt x="334038" y="158173"/>
                  </a:lnTo>
                  <a:lnTo>
                    <a:pt x="334261" y="152887"/>
                  </a:lnTo>
                  <a:lnTo>
                    <a:pt x="334316" y="147597"/>
                  </a:lnTo>
                  <a:lnTo>
                    <a:pt x="334203" y="142308"/>
                  </a:lnTo>
                  <a:lnTo>
                    <a:pt x="333924" y="137026"/>
                  </a:lnTo>
                  <a:lnTo>
                    <a:pt x="333477" y="131754"/>
                  </a:lnTo>
                  <a:lnTo>
                    <a:pt x="332864" y="126500"/>
                  </a:lnTo>
                  <a:lnTo>
                    <a:pt x="332085" y="121267"/>
                  </a:lnTo>
                  <a:lnTo>
                    <a:pt x="331141" y="116062"/>
                  </a:lnTo>
                  <a:lnTo>
                    <a:pt x="330032" y="110890"/>
                  </a:lnTo>
                  <a:lnTo>
                    <a:pt x="328761" y="105755"/>
                  </a:lnTo>
                  <a:lnTo>
                    <a:pt x="327327" y="100662"/>
                  </a:lnTo>
                  <a:lnTo>
                    <a:pt x="325733" y="95618"/>
                  </a:lnTo>
                  <a:lnTo>
                    <a:pt x="323981" y="90627"/>
                  </a:lnTo>
                  <a:lnTo>
                    <a:pt x="322071" y="85693"/>
                  </a:lnTo>
                  <a:lnTo>
                    <a:pt x="320006" y="80823"/>
                  </a:lnTo>
                  <a:lnTo>
                    <a:pt x="317788" y="76020"/>
                  </a:lnTo>
                  <a:lnTo>
                    <a:pt x="315419" y="71290"/>
                  </a:lnTo>
                  <a:lnTo>
                    <a:pt x="312902" y="66637"/>
                  </a:lnTo>
                  <a:lnTo>
                    <a:pt x="310238" y="62066"/>
                  </a:lnTo>
                  <a:lnTo>
                    <a:pt x="307432" y="57582"/>
                  </a:lnTo>
                  <a:lnTo>
                    <a:pt x="304485" y="53189"/>
                  </a:lnTo>
                  <a:lnTo>
                    <a:pt x="301400" y="48891"/>
                  </a:lnTo>
                  <a:lnTo>
                    <a:pt x="298181" y="44693"/>
                  </a:lnTo>
                  <a:lnTo>
                    <a:pt x="294831" y="40599"/>
                  </a:lnTo>
                  <a:lnTo>
                    <a:pt x="291353" y="36613"/>
                  </a:lnTo>
                  <a:lnTo>
                    <a:pt x="167151" y="1485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124202" cy="167167"/>
            </a:xfrm>
            <a:custGeom>
              <a:avLst/>
              <a:pathLst>
                <a:path w="124202" h="167167">
                  <a:moveTo>
                    <a:pt x="124202" y="55280"/>
                  </a:moveTo>
                  <a:lnTo>
                    <a:pt x="120384" y="51182"/>
                  </a:lnTo>
                  <a:lnTo>
                    <a:pt x="116432" y="47215"/>
                  </a:lnTo>
                  <a:lnTo>
                    <a:pt x="112349" y="43383"/>
                  </a:lnTo>
                  <a:lnTo>
                    <a:pt x="108140" y="39689"/>
                  </a:lnTo>
                  <a:lnTo>
                    <a:pt x="103809" y="36139"/>
                  </a:lnTo>
                  <a:lnTo>
                    <a:pt x="99362" y="32735"/>
                  </a:lnTo>
                  <a:lnTo>
                    <a:pt x="94804" y="29482"/>
                  </a:lnTo>
                  <a:lnTo>
                    <a:pt x="90139" y="26384"/>
                  </a:lnTo>
                  <a:lnTo>
                    <a:pt x="85373" y="23444"/>
                  </a:lnTo>
                  <a:lnTo>
                    <a:pt x="80511" y="20665"/>
                  </a:lnTo>
                  <a:lnTo>
                    <a:pt x="75559" y="18051"/>
                  </a:lnTo>
                  <a:lnTo>
                    <a:pt x="70522" y="15603"/>
                  </a:lnTo>
                  <a:lnTo>
                    <a:pt x="65406" y="13326"/>
                  </a:lnTo>
                  <a:lnTo>
                    <a:pt x="60217" y="11222"/>
                  </a:lnTo>
                  <a:lnTo>
                    <a:pt x="54960" y="9293"/>
                  </a:lnTo>
                  <a:lnTo>
                    <a:pt x="49641" y="7540"/>
                  </a:lnTo>
                  <a:lnTo>
                    <a:pt x="44267" y="5967"/>
                  </a:lnTo>
                  <a:lnTo>
                    <a:pt x="38843" y="4575"/>
                  </a:lnTo>
                  <a:lnTo>
                    <a:pt x="33375" y="3365"/>
                  </a:lnTo>
                  <a:lnTo>
                    <a:pt x="27870" y="2339"/>
                  </a:lnTo>
                  <a:lnTo>
                    <a:pt x="22333" y="1498"/>
                  </a:lnTo>
                  <a:lnTo>
                    <a:pt x="16772" y="843"/>
                  </a:lnTo>
                  <a:lnTo>
                    <a:pt x="11192" y="375"/>
                  </a:lnTo>
                  <a:lnTo>
                    <a:pt x="559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1598" y="1681503"/>
              <a:ext cx="4926" cy="167167"/>
            </a:xfrm>
            <a:custGeom>
              <a:avLst/>
              <a:pathLst>
                <a:path w="4926" h="167167">
                  <a:moveTo>
                    <a:pt x="4926" y="0"/>
                  </a:moveTo>
                  <a:lnTo>
                    <a:pt x="0" y="72"/>
                  </a:lnTo>
                  <a:lnTo>
                    <a:pt x="492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81598" y="1681575"/>
              <a:ext cx="4926" cy="167094"/>
            </a:xfrm>
            <a:custGeom>
              <a:avLst/>
              <a:pathLst>
                <a:path w="4926" h="167094">
                  <a:moveTo>
                    <a:pt x="0" y="0"/>
                  </a:moveTo>
                  <a:lnTo>
                    <a:pt x="4926" y="1670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50679" y="1681575"/>
              <a:ext cx="135845" cy="167094"/>
            </a:xfrm>
            <a:custGeom>
              <a:avLst/>
              <a:pathLst>
                <a:path w="135845" h="167094">
                  <a:moveTo>
                    <a:pt x="130918" y="0"/>
                  </a:moveTo>
                  <a:lnTo>
                    <a:pt x="125437" y="251"/>
                  </a:lnTo>
                  <a:lnTo>
                    <a:pt x="119966" y="683"/>
                  </a:lnTo>
                  <a:lnTo>
                    <a:pt x="114513" y="1294"/>
                  </a:lnTo>
                  <a:lnTo>
                    <a:pt x="109082" y="2083"/>
                  </a:lnTo>
                  <a:lnTo>
                    <a:pt x="103681" y="3050"/>
                  </a:lnTo>
                  <a:lnTo>
                    <a:pt x="98314" y="4194"/>
                  </a:lnTo>
                  <a:lnTo>
                    <a:pt x="92988" y="5514"/>
                  </a:lnTo>
                  <a:lnTo>
                    <a:pt x="87707" y="7008"/>
                  </a:lnTo>
                  <a:lnTo>
                    <a:pt x="82479" y="8674"/>
                  </a:lnTo>
                  <a:lnTo>
                    <a:pt x="77308" y="10511"/>
                  </a:lnTo>
                  <a:lnTo>
                    <a:pt x="72200" y="12516"/>
                  </a:lnTo>
                  <a:lnTo>
                    <a:pt x="67161" y="14689"/>
                  </a:lnTo>
                  <a:lnTo>
                    <a:pt x="62196" y="17025"/>
                  </a:lnTo>
                  <a:lnTo>
                    <a:pt x="57310" y="19523"/>
                  </a:lnTo>
                  <a:lnTo>
                    <a:pt x="52509" y="22180"/>
                  </a:lnTo>
                  <a:lnTo>
                    <a:pt x="47797" y="24994"/>
                  </a:lnTo>
                  <a:lnTo>
                    <a:pt x="43181" y="27960"/>
                  </a:lnTo>
                  <a:lnTo>
                    <a:pt x="38664" y="31076"/>
                  </a:lnTo>
                  <a:lnTo>
                    <a:pt x="34252" y="34339"/>
                  </a:lnTo>
                  <a:lnTo>
                    <a:pt x="29949" y="37745"/>
                  </a:lnTo>
                  <a:lnTo>
                    <a:pt x="25761" y="41291"/>
                  </a:lnTo>
                  <a:lnTo>
                    <a:pt x="21691" y="44972"/>
                  </a:lnTo>
                  <a:lnTo>
                    <a:pt x="17744" y="48784"/>
                  </a:lnTo>
                  <a:lnTo>
                    <a:pt x="13925" y="52724"/>
                  </a:lnTo>
                  <a:lnTo>
                    <a:pt x="10237" y="56787"/>
                  </a:lnTo>
                  <a:lnTo>
                    <a:pt x="6684" y="60970"/>
                  </a:lnTo>
                  <a:lnTo>
                    <a:pt x="3270" y="65266"/>
                  </a:lnTo>
                  <a:lnTo>
                    <a:pt x="0" y="69672"/>
                  </a:lnTo>
                  <a:lnTo>
                    <a:pt x="135845" y="1670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9371" y="1681503"/>
              <a:ext cx="334302" cy="334334"/>
            </a:xfrm>
            <a:custGeom>
              <a:avLst/>
              <a:pathLst>
                <a:path w="334302" h="334334">
                  <a:moveTo>
                    <a:pt x="31308" y="69745"/>
                  </a:moveTo>
                  <a:lnTo>
                    <a:pt x="28283" y="74107"/>
                  </a:lnTo>
                  <a:lnTo>
                    <a:pt x="25399" y="78562"/>
                  </a:lnTo>
                  <a:lnTo>
                    <a:pt x="22657" y="83107"/>
                  </a:lnTo>
                  <a:lnTo>
                    <a:pt x="20062" y="87737"/>
                  </a:lnTo>
                  <a:lnTo>
                    <a:pt x="17614" y="92447"/>
                  </a:lnTo>
                  <a:lnTo>
                    <a:pt x="15317" y="97232"/>
                  </a:lnTo>
                  <a:lnTo>
                    <a:pt x="13173" y="102088"/>
                  </a:lnTo>
                  <a:lnTo>
                    <a:pt x="11185" y="107009"/>
                  </a:lnTo>
                  <a:lnTo>
                    <a:pt x="9354" y="111991"/>
                  </a:lnTo>
                  <a:lnTo>
                    <a:pt x="7682" y="117029"/>
                  </a:lnTo>
                  <a:lnTo>
                    <a:pt x="6170" y="122117"/>
                  </a:lnTo>
                  <a:lnTo>
                    <a:pt x="4821" y="127251"/>
                  </a:lnTo>
                  <a:lnTo>
                    <a:pt x="3636" y="132425"/>
                  </a:lnTo>
                  <a:lnTo>
                    <a:pt x="2615" y="137633"/>
                  </a:lnTo>
                  <a:lnTo>
                    <a:pt x="1760" y="142872"/>
                  </a:lnTo>
                  <a:lnTo>
                    <a:pt x="1072" y="148135"/>
                  </a:lnTo>
                  <a:lnTo>
                    <a:pt x="552" y="153417"/>
                  </a:lnTo>
                  <a:lnTo>
                    <a:pt x="199" y="158714"/>
                  </a:lnTo>
                  <a:lnTo>
                    <a:pt x="15" y="164018"/>
                  </a:lnTo>
                  <a:lnTo>
                    <a:pt x="0" y="169326"/>
                  </a:lnTo>
                  <a:lnTo>
                    <a:pt x="152" y="174632"/>
                  </a:lnTo>
                  <a:lnTo>
                    <a:pt x="473" y="179930"/>
                  </a:lnTo>
                  <a:lnTo>
                    <a:pt x="963" y="185215"/>
                  </a:lnTo>
                  <a:lnTo>
                    <a:pt x="1619" y="190482"/>
                  </a:lnTo>
                  <a:lnTo>
                    <a:pt x="2443" y="195726"/>
                  </a:lnTo>
                  <a:lnTo>
                    <a:pt x="3433" y="200941"/>
                  </a:lnTo>
                  <a:lnTo>
                    <a:pt x="4588" y="206121"/>
                  </a:lnTo>
                  <a:lnTo>
                    <a:pt x="5906" y="211263"/>
                  </a:lnTo>
                  <a:lnTo>
                    <a:pt x="7388" y="216360"/>
                  </a:lnTo>
                  <a:lnTo>
                    <a:pt x="9030" y="221407"/>
                  </a:lnTo>
                  <a:lnTo>
                    <a:pt x="10832" y="226400"/>
                  </a:lnTo>
                  <a:lnTo>
                    <a:pt x="12791" y="231333"/>
                  </a:lnTo>
                  <a:lnTo>
                    <a:pt x="14906" y="236201"/>
                  </a:lnTo>
                  <a:lnTo>
                    <a:pt x="17174" y="241000"/>
                  </a:lnTo>
                  <a:lnTo>
                    <a:pt x="19594" y="245724"/>
                  </a:lnTo>
                  <a:lnTo>
                    <a:pt x="22162" y="250369"/>
                  </a:lnTo>
                  <a:lnTo>
                    <a:pt x="24877" y="254931"/>
                  </a:lnTo>
                  <a:lnTo>
                    <a:pt x="27735" y="259403"/>
                  </a:lnTo>
                  <a:lnTo>
                    <a:pt x="30734" y="263783"/>
                  </a:lnTo>
                  <a:lnTo>
                    <a:pt x="33870" y="268065"/>
                  </a:lnTo>
                  <a:lnTo>
                    <a:pt x="37140" y="272246"/>
                  </a:lnTo>
                  <a:lnTo>
                    <a:pt x="40542" y="276321"/>
                  </a:lnTo>
                  <a:lnTo>
                    <a:pt x="44071" y="280285"/>
                  </a:lnTo>
                  <a:lnTo>
                    <a:pt x="47724" y="284136"/>
                  </a:lnTo>
                  <a:lnTo>
                    <a:pt x="51498" y="287868"/>
                  </a:lnTo>
                  <a:lnTo>
                    <a:pt x="55388" y="291479"/>
                  </a:lnTo>
                  <a:lnTo>
                    <a:pt x="59391" y="294965"/>
                  </a:lnTo>
                  <a:lnTo>
                    <a:pt x="63503" y="298322"/>
                  </a:lnTo>
                  <a:lnTo>
                    <a:pt x="67719" y="301546"/>
                  </a:lnTo>
                  <a:lnTo>
                    <a:pt x="72035" y="304635"/>
                  </a:lnTo>
                  <a:lnTo>
                    <a:pt x="76448" y="307586"/>
                  </a:lnTo>
                  <a:lnTo>
                    <a:pt x="80951" y="310395"/>
                  </a:lnTo>
                  <a:lnTo>
                    <a:pt x="85542" y="313059"/>
                  </a:lnTo>
                  <a:lnTo>
                    <a:pt x="90215" y="315577"/>
                  </a:lnTo>
                  <a:lnTo>
                    <a:pt x="94965" y="317945"/>
                  </a:lnTo>
                  <a:lnTo>
                    <a:pt x="99789" y="320160"/>
                  </a:lnTo>
                  <a:lnTo>
                    <a:pt x="104680" y="322222"/>
                  </a:lnTo>
                  <a:lnTo>
                    <a:pt x="109634" y="324127"/>
                  </a:lnTo>
                  <a:lnTo>
                    <a:pt x="114646" y="325874"/>
                  </a:lnTo>
                  <a:lnTo>
                    <a:pt x="119711" y="327461"/>
                  </a:lnTo>
                  <a:lnTo>
                    <a:pt x="124824" y="328887"/>
                  </a:lnTo>
                  <a:lnTo>
                    <a:pt x="129980" y="330149"/>
                  </a:lnTo>
                  <a:lnTo>
                    <a:pt x="135173" y="331247"/>
                  </a:lnTo>
                  <a:lnTo>
                    <a:pt x="140398" y="332179"/>
                  </a:lnTo>
                  <a:lnTo>
                    <a:pt x="145650" y="332946"/>
                  </a:lnTo>
                  <a:lnTo>
                    <a:pt x="150924" y="333545"/>
                  </a:lnTo>
                  <a:lnTo>
                    <a:pt x="156215" y="333976"/>
                  </a:lnTo>
                  <a:lnTo>
                    <a:pt x="161516" y="334239"/>
                  </a:lnTo>
                  <a:lnTo>
                    <a:pt x="166823" y="334334"/>
                  </a:lnTo>
                  <a:lnTo>
                    <a:pt x="172130" y="334260"/>
                  </a:lnTo>
                  <a:lnTo>
                    <a:pt x="177433" y="334018"/>
                  </a:lnTo>
                  <a:lnTo>
                    <a:pt x="182725" y="333608"/>
                  </a:lnTo>
                  <a:lnTo>
                    <a:pt x="188001" y="333029"/>
                  </a:lnTo>
                  <a:lnTo>
                    <a:pt x="193256" y="332284"/>
                  </a:lnTo>
                  <a:lnTo>
                    <a:pt x="198485" y="331372"/>
                  </a:lnTo>
                  <a:lnTo>
                    <a:pt x="203683" y="330294"/>
                  </a:lnTo>
                  <a:lnTo>
                    <a:pt x="208843" y="329052"/>
                  </a:lnTo>
                  <a:lnTo>
                    <a:pt x="213962" y="327647"/>
                  </a:lnTo>
                  <a:lnTo>
                    <a:pt x="219033" y="326080"/>
                  </a:lnTo>
                  <a:lnTo>
                    <a:pt x="224052" y="324353"/>
                  </a:lnTo>
                  <a:lnTo>
                    <a:pt x="229014" y="322467"/>
                  </a:lnTo>
                  <a:lnTo>
                    <a:pt x="233913" y="320425"/>
                  </a:lnTo>
                  <a:lnTo>
                    <a:pt x="238745" y="318228"/>
                  </a:lnTo>
                  <a:lnTo>
                    <a:pt x="243505" y="315879"/>
                  </a:lnTo>
                  <a:lnTo>
                    <a:pt x="248187" y="313380"/>
                  </a:lnTo>
                  <a:lnTo>
                    <a:pt x="252789" y="310734"/>
                  </a:lnTo>
                  <a:lnTo>
                    <a:pt x="257303" y="307943"/>
                  </a:lnTo>
                  <a:lnTo>
                    <a:pt x="261727" y="305010"/>
                  </a:lnTo>
                  <a:lnTo>
                    <a:pt x="266056" y="301938"/>
                  </a:lnTo>
                  <a:lnTo>
                    <a:pt x="270285" y="298730"/>
                  </a:lnTo>
                  <a:lnTo>
                    <a:pt x="274409" y="295389"/>
                  </a:lnTo>
                  <a:lnTo>
                    <a:pt x="278426" y="291920"/>
                  </a:lnTo>
                  <a:lnTo>
                    <a:pt x="282331" y="288324"/>
                  </a:lnTo>
                  <a:lnTo>
                    <a:pt x="286119" y="284606"/>
                  </a:lnTo>
                  <a:lnTo>
                    <a:pt x="289788" y="280770"/>
                  </a:lnTo>
                  <a:lnTo>
                    <a:pt x="293332" y="276820"/>
                  </a:lnTo>
                  <a:lnTo>
                    <a:pt x="296750" y="272758"/>
                  </a:lnTo>
                  <a:lnTo>
                    <a:pt x="300037" y="268591"/>
                  </a:lnTo>
                  <a:lnTo>
                    <a:pt x="303190" y="264321"/>
                  </a:lnTo>
                  <a:lnTo>
                    <a:pt x="306206" y="259953"/>
                  </a:lnTo>
                  <a:lnTo>
                    <a:pt x="309082" y="255492"/>
                  </a:lnTo>
                  <a:lnTo>
                    <a:pt x="311814" y="250941"/>
                  </a:lnTo>
                  <a:lnTo>
                    <a:pt x="314401" y="246306"/>
                  </a:lnTo>
                  <a:lnTo>
                    <a:pt x="316839" y="241591"/>
                  </a:lnTo>
                  <a:lnTo>
                    <a:pt x="319127" y="236802"/>
                  </a:lnTo>
                  <a:lnTo>
                    <a:pt x="321261" y="231942"/>
                  </a:lnTo>
                  <a:lnTo>
                    <a:pt x="323239" y="227017"/>
                  </a:lnTo>
                  <a:lnTo>
                    <a:pt x="325061" y="222031"/>
                  </a:lnTo>
                  <a:lnTo>
                    <a:pt x="326723" y="216990"/>
                  </a:lnTo>
                  <a:lnTo>
                    <a:pt x="328224" y="211899"/>
                  </a:lnTo>
                  <a:lnTo>
                    <a:pt x="329563" y="206763"/>
                  </a:lnTo>
                  <a:lnTo>
                    <a:pt x="330739" y="201587"/>
                  </a:lnTo>
                  <a:lnTo>
                    <a:pt x="331749" y="196376"/>
                  </a:lnTo>
                  <a:lnTo>
                    <a:pt x="332593" y="191135"/>
                  </a:lnTo>
                  <a:lnTo>
                    <a:pt x="333271" y="185871"/>
                  </a:lnTo>
                  <a:lnTo>
                    <a:pt x="333781" y="180588"/>
                  </a:lnTo>
                  <a:lnTo>
                    <a:pt x="334123" y="175291"/>
                  </a:lnTo>
                  <a:lnTo>
                    <a:pt x="334297" y="169986"/>
                  </a:lnTo>
                  <a:lnTo>
                    <a:pt x="334302" y="164678"/>
                  </a:lnTo>
                  <a:lnTo>
                    <a:pt x="334139" y="159373"/>
                  </a:lnTo>
                  <a:lnTo>
                    <a:pt x="333807" y="154075"/>
                  </a:lnTo>
                  <a:lnTo>
                    <a:pt x="333307" y="148791"/>
                  </a:lnTo>
                  <a:lnTo>
                    <a:pt x="332640" y="143525"/>
                  </a:lnTo>
                  <a:lnTo>
                    <a:pt x="331806" y="138283"/>
                  </a:lnTo>
                  <a:lnTo>
                    <a:pt x="330806" y="133070"/>
                  </a:lnTo>
                  <a:lnTo>
                    <a:pt x="329641" y="127892"/>
                  </a:lnTo>
                  <a:lnTo>
                    <a:pt x="328312" y="122753"/>
                  </a:lnTo>
                  <a:lnTo>
                    <a:pt x="326821" y="117659"/>
                  </a:lnTo>
                  <a:lnTo>
                    <a:pt x="325169" y="112615"/>
                  </a:lnTo>
                  <a:lnTo>
                    <a:pt x="323357" y="107626"/>
                  </a:lnTo>
                  <a:lnTo>
                    <a:pt x="321388" y="102696"/>
                  </a:lnTo>
                  <a:lnTo>
                    <a:pt x="319264" y="97832"/>
                  </a:lnTo>
                  <a:lnTo>
                    <a:pt x="316986" y="93038"/>
                  </a:lnTo>
                  <a:lnTo>
                    <a:pt x="314557" y="88318"/>
                  </a:lnTo>
                  <a:lnTo>
                    <a:pt x="311979" y="83678"/>
                  </a:lnTo>
                  <a:lnTo>
                    <a:pt x="309256" y="79123"/>
                  </a:lnTo>
                  <a:lnTo>
                    <a:pt x="306389" y="74656"/>
                  </a:lnTo>
                  <a:lnTo>
                    <a:pt x="303382" y="70282"/>
                  </a:lnTo>
                  <a:lnTo>
                    <a:pt x="300237" y="66006"/>
                  </a:lnTo>
                  <a:lnTo>
                    <a:pt x="296958" y="61832"/>
                  </a:lnTo>
                  <a:lnTo>
                    <a:pt x="293549" y="57764"/>
                  </a:lnTo>
                  <a:lnTo>
                    <a:pt x="290012" y="53806"/>
                  </a:lnTo>
                  <a:lnTo>
                    <a:pt x="286351" y="49963"/>
                  </a:lnTo>
                  <a:lnTo>
                    <a:pt x="282570" y="46237"/>
                  </a:lnTo>
                  <a:lnTo>
                    <a:pt x="278672" y="42634"/>
                  </a:lnTo>
                  <a:lnTo>
                    <a:pt x="274662" y="39156"/>
                  </a:lnTo>
                  <a:lnTo>
                    <a:pt x="270544" y="35808"/>
                  </a:lnTo>
                  <a:lnTo>
                    <a:pt x="266322" y="32592"/>
                  </a:lnTo>
                  <a:lnTo>
                    <a:pt x="261999" y="29511"/>
                  </a:lnTo>
                  <a:lnTo>
                    <a:pt x="257581" y="26569"/>
                  </a:lnTo>
                  <a:lnTo>
                    <a:pt x="253072" y="23769"/>
                  </a:lnTo>
                  <a:lnTo>
                    <a:pt x="248476" y="21114"/>
                  </a:lnTo>
                  <a:lnTo>
                    <a:pt x="243798" y="18606"/>
                  </a:lnTo>
                  <a:lnTo>
                    <a:pt x="239043" y="16247"/>
                  </a:lnTo>
                  <a:lnTo>
                    <a:pt x="234215" y="14041"/>
                  </a:lnTo>
                  <a:lnTo>
                    <a:pt x="229320" y="11989"/>
                  </a:lnTo>
                  <a:lnTo>
                    <a:pt x="224362" y="10093"/>
                  </a:lnTo>
                  <a:lnTo>
                    <a:pt x="219346" y="8356"/>
                  </a:lnTo>
                  <a:lnTo>
                    <a:pt x="214278" y="6779"/>
                  </a:lnTo>
                  <a:lnTo>
                    <a:pt x="209163" y="5364"/>
                  </a:lnTo>
                  <a:lnTo>
                    <a:pt x="204005" y="4112"/>
                  </a:lnTo>
                  <a:lnTo>
                    <a:pt x="198809" y="3024"/>
                  </a:lnTo>
                  <a:lnTo>
                    <a:pt x="193582" y="2102"/>
                  </a:lnTo>
                  <a:lnTo>
                    <a:pt x="188328" y="1346"/>
                  </a:lnTo>
                  <a:lnTo>
                    <a:pt x="183053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5087" y="2126963"/>
              <a:ext cx="36200" cy="167167"/>
            </a:xfrm>
            <a:custGeom>
              <a:avLst/>
              <a:pathLst>
                <a:path w="36200" h="167167">
                  <a:moveTo>
                    <a:pt x="36200" y="0"/>
                  </a:moveTo>
                  <a:lnTo>
                    <a:pt x="28904" y="159"/>
                  </a:lnTo>
                  <a:lnTo>
                    <a:pt x="21623" y="636"/>
                  </a:lnTo>
                  <a:lnTo>
                    <a:pt x="14369" y="1431"/>
                  </a:lnTo>
                  <a:lnTo>
                    <a:pt x="7156" y="2542"/>
                  </a:lnTo>
                  <a:lnTo>
                    <a:pt x="0" y="3966"/>
                  </a:lnTo>
                  <a:lnTo>
                    <a:pt x="3620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45087" y="2130930"/>
              <a:ext cx="36200" cy="163200"/>
            </a:xfrm>
            <a:custGeom>
              <a:avLst/>
              <a:pathLst>
                <a:path w="36200" h="163200">
                  <a:moveTo>
                    <a:pt x="0" y="0"/>
                  </a:moveTo>
                  <a:lnTo>
                    <a:pt x="36200" y="1632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614123" y="2128286"/>
              <a:ext cx="334326" cy="332994"/>
            </a:xfrm>
            <a:custGeom>
              <a:avLst/>
              <a:pathLst>
                <a:path w="334326" h="332994">
                  <a:moveTo>
                    <a:pt x="130964" y="2644"/>
                  </a:moveTo>
                  <a:lnTo>
                    <a:pt x="125827" y="3868"/>
                  </a:lnTo>
                  <a:lnTo>
                    <a:pt x="120731" y="5255"/>
                  </a:lnTo>
                  <a:lnTo>
                    <a:pt x="115682" y="6802"/>
                  </a:lnTo>
                  <a:lnTo>
                    <a:pt x="110685" y="8507"/>
                  </a:lnTo>
                  <a:lnTo>
                    <a:pt x="105743" y="10370"/>
                  </a:lnTo>
                  <a:lnTo>
                    <a:pt x="100863" y="12387"/>
                  </a:lnTo>
                  <a:lnTo>
                    <a:pt x="96049" y="14558"/>
                  </a:lnTo>
                  <a:lnTo>
                    <a:pt x="91306" y="16879"/>
                  </a:lnTo>
                  <a:lnTo>
                    <a:pt x="86639" y="19350"/>
                  </a:lnTo>
                  <a:lnTo>
                    <a:pt x="82052" y="21966"/>
                  </a:lnTo>
                  <a:lnTo>
                    <a:pt x="77550" y="24726"/>
                  </a:lnTo>
                  <a:lnTo>
                    <a:pt x="73138" y="27627"/>
                  </a:lnTo>
                  <a:lnTo>
                    <a:pt x="68819" y="30666"/>
                  </a:lnTo>
                  <a:lnTo>
                    <a:pt x="64598" y="33840"/>
                  </a:lnTo>
                  <a:lnTo>
                    <a:pt x="60480" y="37145"/>
                  </a:lnTo>
                  <a:lnTo>
                    <a:pt x="56468" y="40579"/>
                  </a:lnTo>
                  <a:lnTo>
                    <a:pt x="52567" y="44138"/>
                  </a:lnTo>
                  <a:lnTo>
                    <a:pt x="48780" y="47818"/>
                  </a:lnTo>
                  <a:lnTo>
                    <a:pt x="45111" y="51616"/>
                  </a:lnTo>
                  <a:lnTo>
                    <a:pt x="41564" y="55528"/>
                  </a:lnTo>
                  <a:lnTo>
                    <a:pt x="38142" y="59551"/>
                  </a:lnTo>
                  <a:lnTo>
                    <a:pt x="34849" y="63679"/>
                  </a:lnTo>
                  <a:lnTo>
                    <a:pt x="31689" y="67909"/>
                  </a:lnTo>
                  <a:lnTo>
                    <a:pt x="28663" y="72237"/>
                  </a:lnTo>
                  <a:lnTo>
                    <a:pt x="25775" y="76658"/>
                  </a:lnTo>
                  <a:lnTo>
                    <a:pt x="23029" y="81168"/>
                  </a:lnTo>
                  <a:lnTo>
                    <a:pt x="20426" y="85763"/>
                  </a:lnTo>
                  <a:lnTo>
                    <a:pt x="17970" y="90438"/>
                  </a:lnTo>
                  <a:lnTo>
                    <a:pt x="15663" y="95188"/>
                  </a:lnTo>
                  <a:lnTo>
                    <a:pt x="13507" y="100008"/>
                  </a:lnTo>
                  <a:lnTo>
                    <a:pt x="11504" y="104895"/>
                  </a:lnTo>
                  <a:lnTo>
                    <a:pt x="9656" y="109842"/>
                  </a:lnTo>
                  <a:lnTo>
                    <a:pt x="7966" y="114844"/>
                  </a:lnTo>
                  <a:lnTo>
                    <a:pt x="6435" y="119898"/>
                  </a:lnTo>
                  <a:lnTo>
                    <a:pt x="5064" y="124998"/>
                  </a:lnTo>
                  <a:lnTo>
                    <a:pt x="3854" y="130138"/>
                  </a:lnTo>
                  <a:lnTo>
                    <a:pt x="2808" y="135314"/>
                  </a:lnTo>
                  <a:lnTo>
                    <a:pt x="1926" y="140521"/>
                  </a:lnTo>
                  <a:lnTo>
                    <a:pt x="1208" y="145752"/>
                  </a:lnTo>
                  <a:lnTo>
                    <a:pt x="657" y="151004"/>
                  </a:lnTo>
                  <a:lnTo>
                    <a:pt x="271" y="156271"/>
                  </a:lnTo>
                  <a:lnTo>
                    <a:pt x="52" y="161547"/>
                  </a:lnTo>
                  <a:lnTo>
                    <a:pt x="0" y="166827"/>
                  </a:lnTo>
                  <a:lnTo>
                    <a:pt x="114" y="172107"/>
                  </a:lnTo>
                  <a:lnTo>
                    <a:pt x="395" y="177380"/>
                  </a:lnTo>
                  <a:lnTo>
                    <a:pt x="843" y="182642"/>
                  </a:lnTo>
                  <a:lnTo>
                    <a:pt x="1456" y="187887"/>
                  </a:lnTo>
                  <a:lnTo>
                    <a:pt x="2235" y="193110"/>
                  </a:lnTo>
                  <a:lnTo>
                    <a:pt x="3179" y="198305"/>
                  </a:lnTo>
                  <a:lnTo>
                    <a:pt x="4286" y="203469"/>
                  </a:lnTo>
                  <a:lnTo>
                    <a:pt x="5555" y="208595"/>
                  </a:lnTo>
                  <a:lnTo>
                    <a:pt x="6986" y="213678"/>
                  </a:lnTo>
                  <a:lnTo>
                    <a:pt x="8577" y="218713"/>
                  </a:lnTo>
                  <a:lnTo>
                    <a:pt x="10326" y="223696"/>
                  </a:lnTo>
                  <a:lnTo>
                    <a:pt x="12231" y="228621"/>
                  </a:lnTo>
                  <a:lnTo>
                    <a:pt x="14292" y="233483"/>
                  </a:lnTo>
                  <a:lnTo>
                    <a:pt x="16504" y="238278"/>
                  </a:lnTo>
                  <a:lnTo>
                    <a:pt x="18867" y="243000"/>
                  </a:lnTo>
                  <a:lnTo>
                    <a:pt x="21378" y="247646"/>
                  </a:lnTo>
                  <a:lnTo>
                    <a:pt x="24035" y="252210"/>
                  </a:lnTo>
                  <a:lnTo>
                    <a:pt x="26834" y="256687"/>
                  </a:lnTo>
                  <a:lnTo>
                    <a:pt x="29773" y="261074"/>
                  </a:lnTo>
                  <a:lnTo>
                    <a:pt x="32850" y="265366"/>
                  </a:lnTo>
                  <a:lnTo>
                    <a:pt x="36060" y="269559"/>
                  </a:lnTo>
                  <a:lnTo>
                    <a:pt x="39401" y="273648"/>
                  </a:lnTo>
                  <a:lnTo>
                    <a:pt x="42870" y="277630"/>
                  </a:lnTo>
                  <a:lnTo>
                    <a:pt x="46463" y="281500"/>
                  </a:lnTo>
                  <a:lnTo>
                    <a:pt x="50176" y="285255"/>
                  </a:lnTo>
                  <a:lnTo>
                    <a:pt x="54006" y="288890"/>
                  </a:lnTo>
                  <a:lnTo>
                    <a:pt x="57949" y="292403"/>
                  </a:lnTo>
                  <a:lnTo>
                    <a:pt x="62001" y="295789"/>
                  </a:lnTo>
                  <a:lnTo>
                    <a:pt x="66158" y="299046"/>
                  </a:lnTo>
                  <a:lnTo>
                    <a:pt x="70415" y="302170"/>
                  </a:lnTo>
                  <a:lnTo>
                    <a:pt x="74770" y="305158"/>
                  </a:lnTo>
                  <a:lnTo>
                    <a:pt x="79216" y="308007"/>
                  </a:lnTo>
                  <a:lnTo>
                    <a:pt x="83750" y="310714"/>
                  </a:lnTo>
                  <a:lnTo>
                    <a:pt x="88367" y="313276"/>
                  </a:lnTo>
                  <a:lnTo>
                    <a:pt x="93063" y="315691"/>
                  </a:lnTo>
                  <a:lnTo>
                    <a:pt x="97833" y="317957"/>
                  </a:lnTo>
                  <a:lnTo>
                    <a:pt x="102673" y="320071"/>
                  </a:lnTo>
                  <a:lnTo>
                    <a:pt x="107576" y="322031"/>
                  </a:lnTo>
                  <a:lnTo>
                    <a:pt x="112539" y="323835"/>
                  </a:lnTo>
                  <a:lnTo>
                    <a:pt x="117556" y="325482"/>
                  </a:lnTo>
                  <a:lnTo>
                    <a:pt x="122623" y="326969"/>
                  </a:lnTo>
                  <a:lnTo>
                    <a:pt x="127735" y="328295"/>
                  </a:lnTo>
                  <a:lnTo>
                    <a:pt x="132885" y="329460"/>
                  </a:lnTo>
                  <a:lnTo>
                    <a:pt x="138070" y="330461"/>
                  </a:lnTo>
                  <a:lnTo>
                    <a:pt x="143284" y="331297"/>
                  </a:lnTo>
                  <a:lnTo>
                    <a:pt x="148522" y="331969"/>
                  </a:lnTo>
                  <a:lnTo>
                    <a:pt x="153779" y="332475"/>
                  </a:lnTo>
                  <a:lnTo>
                    <a:pt x="159048" y="332815"/>
                  </a:lnTo>
                  <a:lnTo>
                    <a:pt x="164326" y="332988"/>
                  </a:lnTo>
                  <a:lnTo>
                    <a:pt x="169607" y="332994"/>
                  </a:lnTo>
                  <a:lnTo>
                    <a:pt x="174885" y="332833"/>
                  </a:lnTo>
                  <a:lnTo>
                    <a:pt x="180156" y="332506"/>
                  </a:lnTo>
                  <a:lnTo>
                    <a:pt x="185413" y="332013"/>
                  </a:lnTo>
                  <a:lnTo>
                    <a:pt x="190653" y="331353"/>
                  </a:lnTo>
                  <a:lnTo>
                    <a:pt x="195869" y="330529"/>
                  </a:lnTo>
                  <a:lnTo>
                    <a:pt x="201056" y="329540"/>
                  </a:lnTo>
                  <a:lnTo>
                    <a:pt x="206209" y="328388"/>
                  </a:lnTo>
                  <a:lnTo>
                    <a:pt x="211324" y="327074"/>
                  </a:lnTo>
                  <a:lnTo>
                    <a:pt x="216394" y="325598"/>
                  </a:lnTo>
                  <a:lnTo>
                    <a:pt x="221416" y="323964"/>
                  </a:lnTo>
                  <a:lnTo>
                    <a:pt x="226383" y="322171"/>
                  </a:lnTo>
                  <a:lnTo>
                    <a:pt x="231291" y="320223"/>
                  </a:lnTo>
                  <a:lnTo>
                    <a:pt x="236135" y="318120"/>
                  </a:lnTo>
                  <a:lnTo>
                    <a:pt x="240910" y="315866"/>
                  </a:lnTo>
                  <a:lnTo>
                    <a:pt x="245612" y="313462"/>
                  </a:lnTo>
                  <a:lnTo>
                    <a:pt x="250235" y="310910"/>
                  </a:lnTo>
                  <a:lnTo>
                    <a:pt x="254776" y="308214"/>
                  </a:lnTo>
                  <a:lnTo>
                    <a:pt x="259229" y="305376"/>
                  </a:lnTo>
                  <a:lnTo>
                    <a:pt x="263590" y="302398"/>
                  </a:lnTo>
                  <a:lnTo>
                    <a:pt x="267855" y="299284"/>
                  </a:lnTo>
                  <a:lnTo>
                    <a:pt x="272020" y="296038"/>
                  </a:lnTo>
                  <a:lnTo>
                    <a:pt x="276080" y="292661"/>
                  </a:lnTo>
                  <a:lnTo>
                    <a:pt x="280031" y="289157"/>
                  </a:lnTo>
                  <a:lnTo>
                    <a:pt x="283869" y="285531"/>
                  </a:lnTo>
                  <a:lnTo>
                    <a:pt x="287591" y="281785"/>
                  </a:lnTo>
                  <a:lnTo>
                    <a:pt x="291193" y="277923"/>
                  </a:lnTo>
                  <a:lnTo>
                    <a:pt x="294672" y="273950"/>
                  </a:lnTo>
                  <a:lnTo>
                    <a:pt x="298022" y="269869"/>
                  </a:lnTo>
                  <a:lnTo>
                    <a:pt x="301243" y="265683"/>
                  </a:lnTo>
                  <a:lnTo>
                    <a:pt x="304329" y="261399"/>
                  </a:lnTo>
                  <a:lnTo>
                    <a:pt x="307279" y="257019"/>
                  </a:lnTo>
                  <a:lnTo>
                    <a:pt x="310089" y="252548"/>
                  </a:lnTo>
                  <a:lnTo>
                    <a:pt x="312756" y="247990"/>
                  </a:lnTo>
                  <a:lnTo>
                    <a:pt x="315278" y="243350"/>
                  </a:lnTo>
                  <a:lnTo>
                    <a:pt x="317652" y="238633"/>
                  </a:lnTo>
                  <a:lnTo>
                    <a:pt x="319876" y="233844"/>
                  </a:lnTo>
                  <a:lnTo>
                    <a:pt x="321948" y="228987"/>
                  </a:lnTo>
                  <a:lnTo>
                    <a:pt x="323865" y="224066"/>
                  </a:lnTo>
                  <a:lnTo>
                    <a:pt x="325626" y="219088"/>
                  </a:lnTo>
                  <a:lnTo>
                    <a:pt x="327228" y="214056"/>
                  </a:lnTo>
                  <a:lnTo>
                    <a:pt x="328671" y="208976"/>
                  </a:lnTo>
                  <a:lnTo>
                    <a:pt x="329953" y="203854"/>
                  </a:lnTo>
                  <a:lnTo>
                    <a:pt x="331072" y="198693"/>
                  </a:lnTo>
                  <a:lnTo>
                    <a:pt x="332028" y="193499"/>
                  </a:lnTo>
                  <a:lnTo>
                    <a:pt x="332819" y="188278"/>
                  </a:lnTo>
                  <a:lnTo>
                    <a:pt x="333445" y="183035"/>
                  </a:lnTo>
                  <a:lnTo>
                    <a:pt x="333905" y="177774"/>
                  </a:lnTo>
                  <a:lnTo>
                    <a:pt x="334199" y="172502"/>
                  </a:lnTo>
                  <a:lnTo>
                    <a:pt x="334326" y="167222"/>
                  </a:lnTo>
                  <a:lnTo>
                    <a:pt x="334286" y="161942"/>
                  </a:lnTo>
                  <a:lnTo>
                    <a:pt x="334079" y="156665"/>
                  </a:lnTo>
                  <a:lnTo>
                    <a:pt x="333706" y="151398"/>
                  </a:lnTo>
                  <a:lnTo>
                    <a:pt x="333167" y="146145"/>
                  </a:lnTo>
                  <a:lnTo>
                    <a:pt x="332462" y="140911"/>
                  </a:lnTo>
                  <a:lnTo>
                    <a:pt x="331592" y="135703"/>
                  </a:lnTo>
                  <a:lnTo>
                    <a:pt x="330558" y="130524"/>
                  </a:lnTo>
                  <a:lnTo>
                    <a:pt x="329360" y="125381"/>
                  </a:lnTo>
                  <a:lnTo>
                    <a:pt x="328001" y="120278"/>
                  </a:lnTo>
                  <a:lnTo>
                    <a:pt x="326482" y="115221"/>
                  </a:lnTo>
                  <a:lnTo>
                    <a:pt x="324804" y="110214"/>
                  </a:lnTo>
                  <a:lnTo>
                    <a:pt x="322968" y="105263"/>
                  </a:lnTo>
                  <a:lnTo>
                    <a:pt x="320977" y="100372"/>
                  </a:lnTo>
                  <a:lnTo>
                    <a:pt x="318832" y="95546"/>
                  </a:lnTo>
                  <a:lnTo>
                    <a:pt x="316536" y="90791"/>
                  </a:lnTo>
                  <a:lnTo>
                    <a:pt x="314091" y="86110"/>
                  </a:lnTo>
                  <a:lnTo>
                    <a:pt x="311499" y="81509"/>
                  </a:lnTo>
                  <a:lnTo>
                    <a:pt x="308763" y="76993"/>
                  </a:lnTo>
                  <a:lnTo>
                    <a:pt x="305886" y="72564"/>
                  </a:lnTo>
                  <a:lnTo>
                    <a:pt x="302871" y="68229"/>
                  </a:lnTo>
                  <a:lnTo>
                    <a:pt x="299720" y="63992"/>
                  </a:lnTo>
                  <a:lnTo>
                    <a:pt x="296436" y="59856"/>
                  </a:lnTo>
                  <a:lnTo>
                    <a:pt x="293024" y="55826"/>
                  </a:lnTo>
                  <a:lnTo>
                    <a:pt x="289486" y="51905"/>
                  </a:lnTo>
                  <a:lnTo>
                    <a:pt x="285827" y="48098"/>
                  </a:lnTo>
                  <a:lnTo>
                    <a:pt x="282048" y="44409"/>
                  </a:lnTo>
                  <a:lnTo>
                    <a:pt x="278155" y="40841"/>
                  </a:lnTo>
                  <a:lnTo>
                    <a:pt x="274152" y="37398"/>
                  </a:lnTo>
                  <a:lnTo>
                    <a:pt x="270041" y="34082"/>
                  </a:lnTo>
                  <a:lnTo>
                    <a:pt x="265828" y="30899"/>
                  </a:lnTo>
                  <a:lnTo>
                    <a:pt x="261517" y="27850"/>
                  </a:lnTo>
                  <a:lnTo>
                    <a:pt x="257111" y="24938"/>
                  </a:lnTo>
                  <a:lnTo>
                    <a:pt x="252616" y="22168"/>
                  </a:lnTo>
                  <a:lnTo>
                    <a:pt x="248035" y="19540"/>
                  </a:lnTo>
                  <a:lnTo>
                    <a:pt x="243374" y="17059"/>
                  </a:lnTo>
                  <a:lnTo>
                    <a:pt x="238636" y="14726"/>
                  </a:lnTo>
                  <a:lnTo>
                    <a:pt x="233827" y="12544"/>
                  </a:lnTo>
                  <a:lnTo>
                    <a:pt x="228952" y="10515"/>
                  </a:lnTo>
                  <a:lnTo>
                    <a:pt x="224015" y="8641"/>
                  </a:lnTo>
                  <a:lnTo>
                    <a:pt x="219021" y="6924"/>
                  </a:lnTo>
                  <a:lnTo>
                    <a:pt x="213976" y="5365"/>
                  </a:lnTo>
                  <a:lnTo>
                    <a:pt x="208884" y="3967"/>
                  </a:lnTo>
                  <a:lnTo>
                    <a:pt x="203750" y="2730"/>
                  </a:lnTo>
                  <a:lnTo>
                    <a:pt x="198580" y="1655"/>
                  </a:lnTo>
                  <a:lnTo>
                    <a:pt x="193378" y="745"/>
                  </a:lnTo>
                  <a:lnTo>
                    <a:pt x="188150" y="0"/>
                  </a:lnTo>
                  <a:lnTo>
                    <a:pt x="167164" y="1658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20986" cy="167167"/>
            </a:xfrm>
            <a:custGeom>
              <a:avLst/>
              <a:pathLst>
                <a:path w="20986" h="167167">
                  <a:moveTo>
                    <a:pt x="20986" y="1322"/>
                  </a:moveTo>
                  <a:lnTo>
                    <a:pt x="14011" y="588"/>
                  </a:lnTo>
                  <a:lnTo>
                    <a:pt x="7011" y="1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232" y="2633064"/>
              <a:ext cx="6516" cy="167167"/>
            </a:xfrm>
            <a:custGeom>
              <a:avLst/>
              <a:pathLst>
                <a:path w="6516" h="167167">
                  <a:moveTo>
                    <a:pt x="6516" y="0"/>
                  </a:moveTo>
                  <a:lnTo>
                    <a:pt x="0" y="127"/>
                  </a:lnTo>
                  <a:lnTo>
                    <a:pt x="651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4232" y="2633191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423596" y="2633191"/>
              <a:ext cx="334314" cy="334207"/>
            </a:xfrm>
            <a:custGeom>
              <a:avLst/>
              <a:pathLst>
                <a:path w="334314" h="334207">
                  <a:moveTo>
                    <a:pt x="160635" y="0"/>
                  </a:moveTo>
                  <a:lnTo>
                    <a:pt x="155356" y="289"/>
                  </a:lnTo>
                  <a:lnTo>
                    <a:pt x="150089" y="746"/>
                  </a:lnTo>
                  <a:lnTo>
                    <a:pt x="144838" y="1368"/>
                  </a:lnTo>
                  <a:lnTo>
                    <a:pt x="139611" y="2157"/>
                  </a:lnTo>
                  <a:lnTo>
                    <a:pt x="134410" y="3110"/>
                  </a:lnTo>
                  <a:lnTo>
                    <a:pt x="129242" y="4228"/>
                  </a:lnTo>
                  <a:lnTo>
                    <a:pt x="124113" y="5508"/>
                  </a:lnTo>
                  <a:lnTo>
                    <a:pt x="119026" y="6950"/>
                  </a:lnTo>
                  <a:lnTo>
                    <a:pt x="113988" y="8552"/>
                  </a:lnTo>
                  <a:lnTo>
                    <a:pt x="109002" y="10312"/>
                  </a:lnTo>
                  <a:lnTo>
                    <a:pt x="104075" y="12229"/>
                  </a:lnTo>
                  <a:lnTo>
                    <a:pt x="99211" y="14301"/>
                  </a:lnTo>
                  <a:lnTo>
                    <a:pt x="94415" y="16526"/>
                  </a:lnTo>
                  <a:lnTo>
                    <a:pt x="89691" y="18902"/>
                  </a:lnTo>
                  <a:lnTo>
                    <a:pt x="85045" y="21425"/>
                  </a:lnTo>
                  <a:lnTo>
                    <a:pt x="80482" y="24095"/>
                  </a:lnTo>
                  <a:lnTo>
                    <a:pt x="76005" y="26907"/>
                  </a:lnTo>
                  <a:lnTo>
                    <a:pt x="71619" y="29860"/>
                  </a:lnTo>
                  <a:lnTo>
                    <a:pt x="67328" y="32949"/>
                  </a:lnTo>
                  <a:lnTo>
                    <a:pt x="63138" y="36173"/>
                  </a:lnTo>
                  <a:lnTo>
                    <a:pt x="59051" y="39528"/>
                  </a:lnTo>
                  <a:lnTo>
                    <a:pt x="55073" y="43010"/>
                  </a:lnTo>
                  <a:lnTo>
                    <a:pt x="51207" y="46616"/>
                  </a:lnTo>
                  <a:lnTo>
                    <a:pt x="47457" y="50343"/>
                  </a:lnTo>
                  <a:lnTo>
                    <a:pt x="43826" y="54187"/>
                  </a:lnTo>
                  <a:lnTo>
                    <a:pt x="40319" y="58143"/>
                  </a:lnTo>
                  <a:lnTo>
                    <a:pt x="36939" y="62208"/>
                  </a:lnTo>
                  <a:lnTo>
                    <a:pt x="33689" y="66379"/>
                  </a:lnTo>
                  <a:lnTo>
                    <a:pt x="30572" y="70650"/>
                  </a:lnTo>
                  <a:lnTo>
                    <a:pt x="27592" y="75017"/>
                  </a:lnTo>
                  <a:lnTo>
                    <a:pt x="24752" y="79476"/>
                  </a:lnTo>
                  <a:lnTo>
                    <a:pt x="22054" y="84023"/>
                  </a:lnTo>
                  <a:lnTo>
                    <a:pt x="19502" y="88653"/>
                  </a:lnTo>
                  <a:lnTo>
                    <a:pt x="17097" y="93362"/>
                  </a:lnTo>
                  <a:lnTo>
                    <a:pt x="14842" y="98144"/>
                  </a:lnTo>
                  <a:lnTo>
                    <a:pt x="12739" y="102995"/>
                  </a:lnTo>
                  <a:lnTo>
                    <a:pt x="10791" y="107910"/>
                  </a:lnTo>
                  <a:lnTo>
                    <a:pt x="8999" y="112884"/>
                  </a:lnTo>
                  <a:lnTo>
                    <a:pt x="7366" y="117913"/>
                  </a:lnTo>
                  <a:lnTo>
                    <a:pt x="5892" y="122990"/>
                  </a:lnTo>
                  <a:lnTo>
                    <a:pt x="4580" y="128112"/>
                  </a:lnTo>
                  <a:lnTo>
                    <a:pt x="3430" y="133272"/>
                  </a:lnTo>
                  <a:lnTo>
                    <a:pt x="2444" y="138467"/>
                  </a:lnTo>
                  <a:lnTo>
                    <a:pt x="1623" y="143689"/>
                  </a:lnTo>
                  <a:lnTo>
                    <a:pt x="967" y="148936"/>
                  </a:lnTo>
                  <a:lnTo>
                    <a:pt x="478" y="154200"/>
                  </a:lnTo>
                  <a:lnTo>
                    <a:pt x="155" y="159477"/>
                  </a:lnTo>
                  <a:lnTo>
                    <a:pt x="0" y="164762"/>
                  </a:lnTo>
                  <a:lnTo>
                    <a:pt x="11" y="170049"/>
                  </a:lnTo>
                  <a:lnTo>
                    <a:pt x="190" y="175333"/>
                  </a:lnTo>
                  <a:lnTo>
                    <a:pt x="536" y="180609"/>
                  </a:lnTo>
                  <a:lnTo>
                    <a:pt x="1048" y="185871"/>
                  </a:lnTo>
                  <a:lnTo>
                    <a:pt x="1727" y="191115"/>
                  </a:lnTo>
                  <a:lnTo>
                    <a:pt x="2571" y="196334"/>
                  </a:lnTo>
                  <a:lnTo>
                    <a:pt x="3579" y="201524"/>
                  </a:lnTo>
                  <a:lnTo>
                    <a:pt x="4752" y="206679"/>
                  </a:lnTo>
                  <a:lnTo>
                    <a:pt x="6086" y="211795"/>
                  </a:lnTo>
                  <a:lnTo>
                    <a:pt x="7582" y="216866"/>
                  </a:lnTo>
                  <a:lnTo>
                    <a:pt x="9238" y="221887"/>
                  </a:lnTo>
                  <a:lnTo>
                    <a:pt x="11051" y="226854"/>
                  </a:lnTo>
                  <a:lnTo>
                    <a:pt x="13021" y="231760"/>
                  </a:lnTo>
                  <a:lnTo>
                    <a:pt x="15145" y="236602"/>
                  </a:lnTo>
                  <a:lnTo>
                    <a:pt x="17420" y="241374"/>
                  </a:lnTo>
                  <a:lnTo>
                    <a:pt x="19846" y="246072"/>
                  </a:lnTo>
                  <a:lnTo>
                    <a:pt x="22419" y="250691"/>
                  </a:lnTo>
                  <a:lnTo>
                    <a:pt x="25137" y="255226"/>
                  </a:lnTo>
                  <a:lnTo>
                    <a:pt x="27996" y="259673"/>
                  </a:lnTo>
                  <a:lnTo>
                    <a:pt x="30995" y="264027"/>
                  </a:lnTo>
                  <a:lnTo>
                    <a:pt x="34131" y="268284"/>
                  </a:lnTo>
                  <a:lnTo>
                    <a:pt x="37399" y="272440"/>
                  </a:lnTo>
                  <a:lnTo>
                    <a:pt x="40797" y="276491"/>
                  </a:lnTo>
                  <a:lnTo>
                    <a:pt x="44321" y="280432"/>
                  </a:lnTo>
                  <a:lnTo>
                    <a:pt x="47969" y="284259"/>
                  </a:lnTo>
                  <a:lnTo>
                    <a:pt x="51735" y="287970"/>
                  </a:lnTo>
                  <a:lnTo>
                    <a:pt x="55617" y="291559"/>
                  </a:lnTo>
                  <a:lnTo>
                    <a:pt x="59611" y="295024"/>
                  </a:lnTo>
                  <a:lnTo>
                    <a:pt x="63712" y="298361"/>
                  </a:lnTo>
                  <a:lnTo>
                    <a:pt x="67916" y="301566"/>
                  </a:lnTo>
                  <a:lnTo>
                    <a:pt x="72220" y="304637"/>
                  </a:lnTo>
                  <a:lnTo>
                    <a:pt x="76619" y="307570"/>
                  </a:lnTo>
                  <a:lnTo>
                    <a:pt x="81108" y="310363"/>
                  </a:lnTo>
                  <a:lnTo>
                    <a:pt x="85684" y="313012"/>
                  </a:lnTo>
                  <a:lnTo>
                    <a:pt x="90340" y="315516"/>
                  </a:lnTo>
                  <a:lnTo>
                    <a:pt x="95074" y="317870"/>
                  </a:lnTo>
                  <a:lnTo>
                    <a:pt x="99880" y="320074"/>
                  </a:lnTo>
                  <a:lnTo>
                    <a:pt x="104753" y="322125"/>
                  </a:lnTo>
                  <a:lnTo>
                    <a:pt x="109689" y="324021"/>
                  </a:lnTo>
                  <a:lnTo>
                    <a:pt x="114682" y="325759"/>
                  </a:lnTo>
                  <a:lnTo>
                    <a:pt x="119727" y="327339"/>
                  </a:lnTo>
                  <a:lnTo>
                    <a:pt x="124820" y="328759"/>
                  </a:lnTo>
                  <a:lnTo>
                    <a:pt x="129955" y="330017"/>
                  </a:lnTo>
                  <a:lnTo>
                    <a:pt x="135128" y="331111"/>
                  </a:lnTo>
                  <a:lnTo>
                    <a:pt x="140332" y="332042"/>
                  </a:lnTo>
                  <a:lnTo>
                    <a:pt x="145564" y="332808"/>
                  </a:lnTo>
                  <a:lnTo>
                    <a:pt x="150817" y="333407"/>
                  </a:lnTo>
                  <a:lnTo>
                    <a:pt x="156086" y="333841"/>
                  </a:lnTo>
                  <a:lnTo>
                    <a:pt x="161366" y="334107"/>
                  </a:lnTo>
                  <a:lnTo>
                    <a:pt x="166653" y="334207"/>
                  </a:lnTo>
                  <a:lnTo>
                    <a:pt x="171939" y="334139"/>
                  </a:lnTo>
                  <a:lnTo>
                    <a:pt x="177221" y="333904"/>
                  </a:lnTo>
                  <a:lnTo>
                    <a:pt x="182493" y="333502"/>
                  </a:lnTo>
                  <a:lnTo>
                    <a:pt x="187749" y="332933"/>
                  </a:lnTo>
                  <a:lnTo>
                    <a:pt x="192985" y="332199"/>
                  </a:lnTo>
                  <a:lnTo>
                    <a:pt x="198195" y="331300"/>
                  </a:lnTo>
                  <a:lnTo>
                    <a:pt x="203374" y="330236"/>
                  </a:lnTo>
                  <a:lnTo>
                    <a:pt x="208517" y="329009"/>
                  </a:lnTo>
                  <a:lnTo>
                    <a:pt x="213618" y="327619"/>
                  </a:lnTo>
                  <a:lnTo>
                    <a:pt x="218673" y="326070"/>
                  </a:lnTo>
                  <a:lnTo>
                    <a:pt x="223676" y="324361"/>
                  </a:lnTo>
                  <a:lnTo>
                    <a:pt x="228623" y="322495"/>
                  </a:lnTo>
                  <a:lnTo>
                    <a:pt x="233508" y="320473"/>
                  </a:lnTo>
                  <a:lnTo>
                    <a:pt x="238327" y="318298"/>
                  </a:lnTo>
                  <a:lnTo>
                    <a:pt x="243075" y="315971"/>
                  </a:lnTo>
                  <a:lnTo>
                    <a:pt x="247747" y="313496"/>
                  </a:lnTo>
                  <a:lnTo>
                    <a:pt x="252338" y="310874"/>
                  </a:lnTo>
                  <a:lnTo>
                    <a:pt x="256844" y="308108"/>
                  </a:lnTo>
                  <a:lnTo>
                    <a:pt x="261260" y="305201"/>
                  </a:lnTo>
                  <a:lnTo>
                    <a:pt x="265582" y="302156"/>
                  </a:lnTo>
                  <a:lnTo>
                    <a:pt x="269806" y="298976"/>
                  </a:lnTo>
                  <a:lnTo>
                    <a:pt x="273927" y="295664"/>
                  </a:lnTo>
                  <a:lnTo>
                    <a:pt x="277941" y="292223"/>
                  </a:lnTo>
                  <a:lnTo>
                    <a:pt x="281844" y="288656"/>
                  </a:lnTo>
                  <a:lnTo>
                    <a:pt x="285633" y="284969"/>
                  </a:lnTo>
                  <a:lnTo>
                    <a:pt x="289303" y="281163"/>
                  </a:lnTo>
                  <a:lnTo>
                    <a:pt x="292850" y="277243"/>
                  </a:lnTo>
                  <a:lnTo>
                    <a:pt x="296273" y="273213"/>
                  </a:lnTo>
                  <a:lnTo>
                    <a:pt x="299566" y="269076"/>
                  </a:lnTo>
                  <a:lnTo>
                    <a:pt x="302726" y="264838"/>
                  </a:lnTo>
                  <a:lnTo>
                    <a:pt x="305751" y="260502"/>
                  </a:lnTo>
                  <a:lnTo>
                    <a:pt x="308637" y="256072"/>
                  </a:lnTo>
                  <a:lnTo>
                    <a:pt x="311382" y="251553"/>
                  </a:lnTo>
                  <a:lnTo>
                    <a:pt x="313982" y="246950"/>
                  </a:lnTo>
                  <a:lnTo>
                    <a:pt x="316436" y="242267"/>
                  </a:lnTo>
                  <a:lnTo>
                    <a:pt x="318740" y="237508"/>
                  </a:lnTo>
                  <a:lnTo>
                    <a:pt x="320893" y="232679"/>
                  </a:lnTo>
                  <a:lnTo>
                    <a:pt x="322892" y="227784"/>
                  </a:lnTo>
                  <a:lnTo>
                    <a:pt x="324735" y="222829"/>
                  </a:lnTo>
                  <a:lnTo>
                    <a:pt x="326420" y="217818"/>
                  </a:lnTo>
                  <a:lnTo>
                    <a:pt x="327946" y="212756"/>
                  </a:lnTo>
                  <a:lnTo>
                    <a:pt x="329312" y="207648"/>
                  </a:lnTo>
                  <a:lnTo>
                    <a:pt x="330515" y="202499"/>
                  </a:lnTo>
                  <a:lnTo>
                    <a:pt x="331554" y="197316"/>
                  </a:lnTo>
                  <a:lnTo>
                    <a:pt x="332430" y="192101"/>
                  </a:lnTo>
                  <a:lnTo>
                    <a:pt x="333139" y="186862"/>
                  </a:lnTo>
                  <a:lnTo>
                    <a:pt x="333683" y="181603"/>
                  </a:lnTo>
                  <a:lnTo>
                    <a:pt x="334061" y="176330"/>
                  </a:lnTo>
                  <a:lnTo>
                    <a:pt x="334271" y="171047"/>
                  </a:lnTo>
                  <a:lnTo>
                    <a:pt x="334314" y="165760"/>
                  </a:lnTo>
                  <a:lnTo>
                    <a:pt x="334190" y="160474"/>
                  </a:lnTo>
                  <a:lnTo>
                    <a:pt x="333899" y="155195"/>
                  </a:lnTo>
                  <a:lnTo>
                    <a:pt x="333441" y="149928"/>
                  </a:lnTo>
                  <a:lnTo>
                    <a:pt x="332816" y="144678"/>
                  </a:lnTo>
                  <a:lnTo>
                    <a:pt x="332026" y="139450"/>
                  </a:lnTo>
                  <a:lnTo>
                    <a:pt x="331071" y="134250"/>
                  </a:lnTo>
                  <a:lnTo>
                    <a:pt x="329953" y="129083"/>
                  </a:lnTo>
                  <a:lnTo>
                    <a:pt x="328671" y="123953"/>
                  </a:lnTo>
                  <a:lnTo>
                    <a:pt x="327227" y="118867"/>
                  </a:lnTo>
                  <a:lnTo>
                    <a:pt x="325624" y="113829"/>
                  </a:lnTo>
                  <a:lnTo>
                    <a:pt x="323862" y="108844"/>
                  </a:lnTo>
                  <a:lnTo>
                    <a:pt x="321943" y="103918"/>
                  </a:lnTo>
                  <a:lnTo>
                    <a:pt x="319870" y="99054"/>
                  </a:lnTo>
                  <a:lnTo>
                    <a:pt x="317643" y="94259"/>
                  </a:lnTo>
                  <a:lnTo>
                    <a:pt x="315267" y="89536"/>
                  </a:lnTo>
                  <a:lnTo>
                    <a:pt x="312742" y="84891"/>
                  </a:lnTo>
                  <a:lnTo>
                    <a:pt x="310071" y="80328"/>
                  </a:lnTo>
                  <a:lnTo>
                    <a:pt x="307257" y="75852"/>
                  </a:lnTo>
                  <a:lnTo>
                    <a:pt x="304303" y="71467"/>
                  </a:lnTo>
                  <a:lnTo>
                    <a:pt x="301213" y="67177"/>
                  </a:lnTo>
                  <a:lnTo>
                    <a:pt x="297987" y="62988"/>
                  </a:lnTo>
                  <a:lnTo>
                    <a:pt x="294632" y="58902"/>
                  </a:lnTo>
                  <a:lnTo>
                    <a:pt x="291148" y="54925"/>
                  </a:lnTo>
                  <a:lnTo>
                    <a:pt x="287541" y="51060"/>
                  </a:lnTo>
                  <a:lnTo>
                    <a:pt x="167151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120389" cy="167167"/>
            </a:xfrm>
            <a:custGeom>
              <a:avLst/>
              <a:pathLst>
                <a:path w="120389" h="167167">
                  <a:moveTo>
                    <a:pt x="120389" y="51187"/>
                  </a:moveTo>
                  <a:lnTo>
                    <a:pt x="116436" y="47219"/>
                  </a:lnTo>
                  <a:lnTo>
                    <a:pt x="112353" y="43386"/>
                  </a:lnTo>
                  <a:lnTo>
                    <a:pt x="108144" y="39693"/>
                  </a:lnTo>
                  <a:lnTo>
                    <a:pt x="103813" y="36142"/>
                  </a:lnTo>
                  <a:lnTo>
                    <a:pt x="99366" y="32738"/>
                  </a:lnTo>
                  <a:lnTo>
                    <a:pt x="94808" y="29485"/>
                  </a:lnTo>
                  <a:lnTo>
                    <a:pt x="90143" y="26387"/>
                  </a:lnTo>
                  <a:lnTo>
                    <a:pt x="85377" y="23446"/>
                  </a:lnTo>
                  <a:lnTo>
                    <a:pt x="80515" y="20667"/>
                  </a:lnTo>
                  <a:lnTo>
                    <a:pt x="75563" y="18052"/>
                  </a:lnTo>
                  <a:lnTo>
                    <a:pt x="70525" y="15605"/>
                  </a:lnTo>
                  <a:lnTo>
                    <a:pt x="65409" y="13328"/>
                  </a:lnTo>
                  <a:lnTo>
                    <a:pt x="60219" y="11223"/>
                  </a:lnTo>
                  <a:lnTo>
                    <a:pt x="54962" y="9293"/>
                  </a:lnTo>
                  <a:lnTo>
                    <a:pt x="49643" y="7541"/>
                  </a:lnTo>
                  <a:lnTo>
                    <a:pt x="44269" y="5968"/>
                  </a:lnTo>
                  <a:lnTo>
                    <a:pt x="38844" y="4575"/>
                  </a:lnTo>
                  <a:lnTo>
                    <a:pt x="33376" y="3365"/>
                  </a:lnTo>
                  <a:lnTo>
                    <a:pt x="27871" y="2339"/>
                  </a:lnTo>
                  <a:lnTo>
                    <a:pt x="22334" y="1498"/>
                  </a:lnTo>
                  <a:lnTo>
                    <a:pt x="16773" y="843"/>
                  </a:lnTo>
                  <a:lnTo>
                    <a:pt x="11192" y="375"/>
                  </a:lnTo>
                  <a:lnTo>
                    <a:pt x="559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044" y="3170392"/>
              <a:ext cx="23935" cy="167167"/>
            </a:xfrm>
            <a:custGeom>
              <a:avLst/>
              <a:pathLst>
                <a:path w="23935" h="167167">
                  <a:moveTo>
                    <a:pt x="23935" y="0"/>
                  </a:moveTo>
                  <a:lnTo>
                    <a:pt x="15932" y="191"/>
                  </a:lnTo>
                  <a:lnTo>
                    <a:pt x="7948" y="766"/>
                  </a:lnTo>
                  <a:lnTo>
                    <a:pt x="0" y="1722"/>
                  </a:lnTo>
                  <a:lnTo>
                    <a:pt x="2393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2044" y="3172115"/>
              <a:ext cx="23935" cy="165444"/>
            </a:xfrm>
            <a:custGeom>
              <a:avLst/>
              <a:pathLst>
                <a:path w="23935" h="165444">
                  <a:moveTo>
                    <a:pt x="0" y="0"/>
                  </a:moveTo>
                  <a:lnTo>
                    <a:pt x="23935" y="165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358813" y="3172115"/>
              <a:ext cx="334334" cy="332595"/>
            </a:xfrm>
            <a:custGeom>
              <a:avLst/>
              <a:pathLst>
                <a:path w="334334" h="332595">
                  <a:moveTo>
                    <a:pt x="143231" y="0"/>
                  </a:moveTo>
                  <a:lnTo>
                    <a:pt x="137999" y="841"/>
                  </a:lnTo>
                  <a:lnTo>
                    <a:pt x="132795" y="1849"/>
                  </a:lnTo>
                  <a:lnTo>
                    <a:pt x="127627" y="3021"/>
                  </a:lnTo>
                  <a:lnTo>
                    <a:pt x="122498" y="4356"/>
                  </a:lnTo>
                  <a:lnTo>
                    <a:pt x="117414" y="5853"/>
                  </a:lnTo>
                  <a:lnTo>
                    <a:pt x="112380" y="7510"/>
                  </a:lnTo>
                  <a:lnTo>
                    <a:pt x="107401" y="9326"/>
                  </a:lnTo>
                  <a:lnTo>
                    <a:pt x="102482" y="11299"/>
                  </a:lnTo>
                  <a:lnTo>
                    <a:pt x="97628" y="13427"/>
                  </a:lnTo>
                  <a:lnTo>
                    <a:pt x="92844" y="15708"/>
                  </a:lnTo>
                  <a:lnTo>
                    <a:pt x="88135" y="18139"/>
                  </a:lnTo>
                  <a:lnTo>
                    <a:pt x="83505" y="20719"/>
                  </a:lnTo>
                  <a:lnTo>
                    <a:pt x="78959" y="23443"/>
                  </a:lnTo>
                  <a:lnTo>
                    <a:pt x="74502" y="26311"/>
                  </a:lnTo>
                  <a:lnTo>
                    <a:pt x="70138" y="29318"/>
                  </a:lnTo>
                  <a:lnTo>
                    <a:pt x="65872" y="32463"/>
                  </a:lnTo>
                  <a:lnTo>
                    <a:pt x="61707" y="35740"/>
                  </a:lnTo>
                  <a:lnTo>
                    <a:pt x="57648" y="39149"/>
                  </a:lnTo>
                  <a:lnTo>
                    <a:pt x="53700" y="42684"/>
                  </a:lnTo>
                  <a:lnTo>
                    <a:pt x="49865" y="46342"/>
                  </a:lnTo>
                  <a:lnTo>
                    <a:pt x="46149" y="50121"/>
                  </a:lnTo>
                  <a:lnTo>
                    <a:pt x="42554" y="54015"/>
                  </a:lnTo>
                  <a:lnTo>
                    <a:pt x="39084" y="58021"/>
                  </a:lnTo>
                  <a:lnTo>
                    <a:pt x="35743" y="62135"/>
                  </a:lnTo>
                  <a:lnTo>
                    <a:pt x="32534" y="66353"/>
                  </a:lnTo>
                  <a:lnTo>
                    <a:pt x="29461" y="70671"/>
                  </a:lnTo>
                  <a:lnTo>
                    <a:pt x="26526" y="75084"/>
                  </a:lnTo>
                  <a:lnTo>
                    <a:pt x="23732" y="79588"/>
                  </a:lnTo>
                  <a:lnTo>
                    <a:pt x="21082" y="84178"/>
                  </a:lnTo>
                  <a:lnTo>
                    <a:pt x="18580" y="88849"/>
                  </a:lnTo>
                  <a:lnTo>
                    <a:pt x="16226" y="93598"/>
                  </a:lnTo>
                  <a:lnTo>
                    <a:pt x="14025" y="98419"/>
                  </a:lnTo>
                  <a:lnTo>
                    <a:pt x="11977" y="103307"/>
                  </a:lnTo>
                  <a:lnTo>
                    <a:pt x="10085" y="108258"/>
                  </a:lnTo>
                  <a:lnTo>
                    <a:pt x="8351" y="113266"/>
                  </a:lnTo>
                  <a:lnTo>
                    <a:pt x="6777" y="118327"/>
                  </a:lnTo>
                  <a:lnTo>
                    <a:pt x="5364" y="123435"/>
                  </a:lnTo>
                  <a:lnTo>
                    <a:pt x="4114" y="128585"/>
                  </a:lnTo>
                  <a:lnTo>
                    <a:pt x="3027" y="133772"/>
                  </a:lnTo>
                  <a:lnTo>
                    <a:pt x="2106" y="138992"/>
                  </a:lnTo>
                  <a:lnTo>
                    <a:pt x="1350" y="144237"/>
                  </a:lnTo>
                  <a:lnTo>
                    <a:pt x="761" y="149504"/>
                  </a:lnTo>
                  <a:lnTo>
                    <a:pt x="340" y="154787"/>
                  </a:lnTo>
                  <a:lnTo>
                    <a:pt x="86" y="160081"/>
                  </a:lnTo>
                  <a:lnTo>
                    <a:pt x="0" y="165380"/>
                  </a:lnTo>
                  <a:lnTo>
                    <a:pt x="81" y="170679"/>
                  </a:lnTo>
                  <a:lnTo>
                    <a:pt x="331" y="175973"/>
                  </a:lnTo>
                  <a:lnTo>
                    <a:pt x="749" y="181257"/>
                  </a:lnTo>
                  <a:lnTo>
                    <a:pt x="1334" y="186524"/>
                  </a:lnTo>
                  <a:lnTo>
                    <a:pt x="2085" y="191771"/>
                  </a:lnTo>
                  <a:lnTo>
                    <a:pt x="3003" y="196990"/>
                  </a:lnTo>
                  <a:lnTo>
                    <a:pt x="4085" y="202178"/>
                  </a:lnTo>
                  <a:lnTo>
                    <a:pt x="5332" y="207330"/>
                  </a:lnTo>
                  <a:lnTo>
                    <a:pt x="6741" y="212439"/>
                  </a:lnTo>
                  <a:lnTo>
                    <a:pt x="8311" y="217501"/>
                  </a:lnTo>
                  <a:lnTo>
                    <a:pt x="10041" y="222510"/>
                  </a:lnTo>
                  <a:lnTo>
                    <a:pt x="11929" y="227462"/>
                  </a:lnTo>
                  <a:lnTo>
                    <a:pt x="13973" y="232352"/>
                  </a:lnTo>
                  <a:lnTo>
                    <a:pt x="16171" y="237175"/>
                  </a:lnTo>
                  <a:lnTo>
                    <a:pt x="18521" y="241925"/>
                  </a:lnTo>
                  <a:lnTo>
                    <a:pt x="21020" y="246599"/>
                  </a:lnTo>
                  <a:lnTo>
                    <a:pt x="23666" y="251191"/>
                  </a:lnTo>
                  <a:lnTo>
                    <a:pt x="26456" y="255697"/>
                  </a:lnTo>
                  <a:lnTo>
                    <a:pt x="29388" y="260112"/>
                  </a:lnTo>
                  <a:lnTo>
                    <a:pt x="32458" y="264432"/>
                  </a:lnTo>
                  <a:lnTo>
                    <a:pt x="35664" y="268652"/>
                  </a:lnTo>
                  <a:lnTo>
                    <a:pt x="39002" y="272769"/>
                  </a:lnTo>
                  <a:lnTo>
                    <a:pt x="42468" y="276778"/>
                  </a:lnTo>
                  <a:lnTo>
                    <a:pt x="46060" y="280675"/>
                  </a:lnTo>
                  <a:lnTo>
                    <a:pt x="49774" y="284456"/>
                  </a:lnTo>
                  <a:lnTo>
                    <a:pt x="53605" y="288118"/>
                  </a:lnTo>
                  <a:lnTo>
                    <a:pt x="57551" y="291656"/>
                  </a:lnTo>
                  <a:lnTo>
                    <a:pt x="61607" y="295067"/>
                  </a:lnTo>
                  <a:lnTo>
                    <a:pt x="65769" y="298348"/>
                  </a:lnTo>
                  <a:lnTo>
                    <a:pt x="70033" y="301496"/>
                  </a:lnTo>
                  <a:lnTo>
                    <a:pt x="74395" y="304507"/>
                  </a:lnTo>
                  <a:lnTo>
                    <a:pt x="78850" y="307378"/>
                  </a:lnTo>
                  <a:lnTo>
                    <a:pt x="83394" y="310106"/>
                  </a:lnTo>
                  <a:lnTo>
                    <a:pt x="88021" y="312689"/>
                  </a:lnTo>
                  <a:lnTo>
                    <a:pt x="92729" y="315124"/>
                  </a:lnTo>
                  <a:lnTo>
                    <a:pt x="97511" y="317408"/>
                  </a:lnTo>
                  <a:lnTo>
                    <a:pt x="102363" y="319540"/>
                  </a:lnTo>
                  <a:lnTo>
                    <a:pt x="107281" y="321517"/>
                  </a:lnTo>
                  <a:lnTo>
                    <a:pt x="112258" y="323337"/>
                  </a:lnTo>
                  <a:lnTo>
                    <a:pt x="117291" y="324998"/>
                  </a:lnTo>
                  <a:lnTo>
                    <a:pt x="122374" y="326499"/>
                  </a:lnTo>
                  <a:lnTo>
                    <a:pt x="127502" y="327838"/>
                  </a:lnTo>
                  <a:lnTo>
                    <a:pt x="132670" y="329014"/>
                  </a:lnTo>
                  <a:lnTo>
                    <a:pt x="137872" y="330025"/>
                  </a:lnTo>
                  <a:lnTo>
                    <a:pt x="143104" y="330871"/>
                  </a:lnTo>
                  <a:lnTo>
                    <a:pt x="148360" y="331551"/>
                  </a:lnTo>
                  <a:lnTo>
                    <a:pt x="153635" y="332063"/>
                  </a:lnTo>
                  <a:lnTo>
                    <a:pt x="158924" y="332409"/>
                  </a:lnTo>
                  <a:lnTo>
                    <a:pt x="164221" y="332586"/>
                  </a:lnTo>
                  <a:lnTo>
                    <a:pt x="169520" y="332595"/>
                  </a:lnTo>
                  <a:lnTo>
                    <a:pt x="174818" y="332437"/>
                  </a:lnTo>
                  <a:lnTo>
                    <a:pt x="180108" y="332110"/>
                  </a:lnTo>
                  <a:lnTo>
                    <a:pt x="185384" y="331616"/>
                  </a:lnTo>
                  <a:lnTo>
                    <a:pt x="190643" y="330955"/>
                  </a:lnTo>
                  <a:lnTo>
                    <a:pt x="195878" y="330128"/>
                  </a:lnTo>
                  <a:lnTo>
                    <a:pt x="201084" y="329135"/>
                  </a:lnTo>
                  <a:lnTo>
                    <a:pt x="206256" y="327978"/>
                  </a:lnTo>
                  <a:lnTo>
                    <a:pt x="211388" y="326657"/>
                  </a:lnTo>
                  <a:lnTo>
                    <a:pt x="216477" y="325174"/>
                  </a:lnTo>
                  <a:lnTo>
                    <a:pt x="221515" y="323531"/>
                  </a:lnTo>
                  <a:lnTo>
                    <a:pt x="226499" y="321728"/>
                  </a:lnTo>
                  <a:lnTo>
                    <a:pt x="231423" y="319769"/>
                  </a:lnTo>
                  <a:lnTo>
                    <a:pt x="236283" y="317654"/>
                  </a:lnTo>
                  <a:lnTo>
                    <a:pt x="241074" y="315387"/>
                  </a:lnTo>
                  <a:lnTo>
                    <a:pt x="245790" y="312969"/>
                  </a:lnTo>
                  <a:lnTo>
                    <a:pt x="250427" y="310402"/>
                  </a:lnTo>
                  <a:lnTo>
                    <a:pt x="254980" y="307690"/>
                  </a:lnTo>
                  <a:lnTo>
                    <a:pt x="259445" y="304835"/>
                  </a:lnTo>
                  <a:lnTo>
                    <a:pt x="263817" y="301840"/>
                  </a:lnTo>
                  <a:lnTo>
                    <a:pt x="268092" y="298707"/>
                  </a:lnTo>
                  <a:lnTo>
                    <a:pt x="272266" y="295441"/>
                  </a:lnTo>
                  <a:lnTo>
                    <a:pt x="276334" y="292044"/>
                  </a:lnTo>
                  <a:lnTo>
                    <a:pt x="280292" y="288520"/>
                  </a:lnTo>
                  <a:lnTo>
                    <a:pt x="284137" y="284872"/>
                  </a:lnTo>
                  <a:lnTo>
                    <a:pt x="287864" y="281104"/>
                  </a:lnTo>
                  <a:lnTo>
                    <a:pt x="291470" y="277220"/>
                  </a:lnTo>
                  <a:lnTo>
                    <a:pt x="294951" y="273223"/>
                  </a:lnTo>
                  <a:lnTo>
                    <a:pt x="298303" y="269118"/>
                  </a:lnTo>
                  <a:lnTo>
                    <a:pt x="301524" y="264909"/>
                  </a:lnTo>
                  <a:lnTo>
                    <a:pt x="304609" y="260600"/>
                  </a:lnTo>
                  <a:lnTo>
                    <a:pt x="307556" y="256195"/>
                  </a:lnTo>
                  <a:lnTo>
                    <a:pt x="310363" y="251700"/>
                  </a:lnTo>
                  <a:lnTo>
                    <a:pt x="313025" y="247117"/>
                  </a:lnTo>
                  <a:lnTo>
                    <a:pt x="315541" y="242452"/>
                  </a:lnTo>
                  <a:lnTo>
                    <a:pt x="317907" y="237710"/>
                  </a:lnTo>
                  <a:lnTo>
                    <a:pt x="320122" y="232895"/>
                  </a:lnTo>
                  <a:lnTo>
                    <a:pt x="322184" y="228013"/>
                  </a:lnTo>
                  <a:lnTo>
                    <a:pt x="324089" y="223067"/>
                  </a:lnTo>
                  <a:lnTo>
                    <a:pt x="325837" y="218064"/>
                  </a:lnTo>
                  <a:lnTo>
                    <a:pt x="327425" y="213008"/>
                  </a:lnTo>
                  <a:lnTo>
                    <a:pt x="328852" y="207904"/>
                  </a:lnTo>
                  <a:lnTo>
                    <a:pt x="330117" y="202757"/>
                  </a:lnTo>
                  <a:lnTo>
                    <a:pt x="331218" y="197573"/>
                  </a:lnTo>
                  <a:lnTo>
                    <a:pt x="332154" y="192356"/>
                  </a:lnTo>
                  <a:lnTo>
                    <a:pt x="332924" y="187112"/>
                  </a:lnTo>
                  <a:lnTo>
                    <a:pt x="333528" y="181847"/>
                  </a:lnTo>
                  <a:lnTo>
                    <a:pt x="333964" y="176565"/>
                  </a:lnTo>
                  <a:lnTo>
                    <a:pt x="334233" y="171272"/>
                  </a:lnTo>
                  <a:lnTo>
                    <a:pt x="334334" y="165973"/>
                  </a:lnTo>
                  <a:lnTo>
                    <a:pt x="334266" y="160674"/>
                  </a:lnTo>
                  <a:lnTo>
                    <a:pt x="334031" y="155379"/>
                  </a:lnTo>
                  <a:lnTo>
                    <a:pt x="333628" y="150095"/>
                  </a:lnTo>
                  <a:lnTo>
                    <a:pt x="333058" y="144826"/>
                  </a:lnTo>
                  <a:lnTo>
                    <a:pt x="332321" y="139577"/>
                  </a:lnTo>
                  <a:lnTo>
                    <a:pt x="331418" y="134355"/>
                  </a:lnTo>
                  <a:lnTo>
                    <a:pt x="330350" y="129164"/>
                  </a:lnTo>
                  <a:lnTo>
                    <a:pt x="329118" y="124009"/>
                  </a:lnTo>
                  <a:lnTo>
                    <a:pt x="327723" y="118896"/>
                  </a:lnTo>
                  <a:lnTo>
                    <a:pt x="326167" y="113830"/>
                  </a:lnTo>
                  <a:lnTo>
                    <a:pt x="324451" y="108816"/>
                  </a:lnTo>
                  <a:lnTo>
                    <a:pt x="322576" y="103858"/>
                  </a:lnTo>
                  <a:lnTo>
                    <a:pt x="320546" y="98963"/>
                  </a:lnTo>
                  <a:lnTo>
                    <a:pt x="318361" y="94134"/>
                  </a:lnTo>
                  <a:lnTo>
                    <a:pt x="316025" y="89377"/>
                  </a:lnTo>
                  <a:lnTo>
                    <a:pt x="313539" y="84696"/>
                  </a:lnTo>
                  <a:lnTo>
                    <a:pt x="310906" y="80097"/>
                  </a:lnTo>
                  <a:lnTo>
                    <a:pt x="308128" y="75583"/>
                  </a:lnTo>
                  <a:lnTo>
                    <a:pt x="305208" y="71160"/>
                  </a:lnTo>
                  <a:lnTo>
                    <a:pt x="302150" y="66832"/>
                  </a:lnTo>
                  <a:lnTo>
                    <a:pt x="298956" y="62602"/>
                  </a:lnTo>
                  <a:lnTo>
                    <a:pt x="295630" y="58476"/>
                  </a:lnTo>
                  <a:lnTo>
                    <a:pt x="292175" y="54458"/>
                  </a:lnTo>
                  <a:lnTo>
                    <a:pt x="288593" y="50551"/>
                  </a:lnTo>
                  <a:lnTo>
                    <a:pt x="284890" y="46759"/>
                  </a:lnTo>
                  <a:lnTo>
                    <a:pt x="167167" y="165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117723" cy="167167"/>
            </a:xfrm>
            <a:custGeom>
              <a:avLst/>
              <a:pathLst>
                <a:path w="117723" h="167167">
                  <a:moveTo>
                    <a:pt x="117723" y="48482"/>
                  </a:moveTo>
                  <a:lnTo>
                    <a:pt x="113624" y="44552"/>
                  </a:lnTo>
                  <a:lnTo>
                    <a:pt x="109394" y="40763"/>
                  </a:lnTo>
                  <a:lnTo>
                    <a:pt x="105038" y="37121"/>
                  </a:lnTo>
                  <a:lnTo>
                    <a:pt x="100560" y="33628"/>
                  </a:lnTo>
                  <a:lnTo>
                    <a:pt x="95966" y="30290"/>
                  </a:lnTo>
                  <a:lnTo>
                    <a:pt x="91262" y="27109"/>
                  </a:lnTo>
                  <a:lnTo>
                    <a:pt x="86452" y="24091"/>
                  </a:lnTo>
                  <a:lnTo>
                    <a:pt x="81543" y="21237"/>
                  </a:lnTo>
                  <a:lnTo>
                    <a:pt x="76540" y="18551"/>
                  </a:lnTo>
                  <a:lnTo>
                    <a:pt x="71448" y="16038"/>
                  </a:lnTo>
                  <a:lnTo>
                    <a:pt x="66274" y="13698"/>
                  </a:lnTo>
                  <a:lnTo>
                    <a:pt x="61023" y="11536"/>
                  </a:lnTo>
                  <a:lnTo>
                    <a:pt x="55702" y="9553"/>
                  </a:lnTo>
                  <a:lnTo>
                    <a:pt x="50316" y="7752"/>
                  </a:lnTo>
                  <a:lnTo>
                    <a:pt x="44873" y="6135"/>
                  </a:lnTo>
                  <a:lnTo>
                    <a:pt x="39378" y="4704"/>
                  </a:lnTo>
                  <a:lnTo>
                    <a:pt x="33837" y="3460"/>
                  </a:lnTo>
                  <a:lnTo>
                    <a:pt x="28257" y="2405"/>
                  </a:lnTo>
                  <a:lnTo>
                    <a:pt x="22645" y="1540"/>
                  </a:lnTo>
                  <a:lnTo>
                    <a:pt x="17007" y="867"/>
                  </a:lnTo>
                  <a:lnTo>
                    <a:pt x="11348" y="385"/>
                  </a:lnTo>
                  <a:lnTo>
                    <a:pt x="5677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591" y="3707720"/>
              <a:ext cx="6157" cy="167167"/>
            </a:xfrm>
            <a:custGeom>
              <a:avLst/>
              <a:pathLst>
                <a:path w="6157" h="167167">
                  <a:moveTo>
                    <a:pt x="6157" y="0"/>
                  </a:moveTo>
                  <a:lnTo>
                    <a:pt x="0" y="113"/>
                  </a:lnTo>
                  <a:lnTo>
                    <a:pt x="6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591" y="3707834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591" y="3707834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591" y="3707834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591" y="3707834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591" y="3707834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591" y="3707834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591" y="3707834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591" y="3707834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591" y="3707834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591" y="3707834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4591" y="3707834"/>
              <a:ext cx="6157" cy="167054"/>
            </a:xfrm>
            <a:custGeom>
              <a:avLst/>
              <a:pathLst>
                <a:path w="6157" h="167054">
                  <a:moveTo>
                    <a:pt x="0" y="0"/>
                  </a:moveTo>
                  <a:lnTo>
                    <a:pt x="6157" y="167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423591" y="3707834"/>
              <a:ext cx="334314" cy="334219"/>
            </a:xfrm>
            <a:custGeom>
              <a:avLst/>
              <a:pathLst>
                <a:path w="334314" h="334219">
                  <a:moveTo>
                    <a:pt x="161000" y="0"/>
                  </a:moveTo>
                  <a:lnTo>
                    <a:pt x="155703" y="279"/>
                  </a:lnTo>
                  <a:lnTo>
                    <a:pt x="150418" y="726"/>
                  </a:lnTo>
                  <a:lnTo>
                    <a:pt x="145150" y="1341"/>
                  </a:lnTo>
                  <a:lnTo>
                    <a:pt x="139904" y="2122"/>
                  </a:lnTo>
                  <a:lnTo>
                    <a:pt x="134686" y="3070"/>
                  </a:lnTo>
                  <a:lnTo>
                    <a:pt x="129500" y="4183"/>
                  </a:lnTo>
                  <a:lnTo>
                    <a:pt x="124352" y="5459"/>
                  </a:lnTo>
                  <a:lnTo>
                    <a:pt x="119247" y="6899"/>
                  </a:lnTo>
                  <a:lnTo>
                    <a:pt x="114190" y="8499"/>
                  </a:lnTo>
                  <a:lnTo>
                    <a:pt x="109187" y="10259"/>
                  </a:lnTo>
                  <a:lnTo>
                    <a:pt x="104242" y="12177"/>
                  </a:lnTo>
                  <a:lnTo>
                    <a:pt x="99360" y="14251"/>
                  </a:lnTo>
                  <a:lnTo>
                    <a:pt x="94547" y="16479"/>
                  </a:lnTo>
                  <a:lnTo>
                    <a:pt x="89807" y="18858"/>
                  </a:lnTo>
                  <a:lnTo>
                    <a:pt x="85144" y="21386"/>
                  </a:lnTo>
                  <a:lnTo>
                    <a:pt x="80565" y="24062"/>
                  </a:lnTo>
                  <a:lnTo>
                    <a:pt x="76072" y="26881"/>
                  </a:lnTo>
                  <a:lnTo>
                    <a:pt x="71671" y="29841"/>
                  </a:lnTo>
                  <a:lnTo>
                    <a:pt x="67366" y="32939"/>
                  </a:lnTo>
                  <a:lnTo>
                    <a:pt x="63162" y="36172"/>
                  </a:lnTo>
                  <a:lnTo>
                    <a:pt x="59062" y="39537"/>
                  </a:lnTo>
                  <a:lnTo>
                    <a:pt x="55071" y="43031"/>
                  </a:lnTo>
                  <a:lnTo>
                    <a:pt x="51193" y="46649"/>
                  </a:lnTo>
                  <a:lnTo>
                    <a:pt x="47432" y="50388"/>
                  </a:lnTo>
                  <a:lnTo>
                    <a:pt x="43791" y="54245"/>
                  </a:lnTo>
                  <a:lnTo>
                    <a:pt x="40274" y="58216"/>
                  </a:lnTo>
                  <a:lnTo>
                    <a:pt x="36885" y="62296"/>
                  </a:lnTo>
                  <a:lnTo>
                    <a:pt x="33627" y="66481"/>
                  </a:lnTo>
                  <a:lnTo>
                    <a:pt x="30504" y="70768"/>
                  </a:lnTo>
                  <a:lnTo>
                    <a:pt x="27518" y="75151"/>
                  </a:lnTo>
                  <a:lnTo>
                    <a:pt x="24673" y="79628"/>
                  </a:lnTo>
                  <a:lnTo>
                    <a:pt x="21971" y="84192"/>
                  </a:lnTo>
                  <a:lnTo>
                    <a:pt x="19416" y="88839"/>
                  </a:lnTo>
                  <a:lnTo>
                    <a:pt x="17009" y="93566"/>
                  </a:lnTo>
                  <a:lnTo>
                    <a:pt x="14753" y="98366"/>
                  </a:lnTo>
                  <a:lnTo>
                    <a:pt x="12651" y="103235"/>
                  </a:lnTo>
                  <a:lnTo>
                    <a:pt x="10704" y="108169"/>
                  </a:lnTo>
                  <a:lnTo>
                    <a:pt x="8915" y="113162"/>
                  </a:lnTo>
                  <a:lnTo>
                    <a:pt x="7285" y="118209"/>
                  </a:lnTo>
                  <a:lnTo>
                    <a:pt x="5815" y="123305"/>
                  </a:lnTo>
                  <a:lnTo>
                    <a:pt x="4509" y="128446"/>
                  </a:lnTo>
                  <a:lnTo>
                    <a:pt x="3366" y="133625"/>
                  </a:lnTo>
                  <a:lnTo>
                    <a:pt x="2388" y="138838"/>
                  </a:lnTo>
                  <a:lnTo>
                    <a:pt x="1576" y="144079"/>
                  </a:lnTo>
                  <a:lnTo>
                    <a:pt x="930" y="149344"/>
                  </a:lnTo>
                  <a:lnTo>
                    <a:pt x="452" y="154626"/>
                  </a:lnTo>
                  <a:lnTo>
                    <a:pt x="142" y="159921"/>
                  </a:lnTo>
                  <a:lnTo>
                    <a:pt x="0" y="165223"/>
                  </a:lnTo>
                  <a:lnTo>
                    <a:pt x="26" y="170527"/>
                  </a:lnTo>
                  <a:lnTo>
                    <a:pt x="220" y="175827"/>
                  </a:lnTo>
                  <a:lnTo>
                    <a:pt x="582" y="181118"/>
                  </a:lnTo>
                  <a:lnTo>
                    <a:pt x="1112" y="186396"/>
                  </a:lnTo>
                  <a:lnTo>
                    <a:pt x="1809" y="191654"/>
                  </a:lnTo>
                  <a:lnTo>
                    <a:pt x="2673" y="196887"/>
                  </a:lnTo>
                  <a:lnTo>
                    <a:pt x="3702" y="202090"/>
                  </a:lnTo>
                  <a:lnTo>
                    <a:pt x="4896" y="207258"/>
                  </a:lnTo>
                  <a:lnTo>
                    <a:pt x="6253" y="212385"/>
                  </a:lnTo>
                  <a:lnTo>
                    <a:pt x="7772" y="217467"/>
                  </a:lnTo>
                  <a:lnTo>
                    <a:pt x="9452" y="222497"/>
                  </a:lnTo>
                  <a:lnTo>
                    <a:pt x="11290" y="227473"/>
                  </a:lnTo>
                  <a:lnTo>
                    <a:pt x="13285" y="232387"/>
                  </a:lnTo>
                  <a:lnTo>
                    <a:pt x="15435" y="237235"/>
                  </a:lnTo>
                  <a:lnTo>
                    <a:pt x="17738" y="242013"/>
                  </a:lnTo>
                  <a:lnTo>
                    <a:pt x="20191" y="246716"/>
                  </a:lnTo>
                  <a:lnTo>
                    <a:pt x="22792" y="251338"/>
                  </a:lnTo>
                  <a:lnTo>
                    <a:pt x="25539" y="255875"/>
                  </a:lnTo>
                  <a:lnTo>
                    <a:pt x="28428" y="260323"/>
                  </a:lnTo>
                  <a:lnTo>
                    <a:pt x="31457" y="264677"/>
                  </a:lnTo>
                  <a:lnTo>
                    <a:pt x="34622" y="268933"/>
                  </a:lnTo>
                  <a:lnTo>
                    <a:pt x="37921" y="273086"/>
                  </a:lnTo>
                  <a:lnTo>
                    <a:pt x="41350" y="277133"/>
                  </a:lnTo>
                  <a:lnTo>
                    <a:pt x="44905" y="281069"/>
                  </a:lnTo>
                  <a:lnTo>
                    <a:pt x="48584" y="284890"/>
                  </a:lnTo>
                  <a:lnTo>
                    <a:pt x="52382" y="288592"/>
                  </a:lnTo>
                  <a:lnTo>
                    <a:pt x="56295" y="292172"/>
                  </a:lnTo>
                  <a:lnTo>
                    <a:pt x="60320" y="295626"/>
                  </a:lnTo>
                  <a:lnTo>
                    <a:pt x="64453" y="298950"/>
                  </a:lnTo>
                  <a:lnTo>
                    <a:pt x="68689" y="302142"/>
                  </a:lnTo>
                  <a:lnTo>
                    <a:pt x="73024" y="305198"/>
                  </a:lnTo>
                  <a:lnTo>
                    <a:pt x="77454" y="308115"/>
                  </a:lnTo>
                  <a:lnTo>
                    <a:pt x="81974" y="310889"/>
                  </a:lnTo>
                  <a:lnTo>
                    <a:pt x="86580" y="313519"/>
                  </a:lnTo>
                  <a:lnTo>
                    <a:pt x="91267" y="316002"/>
                  </a:lnTo>
                  <a:lnTo>
                    <a:pt x="96030" y="318334"/>
                  </a:lnTo>
                  <a:lnTo>
                    <a:pt x="100865" y="320515"/>
                  </a:lnTo>
                  <a:lnTo>
                    <a:pt x="105767" y="322541"/>
                  </a:lnTo>
                  <a:lnTo>
                    <a:pt x="110730" y="324410"/>
                  </a:lnTo>
                  <a:lnTo>
                    <a:pt x="115751" y="326121"/>
                  </a:lnTo>
                  <a:lnTo>
                    <a:pt x="120823" y="327671"/>
                  </a:lnTo>
                  <a:lnTo>
                    <a:pt x="125942" y="329060"/>
                  </a:lnTo>
                  <a:lnTo>
                    <a:pt x="131102" y="330286"/>
                  </a:lnTo>
                  <a:lnTo>
                    <a:pt x="136298" y="331348"/>
                  </a:lnTo>
                  <a:lnTo>
                    <a:pt x="141526" y="332244"/>
                  </a:lnTo>
                  <a:lnTo>
                    <a:pt x="146779" y="332974"/>
                  </a:lnTo>
                  <a:lnTo>
                    <a:pt x="152053" y="333537"/>
                  </a:lnTo>
                  <a:lnTo>
                    <a:pt x="157342" y="333933"/>
                  </a:lnTo>
                  <a:lnTo>
                    <a:pt x="162641" y="334160"/>
                  </a:lnTo>
                  <a:lnTo>
                    <a:pt x="167945" y="334219"/>
                  </a:lnTo>
                  <a:lnTo>
                    <a:pt x="173248" y="334110"/>
                  </a:lnTo>
                  <a:lnTo>
                    <a:pt x="178544" y="333833"/>
                  </a:lnTo>
                  <a:lnTo>
                    <a:pt x="183830" y="333387"/>
                  </a:lnTo>
                  <a:lnTo>
                    <a:pt x="189098" y="332775"/>
                  </a:lnTo>
                  <a:lnTo>
                    <a:pt x="194344" y="331995"/>
                  </a:lnTo>
                  <a:lnTo>
                    <a:pt x="199563" y="331050"/>
                  </a:lnTo>
                  <a:lnTo>
                    <a:pt x="204749" y="329939"/>
                  </a:lnTo>
                  <a:lnTo>
                    <a:pt x="209898" y="328665"/>
                  </a:lnTo>
                  <a:lnTo>
                    <a:pt x="215003" y="327227"/>
                  </a:lnTo>
                  <a:lnTo>
                    <a:pt x="220061" y="325629"/>
                  </a:lnTo>
                  <a:lnTo>
                    <a:pt x="225065" y="323871"/>
                  </a:lnTo>
                  <a:lnTo>
                    <a:pt x="230010" y="321955"/>
                  </a:lnTo>
                  <a:lnTo>
                    <a:pt x="234893" y="319883"/>
                  </a:lnTo>
                  <a:lnTo>
                    <a:pt x="239707" y="317657"/>
                  </a:lnTo>
                  <a:lnTo>
                    <a:pt x="244448" y="315280"/>
                  </a:lnTo>
                  <a:lnTo>
                    <a:pt x="249112" y="312753"/>
                  </a:lnTo>
                  <a:lnTo>
                    <a:pt x="253693" y="310080"/>
                  </a:lnTo>
                  <a:lnTo>
                    <a:pt x="258186" y="307263"/>
                  </a:lnTo>
                  <a:lnTo>
                    <a:pt x="262588" y="304304"/>
                  </a:lnTo>
                  <a:lnTo>
                    <a:pt x="266895" y="301208"/>
                  </a:lnTo>
                  <a:lnTo>
                    <a:pt x="271100" y="297976"/>
                  </a:lnTo>
                  <a:lnTo>
                    <a:pt x="275201" y="294613"/>
                  </a:lnTo>
                  <a:lnTo>
                    <a:pt x="279194" y="291121"/>
                  </a:lnTo>
                  <a:lnTo>
                    <a:pt x="283073" y="287504"/>
                  </a:lnTo>
                  <a:lnTo>
                    <a:pt x="286836" y="283766"/>
                  </a:lnTo>
                  <a:lnTo>
                    <a:pt x="290478" y="279911"/>
                  </a:lnTo>
                  <a:lnTo>
                    <a:pt x="293997" y="275942"/>
                  </a:lnTo>
                  <a:lnTo>
                    <a:pt x="297387" y="271863"/>
                  </a:lnTo>
                  <a:lnTo>
                    <a:pt x="300646" y="267679"/>
                  </a:lnTo>
                  <a:lnTo>
                    <a:pt x="303772" y="263394"/>
                  </a:lnTo>
                  <a:lnTo>
                    <a:pt x="306759" y="259011"/>
                  </a:lnTo>
                  <a:lnTo>
                    <a:pt x="309606" y="254536"/>
                  </a:lnTo>
                  <a:lnTo>
                    <a:pt x="312310" y="249973"/>
                  </a:lnTo>
                  <a:lnTo>
                    <a:pt x="314867" y="245326"/>
                  </a:lnTo>
                  <a:lnTo>
                    <a:pt x="317276" y="240601"/>
                  </a:lnTo>
                  <a:lnTo>
                    <a:pt x="319534" y="235802"/>
                  </a:lnTo>
                  <a:lnTo>
                    <a:pt x="321638" y="230933"/>
                  </a:lnTo>
                  <a:lnTo>
                    <a:pt x="323587" y="226000"/>
                  </a:lnTo>
                  <a:lnTo>
                    <a:pt x="325378" y="221008"/>
                  </a:lnTo>
                  <a:lnTo>
                    <a:pt x="327010" y="215961"/>
                  </a:lnTo>
                  <a:lnTo>
                    <a:pt x="328481" y="210866"/>
                  </a:lnTo>
                  <a:lnTo>
                    <a:pt x="329790" y="205726"/>
                  </a:lnTo>
                  <a:lnTo>
                    <a:pt x="330935" y="200547"/>
                  </a:lnTo>
                  <a:lnTo>
                    <a:pt x="331915" y="195334"/>
                  </a:lnTo>
                  <a:lnTo>
                    <a:pt x="332729" y="190093"/>
                  </a:lnTo>
                  <a:lnTo>
                    <a:pt x="333377" y="184829"/>
                  </a:lnTo>
                  <a:lnTo>
                    <a:pt x="333857" y="179547"/>
                  </a:lnTo>
                  <a:lnTo>
                    <a:pt x="334169" y="174253"/>
                  </a:lnTo>
                  <a:lnTo>
                    <a:pt x="334314" y="168951"/>
                  </a:lnTo>
                  <a:lnTo>
                    <a:pt x="334290" y="163647"/>
                  </a:lnTo>
                  <a:lnTo>
                    <a:pt x="334097" y="158346"/>
                  </a:lnTo>
                  <a:lnTo>
                    <a:pt x="333737" y="153055"/>
                  </a:lnTo>
                  <a:lnTo>
                    <a:pt x="333209" y="147777"/>
                  </a:lnTo>
                  <a:lnTo>
                    <a:pt x="332514" y="142519"/>
                  </a:lnTo>
                  <a:lnTo>
                    <a:pt x="331653" y="137286"/>
                  </a:lnTo>
                  <a:lnTo>
                    <a:pt x="330625" y="132082"/>
                  </a:lnTo>
                  <a:lnTo>
                    <a:pt x="329434" y="126914"/>
                  </a:lnTo>
                  <a:lnTo>
                    <a:pt x="328079" y="121786"/>
                  </a:lnTo>
                  <a:lnTo>
                    <a:pt x="326562" y="116704"/>
                  </a:lnTo>
                  <a:lnTo>
                    <a:pt x="324884" y="111672"/>
                  </a:lnTo>
                  <a:lnTo>
                    <a:pt x="323048" y="106696"/>
                  </a:lnTo>
                  <a:lnTo>
                    <a:pt x="321055" y="101781"/>
                  </a:lnTo>
                  <a:lnTo>
                    <a:pt x="318906" y="96932"/>
                  </a:lnTo>
                  <a:lnTo>
                    <a:pt x="316605" y="92153"/>
                  </a:lnTo>
                  <a:lnTo>
                    <a:pt x="314154" y="87450"/>
                  </a:lnTo>
                  <a:lnTo>
                    <a:pt x="311555" y="82826"/>
                  </a:lnTo>
                  <a:lnTo>
                    <a:pt x="308810" y="78288"/>
                  </a:lnTo>
                  <a:lnTo>
                    <a:pt x="305923" y="73839"/>
                  </a:lnTo>
                  <a:lnTo>
                    <a:pt x="302896" y="69484"/>
                  </a:lnTo>
                  <a:lnTo>
                    <a:pt x="299732" y="65226"/>
                  </a:lnTo>
                  <a:lnTo>
                    <a:pt x="296435" y="61072"/>
                  </a:lnTo>
                  <a:lnTo>
                    <a:pt x="293008" y="57024"/>
                  </a:lnTo>
                  <a:lnTo>
                    <a:pt x="289454" y="53087"/>
                  </a:lnTo>
                  <a:lnTo>
                    <a:pt x="285777" y="49265"/>
                  </a:lnTo>
                  <a:lnTo>
                    <a:pt x="281981" y="45561"/>
                  </a:lnTo>
                  <a:lnTo>
                    <a:pt x="278069" y="41979"/>
                  </a:lnTo>
                  <a:lnTo>
                    <a:pt x="167157" y="167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110911" cy="167167"/>
            </a:xfrm>
            <a:custGeom>
              <a:avLst/>
              <a:pathLst>
                <a:path w="110911" h="167167">
                  <a:moveTo>
                    <a:pt x="110911" y="42093"/>
                  </a:moveTo>
                  <a:lnTo>
                    <a:pt x="106727" y="38504"/>
                  </a:lnTo>
                  <a:lnTo>
                    <a:pt x="102427" y="35055"/>
                  </a:lnTo>
                  <a:lnTo>
                    <a:pt x="98016" y="31750"/>
                  </a:lnTo>
                  <a:lnTo>
                    <a:pt x="93498" y="28592"/>
                  </a:lnTo>
                  <a:lnTo>
                    <a:pt x="88879" y="25585"/>
                  </a:lnTo>
                  <a:lnTo>
                    <a:pt x="84162" y="22732"/>
                  </a:lnTo>
                  <a:lnTo>
                    <a:pt x="79355" y="20035"/>
                  </a:lnTo>
                  <a:lnTo>
                    <a:pt x="74461" y="17499"/>
                  </a:lnTo>
                  <a:lnTo>
                    <a:pt x="69486" y="15125"/>
                  </a:lnTo>
                  <a:lnTo>
                    <a:pt x="64435" y="12917"/>
                  </a:lnTo>
                  <a:lnTo>
                    <a:pt x="59315" y="10877"/>
                  </a:lnTo>
                  <a:lnTo>
                    <a:pt x="54130" y="9006"/>
                  </a:lnTo>
                  <a:lnTo>
                    <a:pt x="48886" y="7307"/>
                  </a:lnTo>
                  <a:lnTo>
                    <a:pt x="43589" y="5783"/>
                  </a:lnTo>
                  <a:lnTo>
                    <a:pt x="38244" y="4433"/>
                  </a:lnTo>
                  <a:lnTo>
                    <a:pt x="32858" y="3261"/>
                  </a:lnTo>
                  <a:lnTo>
                    <a:pt x="27437" y="2267"/>
                  </a:lnTo>
                  <a:lnTo>
                    <a:pt x="21985" y="1452"/>
                  </a:lnTo>
                  <a:lnTo>
                    <a:pt x="16510" y="817"/>
                  </a:lnTo>
                  <a:lnTo>
                    <a:pt x="11016" y="363"/>
                  </a:lnTo>
                  <a:lnTo>
                    <a:pt x="551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156" y="4213821"/>
              <a:ext cx="5131" cy="167167"/>
            </a:xfrm>
            <a:custGeom>
              <a:avLst/>
              <a:pathLst>
                <a:path w="5131" h="167167">
                  <a:moveTo>
                    <a:pt x="5131" y="0"/>
                  </a:moveTo>
                  <a:lnTo>
                    <a:pt x="0" y="78"/>
                  </a:lnTo>
                  <a:lnTo>
                    <a:pt x="513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14121" y="4213900"/>
              <a:ext cx="167166" cy="272144"/>
            </a:xfrm>
            <a:custGeom>
              <a:avLst/>
              <a:pathLst>
                <a:path w="167166" h="272144">
                  <a:moveTo>
                    <a:pt x="162034" y="0"/>
                  </a:moveTo>
                  <a:lnTo>
                    <a:pt x="156663" y="251"/>
                  </a:lnTo>
                  <a:lnTo>
                    <a:pt x="151302" y="675"/>
                  </a:lnTo>
                  <a:lnTo>
                    <a:pt x="145958" y="1271"/>
                  </a:lnTo>
                  <a:lnTo>
                    <a:pt x="140636" y="2039"/>
                  </a:lnTo>
                  <a:lnTo>
                    <a:pt x="135341" y="2978"/>
                  </a:lnTo>
                  <a:lnTo>
                    <a:pt x="130079" y="4087"/>
                  </a:lnTo>
                  <a:lnTo>
                    <a:pt x="124856" y="5364"/>
                  </a:lnTo>
                  <a:lnTo>
                    <a:pt x="119676" y="6808"/>
                  </a:lnTo>
                  <a:lnTo>
                    <a:pt x="114545" y="8419"/>
                  </a:lnTo>
                  <a:lnTo>
                    <a:pt x="109469" y="10193"/>
                  </a:lnTo>
                  <a:lnTo>
                    <a:pt x="104453" y="12130"/>
                  </a:lnTo>
                  <a:lnTo>
                    <a:pt x="99501" y="14227"/>
                  </a:lnTo>
                  <a:lnTo>
                    <a:pt x="94620" y="16483"/>
                  </a:lnTo>
                  <a:lnTo>
                    <a:pt x="89813" y="18894"/>
                  </a:lnTo>
                  <a:lnTo>
                    <a:pt x="85087" y="21458"/>
                  </a:lnTo>
                  <a:lnTo>
                    <a:pt x="80445" y="24174"/>
                  </a:lnTo>
                  <a:lnTo>
                    <a:pt x="75894" y="27037"/>
                  </a:lnTo>
                  <a:lnTo>
                    <a:pt x="71436" y="30045"/>
                  </a:lnTo>
                  <a:lnTo>
                    <a:pt x="67078" y="33195"/>
                  </a:lnTo>
                  <a:lnTo>
                    <a:pt x="62823" y="36483"/>
                  </a:lnTo>
                  <a:lnTo>
                    <a:pt x="58677" y="39907"/>
                  </a:lnTo>
                  <a:lnTo>
                    <a:pt x="54642" y="43462"/>
                  </a:lnTo>
                  <a:lnTo>
                    <a:pt x="50724" y="47145"/>
                  </a:lnTo>
                  <a:lnTo>
                    <a:pt x="46927" y="50952"/>
                  </a:lnTo>
                  <a:lnTo>
                    <a:pt x="43254" y="54880"/>
                  </a:lnTo>
                  <a:lnTo>
                    <a:pt x="39709" y="58923"/>
                  </a:lnTo>
                  <a:lnTo>
                    <a:pt x="36296" y="63078"/>
                  </a:lnTo>
                  <a:lnTo>
                    <a:pt x="33018" y="67341"/>
                  </a:lnTo>
                  <a:lnTo>
                    <a:pt x="29879" y="71708"/>
                  </a:lnTo>
                  <a:lnTo>
                    <a:pt x="26883" y="76173"/>
                  </a:lnTo>
                  <a:lnTo>
                    <a:pt x="24031" y="80732"/>
                  </a:lnTo>
                  <a:lnTo>
                    <a:pt x="21328" y="85380"/>
                  </a:lnTo>
                  <a:lnTo>
                    <a:pt x="18775" y="90113"/>
                  </a:lnTo>
                  <a:lnTo>
                    <a:pt x="16376" y="94925"/>
                  </a:lnTo>
                  <a:lnTo>
                    <a:pt x="14133" y="99813"/>
                  </a:lnTo>
                  <a:lnTo>
                    <a:pt x="12048" y="104770"/>
                  </a:lnTo>
                  <a:lnTo>
                    <a:pt x="10124" y="109791"/>
                  </a:lnTo>
                  <a:lnTo>
                    <a:pt x="8363" y="114872"/>
                  </a:lnTo>
                  <a:lnTo>
                    <a:pt x="6765" y="120006"/>
                  </a:lnTo>
                  <a:lnTo>
                    <a:pt x="5334" y="125190"/>
                  </a:lnTo>
                  <a:lnTo>
                    <a:pt x="4070" y="130416"/>
                  </a:lnTo>
                  <a:lnTo>
                    <a:pt x="2975" y="135681"/>
                  </a:lnTo>
                  <a:lnTo>
                    <a:pt x="2050" y="140978"/>
                  </a:lnTo>
                  <a:lnTo>
                    <a:pt x="1295" y="146302"/>
                  </a:lnTo>
                  <a:lnTo>
                    <a:pt x="713" y="151648"/>
                  </a:lnTo>
                  <a:lnTo>
                    <a:pt x="302" y="157010"/>
                  </a:lnTo>
                  <a:lnTo>
                    <a:pt x="64" y="162382"/>
                  </a:lnTo>
                  <a:lnTo>
                    <a:pt x="0" y="167759"/>
                  </a:lnTo>
                  <a:lnTo>
                    <a:pt x="108" y="173135"/>
                  </a:lnTo>
                  <a:lnTo>
                    <a:pt x="388" y="178505"/>
                  </a:lnTo>
                  <a:lnTo>
                    <a:pt x="842" y="183863"/>
                  </a:lnTo>
                  <a:lnTo>
                    <a:pt x="1468" y="189204"/>
                  </a:lnTo>
                  <a:lnTo>
                    <a:pt x="2265" y="194522"/>
                  </a:lnTo>
                  <a:lnTo>
                    <a:pt x="3232" y="199812"/>
                  </a:lnTo>
                  <a:lnTo>
                    <a:pt x="4370" y="205067"/>
                  </a:lnTo>
                  <a:lnTo>
                    <a:pt x="5675" y="210284"/>
                  </a:lnTo>
                  <a:lnTo>
                    <a:pt x="7148" y="215455"/>
                  </a:lnTo>
                  <a:lnTo>
                    <a:pt x="8787" y="220577"/>
                  </a:lnTo>
                  <a:lnTo>
                    <a:pt x="10589" y="225643"/>
                  </a:lnTo>
                  <a:lnTo>
                    <a:pt x="12553" y="230649"/>
                  </a:lnTo>
                  <a:lnTo>
                    <a:pt x="14678" y="235589"/>
                  </a:lnTo>
                  <a:lnTo>
                    <a:pt x="16960" y="240458"/>
                  </a:lnTo>
                  <a:lnTo>
                    <a:pt x="19397" y="245251"/>
                  </a:lnTo>
                  <a:lnTo>
                    <a:pt x="21988" y="249964"/>
                  </a:lnTo>
                  <a:lnTo>
                    <a:pt x="24728" y="254590"/>
                  </a:lnTo>
                  <a:lnTo>
                    <a:pt x="27616" y="259126"/>
                  </a:lnTo>
                  <a:lnTo>
                    <a:pt x="30649" y="263567"/>
                  </a:lnTo>
                  <a:lnTo>
                    <a:pt x="33823" y="267908"/>
                  </a:lnTo>
                  <a:lnTo>
                    <a:pt x="37134" y="272144"/>
                  </a:lnTo>
                  <a:lnTo>
                    <a:pt x="167166" y="167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51256" y="4213821"/>
              <a:ext cx="297180" cy="334334"/>
            </a:xfrm>
            <a:custGeom>
              <a:avLst/>
              <a:pathLst>
                <a:path w="297180" h="334334">
                  <a:moveTo>
                    <a:pt x="0" y="272223"/>
                  </a:moveTo>
                  <a:lnTo>
                    <a:pt x="3401" y="276299"/>
                  </a:lnTo>
                  <a:lnTo>
                    <a:pt x="6929" y="280264"/>
                  </a:lnTo>
                  <a:lnTo>
                    <a:pt x="10582" y="284115"/>
                  </a:lnTo>
                  <a:lnTo>
                    <a:pt x="14355" y="287849"/>
                  </a:lnTo>
                  <a:lnTo>
                    <a:pt x="18245" y="291461"/>
                  </a:lnTo>
                  <a:lnTo>
                    <a:pt x="22248" y="294947"/>
                  </a:lnTo>
                  <a:lnTo>
                    <a:pt x="26359" y="298305"/>
                  </a:lnTo>
                  <a:lnTo>
                    <a:pt x="30575" y="301530"/>
                  </a:lnTo>
                  <a:lnTo>
                    <a:pt x="34891" y="304620"/>
                  </a:lnTo>
                  <a:lnTo>
                    <a:pt x="39303" y="307571"/>
                  </a:lnTo>
                  <a:lnTo>
                    <a:pt x="43806" y="310381"/>
                  </a:lnTo>
                  <a:lnTo>
                    <a:pt x="48397" y="313046"/>
                  </a:lnTo>
                  <a:lnTo>
                    <a:pt x="53069" y="315565"/>
                  </a:lnTo>
                  <a:lnTo>
                    <a:pt x="57820" y="317933"/>
                  </a:lnTo>
                  <a:lnTo>
                    <a:pt x="62643" y="320150"/>
                  </a:lnTo>
                  <a:lnTo>
                    <a:pt x="67534" y="322212"/>
                  </a:lnTo>
                  <a:lnTo>
                    <a:pt x="72488" y="324118"/>
                  </a:lnTo>
                  <a:lnTo>
                    <a:pt x="77500" y="325866"/>
                  </a:lnTo>
                  <a:lnTo>
                    <a:pt x="82565" y="327454"/>
                  </a:lnTo>
                  <a:lnTo>
                    <a:pt x="87678" y="328880"/>
                  </a:lnTo>
                  <a:lnTo>
                    <a:pt x="92834" y="330143"/>
                  </a:lnTo>
                  <a:lnTo>
                    <a:pt x="98027" y="331242"/>
                  </a:lnTo>
                  <a:lnTo>
                    <a:pt x="103252" y="332176"/>
                  </a:lnTo>
                  <a:lnTo>
                    <a:pt x="108505" y="332943"/>
                  </a:lnTo>
                  <a:lnTo>
                    <a:pt x="113779" y="333542"/>
                  </a:lnTo>
                  <a:lnTo>
                    <a:pt x="119069" y="333975"/>
                  </a:lnTo>
                  <a:lnTo>
                    <a:pt x="124371" y="334239"/>
                  </a:lnTo>
                  <a:lnTo>
                    <a:pt x="129678" y="334334"/>
                  </a:lnTo>
                  <a:lnTo>
                    <a:pt x="134986" y="334261"/>
                  </a:lnTo>
                  <a:lnTo>
                    <a:pt x="140288" y="334019"/>
                  </a:lnTo>
                  <a:lnTo>
                    <a:pt x="145581" y="333610"/>
                  </a:lnTo>
                  <a:lnTo>
                    <a:pt x="150857" y="333032"/>
                  </a:lnTo>
                  <a:lnTo>
                    <a:pt x="156113" y="332287"/>
                  </a:lnTo>
                  <a:lnTo>
                    <a:pt x="161342" y="331376"/>
                  </a:lnTo>
                  <a:lnTo>
                    <a:pt x="166540" y="330299"/>
                  </a:lnTo>
                  <a:lnTo>
                    <a:pt x="171701" y="329058"/>
                  </a:lnTo>
                  <a:lnTo>
                    <a:pt x="176820" y="327653"/>
                  </a:lnTo>
                  <a:lnTo>
                    <a:pt x="181891" y="326087"/>
                  </a:lnTo>
                  <a:lnTo>
                    <a:pt x="186911" y="324360"/>
                  </a:lnTo>
                  <a:lnTo>
                    <a:pt x="191873" y="322475"/>
                  </a:lnTo>
                  <a:lnTo>
                    <a:pt x="196772" y="320433"/>
                  </a:lnTo>
                  <a:lnTo>
                    <a:pt x="201605" y="318237"/>
                  </a:lnTo>
                  <a:lnTo>
                    <a:pt x="206365" y="315888"/>
                  </a:lnTo>
                  <a:lnTo>
                    <a:pt x="211048" y="313390"/>
                  </a:lnTo>
                  <a:lnTo>
                    <a:pt x="215650" y="310744"/>
                  </a:lnTo>
                  <a:lnTo>
                    <a:pt x="220165" y="307953"/>
                  </a:lnTo>
                  <a:lnTo>
                    <a:pt x="224590" y="305020"/>
                  </a:lnTo>
                  <a:lnTo>
                    <a:pt x="228919" y="301949"/>
                  </a:lnTo>
                  <a:lnTo>
                    <a:pt x="233148" y="298741"/>
                  </a:lnTo>
                  <a:lnTo>
                    <a:pt x="237274" y="295401"/>
                  </a:lnTo>
                  <a:lnTo>
                    <a:pt x="241291" y="291931"/>
                  </a:lnTo>
                  <a:lnTo>
                    <a:pt x="245196" y="288336"/>
                  </a:lnTo>
                  <a:lnTo>
                    <a:pt x="248985" y="284618"/>
                  </a:lnTo>
                  <a:lnTo>
                    <a:pt x="252654" y="280783"/>
                  </a:lnTo>
                  <a:lnTo>
                    <a:pt x="256199" y="276832"/>
                  </a:lnTo>
                  <a:lnTo>
                    <a:pt x="259618" y="272771"/>
                  </a:lnTo>
                  <a:lnTo>
                    <a:pt x="262905" y="268604"/>
                  </a:lnTo>
                  <a:lnTo>
                    <a:pt x="266059" y="264334"/>
                  </a:lnTo>
                  <a:lnTo>
                    <a:pt x="269075" y="259966"/>
                  </a:lnTo>
                  <a:lnTo>
                    <a:pt x="271951" y="255505"/>
                  </a:lnTo>
                  <a:lnTo>
                    <a:pt x="274684" y="250954"/>
                  </a:lnTo>
                  <a:lnTo>
                    <a:pt x="277272" y="246319"/>
                  </a:lnTo>
                  <a:lnTo>
                    <a:pt x="279710" y="241605"/>
                  </a:lnTo>
                  <a:lnTo>
                    <a:pt x="281998" y="236815"/>
                  </a:lnTo>
                  <a:lnTo>
                    <a:pt x="284133" y="231955"/>
                  </a:lnTo>
                  <a:lnTo>
                    <a:pt x="286112" y="227030"/>
                  </a:lnTo>
                  <a:lnTo>
                    <a:pt x="287934" y="222044"/>
                  </a:lnTo>
                  <a:lnTo>
                    <a:pt x="289597" y="217003"/>
                  </a:lnTo>
                  <a:lnTo>
                    <a:pt x="291099" y="211912"/>
                  </a:lnTo>
                  <a:lnTo>
                    <a:pt x="292438" y="206776"/>
                  </a:lnTo>
                  <a:lnTo>
                    <a:pt x="293614" y="201599"/>
                  </a:lnTo>
                  <a:lnTo>
                    <a:pt x="294624" y="196388"/>
                  </a:lnTo>
                  <a:lnTo>
                    <a:pt x="295469" y="191148"/>
                  </a:lnTo>
                  <a:lnTo>
                    <a:pt x="296147" y="185883"/>
                  </a:lnTo>
                  <a:lnTo>
                    <a:pt x="296658" y="180600"/>
                  </a:lnTo>
                  <a:lnTo>
                    <a:pt x="297000" y="175303"/>
                  </a:lnTo>
                  <a:lnTo>
                    <a:pt x="297174" y="169997"/>
                  </a:lnTo>
                  <a:lnTo>
                    <a:pt x="297180" y="164689"/>
                  </a:lnTo>
                  <a:lnTo>
                    <a:pt x="297017" y="159384"/>
                  </a:lnTo>
                  <a:lnTo>
                    <a:pt x="296686" y="154086"/>
                  </a:lnTo>
                  <a:lnTo>
                    <a:pt x="296186" y="148801"/>
                  </a:lnTo>
                  <a:lnTo>
                    <a:pt x="295519" y="143535"/>
                  </a:lnTo>
                  <a:lnTo>
                    <a:pt x="294686" y="138293"/>
                  </a:lnTo>
                  <a:lnTo>
                    <a:pt x="293686" y="133080"/>
                  </a:lnTo>
                  <a:lnTo>
                    <a:pt x="292521" y="127901"/>
                  </a:lnTo>
                  <a:lnTo>
                    <a:pt x="291193" y="122762"/>
                  </a:lnTo>
                  <a:lnTo>
                    <a:pt x="289702" y="117668"/>
                  </a:lnTo>
                  <a:lnTo>
                    <a:pt x="288050" y="112623"/>
                  </a:lnTo>
                  <a:lnTo>
                    <a:pt x="286238" y="107634"/>
                  </a:lnTo>
                  <a:lnTo>
                    <a:pt x="284269" y="102704"/>
                  </a:lnTo>
                  <a:lnTo>
                    <a:pt x="282145" y="97840"/>
                  </a:lnTo>
                  <a:lnTo>
                    <a:pt x="279867" y="93045"/>
                  </a:lnTo>
                  <a:lnTo>
                    <a:pt x="277438" y="88325"/>
                  </a:lnTo>
                  <a:lnTo>
                    <a:pt x="274861" y="83685"/>
                  </a:lnTo>
                  <a:lnTo>
                    <a:pt x="272137" y="79129"/>
                  </a:lnTo>
                  <a:lnTo>
                    <a:pt x="269271" y="74662"/>
                  </a:lnTo>
                  <a:lnTo>
                    <a:pt x="266263" y="70287"/>
                  </a:lnTo>
                  <a:lnTo>
                    <a:pt x="263119" y="66011"/>
                  </a:lnTo>
                  <a:lnTo>
                    <a:pt x="259840" y="61837"/>
                  </a:lnTo>
                  <a:lnTo>
                    <a:pt x="256431" y="57768"/>
                  </a:lnTo>
                  <a:lnTo>
                    <a:pt x="252893" y="53810"/>
                  </a:lnTo>
                  <a:lnTo>
                    <a:pt x="249233" y="49967"/>
                  </a:lnTo>
                  <a:lnTo>
                    <a:pt x="245451" y="46241"/>
                  </a:lnTo>
                  <a:lnTo>
                    <a:pt x="241554" y="42638"/>
                  </a:lnTo>
                  <a:lnTo>
                    <a:pt x="237544" y="39160"/>
                  </a:lnTo>
                  <a:lnTo>
                    <a:pt x="233426" y="35811"/>
                  </a:lnTo>
                  <a:lnTo>
                    <a:pt x="229203" y="32594"/>
                  </a:lnTo>
                  <a:lnTo>
                    <a:pt x="224881" y="29513"/>
                  </a:lnTo>
                  <a:lnTo>
                    <a:pt x="220462" y="26571"/>
                  </a:lnTo>
                  <a:lnTo>
                    <a:pt x="215953" y="23771"/>
                  </a:lnTo>
                  <a:lnTo>
                    <a:pt x="211357" y="21116"/>
                  </a:lnTo>
                  <a:lnTo>
                    <a:pt x="206679" y="18607"/>
                  </a:lnTo>
                  <a:lnTo>
                    <a:pt x="201924" y="16248"/>
                  </a:lnTo>
                  <a:lnTo>
                    <a:pt x="197096" y="14042"/>
                  </a:lnTo>
                  <a:lnTo>
                    <a:pt x="192200" y="11990"/>
                  </a:lnTo>
                  <a:lnTo>
                    <a:pt x="187242" y="10094"/>
                  </a:lnTo>
                  <a:lnTo>
                    <a:pt x="182226" y="8357"/>
                  </a:lnTo>
                  <a:lnTo>
                    <a:pt x="177158" y="6780"/>
                  </a:lnTo>
                  <a:lnTo>
                    <a:pt x="172042" y="5365"/>
                  </a:lnTo>
                  <a:lnTo>
                    <a:pt x="166884" y="4112"/>
                  </a:lnTo>
                  <a:lnTo>
                    <a:pt x="161688" y="3024"/>
                  </a:lnTo>
                  <a:lnTo>
                    <a:pt x="156461" y="2102"/>
                  </a:lnTo>
                  <a:lnTo>
                    <a:pt x="151207" y="1346"/>
                  </a:lnTo>
                  <a:lnTo>
                    <a:pt x="145932" y="757"/>
                  </a:lnTo>
                  <a:lnTo>
                    <a:pt x="140640" y="337"/>
                  </a:lnTo>
                  <a:lnTo>
                    <a:pt x="135338" y="84"/>
                  </a:lnTo>
                  <a:lnTo>
                    <a:pt x="130031" y="0"/>
                  </a:lnTo>
                  <a:lnTo>
                    <a:pt x="13003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2984" y="4659281"/>
              <a:ext cx="3540" cy="167167"/>
            </a:xfrm>
            <a:custGeom>
              <a:avLst/>
              <a:pathLst>
                <a:path w="3540" h="167167">
                  <a:moveTo>
                    <a:pt x="3540" y="0"/>
                  </a:moveTo>
                  <a:lnTo>
                    <a:pt x="0" y="37"/>
                  </a:lnTo>
                  <a:lnTo>
                    <a:pt x="354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2984" y="4659319"/>
              <a:ext cx="3540" cy="167129"/>
            </a:xfrm>
            <a:custGeom>
              <a:avLst/>
              <a:pathLst>
                <a:path w="3540" h="167129">
                  <a:moveTo>
                    <a:pt x="0" y="0"/>
                  </a:moveTo>
                  <a:lnTo>
                    <a:pt x="3540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2984" y="4659319"/>
              <a:ext cx="3540" cy="167129"/>
            </a:xfrm>
            <a:custGeom>
              <a:avLst/>
              <a:pathLst>
                <a:path w="3540" h="167129">
                  <a:moveTo>
                    <a:pt x="0" y="0"/>
                  </a:moveTo>
                  <a:lnTo>
                    <a:pt x="3540" y="1671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2984" y="4659319"/>
              <a:ext cx="3540" cy="167129"/>
            </a:xfrm>
            <a:custGeom>
              <a:avLst/>
              <a:pathLst>
                <a:path w="3540" h="167129">
                  <a:moveTo>
                    <a:pt x="0" y="0"/>
                  </a:moveTo>
                  <a:lnTo>
                    <a:pt x="3540" y="1671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2984" y="4659319"/>
              <a:ext cx="3540" cy="167129"/>
            </a:xfrm>
            <a:custGeom>
              <a:avLst/>
              <a:pathLst>
                <a:path w="3540" h="167129">
                  <a:moveTo>
                    <a:pt x="0" y="0"/>
                  </a:moveTo>
                  <a:lnTo>
                    <a:pt x="3540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2984" y="4659319"/>
              <a:ext cx="3540" cy="167129"/>
            </a:xfrm>
            <a:custGeom>
              <a:avLst/>
              <a:pathLst>
                <a:path w="3540" h="167129">
                  <a:moveTo>
                    <a:pt x="0" y="0"/>
                  </a:moveTo>
                  <a:lnTo>
                    <a:pt x="3540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2984" y="4659319"/>
              <a:ext cx="3540" cy="167129"/>
            </a:xfrm>
            <a:custGeom>
              <a:avLst/>
              <a:pathLst>
                <a:path w="3540" h="167129">
                  <a:moveTo>
                    <a:pt x="0" y="0"/>
                  </a:moveTo>
                  <a:lnTo>
                    <a:pt x="3540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2984" y="4659319"/>
              <a:ext cx="3540" cy="167129"/>
            </a:xfrm>
            <a:custGeom>
              <a:avLst/>
              <a:pathLst>
                <a:path w="3540" h="167129">
                  <a:moveTo>
                    <a:pt x="0" y="0"/>
                  </a:moveTo>
                  <a:lnTo>
                    <a:pt x="3540" y="1671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2984" y="4659319"/>
              <a:ext cx="3540" cy="167129"/>
            </a:xfrm>
            <a:custGeom>
              <a:avLst/>
              <a:pathLst>
                <a:path w="3540" h="167129">
                  <a:moveTo>
                    <a:pt x="0" y="0"/>
                  </a:moveTo>
                  <a:lnTo>
                    <a:pt x="3540" y="1671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2984" y="4659319"/>
              <a:ext cx="3540" cy="167129"/>
            </a:xfrm>
            <a:custGeom>
              <a:avLst/>
              <a:pathLst>
                <a:path w="3540" h="167129">
                  <a:moveTo>
                    <a:pt x="0" y="0"/>
                  </a:moveTo>
                  <a:lnTo>
                    <a:pt x="3540" y="1671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589" y="4659319"/>
              <a:ext cx="166935" cy="167129"/>
            </a:xfrm>
            <a:custGeom>
              <a:avLst/>
              <a:pathLst>
                <a:path w="166935" h="167129">
                  <a:moveTo>
                    <a:pt x="163394" y="0"/>
                  </a:moveTo>
                  <a:lnTo>
                    <a:pt x="157958" y="203"/>
                  </a:lnTo>
                  <a:lnTo>
                    <a:pt x="152532" y="584"/>
                  </a:lnTo>
                  <a:lnTo>
                    <a:pt x="147121" y="1140"/>
                  </a:lnTo>
                  <a:lnTo>
                    <a:pt x="141730" y="1873"/>
                  </a:lnTo>
                  <a:lnTo>
                    <a:pt x="136367" y="2781"/>
                  </a:lnTo>
                  <a:lnTo>
                    <a:pt x="131036" y="3862"/>
                  </a:lnTo>
                  <a:lnTo>
                    <a:pt x="125742" y="5117"/>
                  </a:lnTo>
                  <a:lnTo>
                    <a:pt x="120493" y="6543"/>
                  </a:lnTo>
                  <a:lnTo>
                    <a:pt x="115292" y="8139"/>
                  </a:lnTo>
                  <a:lnTo>
                    <a:pt x="110147" y="9903"/>
                  </a:lnTo>
                  <a:lnTo>
                    <a:pt x="105061" y="11834"/>
                  </a:lnTo>
                  <a:lnTo>
                    <a:pt x="100041" y="13930"/>
                  </a:lnTo>
                  <a:lnTo>
                    <a:pt x="95092" y="16188"/>
                  </a:lnTo>
                  <a:lnTo>
                    <a:pt x="90219" y="18605"/>
                  </a:lnTo>
                  <a:lnTo>
                    <a:pt x="85427" y="21180"/>
                  </a:lnTo>
                  <a:lnTo>
                    <a:pt x="80721" y="23909"/>
                  </a:lnTo>
                  <a:lnTo>
                    <a:pt x="76107" y="26790"/>
                  </a:lnTo>
                  <a:lnTo>
                    <a:pt x="71589" y="29820"/>
                  </a:lnTo>
                  <a:lnTo>
                    <a:pt x="67172" y="32995"/>
                  </a:lnTo>
                  <a:lnTo>
                    <a:pt x="62860" y="36312"/>
                  </a:lnTo>
                  <a:lnTo>
                    <a:pt x="58659" y="39767"/>
                  </a:lnTo>
                  <a:lnTo>
                    <a:pt x="54572" y="43358"/>
                  </a:lnTo>
                  <a:lnTo>
                    <a:pt x="50604" y="47079"/>
                  </a:lnTo>
                  <a:lnTo>
                    <a:pt x="46760" y="50928"/>
                  </a:lnTo>
                  <a:lnTo>
                    <a:pt x="43043" y="54899"/>
                  </a:lnTo>
                  <a:lnTo>
                    <a:pt x="39457" y="58990"/>
                  </a:lnTo>
                  <a:lnTo>
                    <a:pt x="36006" y="63195"/>
                  </a:lnTo>
                  <a:lnTo>
                    <a:pt x="32693" y="67510"/>
                  </a:lnTo>
                  <a:lnTo>
                    <a:pt x="29523" y="71930"/>
                  </a:lnTo>
                  <a:lnTo>
                    <a:pt x="26498" y="76452"/>
                  </a:lnTo>
                  <a:lnTo>
                    <a:pt x="23622" y="81069"/>
                  </a:lnTo>
                  <a:lnTo>
                    <a:pt x="20898" y="85778"/>
                  </a:lnTo>
                  <a:lnTo>
                    <a:pt x="18328" y="90572"/>
                  </a:lnTo>
                  <a:lnTo>
                    <a:pt x="15916" y="95448"/>
                  </a:lnTo>
                  <a:lnTo>
                    <a:pt x="13664" y="100400"/>
                  </a:lnTo>
                  <a:lnTo>
                    <a:pt x="11574" y="105422"/>
                  </a:lnTo>
                  <a:lnTo>
                    <a:pt x="9648" y="110510"/>
                  </a:lnTo>
                  <a:lnTo>
                    <a:pt x="7889" y="115657"/>
                  </a:lnTo>
                  <a:lnTo>
                    <a:pt x="6299" y="120859"/>
                  </a:lnTo>
                  <a:lnTo>
                    <a:pt x="4878" y="126111"/>
                  </a:lnTo>
                  <a:lnTo>
                    <a:pt x="3630" y="131405"/>
                  </a:lnTo>
                  <a:lnTo>
                    <a:pt x="2554" y="136738"/>
                  </a:lnTo>
                  <a:lnTo>
                    <a:pt x="1652" y="142102"/>
                  </a:lnTo>
                  <a:lnTo>
                    <a:pt x="925" y="147493"/>
                  </a:lnTo>
                  <a:lnTo>
                    <a:pt x="374" y="152905"/>
                  </a:lnTo>
                  <a:lnTo>
                    <a:pt x="0" y="158332"/>
                  </a:lnTo>
                  <a:lnTo>
                    <a:pt x="166935" y="167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19367" y="4659281"/>
              <a:ext cx="334308" cy="334333"/>
            </a:xfrm>
            <a:custGeom>
              <a:avLst/>
              <a:pathLst>
                <a:path w="334308" h="334333">
                  <a:moveTo>
                    <a:pt x="221" y="158369"/>
                  </a:moveTo>
                  <a:lnTo>
                    <a:pt x="26" y="163676"/>
                  </a:lnTo>
                  <a:lnTo>
                    <a:pt x="0" y="168986"/>
                  </a:lnTo>
                  <a:lnTo>
                    <a:pt x="142" y="174294"/>
                  </a:lnTo>
                  <a:lnTo>
                    <a:pt x="452" y="179595"/>
                  </a:lnTo>
                  <a:lnTo>
                    <a:pt x="931" y="184884"/>
                  </a:lnTo>
                  <a:lnTo>
                    <a:pt x="1578" y="190155"/>
                  </a:lnTo>
                  <a:lnTo>
                    <a:pt x="2391" y="195402"/>
                  </a:lnTo>
                  <a:lnTo>
                    <a:pt x="3371" y="200621"/>
                  </a:lnTo>
                  <a:lnTo>
                    <a:pt x="4516" y="205806"/>
                  </a:lnTo>
                  <a:lnTo>
                    <a:pt x="5826" y="210953"/>
                  </a:lnTo>
                  <a:lnTo>
                    <a:pt x="7298" y="216055"/>
                  </a:lnTo>
                  <a:lnTo>
                    <a:pt x="8931" y="221107"/>
                  </a:lnTo>
                  <a:lnTo>
                    <a:pt x="10724" y="226106"/>
                  </a:lnTo>
                  <a:lnTo>
                    <a:pt x="12675" y="231044"/>
                  </a:lnTo>
                  <a:lnTo>
                    <a:pt x="14782" y="235919"/>
                  </a:lnTo>
                  <a:lnTo>
                    <a:pt x="17043" y="240724"/>
                  </a:lnTo>
                  <a:lnTo>
                    <a:pt x="19455" y="245454"/>
                  </a:lnTo>
                  <a:lnTo>
                    <a:pt x="22016" y="250106"/>
                  </a:lnTo>
                  <a:lnTo>
                    <a:pt x="24723" y="254674"/>
                  </a:lnTo>
                  <a:lnTo>
                    <a:pt x="27574" y="259154"/>
                  </a:lnTo>
                  <a:lnTo>
                    <a:pt x="30566" y="263541"/>
                  </a:lnTo>
                  <a:lnTo>
                    <a:pt x="33696" y="267831"/>
                  </a:lnTo>
                  <a:lnTo>
                    <a:pt x="36961" y="272019"/>
                  </a:lnTo>
                  <a:lnTo>
                    <a:pt x="40357" y="276101"/>
                  </a:lnTo>
                  <a:lnTo>
                    <a:pt x="43881" y="280074"/>
                  </a:lnTo>
                  <a:lnTo>
                    <a:pt x="47529" y="283932"/>
                  </a:lnTo>
                  <a:lnTo>
                    <a:pt x="51298" y="287673"/>
                  </a:lnTo>
                  <a:lnTo>
                    <a:pt x="55184" y="291292"/>
                  </a:lnTo>
                  <a:lnTo>
                    <a:pt x="59183" y="294786"/>
                  </a:lnTo>
                  <a:lnTo>
                    <a:pt x="63291" y="298151"/>
                  </a:lnTo>
                  <a:lnTo>
                    <a:pt x="67503" y="301384"/>
                  </a:lnTo>
                  <a:lnTo>
                    <a:pt x="71817" y="304481"/>
                  </a:lnTo>
                  <a:lnTo>
                    <a:pt x="76226" y="307440"/>
                  </a:lnTo>
                  <a:lnTo>
                    <a:pt x="80727" y="310257"/>
                  </a:lnTo>
                  <a:lnTo>
                    <a:pt x="85316" y="312930"/>
                  </a:lnTo>
                  <a:lnTo>
                    <a:pt x="89987" y="315456"/>
                  </a:lnTo>
                  <a:lnTo>
                    <a:pt x="94735" y="317832"/>
                  </a:lnTo>
                  <a:lnTo>
                    <a:pt x="99557" y="320057"/>
                  </a:lnTo>
                  <a:lnTo>
                    <a:pt x="104447" y="322126"/>
                  </a:lnTo>
                  <a:lnTo>
                    <a:pt x="109401" y="324040"/>
                  </a:lnTo>
                  <a:lnTo>
                    <a:pt x="114413" y="325795"/>
                  </a:lnTo>
                  <a:lnTo>
                    <a:pt x="119477" y="327391"/>
                  </a:lnTo>
                  <a:lnTo>
                    <a:pt x="124590" y="328824"/>
                  </a:lnTo>
                  <a:lnTo>
                    <a:pt x="129746" y="330095"/>
                  </a:lnTo>
                  <a:lnTo>
                    <a:pt x="134940" y="331201"/>
                  </a:lnTo>
                  <a:lnTo>
                    <a:pt x="140166" y="332141"/>
                  </a:lnTo>
                  <a:lnTo>
                    <a:pt x="145420" y="332915"/>
                  </a:lnTo>
                  <a:lnTo>
                    <a:pt x="150695" y="333522"/>
                  </a:lnTo>
                  <a:lnTo>
                    <a:pt x="155987" y="333961"/>
                  </a:lnTo>
                  <a:lnTo>
                    <a:pt x="161291" y="334231"/>
                  </a:lnTo>
                  <a:lnTo>
                    <a:pt x="166600" y="334333"/>
                  </a:lnTo>
                  <a:lnTo>
                    <a:pt x="171909" y="334267"/>
                  </a:lnTo>
                  <a:lnTo>
                    <a:pt x="177214" y="334032"/>
                  </a:lnTo>
                  <a:lnTo>
                    <a:pt x="182509" y="333628"/>
                  </a:lnTo>
                  <a:lnTo>
                    <a:pt x="187789" y="333056"/>
                  </a:lnTo>
                  <a:lnTo>
                    <a:pt x="193047" y="332317"/>
                  </a:lnTo>
                  <a:lnTo>
                    <a:pt x="198279" y="331412"/>
                  </a:lnTo>
                  <a:lnTo>
                    <a:pt x="203480" y="330340"/>
                  </a:lnTo>
                  <a:lnTo>
                    <a:pt x="208645" y="329104"/>
                  </a:lnTo>
                  <a:lnTo>
                    <a:pt x="213767" y="327705"/>
                  </a:lnTo>
                  <a:lnTo>
                    <a:pt x="218843" y="326144"/>
                  </a:lnTo>
                  <a:lnTo>
                    <a:pt x="223866" y="324422"/>
                  </a:lnTo>
                  <a:lnTo>
                    <a:pt x="228832" y="322541"/>
                  </a:lnTo>
                  <a:lnTo>
                    <a:pt x="233736" y="320504"/>
                  </a:lnTo>
                  <a:lnTo>
                    <a:pt x="238572" y="318312"/>
                  </a:lnTo>
                  <a:lnTo>
                    <a:pt x="243337" y="315967"/>
                  </a:lnTo>
                  <a:lnTo>
                    <a:pt x="248025" y="313473"/>
                  </a:lnTo>
                  <a:lnTo>
                    <a:pt x="252631" y="310830"/>
                  </a:lnTo>
                  <a:lnTo>
                    <a:pt x="257151" y="308043"/>
                  </a:lnTo>
                  <a:lnTo>
                    <a:pt x="261580" y="305114"/>
                  </a:lnTo>
                  <a:lnTo>
                    <a:pt x="265913" y="302045"/>
                  </a:lnTo>
                  <a:lnTo>
                    <a:pt x="270148" y="298840"/>
                  </a:lnTo>
                  <a:lnTo>
                    <a:pt x="274278" y="295503"/>
                  </a:lnTo>
                  <a:lnTo>
                    <a:pt x="278300" y="292036"/>
                  </a:lnTo>
                  <a:lnTo>
                    <a:pt x="282210" y="288443"/>
                  </a:lnTo>
                  <a:lnTo>
                    <a:pt x="286004" y="284727"/>
                  </a:lnTo>
                  <a:lnTo>
                    <a:pt x="289678" y="280893"/>
                  </a:lnTo>
                  <a:lnTo>
                    <a:pt x="293228" y="276944"/>
                  </a:lnTo>
                  <a:lnTo>
                    <a:pt x="296651" y="272885"/>
                  </a:lnTo>
                  <a:lnTo>
                    <a:pt x="299943" y="268718"/>
                  </a:lnTo>
                  <a:lnTo>
                    <a:pt x="303102" y="264450"/>
                  </a:lnTo>
                  <a:lnTo>
                    <a:pt x="306123" y="260083"/>
                  </a:lnTo>
                  <a:lnTo>
                    <a:pt x="309004" y="255622"/>
                  </a:lnTo>
                  <a:lnTo>
                    <a:pt x="311742" y="251072"/>
                  </a:lnTo>
                  <a:lnTo>
                    <a:pt x="314334" y="246438"/>
                  </a:lnTo>
                  <a:lnTo>
                    <a:pt x="316778" y="241723"/>
                  </a:lnTo>
                  <a:lnTo>
                    <a:pt x="319070" y="236933"/>
                  </a:lnTo>
                  <a:lnTo>
                    <a:pt x="321209" y="232073"/>
                  </a:lnTo>
                  <a:lnTo>
                    <a:pt x="323193" y="227147"/>
                  </a:lnTo>
                  <a:lnTo>
                    <a:pt x="325020" y="222161"/>
                  </a:lnTo>
                  <a:lnTo>
                    <a:pt x="326687" y="217119"/>
                  </a:lnTo>
                  <a:lnTo>
                    <a:pt x="328193" y="212027"/>
                  </a:lnTo>
                  <a:lnTo>
                    <a:pt x="329536" y="206890"/>
                  </a:lnTo>
                  <a:lnTo>
                    <a:pt x="330716" y="201712"/>
                  </a:lnTo>
                  <a:lnTo>
                    <a:pt x="331731" y="196500"/>
                  </a:lnTo>
                  <a:lnTo>
                    <a:pt x="332579" y="191258"/>
                  </a:lnTo>
                  <a:lnTo>
                    <a:pt x="333261" y="185992"/>
                  </a:lnTo>
                  <a:lnTo>
                    <a:pt x="333775" y="180707"/>
                  </a:lnTo>
                  <a:lnTo>
                    <a:pt x="334121" y="175408"/>
                  </a:lnTo>
                  <a:lnTo>
                    <a:pt x="334299" y="170101"/>
                  </a:lnTo>
                  <a:lnTo>
                    <a:pt x="334308" y="164790"/>
                  </a:lnTo>
                  <a:lnTo>
                    <a:pt x="334148" y="159483"/>
                  </a:lnTo>
                  <a:lnTo>
                    <a:pt x="333819" y="154183"/>
                  </a:lnTo>
                  <a:lnTo>
                    <a:pt x="333323" y="148896"/>
                  </a:lnTo>
                  <a:lnTo>
                    <a:pt x="332659" y="143627"/>
                  </a:lnTo>
                  <a:lnTo>
                    <a:pt x="331828" y="138383"/>
                  </a:lnTo>
                  <a:lnTo>
                    <a:pt x="330830" y="133167"/>
                  </a:lnTo>
                  <a:lnTo>
                    <a:pt x="329668" y="127986"/>
                  </a:lnTo>
                  <a:lnTo>
                    <a:pt x="328341" y="122844"/>
                  </a:lnTo>
                  <a:lnTo>
                    <a:pt x="326852" y="117747"/>
                  </a:lnTo>
                  <a:lnTo>
                    <a:pt x="325202" y="112699"/>
                  </a:lnTo>
                  <a:lnTo>
                    <a:pt x="323392" y="107707"/>
                  </a:lnTo>
                  <a:lnTo>
                    <a:pt x="321425" y="102775"/>
                  </a:lnTo>
                  <a:lnTo>
                    <a:pt x="319302" y="97907"/>
                  </a:lnTo>
                  <a:lnTo>
                    <a:pt x="317025" y="93110"/>
                  </a:lnTo>
                  <a:lnTo>
                    <a:pt x="314598" y="88387"/>
                  </a:lnTo>
                  <a:lnTo>
                    <a:pt x="312021" y="83744"/>
                  </a:lnTo>
                  <a:lnTo>
                    <a:pt x="309298" y="79185"/>
                  </a:lnTo>
                  <a:lnTo>
                    <a:pt x="306432" y="74715"/>
                  </a:lnTo>
                  <a:lnTo>
                    <a:pt x="303426" y="70338"/>
                  </a:lnTo>
                  <a:lnTo>
                    <a:pt x="300281" y="66059"/>
                  </a:lnTo>
                  <a:lnTo>
                    <a:pt x="297003" y="61881"/>
                  </a:lnTo>
                  <a:lnTo>
                    <a:pt x="293593" y="57810"/>
                  </a:lnTo>
                  <a:lnTo>
                    <a:pt x="290056" y="53850"/>
                  </a:lnTo>
                  <a:lnTo>
                    <a:pt x="286395" y="50004"/>
                  </a:lnTo>
                  <a:lnTo>
                    <a:pt x="282614" y="46275"/>
                  </a:lnTo>
                  <a:lnTo>
                    <a:pt x="278716" y="42669"/>
                  </a:lnTo>
                  <a:lnTo>
                    <a:pt x="274705" y="39189"/>
                  </a:lnTo>
                  <a:lnTo>
                    <a:pt x="270586" y="35838"/>
                  </a:lnTo>
                  <a:lnTo>
                    <a:pt x="266363" y="32619"/>
                  </a:lnTo>
                  <a:lnTo>
                    <a:pt x="262039" y="29536"/>
                  </a:lnTo>
                  <a:lnTo>
                    <a:pt x="257620" y="26592"/>
                  </a:lnTo>
                  <a:lnTo>
                    <a:pt x="253109" y="23789"/>
                  </a:lnTo>
                  <a:lnTo>
                    <a:pt x="248512" y="21132"/>
                  </a:lnTo>
                  <a:lnTo>
                    <a:pt x="243833" y="18621"/>
                  </a:lnTo>
                  <a:lnTo>
                    <a:pt x="239076" y="16261"/>
                  </a:lnTo>
                  <a:lnTo>
                    <a:pt x="234247" y="14053"/>
                  </a:lnTo>
                  <a:lnTo>
                    <a:pt x="229350" y="11999"/>
                  </a:lnTo>
                  <a:lnTo>
                    <a:pt x="224390" y="10102"/>
                  </a:lnTo>
                  <a:lnTo>
                    <a:pt x="219372" y="8364"/>
                  </a:lnTo>
                  <a:lnTo>
                    <a:pt x="214302" y="6785"/>
                  </a:lnTo>
                  <a:lnTo>
                    <a:pt x="209184" y="5369"/>
                  </a:lnTo>
                  <a:lnTo>
                    <a:pt x="204024" y="4116"/>
                  </a:lnTo>
                  <a:lnTo>
                    <a:pt x="198827" y="3027"/>
                  </a:lnTo>
                  <a:lnTo>
                    <a:pt x="193598" y="2104"/>
                  </a:lnTo>
                  <a:lnTo>
                    <a:pt x="188342" y="1347"/>
                  </a:lnTo>
                  <a:lnTo>
                    <a:pt x="183064" y="758"/>
                  </a:lnTo>
                  <a:lnTo>
                    <a:pt x="177771" y="337"/>
                  </a:lnTo>
                  <a:lnTo>
                    <a:pt x="172467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669" y="5018213"/>
              <a:ext cx="51" cy="167167"/>
            </a:xfrm>
            <a:custGeom>
              <a:avLst/>
              <a:pathLst>
                <a:path w="51" h="167167">
                  <a:moveTo>
                    <a:pt x="0" y="0"/>
                  </a:moveTo>
                  <a:lnTo>
                    <a:pt x="5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321571" y="5018213"/>
              <a:ext cx="334305" cy="334334"/>
            </a:xfrm>
            <a:custGeom>
              <a:avLst/>
              <a:pathLst>
                <a:path w="334305" h="334334">
                  <a:moveTo>
                    <a:pt x="167098" y="0"/>
                  </a:moveTo>
                  <a:lnTo>
                    <a:pt x="161799" y="85"/>
                  </a:lnTo>
                  <a:lnTo>
                    <a:pt x="156506" y="339"/>
                  </a:lnTo>
                  <a:lnTo>
                    <a:pt x="151223" y="760"/>
                  </a:lnTo>
                  <a:lnTo>
                    <a:pt x="145956" y="1348"/>
                  </a:lnTo>
                  <a:lnTo>
                    <a:pt x="140711" y="2103"/>
                  </a:lnTo>
                  <a:lnTo>
                    <a:pt x="135492" y="3024"/>
                  </a:lnTo>
                  <a:lnTo>
                    <a:pt x="130305" y="4110"/>
                  </a:lnTo>
                  <a:lnTo>
                    <a:pt x="125155" y="5360"/>
                  </a:lnTo>
                  <a:lnTo>
                    <a:pt x="120047" y="6772"/>
                  </a:lnTo>
                  <a:lnTo>
                    <a:pt x="114987" y="8346"/>
                  </a:lnTo>
                  <a:lnTo>
                    <a:pt x="109979" y="10079"/>
                  </a:lnTo>
                  <a:lnTo>
                    <a:pt x="105029" y="11970"/>
                  </a:lnTo>
                  <a:lnTo>
                    <a:pt x="100140" y="14017"/>
                  </a:lnTo>
                  <a:lnTo>
                    <a:pt x="95320" y="16218"/>
                  </a:lnTo>
                  <a:lnTo>
                    <a:pt x="90571" y="18571"/>
                  </a:lnTo>
                  <a:lnTo>
                    <a:pt x="85899" y="21073"/>
                  </a:lnTo>
                  <a:lnTo>
                    <a:pt x="81309" y="23722"/>
                  </a:lnTo>
                  <a:lnTo>
                    <a:pt x="76806" y="26515"/>
                  </a:lnTo>
                  <a:lnTo>
                    <a:pt x="72393" y="29449"/>
                  </a:lnTo>
                  <a:lnTo>
                    <a:pt x="68075" y="32522"/>
                  </a:lnTo>
                  <a:lnTo>
                    <a:pt x="63857" y="35730"/>
                  </a:lnTo>
                  <a:lnTo>
                    <a:pt x="59743" y="39070"/>
                  </a:lnTo>
                  <a:lnTo>
                    <a:pt x="55736" y="42539"/>
                  </a:lnTo>
                  <a:lnTo>
                    <a:pt x="51842" y="46133"/>
                  </a:lnTo>
                  <a:lnTo>
                    <a:pt x="48063" y="49849"/>
                  </a:lnTo>
                  <a:lnTo>
                    <a:pt x="44405" y="53682"/>
                  </a:lnTo>
                  <a:lnTo>
                    <a:pt x="40869" y="57630"/>
                  </a:lnTo>
                  <a:lnTo>
                    <a:pt x="37461" y="61688"/>
                  </a:lnTo>
                  <a:lnTo>
                    <a:pt x="34182" y="65852"/>
                  </a:lnTo>
                  <a:lnTo>
                    <a:pt x="31038" y="70117"/>
                  </a:lnTo>
                  <a:lnTo>
                    <a:pt x="28030" y="74480"/>
                  </a:lnTo>
                  <a:lnTo>
                    <a:pt x="25162" y="78937"/>
                  </a:lnTo>
                  <a:lnTo>
                    <a:pt x="22437" y="83481"/>
                  </a:lnTo>
                  <a:lnTo>
                    <a:pt x="19857" y="88111"/>
                  </a:lnTo>
                  <a:lnTo>
                    <a:pt x="17425" y="92819"/>
                  </a:lnTo>
                  <a:lnTo>
                    <a:pt x="15143" y="97602"/>
                  </a:lnTo>
                  <a:lnTo>
                    <a:pt x="13015" y="102455"/>
                  </a:lnTo>
                  <a:lnTo>
                    <a:pt x="11041" y="107374"/>
                  </a:lnTo>
                  <a:lnTo>
                    <a:pt x="9224" y="112352"/>
                  </a:lnTo>
                  <a:lnTo>
                    <a:pt x="7566" y="117385"/>
                  </a:lnTo>
                  <a:lnTo>
                    <a:pt x="6068" y="122469"/>
                  </a:lnTo>
                  <a:lnTo>
                    <a:pt x="4732" y="127597"/>
                  </a:lnTo>
                  <a:lnTo>
                    <a:pt x="3560" y="132765"/>
                  </a:lnTo>
                  <a:lnTo>
                    <a:pt x="2551" y="137968"/>
                  </a:lnTo>
                  <a:lnTo>
                    <a:pt x="1709" y="143199"/>
                  </a:lnTo>
                  <a:lnTo>
                    <a:pt x="1032" y="148456"/>
                  </a:lnTo>
                  <a:lnTo>
                    <a:pt x="522" y="153730"/>
                  </a:lnTo>
                  <a:lnTo>
                    <a:pt x="180" y="159019"/>
                  </a:lnTo>
                  <a:lnTo>
                    <a:pt x="6" y="164315"/>
                  </a:lnTo>
                  <a:lnTo>
                    <a:pt x="0" y="169615"/>
                  </a:lnTo>
                  <a:lnTo>
                    <a:pt x="161" y="174912"/>
                  </a:lnTo>
                  <a:lnTo>
                    <a:pt x="490" y="180201"/>
                  </a:lnTo>
                  <a:lnTo>
                    <a:pt x="987" y="185477"/>
                  </a:lnTo>
                  <a:lnTo>
                    <a:pt x="1651" y="190735"/>
                  </a:lnTo>
                  <a:lnTo>
                    <a:pt x="2481" y="195969"/>
                  </a:lnTo>
                  <a:lnTo>
                    <a:pt x="3477" y="201174"/>
                  </a:lnTo>
                  <a:lnTo>
                    <a:pt x="4637" y="206345"/>
                  </a:lnTo>
                  <a:lnTo>
                    <a:pt x="5961" y="211476"/>
                  </a:lnTo>
                  <a:lnTo>
                    <a:pt x="7446" y="216563"/>
                  </a:lnTo>
                  <a:lnTo>
                    <a:pt x="9092" y="221600"/>
                  </a:lnTo>
                  <a:lnTo>
                    <a:pt x="10897" y="226583"/>
                  </a:lnTo>
                  <a:lnTo>
                    <a:pt x="12859" y="231506"/>
                  </a:lnTo>
                  <a:lnTo>
                    <a:pt x="14976" y="236364"/>
                  </a:lnTo>
                  <a:lnTo>
                    <a:pt x="17246" y="241153"/>
                  </a:lnTo>
                  <a:lnTo>
                    <a:pt x="19666" y="245867"/>
                  </a:lnTo>
                  <a:lnTo>
                    <a:pt x="22235" y="250503"/>
                  </a:lnTo>
                  <a:lnTo>
                    <a:pt x="24949" y="255054"/>
                  </a:lnTo>
                  <a:lnTo>
                    <a:pt x="27806" y="259517"/>
                  </a:lnTo>
                  <a:lnTo>
                    <a:pt x="30804" y="263888"/>
                  </a:lnTo>
                  <a:lnTo>
                    <a:pt x="33938" y="268161"/>
                  </a:lnTo>
                  <a:lnTo>
                    <a:pt x="37206" y="272333"/>
                  </a:lnTo>
                  <a:lnTo>
                    <a:pt x="40605" y="276399"/>
                  </a:lnTo>
                  <a:lnTo>
                    <a:pt x="44131" y="280355"/>
                  </a:lnTo>
                  <a:lnTo>
                    <a:pt x="47780" y="284197"/>
                  </a:lnTo>
                  <a:lnTo>
                    <a:pt x="51550" y="287922"/>
                  </a:lnTo>
                  <a:lnTo>
                    <a:pt x="55436" y="291526"/>
                  </a:lnTo>
                  <a:lnTo>
                    <a:pt x="59434" y="295004"/>
                  </a:lnTo>
                  <a:lnTo>
                    <a:pt x="63540" y="298354"/>
                  </a:lnTo>
                  <a:lnTo>
                    <a:pt x="67750" y="301572"/>
                  </a:lnTo>
                  <a:lnTo>
                    <a:pt x="72060" y="304656"/>
                  </a:lnTo>
                  <a:lnTo>
                    <a:pt x="76466" y="307601"/>
                  </a:lnTo>
                  <a:lnTo>
                    <a:pt x="80963" y="310404"/>
                  </a:lnTo>
                  <a:lnTo>
                    <a:pt x="85547" y="313064"/>
                  </a:lnTo>
                  <a:lnTo>
                    <a:pt x="90212" y="315578"/>
                  </a:lnTo>
                  <a:lnTo>
                    <a:pt x="94955" y="317942"/>
                  </a:lnTo>
                  <a:lnTo>
                    <a:pt x="99771" y="320154"/>
                  </a:lnTo>
                  <a:lnTo>
                    <a:pt x="104654" y="322213"/>
                  </a:lnTo>
                  <a:lnTo>
                    <a:pt x="109600" y="324116"/>
                  </a:lnTo>
                  <a:lnTo>
                    <a:pt x="114604" y="325861"/>
                  </a:lnTo>
                  <a:lnTo>
                    <a:pt x="119660" y="327447"/>
                  </a:lnTo>
                  <a:lnTo>
                    <a:pt x="124764" y="328872"/>
                  </a:lnTo>
                  <a:lnTo>
                    <a:pt x="129911" y="330134"/>
                  </a:lnTo>
                  <a:lnTo>
                    <a:pt x="135096" y="331233"/>
                  </a:lnTo>
                  <a:lnTo>
                    <a:pt x="140312" y="332166"/>
                  </a:lnTo>
                  <a:lnTo>
                    <a:pt x="145556" y="332934"/>
                  </a:lnTo>
                  <a:lnTo>
                    <a:pt x="150821" y="333535"/>
                  </a:lnTo>
                  <a:lnTo>
                    <a:pt x="156103" y="333969"/>
                  </a:lnTo>
                  <a:lnTo>
                    <a:pt x="161395" y="334235"/>
                  </a:lnTo>
                  <a:lnTo>
                    <a:pt x="166694" y="334334"/>
                  </a:lnTo>
                  <a:lnTo>
                    <a:pt x="171993" y="334264"/>
                  </a:lnTo>
                  <a:lnTo>
                    <a:pt x="177287" y="334027"/>
                  </a:lnTo>
                  <a:lnTo>
                    <a:pt x="182571" y="333621"/>
                  </a:lnTo>
                  <a:lnTo>
                    <a:pt x="187839" y="333049"/>
                  </a:lnTo>
                  <a:lnTo>
                    <a:pt x="193087" y="332310"/>
                  </a:lnTo>
                  <a:lnTo>
                    <a:pt x="198308" y="331405"/>
                  </a:lnTo>
                  <a:lnTo>
                    <a:pt x="203499" y="330334"/>
                  </a:lnTo>
                  <a:lnTo>
                    <a:pt x="208652" y="329100"/>
                  </a:lnTo>
                  <a:lnTo>
                    <a:pt x="213764" y="327703"/>
                  </a:lnTo>
                  <a:lnTo>
                    <a:pt x="218830" y="326145"/>
                  </a:lnTo>
                  <a:lnTo>
                    <a:pt x="223843" y="324427"/>
                  </a:lnTo>
                  <a:lnTo>
                    <a:pt x="228799" y="322551"/>
                  </a:lnTo>
                  <a:lnTo>
                    <a:pt x="233693" y="320519"/>
                  </a:lnTo>
                  <a:lnTo>
                    <a:pt x="238521" y="318332"/>
                  </a:lnTo>
                  <a:lnTo>
                    <a:pt x="243276" y="315994"/>
                  </a:lnTo>
                  <a:lnTo>
                    <a:pt x="247956" y="313506"/>
                  </a:lnTo>
                  <a:lnTo>
                    <a:pt x="252554" y="310872"/>
                  </a:lnTo>
                  <a:lnTo>
                    <a:pt x="257066" y="308092"/>
                  </a:lnTo>
                  <a:lnTo>
                    <a:pt x="261488" y="305171"/>
                  </a:lnTo>
                  <a:lnTo>
                    <a:pt x="265814" y="302112"/>
                  </a:lnTo>
                  <a:lnTo>
                    <a:pt x="270042" y="298916"/>
                  </a:lnTo>
                  <a:lnTo>
                    <a:pt x="274167" y="295589"/>
                  </a:lnTo>
                  <a:lnTo>
                    <a:pt x="278184" y="292132"/>
                  </a:lnTo>
                  <a:lnTo>
                    <a:pt x="282089" y="288550"/>
                  </a:lnTo>
                  <a:lnTo>
                    <a:pt x="285879" y="284845"/>
                  </a:lnTo>
                  <a:lnTo>
                    <a:pt x="289549" y="281023"/>
                  </a:lnTo>
                  <a:lnTo>
                    <a:pt x="293096" y="277086"/>
                  </a:lnTo>
                  <a:lnTo>
                    <a:pt x="296517" y="273039"/>
                  </a:lnTo>
                  <a:lnTo>
                    <a:pt x="299808" y="268885"/>
                  </a:lnTo>
                  <a:lnTo>
                    <a:pt x="302966" y="264629"/>
                  </a:lnTo>
                  <a:lnTo>
                    <a:pt x="305987" y="260275"/>
                  </a:lnTo>
                  <a:lnTo>
                    <a:pt x="308868" y="255827"/>
                  </a:lnTo>
                  <a:lnTo>
                    <a:pt x="311607" y="251290"/>
                  </a:lnTo>
                  <a:lnTo>
                    <a:pt x="314201" y="246669"/>
                  </a:lnTo>
                  <a:lnTo>
                    <a:pt x="316647" y="241968"/>
                  </a:lnTo>
                  <a:lnTo>
                    <a:pt x="318943" y="237192"/>
                  </a:lnTo>
                  <a:lnTo>
                    <a:pt x="321087" y="232345"/>
                  </a:lnTo>
                  <a:lnTo>
                    <a:pt x="323075" y="227433"/>
                  </a:lnTo>
                  <a:lnTo>
                    <a:pt x="324907" y="222460"/>
                  </a:lnTo>
                  <a:lnTo>
                    <a:pt x="326580" y="217432"/>
                  </a:lnTo>
                  <a:lnTo>
                    <a:pt x="328094" y="212353"/>
                  </a:lnTo>
                  <a:lnTo>
                    <a:pt x="329445" y="207229"/>
                  </a:lnTo>
                  <a:lnTo>
                    <a:pt x="330633" y="202064"/>
                  </a:lnTo>
                  <a:lnTo>
                    <a:pt x="331657" y="196865"/>
                  </a:lnTo>
                  <a:lnTo>
                    <a:pt x="332516" y="191635"/>
                  </a:lnTo>
                  <a:lnTo>
                    <a:pt x="333209" y="186381"/>
                  </a:lnTo>
                  <a:lnTo>
                    <a:pt x="333734" y="181108"/>
                  </a:lnTo>
                  <a:lnTo>
                    <a:pt x="334092" y="175821"/>
                  </a:lnTo>
                  <a:lnTo>
                    <a:pt x="334283" y="170525"/>
                  </a:lnTo>
                  <a:lnTo>
                    <a:pt x="334305" y="165225"/>
                  </a:lnTo>
                  <a:lnTo>
                    <a:pt x="334160" y="159928"/>
                  </a:lnTo>
                  <a:lnTo>
                    <a:pt x="333846" y="154638"/>
                  </a:lnTo>
                  <a:lnTo>
                    <a:pt x="333365" y="149360"/>
                  </a:lnTo>
                  <a:lnTo>
                    <a:pt x="332717" y="144101"/>
                  </a:lnTo>
                  <a:lnTo>
                    <a:pt x="331903" y="138864"/>
                  </a:lnTo>
                  <a:lnTo>
                    <a:pt x="330923" y="133656"/>
                  </a:lnTo>
                  <a:lnTo>
                    <a:pt x="329779" y="128482"/>
                  </a:lnTo>
                  <a:lnTo>
                    <a:pt x="328471" y="123346"/>
                  </a:lnTo>
                  <a:lnTo>
                    <a:pt x="327001" y="118255"/>
                  </a:lnTo>
                  <a:lnTo>
                    <a:pt x="325370" y="113213"/>
                  </a:lnTo>
                  <a:lnTo>
                    <a:pt x="323580" y="108224"/>
                  </a:lnTo>
                  <a:lnTo>
                    <a:pt x="321633" y="103296"/>
                  </a:lnTo>
                  <a:lnTo>
                    <a:pt x="319531" y="98431"/>
                  </a:lnTo>
                  <a:lnTo>
                    <a:pt x="317276" y="93635"/>
                  </a:lnTo>
                  <a:lnTo>
                    <a:pt x="314870" y="88914"/>
                  </a:lnTo>
                  <a:lnTo>
                    <a:pt x="312315" y="84271"/>
                  </a:lnTo>
                  <a:lnTo>
                    <a:pt x="309614" y="79711"/>
                  </a:lnTo>
                  <a:lnTo>
                    <a:pt x="306771" y="75239"/>
                  </a:lnTo>
                  <a:lnTo>
                    <a:pt x="303787" y="70860"/>
                  </a:lnTo>
                  <a:lnTo>
                    <a:pt x="300665" y="66577"/>
                  </a:lnTo>
                  <a:lnTo>
                    <a:pt x="297410" y="62395"/>
                  </a:lnTo>
                  <a:lnTo>
                    <a:pt x="294023" y="58319"/>
                  </a:lnTo>
                  <a:lnTo>
                    <a:pt x="290510" y="54352"/>
                  </a:lnTo>
                  <a:lnTo>
                    <a:pt x="286872" y="50499"/>
                  </a:lnTo>
                  <a:lnTo>
                    <a:pt x="283113" y="46763"/>
                  </a:lnTo>
                  <a:lnTo>
                    <a:pt x="279239" y="43147"/>
                  </a:lnTo>
                  <a:lnTo>
                    <a:pt x="275251" y="39657"/>
                  </a:lnTo>
                  <a:lnTo>
                    <a:pt x="271155" y="36294"/>
                  </a:lnTo>
                  <a:lnTo>
                    <a:pt x="266955" y="33063"/>
                  </a:lnTo>
                  <a:lnTo>
                    <a:pt x="262654" y="29967"/>
                  </a:lnTo>
                  <a:lnTo>
                    <a:pt x="258257" y="27009"/>
                  </a:lnTo>
                  <a:lnTo>
                    <a:pt x="253768" y="24191"/>
                  </a:lnTo>
                  <a:lnTo>
                    <a:pt x="249193" y="21518"/>
                  </a:lnTo>
                  <a:lnTo>
                    <a:pt x="244535" y="18990"/>
                  </a:lnTo>
                  <a:lnTo>
                    <a:pt x="239799" y="16612"/>
                  </a:lnTo>
                  <a:lnTo>
                    <a:pt x="234991" y="14384"/>
                  </a:lnTo>
                  <a:lnTo>
                    <a:pt x="230114" y="12311"/>
                  </a:lnTo>
                  <a:lnTo>
                    <a:pt x="225174" y="10393"/>
                  </a:lnTo>
                  <a:lnTo>
                    <a:pt x="220175" y="8632"/>
                  </a:lnTo>
                  <a:lnTo>
                    <a:pt x="215123" y="7031"/>
                  </a:lnTo>
                  <a:lnTo>
                    <a:pt x="210023" y="5591"/>
                  </a:lnTo>
                  <a:lnTo>
                    <a:pt x="204880" y="4313"/>
                  </a:lnTo>
                  <a:lnTo>
                    <a:pt x="199699" y="3199"/>
                  </a:lnTo>
                  <a:lnTo>
                    <a:pt x="194486" y="2250"/>
                  </a:lnTo>
                  <a:lnTo>
                    <a:pt x="189244" y="1466"/>
                  </a:lnTo>
                  <a:lnTo>
                    <a:pt x="183981" y="849"/>
                  </a:lnTo>
                  <a:lnTo>
                    <a:pt x="178701" y="399"/>
                  </a:lnTo>
                  <a:lnTo>
                    <a:pt x="173409" y="11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6259" cy="167167"/>
            </a:xfrm>
            <a:custGeom>
              <a:avLst/>
              <a:pathLst>
                <a:path w="6259" h="167167">
                  <a:moveTo>
                    <a:pt x="6259" y="1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4" y="5269756"/>
              <a:ext cx="167167" cy="167167"/>
            </a:xfrm>
            <a:custGeom>
              <a:avLst/>
              <a:pathLst>
                <a:path w="167167" h="167167">
                  <a:moveTo>
                    <a:pt x="167167" y="0"/>
                  </a:moveTo>
                  <a:lnTo>
                    <a:pt x="161704" y="89"/>
                  </a:lnTo>
                  <a:lnTo>
                    <a:pt x="156247" y="357"/>
                  </a:lnTo>
                  <a:lnTo>
                    <a:pt x="150802" y="802"/>
                  </a:lnTo>
                  <a:lnTo>
                    <a:pt x="145374" y="1426"/>
                  </a:lnTo>
                  <a:lnTo>
                    <a:pt x="139970" y="2227"/>
                  </a:lnTo>
                  <a:lnTo>
                    <a:pt x="134595" y="3203"/>
                  </a:lnTo>
                  <a:lnTo>
                    <a:pt x="129254" y="4355"/>
                  </a:lnTo>
                  <a:lnTo>
                    <a:pt x="123954" y="5681"/>
                  </a:lnTo>
                  <a:lnTo>
                    <a:pt x="118700" y="7180"/>
                  </a:lnTo>
                  <a:lnTo>
                    <a:pt x="113498" y="8849"/>
                  </a:lnTo>
                  <a:lnTo>
                    <a:pt x="108353" y="10687"/>
                  </a:lnTo>
                  <a:lnTo>
                    <a:pt x="103271" y="12692"/>
                  </a:lnTo>
                  <a:lnTo>
                    <a:pt x="98258" y="14863"/>
                  </a:lnTo>
                  <a:lnTo>
                    <a:pt x="93318" y="17196"/>
                  </a:lnTo>
                  <a:lnTo>
                    <a:pt x="88456" y="19689"/>
                  </a:lnTo>
                  <a:lnTo>
                    <a:pt x="83679" y="22340"/>
                  </a:lnTo>
                  <a:lnTo>
                    <a:pt x="78991" y="25146"/>
                  </a:lnTo>
                  <a:lnTo>
                    <a:pt x="74397" y="28103"/>
                  </a:lnTo>
                  <a:lnTo>
                    <a:pt x="69903" y="31209"/>
                  </a:lnTo>
                  <a:lnTo>
                    <a:pt x="65512" y="34460"/>
                  </a:lnTo>
                  <a:lnTo>
                    <a:pt x="61230" y="37852"/>
                  </a:lnTo>
                  <a:lnTo>
                    <a:pt x="57060" y="41383"/>
                  </a:lnTo>
                  <a:lnTo>
                    <a:pt x="53009" y="45048"/>
                  </a:lnTo>
                  <a:lnTo>
                    <a:pt x="49079" y="48844"/>
                  </a:lnTo>
                  <a:lnTo>
                    <a:pt x="45276" y="52766"/>
                  </a:lnTo>
                  <a:lnTo>
                    <a:pt x="41603" y="56810"/>
                  </a:lnTo>
                  <a:lnTo>
                    <a:pt x="38064" y="60972"/>
                  </a:lnTo>
                  <a:lnTo>
                    <a:pt x="34662" y="65248"/>
                  </a:lnTo>
                  <a:lnTo>
                    <a:pt x="31403" y="69632"/>
                  </a:lnTo>
                  <a:lnTo>
                    <a:pt x="28288" y="74120"/>
                  </a:lnTo>
                  <a:lnTo>
                    <a:pt x="25322" y="78708"/>
                  </a:lnTo>
                  <a:lnTo>
                    <a:pt x="22507" y="83391"/>
                  </a:lnTo>
                  <a:lnTo>
                    <a:pt x="19846" y="88163"/>
                  </a:lnTo>
                  <a:lnTo>
                    <a:pt x="17343" y="93019"/>
                  </a:lnTo>
                  <a:lnTo>
                    <a:pt x="15000" y="97954"/>
                  </a:lnTo>
                  <a:lnTo>
                    <a:pt x="12820" y="102964"/>
                  </a:lnTo>
                  <a:lnTo>
                    <a:pt x="10804" y="108042"/>
                  </a:lnTo>
                  <a:lnTo>
                    <a:pt x="8956" y="113183"/>
                  </a:lnTo>
                  <a:lnTo>
                    <a:pt x="7276" y="118381"/>
                  </a:lnTo>
                  <a:lnTo>
                    <a:pt x="5767" y="123632"/>
                  </a:lnTo>
                  <a:lnTo>
                    <a:pt x="4431" y="128930"/>
                  </a:lnTo>
                  <a:lnTo>
                    <a:pt x="3268" y="134268"/>
                  </a:lnTo>
                  <a:lnTo>
                    <a:pt x="2281" y="139641"/>
                  </a:lnTo>
                  <a:lnTo>
                    <a:pt x="1469" y="145044"/>
                  </a:lnTo>
                  <a:lnTo>
                    <a:pt x="835" y="150470"/>
                  </a:lnTo>
                  <a:lnTo>
                    <a:pt x="378" y="155915"/>
                  </a:lnTo>
                  <a:lnTo>
                    <a:pt x="100" y="161371"/>
                  </a:lnTo>
                  <a:lnTo>
                    <a:pt x="0" y="16683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797334" y="5269756"/>
              <a:ext cx="334324" cy="334327"/>
            </a:xfrm>
            <a:custGeom>
              <a:avLst/>
              <a:pathLst>
                <a:path w="334324" h="334327">
                  <a:moveTo>
                    <a:pt x="0" y="166833"/>
                  </a:moveTo>
                  <a:lnTo>
                    <a:pt x="73" y="172122"/>
                  </a:lnTo>
                  <a:lnTo>
                    <a:pt x="313" y="177405"/>
                  </a:lnTo>
                  <a:lnTo>
                    <a:pt x="720" y="182679"/>
                  </a:lnTo>
                  <a:lnTo>
                    <a:pt x="1294" y="187936"/>
                  </a:lnTo>
                  <a:lnTo>
                    <a:pt x="2034" y="193173"/>
                  </a:lnTo>
                  <a:lnTo>
                    <a:pt x="2940" y="198384"/>
                  </a:lnTo>
                  <a:lnTo>
                    <a:pt x="4010" y="203564"/>
                  </a:lnTo>
                  <a:lnTo>
                    <a:pt x="5243" y="208707"/>
                  </a:lnTo>
                  <a:lnTo>
                    <a:pt x="6638" y="213809"/>
                  </a:lnTo>
                  <a:lnTo>
                    <a:pt x="8194" y="218864"/>
                  </a:lnTo>
                  <a:lnTo>
                    <a:pt x="9909" y="223867"/>
                  </a:lnTo>
                  <a:lnTo>
                    <a:pt x="11781" y="228813"/>
                  </a:lnTo>
                  <a:lnTo>
                    <a:pt x="13809" y="233698"/>
                  </a:lnTo>
                  <a:lnTo>
                    <a:pt x="15990" y="238516"/>
                  </a:lnTo>
                  <a:lnTo>
                    <a:pt x="18323" y="243263"/>
                  </a:lnTo>
                  <a:lnTo>
                    <a:pt x="20805" y="247934"/>
                  </a:lnTo>
                  <a:lnTo>
                    <a:pt x="23433" y="252523"/>
                  </a:lnTo>
                  <a:lnTo>
                    <a:pt x="26206" y="257028"/>
                  </a:lnTo>
                  <a:lnTo>
                    <a:pt x="29119" y="261442"/>
                  </a:lnTo>
                  <a:lnTo>
                    <a:pt x="32170" y="265762"/>
                  </a:lnTo>
                  <a:lnTo>
                    <a:pt x="35357" y="269983"/>
                  </a:lnTo>
                  <a:lnTo>
                    <a:pt x="38675" y="274101"/>
                  </a:lnTo>
                  <a:lnTo>
                    <a:pt x="42123" y="278113"/>
                  </a:lnTo>
                  <a:lnTo>
                    <a:pt x="45695" y="282013"/>
                  </a:lnTo>
                  <a:lnTo>
                    <a:pt x="49389" y="285798"/>
                  </a:lnTo>
                  <a:lnTo>
                    <a:pt x="53201" y="289465"/>
                  </a:lnTo>
                  <a:lnTo>
                    <a:pt x="57127" y="293009"/>
                  </a:lnTo>
                  <a:lnTo>
                    <a:pt x="61163" y="296427"/>
                  </a:lnTo>
                  <a:lnTo>
                    <a:pt x="65305" y="299716"/>
                  </a:lnTo>
                  <a:lnTo>
                    <a:pt x="69549" y="302872"/>
                  </a:lnTo>
                  <a:lnTo>
                    <a:pt x="73891" y="305892"/>
                  </a:lnTo>
                  <a:lnTo>
                    <a:pt x="78326" y="308773"/>
                  </a:lnTo>
                  <a:lnTo>
                    <a:pt x="82850" y="311513"/>
                  </a:lnTo>
                  <a:lnTo>
                    <a:pt x="87459" y="314108"/>
                  </a:lnTo>
                  <a:lnTo>
                    <a:pt x="92147" y="316556"/>
                  </a:lnTo>
                  <a:lnTo>
                    <a:pt x="96911" y="318854"/>
                  </a:lnTo>
                  <a:lnTo>
                    <a:pt x="101744" y="321001"/>
                  </a:lnTo>
                  <a:lnTo>
                    <a:pt x="106644" y="322994"/>
                  </a:lnTo>
                  <a:lnTo>
                    <a:pt x="111604" y="324830"/>
                  </a:lnTo>
                  <a:lnTo>
                    <a:pt x="116619" y="326509"/>
                  </a:lnTo>
                  <a:lnTo>
                    <a:pt x="121685" y="328028"/>
                  </a:lnTo>
                  <a:lnTo>
                    <a:pt x="126797" y="329387"/>
                  </a:lnTo>
                  <a:lnTo>
                    <a:pt x="131949" y="330583"/>
                  </a:lnTo>
                  <a:lnTo>
                    <a:pt x="137136" y="331615"/>
                  </a:lnTo>
                  <a:lnTo>
                    <a:pt x="142353" y="332483"/>
                  </a:lnTo>
                  <a:lnTo>
                    <a:pt x="147595" y="333185"/>
                  </a:lnTo>
                  <a:lnTo>
                    <a:pt x="152857" y="333721"/>
                  </a:lnTo>
                  <a:lnTo>
                    <a:pt x="158133" y="334090"/>
                  </a:lnTo>
                  <a:lnTo>
                    <a:pt x="163418" y="334292"/>
                  </a:lnTo>
                  <a:lnTo>
                    <a:pt x="168707" y="334327"/>
                  </a:lnTo>
                  <a:lnTo>
                    <a:pt x="173995" y="334195"/>
                  </a:lnTo>
                  <a:lnTo>
                    <a:pt x="179275" y="333895"/>
                  </a:lnTo>
                  <a:lnTo>
                    <a:pt x="184543" y="333429"/>
                  </a:lnTo>
                  <a:lnTo>
                    <a:pt x="189794" y="332796"/>
                  </a:lnTo>
                  <a:lnTo>
                    <a:pt x="195023" y="331997"/>
                  </a:lnTo>
                  <a:lnTo>
                    <a:pt x="200223" y="331033"/>
                  </a:lnTo>
                  <a:lnTo>
                    <a:pt x="205391" y="329906"/>
                  </a:lnTo>
                  <a:lnTo>
                    <a:pt x="210520" y="328615"/>
                  </a:lnTo>
                  <a:lnTo>
                    <a:pt x="215605" y="327163"/>
                  </a:lnTo>
                  <a:lnTo>
                    <a:pt x="220643" y="325550"/>
                  </a:lnTo>
                  <a:lnTo>
                    <a:pt x="225626" y="323779"/>
                  </a:lnTo>
                  <a:lnTo>
                    <a:pt x="230551" y="321852"/>
                  </a:lnTo>
                  <a:lnTo>
                    <a:pt x="235413" y="319769"/>
                  </a:lnTo>
                  <a:lnTo>
                    <a:pt x="240206" y="317534"/>
                  </a:lnTo>
                  <a:lnTo>
                    <a:pt x="244927" y="315148"/>
                  </a:lnTo>
                  <a:lnTo>
                    <a:pt x="249569" y="312614"/>
                  </a:lnTo>
                  <a:lnTo>
                    <a:pt x="254129" y="309934"/>
                  </a:lnTo>
                  <a:lnTo>
                    <a:pt x="258602" y="307112"/>
                  </a:lnTo>
                  <a:lnTo>
                    <a:pt x="262983" y="304149"/>
                  </a:lnTo>
                  <a:lnTo>
                    <a:pt x="267269" y="301049"/>
                  </a:lnTo>
                  <a:lnTo>
                    <a:pt x="271454" y="297816"/>
                  </a:lnTo>
                  <a:lnTo>
                    <a:pt x="275535" y="294451"/>
                  </a:lnTo>
                  <a:lnTo>
                    <a:pt x="279507" y="290959"/>
                  </a:lnTo>
                  <a:lnTo>
                    <a:pt x="283367" y="287343"/>
                  </a:lnTo>
                  <a:lnTo>
                    <a:pt x="287111" y="283607"/>
                  </a:lnTo>
                  <a:lnTo>
                    <a:pt x="290734" y="279754"/>
                  </a:lnTo>
                  <a:lnTo>
                    <a:pt x="294234" y="275789"/>
                  </a:lnTo>
                  <a:lnTo>
                    <a:pt x="297607" y="271715"/>
                  </a:lnTo>
                  <a:lnTo>
                    <a:pt x="300849" y="267536"/>
                  </a:lnTo>
                  <a:lnTo>
                    <a:pt x="303957" y="263257"/>
                  </a:lnTo>
                  <a:lnTo>
                    <a:pt x="306929" y="258881"/>
                  </a:lnTo>
                  <a:lnTo>
                    <a:pt x="309760" y="254414"/>
                  </a:lnTo>
                  <a:lnTo>
                    <a:pt x="312449" y="249860"/>
                  </a:lnTo>
                  <a:lnTo>
                    <a:pt x="314992" y="245222"/>
                  </a:lnTo>
                  <a:lnTo>
                    <a:pt x="317387" y="240507"/>
                  </a:lnTo>
                  <a:lnTo>
                    <a:pt x="319632" y="235718"/>
                  </a:lnTo>
                  <a:lnTo>
                    <a:pt x="321724" y="230860"/>
                  </a:lnTo>
                  <a:lnTo>
                    <a:pt x="323662" y="225939"/>
                  </a:lnTo>
                  <a:lnTo>
                    <a:pt x="325443" y="220959"/>
                  </a:lnTo>
                  <a:lnTo>
                    <a:pt x="327065" y="215925"/>
                  </a:lnTo>
                  <a:lnTo>
                    <a:pt x="328528" y="210842"/>
                  </a:lnTo>
                  <a:lnTo>
                    <a:pt x="329829" y="205716"/>
                  </a:lnTo>
                  <a:lnTo>
                    <a:pt x="330967" y="200550"/>
                  </a:lnTo>
                  <a:lnTo>
                    <a:pt x="331941" y="195352"/>
                  </a:lnTo>
                  <a:lnTo>
                    <a:pt x="332750" y="190125"/>
                  </a:lnTo>
                  <a:lnTo>
                    <a:pt x="333393" y="184876"/>
                  </a:lnTo>
                  <a:lnTo>
                    <a:pt x="333870" y="179608"/>
                  </a:lnTo>
                  <a:lnTo>
                    <a:pt x="334181" y="174328"/>
                  </a:lnTo>
                  <a:lnTo>
                    <a:pt x="334324" y="169041"/>
                  </a:lnTo>
                  <a:lnTo>
                    <a:pt x="334299" y="163752"/>
                  </a:lnTo>
                  <a:lnTo>
                    <a:pt x="334107" y="158467"/>
                  </a:lnTo>
                  <a:lnTo>
                    <a:pt x="333749" y="153190"/>
                  </a:lnTo>
                  <a:lnTo>
                    <a:pt x="333223" y="147927"/>
                  </a:lnTo>
                  <a:lnTo>
                    <a:pt x="332531" y="142684"/>
                  </a:lnTo>
                  <a:lnTo>
                    <a:pt x="331674" y="137465"/>
                  </a:lnTo>
                  <a:lnTo>
                    <a:pt x="330652" y="132275"/>
                  </a:lnTo>
                  <a:lnTo>
                    <a:pt x="329467" y="127121"/>
                  </a:lnTo>
                  <a:lnTo>
                    <a:pt x="328118" y="122007"/>
                  </a:lnTo>
                  <a:lnTo>
                    <a:pt x="326609" y="116937"/>
                  </a:lnTo>
                  <a:lnTo>
                    <a:pt x="324940" y="111919"/>
                  </a:lnTo>
                  <a:lnTo>
                    <a:pt x="323114" y="106955"/>
                  </a:lnTo>
                  <a:lnTo>
                    <a:pt x="321131" y="102052"/>
                  </a:lnTo>
                  <a:lnTo>
                    <a:pt x="318994" y="97214"/>
                  </a:lnTo>
                  <a:lnTo>
                    <a:pt x="316705" y="92446"/>
                  </a:lnTo>
                  <a:lnTo>
                    <a:pt x="314266" y="87753"/>
                  </a:lnTo>
                  <a:lnTo>
                    <a:pt x="311680" y="83139"/>
                  </a:lnTo>
                  <a:lnTo>
                    <a:pt x="308950" y="78609"/>
                  </a:lnTo>
                  <a:lnTo>
                    <a:pt x="306077" y="74168"/>
                  </a:lnTo>
                  <a:lnTo>
                    <a:pt x="303066" y="69820"/>
                  </a:lnTo>
                  <a:lnTo>
                    <a:pt x="299918" y="65570"/>
                  </a:lnTo>
                  <a:lnTo>
                    <a:pt x="296638" y="61421"/>
                  </a:lnTo>
                  <a:lnTo>
                    <a:pt x="293228" y="57378"/>
                  </a:lnTo>
                  <a:lnTo>
                    <a:pt x="289692" y="53445"/>
                  </a:lnTo>
                  <a:lnTo>
                    <a:pt x="286033" y="49626"/>
                  </a:lnTo>
                  <a:lnTo>
                    <a:pt x="282255" y="45925"/>
                  </a:lnTo>
                  <a:lnTo>
                    <a:pt x="278362" y="42345"/>
                  </a:lnTo>
                  <a:lnTo>
                    <a:pt x="274357" y="38889"/>
                  </a:lnTo>
                  <a:lnTo>
                    <a:pt x="270246" y="35563"/>
                  </a:lnTo>
                  <a:lnTo>
                    <a:pt x="266031" y="32368"/>
                  </a:lnTo>
                  <a:lnTo>
                    <a:pt x="261717" y="29308"/>
                  </a:lnTo>
                  <a:lnTo>
                    <a:pt x="257308" y="26385"/>
                  </a:lnTo>
                  <a:lnTo>
                    <a:pt x="252810" y="23604"/>
                  </a:lnTo>
                  <a:lnTo>
                    <a:pt x="248225" y="20967"/>
                  </a:lnTo>
                  <a:lnTo>
                    <a:pt x="243560" y="18476"/>
                  </a:lnTo>
                  <a:lnTo>
                    <a:pt x="238818" y="16134"/>
                  </a:lnTo>
                  <a:lnTo>
                    <a:pt x="234004" y="13942"/>
                  </a:lnTo>
                  <a:lnTo>
                    <a:pt x="229123" y="11905"/>
                  </a:lnTo>
                  <a:lnTo>
                    <a:pt x="224180" y="10022"/>
                  </a:lnTo>
                  <a:lnTo>
                    <a:pt x="219181" y="8297"/>
                  </a:lnTo>
                  <a:lnTo>
                    <a:pt x="214129" y="6732"/>
                  </a:lnTo>
                  <a:lnTo>
                    <a:pt x="209030" y="5326"/>
                  </a:lnTo>
                  <a:lnTo>
                    <a:pt x="203889" y="4083"/>
                  </a:lnTo>
                  <a:lnTo>
                    <a:pt x="198712" y="3003"/>
                  </a:lnTo>
                  <a:lnTo>
                    <a:pt x="193502" y="2087"/>
                  </a:lnTo>
                  <a:lnTo>
                    <a:pt x="188267" y="1337"/>
                  </a:lnTo>
                  <a:lnTo>
                    <a:pt x="183010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7443" y="5399291"/>
              <a:ext cx="8771" cy="167167"/>
            </a:xfrm>
            <a:custGeom>
              <a:avLst/>
              <a:pathLst>
                <a:path w="8771" h="167167">
                  <a:moveTo>
                    <a:pt x="8771" y="0"/>
                  </a:moveTo>
                  <a:lnTo>
                    <a:pt x="0" y="230"/>
                  </a:lnTo>
                  <a:lnTo>
                    <a:pt x="877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7443" y="5399522"/>
              <a:ext cx="8771" cy="166937"/>
            </a:xfrm>
            <a:custGeom>
              <a:avLst/>
              <a:pathLst>
                <a:path w="8771" h="166937">
                  <a:moveTo>
                    <a:pt x="0" y="0"/>
                  </a:moveTo>
                  <a:lnTo>
                    <a:pt x="8771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7443" y="5399522"/>
              <a:ext cx="8771" cy="166937"/>
            </a:xfrm>
            <a:custGeom>
              <a:avLst/>
              <a:pathLst>
                <a:path w="8771" h="166937">
                  <a:moveTo>
                    <a:pt x="0" y="0"/>
                  </a:moveTo>
                  <a:lnTo>
                    <a:pt x="8771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7443" y="5399522"/>
              <a:ext cx="8771" cy="166937"/>
            </a:xfrm>
            <a:custGeom>
              <a:avLst/>
              <a:pathLst>
                <a:path w="8771" h="166937">
                  <a:moveTo>
                    <a:pt x="0" y="0"/>
                  </a:moveTo>
                  <a:lnTo>
                    <a:pt x="8771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7443" y="5399522"/>
              <a:ext cx="8771" cy="166937"/>
            </a:xfrm>
            <a:custGeom>
              <a:avLst/>
              <a:pathLst>
                <a:path w="8771" h="166937">
                  <a:moveTo>
                    <a:pt x="0" y="0"/>
                  </a:moveTo>
                  <a:lnTo>
                    <a:pt x="8771" y="166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7443" y="5399522"/>
              <a:ext cx="8771" cy="166937"/>
            </a:xfrm>
            <a:custGeom>
              <a:avLst/>
              <a:pathLst>
                <a:path w="8771" h="166937">
                  <a:moveTo>
                    <a:pt x="0" y="0"/>
                  </a:moveTo>
                  <a:lnTo>
                    <a:pt x="8771" y="1669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7443" y="5399522"/>
              <a:ext cx="8771" cy="166937"/>
            </a:xfrm>
            <a:custGeom>
              <a:avLst/>
              <a:pathLst>
                <a:path w="8771" h="166937">
                  <a:moveTo>
                    <a:pt x="0" y="0"/>
                  </a:moveTo>
                  <a:lnTo>
                    <a:pt x="8771" y="1669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319049" y="5399522"/>
              <a:ext cx="334334" cy="334087"/>
            </a:xfrm>
            <a:custGeom>
              <a:avLst/>
              <a:pathLst>
                <a:path w="334334" h="334087">
                  <a:moveTo>
                    <a:pt x="158394" y="0"/>
                  </a:moveTo>
                  <a:lnTo>
                    <a:pt x="153108" y="361"/>
                  </a:lnTo>
                  <a:lnTo>
                    <a:pt x="147835" y="891"/>
                  </a:lnTo>
                  <a:lnTo>
                    <a:pt x="142583" y="1587"/>
                  </a:lnTo>
                  <a:lnTo>
                    <a:pt x="137354" y="2449"/>
                  </a:lnTo>
                  <a:lnTo>
                    <a:pt x="132156" y="3476"/>
                  </a:lnTo>
                  <a:lnTo>
                    <a:pt x="126993" y="4668"/>
                  </a:lnTo>
                  <a:lnTo>
                    <a:pt x="121870" y="6023"/>
                  </a:lnTo>
                  <a:lnTo>
                    <a:pt x="116793" y="7539"/>
                  </a:lnTo>
                  <a:lnTo>
                    <a:pt x="111767" y="9216"/>
                  </a:lnTo>
                  <a:lnTo>
                    <a:pt x="106796" y="11051"/>
                  </a:lnTo>
                  <a:lnTo>
                    <a:pt x="101886" y="13042"/>
                  </a:lnTo>
                  <a:lnTo>
                    <a:pt x="97041" y="15189"/>
                  </a:lnTo>
                  <a:lnTo>
                    <a:pt x="92267" y="17487"/>
                  </a:lnTo>
                  <a:lnTo>
                    <a:pt x="87568" y="19936"/>
                  </a:lnTo>
                  <a:lnTo>
                    <a:pt x="82949" y="22533"/>
                  </a:lnTo>
                  <a:lnTo>
                    <a:pt x="78415" y="25275"/>
                  </a:lnTo>
                  <a:lnTo>
                    <a:pt x="73969" y="28159"/>
                  </a:lnTo>
                  <a:lnTo>
                    <a:pt x="69618" y="31182"/>
                  </a:lnTo>
                  <a:lnTo>
                    <a:pt x="65364" y="34342"/>
                  </a:lnTo>
                  <a:lnTo>
                    <a:pt x="61213" y="37635"/>
                  </a:lnTo>
                  <a:lnTo>
                    <a:pt x="57168" y="41058"/>
                  </a:lnTo>
                  <a:lnTo>
                    <a:pt x="53234" y="44607"/>
                  </a:lnTo>
                  <a:lnTo>
                    <a:pt x="49414" y="48280"/>
                  </a:lnTo>
                  <a:lnTo>
                    <a:pt x="45713" y="52071"/>
                  </a:lnTo>
                  <a:lnTo>
                    <a:pt x="42133" y="55978"/>
                  </a:lnTo>
                  <a:lnTo>
                    <a:pt x="38679" y="59997"/>
                  </a:lnTo>
                  <a:lnTo>
                    <a:pt x="35355" y="64123"/>
                  </a:lnTo>
                  <a:lnTo>
                    <a:pt x="32162" y="68352"/>
                  </a:lnTo>
                  <a:lnTo>
                    <a:pt x="29106" y="72680"/>
                  </a:lnTo>
                  <a:lnTo>
                    <a:pt x="26188" y="77103"/>
                  </a:lnTo>
                  <a:lnTo>
                    <a:pt x="23411" y="81616"/>
                  </a:lnTo>
                  <a:lnTo>
                    <a:pt x="20780" y="86215"/>
                  </a:lnTo>
                  <a:lnTo>
                    <a:pt x="18295" y="90895"/>
                  </a:lnTo>
                  <a:lnTo>
                    <a:pt x="15959" y="95652"/>
                  </a:lnTo>
                  <a:lnTo>
                    <a:pt x="13776" y="100480"/>
                  </a:lnTo>
                  <a:lnTo>
                    <a:pt x="11747" y="105375"/>
                  </a:lnTo>
                  <a:lnTo>
                    <a:pt x="9874" y="110331"/>
                  </a:lnTo>
                  <a:lnTo>
                    <a:pt x="8159" y="115345"/>
                  </a:lnTo>
                  <a:lnTo>
                    <a:pt x="6604" y="120410"/>
                  </a:lnTo>
                  <a:lnTo>
                    <a:pt x="5210" y="125523"/>
                  </a:lnTo>
                  <a:lnTo>
                    <a:pt x="3979" y="130676"/>
                  </a:lnTo>
                  <a:lnTo>
                    <a:pt x="2911" y="135867"/>
                  </a:lnTo>
                  <a:lnTo>
                    <a:pt x="2009" y="141088"/>
                  </a:lnTo>
                  <a:lnTo>
                    <a:pt x="1273" y="146335"/>
                  </a:lnTo>
                  <a:lnTo>
                    <a:pt x="703" y="151603"/>
                  </a:lnTo>
                  <a:lnTo>
                    <a:pt x="301" y="156887"/>
                  </a:lnTo>
                  <a:lnTo>
                    <a:pt x="66" y="162180"/>
                  </a:lnTo>
                  <a:lnTo>
                    <a:pt x="0" y="167479"/>
                  </a:lnTo>
                  <a:lnTo>
                    <a:pt x="101" y="172777"/>
                  </a:lnTo>
                  <a:lnTo>
                    <a:pt x="370" y="178069"/>
                  </a:lnTo>
                  <a:lnTo>
                    <a:pt x="806" y="183349"/>
                  </a:lnTo>
                  <a:lnTo>
                    <a:pt x="1410" y="188614"/>
                  </a:lnTo>
                  <a:lnTo>
                    <a:pt x="2180" y="193856"/>
                  </a:lnTo>
                  <a:lnTo>
                    <a:pt x="3116" y="199072"/>
                  </a:lnTo>
                  <a:lnTo>
                    <a:pt x="4217" y="204255"/>
                  </a:lnTo>
                  <a:lnTo>
                    <a:pt x="5482" y="209400"/>
                  </a:lnTo>
                  <a:lnTo>
                    <a:pt x="6909" y="214503"/>
                  </a:lnTo>
                  <a:lnTo>
                    <a:pt x="8497" y="219559"/>
                  </a:lnTo>
                  <a:lnTo>
                    <a:pt x="10244" y="224561"/>
                  </a:lnTo>
                  <a:lnTo>
                    <a:pt x="12150" y="229505"/>
                  </a:lnTo>
                  <a:lnTo>
                    <a:pt x="14210" y="234387"/>
                  </a:lnTo>
                  <a:lnTo>
                    <a:pt x="16425" y="239201"/>
                  </a:lnTo>
                  <a:lnTo>
                    <a:pt x="18791" y="243942"/>
                  </a:lnTo>
                  <a:lnTo>
                    <a:pt x="21306" y="248606"/>
                  </a:lnTo>
                  <a:lnTo>
                    <a:pt x="23968" y="253188"/>
                  </a:lnTo>
                  <a:lnTo>
                    <a:pt x="26773" y="257683"/>
                  </a:lnTo>
                  <a:lnTo>
                    <a:pt x="29720" y="262087"/>
                  </a:lnTo>
                  <a:lnTo>
                    <a:pt x="32805" y="266395"/>
                  </a:lnTo>
                  <a:lnTo>
                    <a:pt x="36024" y="270603"/>
                  </a:lnTo>
                  <a:lnTo>
                    <a:pt x="39376" y="274708"/>
                  </a:lnTo>
                  <a:lnTo>
                    <a:pt x="42856" y="278704"/>
                  </a:lnTo>
                  <a:lnTo>
                    <a:pt x="46460" y="282587"/>
                  </a:lnTo>
                  <a:lnTo>
                    <a:pt x="50186" y="286355"/>
                  </a:lnTo>
                  <a:lnTo>
                    <a:pt x="54030" y="290002"/>
                  </a:lnTo>
                  <a:lnTo>
                    <a:pt x="57987" y="293526"/>
                  </a:lnTo>
                  <a:lnTo>
                    <a:pt x="62054" y="296923"/>
                  </a:lnTo>
                  <a:lnTo>
                    <a:pt x="66227" y="300189"/>
                  </a:lnTo>
                  <a:lnTo>
                    <a:pt x="70500" y="303321"/>
                  </a:lnTo>
                  <a:lnTo>
                    <a:pt x="74872" y="306316"/>
                  </a:lnTo>
                  <a:lnTo>
                    <a:pt x="79335" y="309171"/>
                  </a:lnTo>
                  <a:lnTo>
                    <a:pt x="83887" y="311884"/>
                  </a:lnTo>
                  <a:lnTo>
                    <a:pt x="88523" y="314450"/>
                  </a:lnTo>
                  <a:lnTo>
                    <a:pt x="93238" y="316868"/>
                  </a:lnTo>
                  <a:lnTo>
                    <a:pt x="98027" y="319136"/>
                  </a:lnTo>
                  <a:lnTo>
                    <a:pt x="102885" y="321251"/>
                  </a:lnTo>
                  <a:lnTo>
                    <a:pt x="107808" y="323211"/>
                  </a:lnTo>
                  <a:lnTo>
                    <a:pt x="112791" y="325014"/>
                  </a:lnTo>
                  <a:lnTo>
                    <a:pt x="117828" y="326657"/>
                  </a:lnTo>
                  <a:lnTo>
                    <a:pt x="122915" y="328141"/>
                  </a:lnTo>
                  <a:lnTo>
                    <a:pt x="128047" y="329462"/>
                  </a:lnTo>
                  <a:lnTo>
                    <a:pt x="133217" y="330621"/>
                  </a:lnTo>
                  <a:lnTo>
                    <a:pt x="138422" y="331614"/>
                  </a:lnTo>
                  <a:lnTo>
                    <a:pt x="143656" y="332443"/>
                  </a:lnTo>
                  <a:lnTo>
                    <a:pt x="148913" y="333105"/>
                  </a:lnTo>
                  <a:lnTo>
                    <a:pt x="154189" y="333600"/>
                  </a:lnTo>
                  <a:lnTo>
                    <a:pt x="159477" y="333927"/>
                  </a:lnTo>
                  <a:lnTo>
                    <a:pt x="164774" y="334087"/>
                  </a:lnTo>
                  <a:lnTo>
                    <a:pt x="170072" y="334079"/>
                  </a:lnTo>
                  <a:lnTo>
                    <a:pt x="175368" y="333903"/>
                  </a:lnTo>
                  <a:lnTo>
                    <a:pt x="180656" y="333559"/>
                  </a:lnTo>
                  <a:lnTo>
                    <a:pt x="185930" y="333048"/>
                  </a:lnTo>
                  <a:lnTo>
                    <a:pt x="191185" y="332370"/>
                  </a:lnTo>
                  <a:lnTo>
                    <a:pt x="196416" y="331525"/>
                  </a:lnTo>
                  <a:lnTo>
                    <a:pt x="201618" y="330515"/>
                  </a:lnTo>
                  <a:lnTo>
                    <a:pt x="206785" y="329341"/>
                  </a:lnTo>
                  <a:lnTo>
                    <a:pt x="211912" y="328004"/>
                  </a:lnTo>
                  <a:lnTo>
                    <a:pt x="216994" y="326505"/>
                  </a:lnTo>
                  <a:lnTo>
                    <a:pt x="222027" y="324846"/>
                  </a:lnTo>
                  <a:lnTo>
                    <a:pt x="227004" y="323028"/>
                  </a:lnTo>
                  <a:lnTo>
                    <a:pt x="231921" y="321053"/>
                  </a:lnTo>
                  <a:lnTo>
                    <a:pt x="236773" y="318923"/>
                  </a:lnTo>
                  <a:lnTo>
                    <a:pt x="241555" y="316641"/>
                  </a:lnTo>
                  <a:lnTo>
                    <a:pt x="246262" y="314208"/>
                  </a:lnTo>
                  <a:lnTo>
                    <a:pt x="250890" y="311627"/>
                  </a:lnTo>
                  <a:lnTo>
                    <a:pt x="255434" y="308901"/>
                  </a:lnTo>
                  <a:lnTo>
                    <a:pt x="259889" y="306032"/>
                  </a:lnTo>
                  <a:lnTo>
                    <a:pt x="264250" y="303023"/>
                  </a:lnTo>
                  <a:lnTo>
                    <a:pt x="268515" y="299878"/>
                  </a:lnTo>
                  <a:lnTo>
                    <a:pt x="272677" y="296599"/>
                  </a:lnTo>
                  <a:lnTo>
                    <a:pt x="276734" y="293190"/>
                  </a:lnTo>
                  <a:lnTo>
                    <a:pt x="280680" y="289654"/>
                  </a:lnTo>
                  <a:lnTo>
                    <a:pt x="284512" y="285995"/>
                  </a:lnTo>
                  <a:lnTo>
                    <a:pt x="288227" y="282216"/>
                  </a:lnTo>
                  <a:lnTo>
                    <a:pt x="291819" y="278321"/>
                  </a:lnTo>
                  <a:lnTo>
                    <a:pt x="295287" y="274314"/>
                  </a:lnTo>
                  <a:lnTo>
                    <a:pt x="298626" y="270200"/>
                  </a:lnTo>
                  <a:lnTo>
                    <a:pt x="301833" y="265982"/>
                  </a:lnTo>
                  <a:lnTo>
                    <a:pt x="304904" y="261664"/>
                  </a:lnTo>
                  <a:lnTo>
                    <a:pt x="307837" y="257251"/>
                  </a:lnTo>
                  <a:lnTo>
                    <a:pt x="310629" y="252747"/>
                  </a:lnTo>
                  <a:lnTo>
                    <a:pt x="313276" y="248157"/>
                  </a:lnTo>
                  <a:lnTo>
                    <a:pt x="315777" y="243486"/>
                  </a:lnTo>
                  <a:lnTo>
                    <a:pt x="318128" y="238737"/>
                  </a:lnTo>
                  <a:lnTo>
                    <a:pt x="320328" y="233917"/>
                  </a:lnTo>
                  <a:lnTo>
                    <a:pt x="322374" y="229029"/>
                  </a:lnTo>
                  <a:lnTo>
                    <a:pt x="324264" y="224078"/>
                  </a:lnTo>
                  <a:lnTo>
                    <a:pt x="325996" y="219071"/>
                  </a:lnTo>
                  <a:lnTo>
                    <a:pt x="327569" y="214011"/>
                  </a:lnTo>
                  <a:lnTo>
                    <a:pt x="328980" y="208903"/>
                  </a:lnTo>
                  <a:lnTo>
                    <a:pt x="330229" y="203754"/>
                  </a:lnTo>
                  <a:lnTo>
                    <a:pt x="331314" y="198567"/>
                  </a:lnTo>
                  <a:lnTo>
                    <a:pt x="332234" y="193349"/>
                  </a:lnTo>
                  <a:lnTo>
                    <a:pt x="332988" y="188104"/>
                  </a:lnTo>
                  <a:lnTo>
                    <a:pt x="333576" y="182838"/>
                  </a:lnTo>
                  <a:lnTo>
                    <a:pt x="333996" y="177556"/>
                  </a:lnTo>
                  <a:lnTo>
                    <a:pt x="334249" y="172263"/>
                  </a:lnTo>
                  <a:lnTo>
                    <a:pt x="334334" y="166965"/>
                  </a:lnTo>
                  <a:lnTo>
                    <a:pt x="334250" y="161667"/>
                  </a:lnTo>
                  <a:lnTo>
                    <a:pt x="333999" y="156374"/>
                  </a:lnTo>
                  <a:lnTo>
                    <a:pt x="333581" y="151092"/>
                  </a:lnTo>
                  <a:lnTo>
                    <a:pt x="332995" y="145826"/>
                  </a:lnTo>
                  <a:lnTo>
                    <a:pt x="332243" y="140580"/>
                  </a:lnTo>
                  <a:lnTo>
                    <a:pt x="331324" y="135362"/>
                  </a:lnTo>
                  <a:lnTo>
                    <a:pt x="330241" y="130175"/>
                  </a:lnTo>
                  <a:lnTo>
                    <a:pt x="328994" y="125025"/>
                  </a:lnTo>
                  <a:lnTo>
                    <a:pt x="327585" y="119917"/>
                  </a:lnTo>
                  <a:lnTo>
                    <a:pt x="326014" y="114857"/>
                  </a:lnTo>
                  <a:lnTo>
                    <a:pt x="324283" y="109848"/>
                  </a:lnTo>
                  <a:lnTo>
                    <a:pt x="322395" y="104897"/>
                  </a:lnTo>
                  <a:lnTo>
                    <a:pt x="320351" y="100009"/>
                  </a:lnTo>
                  <a:lnTo>
                    <a:pt x="318153" y="95187"/>
                  </a:lnTo>
                  <a:lnTo>
                    <a:pt x="315803" y="90438"/>
                  </a:lnTo>
                  <a:lnTo>
                    <a:pt x="313304" y="85766"/>
                  </a:lnTo>
                  <a:lnTo>
                    <a:pt x="310658" y="81175"/>
                  </a:lnTo>
                  <a:lnTo>
                    <a:pt x="307868" y="76670"/>
                  </a:lnTo>
                  <a:lnTo>
                    <a:pt x="304936" y="72256"/>
                  </a:lnTo>
                  <a:lnTo>
                    <a:pt x="301866" y="67937"/>
                  </a:lnTo>
                  <a:lnTo>
                    <a:pt x="298661" y="63718"/>
                  </a:lnTo>
                  <a:lnTo>
                    <a:pt x="295323" y="59602"/>
                  </a:lnTo>
                  <a:lnTo>
                    <a:pt x="291857" y="55595"/>
                  </a:lnTo>
                  <a:lnTo>
                    <a:pt x="288266" y="51699"/>
                  </a:lnTo>
                  <a:lnTo>
                    <a:pt x="284553" y="47918"/>
                  </a:lnTo>
                  <a:lnTo>
                    <a:pt x="280722" y="44258"/>
                  </a:lnTo>
                  <a:lnTo>
                    <a:pt x="276776" y="40720"/>
                  </a:lnTo>
                  <a:lnTo>
                    <a:pt x="272721" y="37310"/>
                  </a:lnTo>
                  <a:lnTo>
                    <a:pt x="268560" y="34030"/>
                  </a:lnTo>
                  <a:lnTo>
                    <a:pt x="264297" y="30883"/>
                  </a:lnTo>
                  <a:lnTo>
                    <a:pt x="259936" y="27873"/>
                  </a:lnTo>
                  <a:lnTo>
                    <a:pt x="255482" y="25003"/>
                  </a:lnTo>
                  <a:lnTo>
                    <a:pt x="250939" y="22275"/>
                  </a:lnTo>
                  <a:lnTo>
                    <a:pt x="246312" y="19692"/>
                  </a:lnTo>
                  <a:lnTo>
                    <a:pt x="241606" y="17258"/>
                  </a:lnTo>
                  <a:lnTo>
                    <a:pt x="236824" y="14974"/>
                  </a:lnTo>
                  <a:lnTo>
                    <a:pt x="231973" y="12843"/>
                  </a:lnTo>
                  <a:lnTo>
                    <a:pt x="227057" y="10866"/>
                  </a:lnTo>
                  <a:lnTo>
                    <a:pt x="222080" y="9046"/>
                  </a:lnTo>
                  <a:lnTo>
                    <a:pt x="217049" y="7385"/>
                  </a:lnTo>
                  <a:lnTo>
                    <a:pt x="167166" y="1669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49882" cy="167167"/>
            </a:xfrm>
            <a:custGeom>
              <a:avLst/>
              <a:pathLst>
                <a:path w="49882" h="167167">
                  <a:moveTo>
                    <a:pt x="49882" y="7615"/>
                  </a:moveTo>
                  <a:lnTo>
                    <a:pt x="43804" y="5841"/>
                  </a:lnTo>
                  <a:lnTo>
                    <a:pt x="37664" y="4298"/>
                  </a:lnTo>
                  <a:lnTo>
                    <a:pt x="31469" y="2988"/>
                  </a:lnTo>
                  <a:lnTo>
                    <a:pt x="25230" y="1914"/>
                  </a:lnTo>
                  <a:lnTo>
                    <a:pt x="18954" y="1078"/>
                  </a:lnTo>
                  <a:lnTo>
                    <a:pt x="12651" y="479"/>
                  </a:lnTo>
                  <a:lnTo>
                    <a:pt x="633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2573" y="5399291"/>
              <a:ext cx="80970" cy="167167"/>
            </a:xfrm>
            <a:custGeom>
              <a:avLst/>
              <a:pathLst>
                <a:path w="80970" h="167167">
                  <a:moveTo>
                    <a:pt x="80970" y="0"/>
                  </a:moveTo>
                  <a:lnTo>
                    <a:pt x="75336" y="94"/>
                  </a:lnTo>
                  <a:lnTo>
                    <a:pt x="69708" y="379"/>
                  </a:lnTo>
                  <a:lnTo>
                    <a:pt x="64093" y="854"/>
                  </a:lnTo>
                  <a:lnTo>
                    <a:pt x="58498" y="1517"/>
                  </a:lnTo>
                  <a:lnTo>
                    <a:pt x="52928" y="2368"/>
                  </a:lnTo>
                  <a:lnTo>
                    <a:pt x="47389" y="3407"/>
                  </a:lnTo>
                  <a:lnTo>
                    <a:pt x="41889" y="4632"/>
                  </a:lnTo>
                  <a:lnTo>
                    <a:pt x="36434" y="6041"/>
                  </a:lnTo>
                  <a:lnTo>
                    <a:pt x="31028" y="7634"/>
                  </a:lnTo>
                  <a:lnTo>
                    <a:pt x="25680" y="9408"/>
                  </a:lnTo>
                  <a:lnTo>
                    <a:pt x="20395" y="11361"/>
                  </a:lnTo>
                  <a:lnTo>
                    <a:pt x="15178" y="13491"/>
                  </a:lnTo>
                  <a:lnTo>
                    <a:pt x="10036" y="15795"/>
                  </a:lnTo>
                  <a:lnTo>
                    <a:pt x="4975" y="18272"/>
                  </a:lnTo>
                  <a:lnTo>
                    <a:pt x="0" y="20918"/>
                  </a:lnTo>
                  <a:lnTo>
                    <a:pt x="8097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573" y="5420210"/>
              <a:ext cx="80970" cy="146248"/>
            </a:xfrm>
            <a:custGeom>
              <a:avLst/>
              <a:pathLst>
                <a:path w="80970" h="146248">
                  <a:moveTo>
                    <a:pt x="0" y="0"/>
                  </a:moveTo>
                  <a:lnTo>
                    <a:pt x="80970" y="1462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573" y="5420210"/>
              <a:ext cx="80970" cy="146248"/>
            </a:xfrm>
            <a:custGeom>
              <a:avLst/>
              <a:pathLst>
                <a:path w="80970" h="146248">
                  <a:moveTo>
                    <a:pt x="0" y="0"/>
                  </a:moveTo>
                  <a:lnTo>
                    <a:pt x="80970" y="1462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573" y="5420210"/>
              <a:ext cx="80970" cy="146248"/>
            </a:xfrm>
            <a:custGeom>
              <a:avLst/>
              <a:pathLst>
                <a:path w="80970" h="146248">
                  <a:moveTo>
                    <a:pt x="0" y="0"/>
                  </a:moveTo>
                  <a:lnTo>
                    <a:pt x="80970" y="1462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573" y="5420210"/>
              <a:ext cx="80970" cy="146248"/>
            </a:xfrm>
            <a:custGeom>
              <a:avLst/>
              <a:pathLst>
                <a:path w="80970" h="146248">
                  <a:moveTo>
                    <a:pt x="0" y="0"/>
                  </a:moveTo>
                  <a:lnTo>
                    <a:pt x="80970" y="1462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42573" y="5420210"/>
              <a:ext cx="80970" cy="146248"/>
            </a:xfrm>
            <a:custGeom>
              <a:avLst/>
              <a:pathLst>
                <a:path w="80970" h="146248">
                  <a:moveTo>
                    <a:pt x="0" y="0"/>
                  </a:moveTo>
                  <a:lnTo>
                    <a:pt x="80970" y="1462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856386" y="5420210"/>
              <a:ext cx="167157" cy="312884"/>
            </a:xfrm>
            <a:custGeom>
              <a:avLst/>
              <a:pathLst>
                <a:path w="167157" h="312884">
                  <a:moveTo>
                    <a:pt x="86187" y="0"/>
                  </a:moveTo>
                  <a:lnTo>
                    <a:pt x="81556" y="2661"/>
                  </a:lnTo>
                  <a:lnTo>
                    <a:pt x="77013" y="5469"/>
                  </a:lnTo>
                  <a:lnTo>
                    <a:pt x="72561" y="8420"/>
                  </a:lnTo>
                  <a:lnTo>
                    <a:pt x="68207" y="11513"/>
                  </a:lnTo>
                  <a:lnTo>
                    <a:pt x="63953" y="14743"/>
                  </a:lnTo>
                  <a:lnTo>
                    <a:pt x="59804" y="18107"/>
                  </a:lnTo>
                  <a:lnTo>
                    <a:pt x="55766" y="21602"/>
                  </a:lnTo>
                  <a:lnTo>
                    <a:pt x="51840" y="25224"/>
                  </a:lnTo>
                  <a:lnTo>
                    <a:pt x="48033" y="28970"/>
                  </a:lnTo>
                  <a:lnTo>
                    <a:pt x="44347" y="32835"/>
                  </a:lnTo>
                  <a:lnTo>
                    <a:pt x="40787" y="36816"/>
                  </a:lnTo>
                  <a:lnTo>
                    <a:pt x="37355" y="40909"/>
                  </a:lnTo>
                  <a:lnTo>
                    <a:pt x="34056" y="45110"/>
                  </a:lnTo>
                  <a:lnTo>
                    <a:pt x="30893" y="49413"/>
                  </a:lnTo>
                  <a:lnTo>
                    <a:pt x="27869" y="53816"/>
                  </a:lnTo>
                  <a:lnTo>
                    <a:pt x="24988" y="58313"/>
                  </a:lnTo>
                  <a:lnTo>
                    <a:pt x="22251" y="62899"/>
                  </a:lnTo>
                  <a:lnTo>
                    <a:pt x="19662" y="67571"/>
                  </a:lnTo>
                  <a:lnTo>
                    <a:pt x="17224" y="72323"/>
                  </a:lnTo>
                  <a:lnTo>
                    <a:pt x="14939" y="77151"/>
                  </a:lnTo>
                  <a:lnTo>
                    <a:pt x="12809" y="82049"/>
                  </a:lnTo>
                  <a:lnTo>
                    <a:pt x="10837" y="87012"/>
                  </a:lnTo>
                  <a:lnTo>
                    <a:pt x="9024" y="92036"/>
                  </a:lnTo>
                  <a:lnTo>
                    <a:pt x="7373" y="97116"/>
                  </a:lnTo>
                  <a:lnTo>
                    <a:pt x="5885" y="102245"/>
                  </a:lnTo>
                  <a:lnTo>
                    <a:pt x="4562" y="107420"/>
                  </a:lnTo>
                  <a:lnTo>
                    <a:pt x="3404" y="112634"/>
                  </a:lnTo>
                  <a:lnTo>
                    <a:pt x="2414" y="117882"/>
                  </a:lnTo>
                  <a:lnTo>
                    <a:pt x="1592" y="123160"/>
                  </a:lnTo>
                  <a:lnTo>
                    <a:pt x="939" y="128461"/>
                  </a:lnTo>
                  <a:lnTo>
                    <a:pt x="455" y="133780"/>
                  </a:lnTo>
                  <a:lnTo>
                    <a:pt x="142" y="139112"/>
                  </a:lnTo>
                  <a:lnTo>
                    <a:pt x="0" y="144451"/>
                  </a:lnTo>
                  <a:lnTo>
                    <a:pt x="27" y="149792"/>
                  </a:lnTo>
                  <a:lnTo>
                    <a:pt x="226" y="155129"/>
                  </a:lnTo>
                  <a:lnTo>
                    <a:pt x="595" y="160458"/>
                  </a:lnTo>
                  <a:lnTo>
                    <a:pt x="1134" y="165771"/>
                  </a:lnTo>
                  <a:lnTo>
                    <a:pt x="1842" y="171065"/>
                  </a:lnTo>
                  <a:lnTo>
                    <a:pt x="2719" y="176334"/>
                  </a:lnTo>
                  <a:lnTo>
                    <a:pt x="3764" y="181572"/>
                  </a:lnTo>
                  <a:lnTo>
                    <a:pt x="4976" y="186773"/>
                  </a:lnTo>
                  <a:lnTo>
                    <a:pt x="6354" y="191934"/>
                  </a:lnTo>
                  <a:lnTo>
                    <a:pt x="7895" y="197047"/>
                  </a:lnTo>
                  <a:lnTo>
                    <a:pt x="9599" y="202109"/>
                  </a:lnTo>
                  <a:lnTo>
                    <a:pt x="11464" y="207114"/>
                  </a:lnTo>
                  <a:lnTo>
                    <a:pt x="13488" y="212057"/>
                  </a:lnTo>
                  <a:lnTo>
                    <a:pt x="15669" y="216933"/>
                  </a:lnTo>
                  <a:lnTo>
                    <a:pt x="18004" y="221736"/>
                  </a:lnTo>
                  <a:lnTo>
                    <a:pt x="20492" y="226462"/>
                  </a:lnTo>
                  <a:lnTo>
                    <a:pt x="23129" y="231107"/>
                  </a:lnTo>
                  <a:lnTo>
                    <a:pt x="25914" y="235665"/>
                  </a:lnTo>
                  <a:lnTo>
                    <a:pt x="28842" y="240131"/>
                  </a:lnTo>
                  <a:lnTo>
                    <a:pt x="31912" y="244502"/>
                  </a:lnTo>
                  <a:lnTo>
                    <a:pt x="35120" y="248772"/>
                  </a:lnTo>
                  <a:lnTo>
                    <a:pt x="38463" y="252938"/>
                  </a:lnTo>
                  <a:lnTo>
                    <a:pt x="41937" y="256995"/>
                  </a:lnTo>
                  <a:lnTo>
                    <a:pt x="45539" y="260939"/>
                  </a:lnTo>
                  <a:lnTo>
                    <a:pt x="49265" y="264765"/>
                  </a:lnTo>
                  <a:lnTo>
                    <a:pt x="53111" y="268471"/>
                  </a:lnTo>
                  <a:lnTo>
                    <a:pt x="57074" y="272052"/>
                  </a:lnTo>
                  <a:lnTo>
                    <a:pt x="61149" y="275505"/>
                  </a:lnTo>
                  <a:lnTo>
                    <a:pt x="65332" y="278825"/>
                  </a:lnTo>
                  <a:lnTo>
                    <a:pt x="69619" y="282010"/>
                  </a:lnTo>
                  <a:lnTo>
                    <a:pt x="74006" y="285057"/>
                  </a:lnTo>
                  <a:lnTo>
                    <a:pt x="78488" y="287962"/>
                  </a:lnTo>
                  <a:lnTo>
                    <a:pt x="83061" y="290722"/>
                  </a:lnTo>
                  <a:lnTo>
                    <a:pt x="87719" y="293335"/>
                  </a:lnTo>
                  <a:lnTo>
                    <a:pt x="92458" y="295798"/>
                  </a:lnTo>
                  <a:lnTo>
                    <a:pt x="97274" y="298108"/>
                  </a:lnTo>
                  <a:lnTo>
                    <a:pt x="102161" y="300263"/>
                  </a:lnTo>
                  <a:lnTo>
                    <a:pt x="107114" y="302261"/>
                  </a:lnTo>
                  <a:lnTo>
                    <a:pt x="112129" y="304099"/>
                  </a:lnTo>
                  <a:lnTo>
                    <a:pt x="117200" y="305777"/>
                  </a:lnTo>
                  <a:lnTo>
                    <a:pt x="122322" y="307291"/>
                  </a:lnTo>
                  <a:lnTo>
                    <a:pt x="127489" y="308641"/>
                  </a:lnTo>
                  <a:lnTo>
                    <a:pt x="132697" y="309826"/>
                  </a:lnTo>
                  <a:lnTo>
                    <a:pt x="137941" y="310843"/>
                  </a:lnTo>
                  <a:lnTo>
                    <a:pt x="143214" y="311692"/>
                  </a:lnTo>
                  <a:lnTo>
                    <a:pt x="148511" y="312373"/>
                  </a:lnTo>
                  <a:lnTo>
                    <a:pt x="153828" y="312884"/>
                  </a:lnTo>
                  <a:lnTo>
                    <a:pt x="167157" y="1462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010214" y="5399291"/>
              <a:ext cx="180491" cy="334313"/>
            </a:xfrm>
            <a:custGeom>
              <a:avLst/>
              <a:pathLst>
                <a:path w="180491" h="334313">
                  <a:moveTo>
                    <a:pt x="0" y="333802"/>
                  </a:moveTo>
                  <a:lnTo>
                    <a:pt x="5320" y="334142"/>
                  </a:lnTo>
                  <a:lnTo>
                    <a:pt x="10649" y="334313"/>
                  </a:lnTo>
                  <a:lnTo>
                    <a:pt x="15981" y="334313"/>
                  </a:lnTo>
                  <a:lnTo>
                    <a:pt x="21310" y="334144"/>
                  </a:lnTo>
                  <a:lnTo>
                    <a:pt x="26630" y="333804"/>
                  </a:lnTo>
                  <a:lnTo>
                    <a:pt x="31938" y="333295"/>
                  </a:lnTo>
                  <a:lnTo>
                    <a:pt x="37226" y="332617"/>
                  </a:lnTo>
                  <a:lnTo>
                    <a:pt x="42490" y="331771"/>
                  </a:lnTo>
                  <a:lnTo>
                    <a:pt x="47724" y="330758"/>
                  </a:lnTo>
                  <a:lnTo>
                    <a:pt x="52924" y="329578"/>
                  </a:lnTo>
                  <a:lnTo>
                    <a:pt x="58083" y="328232"/>
                  </a:lnTo>
                  <a:lnTo>
                    <a:pt x="63196" y="326723"/>
                  </a:lnTo>
                  <a:lnTo>
                    <a:pt x="68259" y="325052"/>
                  </a:lnTo>
                  <a:lnTo>
                    <a:pt x="73266" y="323220"/>
                  </a:lnTo>
                  <a:lnTo>
                    <a:pt x="78212" y="321229"/>
                  </a:lnTo>
                  <a:lnTo>
                    <a:pt x="83092" y="319081"/>
                  </a:lnTo>
                  <a:lnTo>
                    <a:pt x="87901" y="316779"/>
                  </a:lnTo>
                  <a:lnTo>
                    <a:pt x="92635" y="314325"/>
                  </a:lnTo>
                  <a:lnTo>
                    <a:pt x="97287" y="311721"/>
                  </a:lnTo>
                  <a:lnTo>
                    <a:pt x="101854" y="308970"/>
                  </a:lnTo>
                  <a:lnTo>
                    <a:pt x="106331" y="306075"/>
                  </a:lnTo>
                  <a:lnTo>
                    <a:pt x="110714" y="303039"/>
                  </a:lnTo>
                  <a:lnTo>
                    <a:pt x="114997" y="299864"/>
                  </a:lnTo>
                  <a:lnTo>
                    <a:pt x="119177" y="296554"/>
                  </a:lnTo>
                  <a:lnTo>
                    <a:pt x="123249" y="293113"/>
                  </a:lnTo>
                  <a:lnTo>
                    <a:pt x="127210" y="289544"/>
                  </a:lnTo>
                  <a:lnTo>
                    <a:pt x="131054" y="285850"/>
                  </a:lnTo>
                  <a:lnTo>
                    <a:pt x="134779" y="282035"/>
                  </a:lnTo>
                  <a:lnTo>
                    <a:pt x="138381" y="278104"/>
                  </a:lnTo>
                  <a:lnTo>
                    <a:pt x="141855" y="274060"/>
                  </a:lnTo>
                  <a:lnTo>
                    <a:pt x="145198" y="269906"/>
                  </a:lnTo>
                  <a:lnTo>
                    <a:pt x="148408" y="265649"/>
                  </a:lnTo>
                  <a:lnTo>
                    <a:pt x="151479" y="261291"/>
                  </a:lnTo>
                  <a:lnTo>
                    <a:pt x="154411" y="256838"/>
                  </a:lnTo>
                  <a:lnTo>
                    <a:pt x="157199" y="252293"/>
                  </a:lnTo>
                  <a:lnTo>
                    <a:pt x="159840" y="247662"/>
                  </a:lnTo>
                  <a:lnTo>
                    <a:pt x="162333" y="242949"/>
                  </a:lnTo>
                  <a:lnTo>
                    <a:pt x="164673" y="238158"/>
                  </a:lnTo>
                  <a:lnTo>
                    <a:pt x="166860" y="233296"/>
                  </a:lnTo>
                  <a:lnTo>
                    <a:pt x="168891" y="228366"/>
                  </a:lnTo>
                  <a:lnTo>
                    <a:pt x="170764" y="223374"/>
                  </a:lnTo>
                  <a:lnTo>
                    <a:pt x="172476" y="218325"/>
                  </a:lnTo>
                  <a:lnTo>
                    <a:pt x="174026" y="213224"/>
                  </a:lnTo>
                  <a:lnTo>
                    <a:pt x="175413" y="208076"/>
                  </a:lnTo>
                  <a:lnTo>
                    <a:pt x="176636" y="202886"/>
                  </a:lnTo>
                  <a:lnTo>
                    <a:pt x="177692" y="197660"/>
                  </a:lnTo>
                  <a:lnTo>
                    <a:pt x="178580" y="192403"/>
                  </a:lnTo>
                  <a:lnTo>
                    <a:pt x="179301" y="187121"/>
                  </a:lnTo>
                  <a:lnTo>
                    <a:pt x="179853" y="181818"/>
                  </a:lnTo>
                  <a:lnTo>
                    <a:pt x="180236" y="176500"/>
                  </a:lnTo>
                  <a:lnTo>
                    <a:pt x="180448" y="171172"/>
                  </a:lnTo>
                  <a:lnTo>
                    <a:pt x="180491" y="165841"/>
                  </a:lnTo>
                  <a:lnTo>
                    <a:pt x="180364" y="160511"/>
                  </a:lnTo>
                  <a:lnTo>
                    <a:pt x="180067" y="155188"/>
                  </a:lnTo>
                  <a:lnTo>
                    <a:pt x="179600" y="149876"/>
                  </a:lnTo>
                  <a:lnTo>
                    <a:pt x="178964" y="144583"/>
                  </a:lnTo>
                  <a:lnTo>
                    <a:pt x="178159" y="139312"/>
                  </a:lnTo>
                  <a:lnTo>
                    <a:pt x="177187" y="134070"/>
                  </a:lnTo>
                  <a:lnTo>
                    <a:pt x="176048" y="128862"/>
                  </a:lnTo>
                  <a:lnTo>
                    <a:pt x="174744" y="123692"/>
                  </a:lnTo>
                  <a:lnTo>
                    <a:pt x="173276" y="118567"/>
                  </a:lnTo>
                  <a:lnTo>
                    <a:pt x="171644" y="113491"/>
                  </a:lnTo>
                  <a:lnTo>
                    <a:pt x="169852" y="108469"/>
                  </a:lnTo>
                  <a:lnTo>
                    <a:pt x="167901" y="103508"/>
                  </a:lnTo>
                  <a:lnTo>
                    <a:pt x="165792" y="98611"/>
                  </a:lnTo>
                  <a:lnTo>
                    <a:pt x="163528" y="93784"/>
                  </a:lnTo>
                  <a:lnTo>
                    <a:pt x="161112" y="89031"/>
                  </a:lnTo>
                  <a:lnTo>
                    <a:pt x="158545" y="84358"/>
                  </a:lnTo>
                  <a:lnTo>
                    <a:pt x="155830" y="79769"/>
                  </a:lnTo>
                  <a:lnTo>
                    <a:pt x="152971" y="75269"/>
                  </a:lnTo>
                  <a:lnTo>
                    <a:pt x="149969" y="70863"/>
                  </a:lnTo>
                  <a:lnTo>
                    <a:pt x="146828" y="66555"/>
                  </a:lnTo>
                  <a:lnTo>
                    <a:pt x="143552" y="62348"/>
                  </a:lnTo>
                  <a:lnTo>
                    <a:pt x="140143" y="58249"/>
                  </a:lnTo>
                  <a:lnTo>
                    <a:pt x="136605" y="54260"/>
                  </a:lnTo>
                  <a:lnTo>
                    <a:pt x="132942" y="50386"/>
                  </a:lnTo>
                  <a:lnTo>
                    <a:pt x="129157" y="46631"/>
                  </a:lnTo>
                  <a:lnTo>
                    <a:pt x="125254" y="42999"/>
                  </a:lnTo>
                  <a:lnTo>
                    <a:pt x="121238" y="39493"/>
                  </a:lnTo>
                  <a:lnTo>
                    <a:pt x="117111" y="36117"/>
                  </a:lnTo>
                  <a:lnTo>
                    <a:pt x="112879" y="32874"/>
                  </a:lnTo>
                  <a:lnTo>
                    <a:pt x="108546" y="29767"/>
                  </a:lnTo>
                  <a:lnTo>
                    <a:pt x="104116" y="26801"/>
                  </a:lnTo>
                  <a:lnTo>
                    <a:pt x="99594" y="23977"/>
                  </a:lnTo>
                  <a:lnTo>
                    <a:pt x="94983" y="21299"/>
                  </a:lnTo>
                  <a:lnTo>
                    <a:pt x="90290" y="18769"/>
                  </a:lnTo>
                  <a:lnTo>
                    <a:pt x="85519" y="16390"/>
                  </a:lnTo>
                  <a:lnTo>
                    <a:pt x="80674" y="14165"/>
                  </a:lnTo>
                  <a:lnTo>
                    <a:pt x="75760" y="12095"/>
                  </a:lnTo>
                  <a:lnTo>
                    <a:pt x="70783" y="10183"/>
                  </a:lnTo>
                  <a:lnTo>
                    <a:pt x="65748" y="8431"/>
                  </a:lnTo>
                  <a:lnTo>
                    <a:pt x="60659" y="6840"/>
                  </a:lnTo>
                  <a:lnTo>
                    <a:pt x="55522" y="5412"/>
                  </a:lnTo>
                  <a:lnTo>
                    <a:pt x="50342" y="4149"/>
                  </a:lnTo>
                  <a:lnTo>
                    <a:pt x="45125" y="3051"/>
                  </a:lnTo>
                  <a:lnTo>
                    <a:pt x="39875" y="2121"/>
                  </a:lnTo>
                  <a:lnTo>
                    <a:pt x="34598" y="1358"/>
                  </a:lnTo>
                  <a:lnTo>
                    <a:pt x="29300" y="764"/>
                  </a:lnTo>
                  <a:lnTo>
                    <a:pt x="23985" y="340"/>
                  </a:lnTo>
                  <a:lnTo>
                    <a:pt x="18660" y="85"/>
                  </a:lnTo>
                  <a:lnTo>
                    <a:pt x="13329" y="0"/>
                  </a:lnTo>
                  <a:lnTo>
                    <a:pt x="1332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9394" y="5269756"/>
              <a:ext cx="25864" cy="167167"/>
            </a:xfrm>
            <a:custGeom>
              <a:avLst/>
              <a:pathLst>
                <a:path w="25864" h="167167">
                  <a:moveTo>
                    <a:pt x="25864" y="0"/>
                  </a:moveTo>
                  <a:lnTo>
                    <a:pt x="17211" y="224"/>
                  </a:lnTo>
                  <a:lnTo>
                    <a:pt x="8582" y="895"/>
                  </a:lnTo>
                  <a:lnTo>
                    <a:pt x="0" y="2012"/>
                  </a:lnTo>
                  <a:lnTo>
                    <a:pt x="258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9394" y="5271769"/>
              <a:ext cx="25864" cy="165154"/>
            </a:xfrm>
            <a:custGeom>
              <a:avLst/>
              <a:pathLst>
                <a:path w="25864" h="165154">
                  <a:moveTo>
                    <a:pt x="0" y="0"/>
                  </a:moveTo>
                  <a:lnTo>
                    <a:pt x="25864" y="165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9394" y="5271769"/>
              <a:ext cx="25864" cy="165154"/>
            </a:xfrm>
            <a:custGeom>
              <a:avLst/>
              <a:pathLst>
                <a:path w="25864" h="165154">
                  <a:moveTo>
                    <a:pt x="0" y="0"/>
                  </a:moveTo>
                  <a:lnTo>
                    <a:pt x="25864" y="165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9394" y="5271769"/>
              <a:ext cx="25864" cy="165154"/>
            </a:xfrm>
            <a:custGeom>
              <a:avLst/>
              <a:pathLst>
                <a:path w="25864" h="165154">
                  <a:moveTo>
                    <a:pt x="0" y="0"/>
                  </a:moveTo>
                  <a:lnTo>
                    <a:pt x="25864" y="165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19394" y="5271769"/>
              <a:ext cx="25864" cy="165154"/>
            </a:xfrm>
            <a:custGeom>
              <a:avLst/>
              <a:pathLst>
                <a:path w="25864" h="165154">
                  <a:moveTo>
                    <a:pt x="0" y="0"/>
                  </a:moveTo>
                  <a:lnTo>
                    <a:pt x="25864" y="165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409503" y="5271769"/>
              <a:ext cx="135755" cy="165154"/>
            </a:xfrm>
            <a:custGeom>
              <a:avLst/>
              <a:pathLst>
                <a:path w="135755" h="165154">
                  <a:moveTo>
                    <a:pt x="109890" y="0"/>
                  </a:moveTo>
                  <a:lnTo>
                    <a:pt x="104453" y="943"/>
                  </a:lnTo>
                  <a:lnTo>
                    <a:pt x="99049" y="2066"/>
                  </a:lnTo>
                  <a:lnTo>
                    <a:pt x="93686" y="3367"/>
                  </a:lnTo>
                  <a:lnTo>
                    <a:pt x="88368" y="4843"/>
                  </a:lnTo>
                  <a:lnTo>
                    <a:pt x="83102" y="6495"/>
                  </a:lnTo>
                  <a:lnTo>
                    <a:pt x="77893" y="8320"/>
                  </a:lnTo>
                  <a:lnTo>
                    <a:pt x="72748" y="10315"/>
                  </a:lnTo>
                  <a:lnTo>
                    <a:pt x="67671" y="12479"/>
                  </a:lnTo>
                  <a:lnTo>
                    <a:pt x="62668" y="14810"/>
                  </a:lnTo>
                  <a:lnTo>
                    <a:pt x="57745" y="17304"/>
                  </a:lnTo>
                  <a:lnTo>
                    <a:pt x="52907" y="19960"/>
                  </a:lnTo>
                  <a:lnTo>
                    <a:pt x="48160" y="22774"/>
                  </a:lnTo>
                  <a:lnTo>
                    <a:pt x="43507" y="25743"/>
                  </a:lnTo>
                  <a:lnTo>
                    <a:pt x="38956" y="28864"/>
                  </a:lnTo>
                  <a:lnTo>
                    <a:pt x="34510" y="32134"/>
                  </a:lnTo>
                  <a:lnTo>
                    <a:pt x="30174" y="35548"/>
                  </a:lnTo>
                  <a:lnTo>
                    <a:pt x="25953" y="39104"/>
                  </a:lnTo>
                  <a:lnTo>
                    <a:pt x="21852" y="42797"/>
                  </a:lnTo>
                  <a:lnTo>
                    <a:pt x="17875" y="46624"/>
                  </a:lnTo>
                  <a:lnTo>
                    <a:pt x="14027" y="50580"/>
                  </a:lnTo>
                  <a:lnTo>
                    <a:pt x="10311" y="54661"/>
                  </a:lnTo>
                  <a:lnTo>
                    <a:pt x="6732" y="58862"/>
                  </a:lnTo>
                  <a:lnTo>
                    <a:pt x="3294" y="63179"/>
                  </a:lnTo>
                  <a:lnTo>
                    <a:pt x="0" y="67607"/>
                  </a:lnTo>
                  <a:lnTo>
                    <a:pt x="135755" y="165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78103" y="5269756"/>
              <a:ext cx="334304" cy="334334"/>
            </a:xfrm>
            <a:custGeom>
              <a:avLst/>
              <a:pathLst>
                <a:path w="334304" h="334334">
                  <a:moveTo>
                    <a:pt x="31399" y="69620"/>
                  </a:moveTo>
                  <a:lnTo>
                    <a:pt x="28370" y="73980"/>
                  </a:lnTo>
                  <a:lnTo>
                    <a:pt x="25481" y="78433"/>
                  </a:lnTo>
                  <a:lnTo>
                    <a:pt x="22735" y="82977"/>
                  </a:lnTo>
                  <a:lnTo>
                    <a:pt x="20135" y="87605"/>
                  </a:lnTo>
                  <a:lnTo>
                    <a:pt x="17683" y="92314"/>
                  </a:lnTo>
                  <a:lnTo>
                    <a:pt x="15381" y="97098"/>
                  </a:lnTo>
                  <a:lnTo>
                    <a:pt x="13233" y="101952"/>
                  </a:lnTo>
                  <a:lnTo>
                    <a:pt x="11240" y="106873"/>
                  </a:lnTo>
                  <a:lnTo>
                    <a:pt x="9404" y="111854"/>
                  </a:lnTo>
                  <a:lnTo>
                    <a:pt x="7727" y="116891"/>
                  </a:lnTo>
                  <a:lnTo>
                    <a:pt x="6211" y="121979"/>
                  </a:lnTo>
                  <a:lnTo>
                    <a:pt x="4857" y="127112"/>
                  </a:lnTo>
                  <a:lnTo>
                    <a:pt x="3667" y="132286"/>
                  </a:lnTo>
                  <a:lnTo>
                    <a:pt x="2642" y="137494"/>
                  </a:lnTo>
                  <a:lnTo>
                    <a:pt x="1783" y="142733"/>
                  </a:lnTo>
                  <a:lnTo>
                    <a:pt x="1090" y="147997"/>
                  </a:lnTo>
                  <a:lnTo>
                    <a:pt x="565" y="153279"/>
                  </a:lnTo>
                  <a:lnTo>
                    <a:pt x="208" y="158576"/>
                  </a:lnTo>
                  <a:lnTo>
                    <a:pt x="20" y="163882"/>
                  </a:lnTo>
                  <a:lnTo>
                    <a:pt x="0" y="169190"/>
                  </a:lnTo>
                  <a:lnTo>
                    <a:pt x="148" y="174497"/>
                  </a:lnTo>
                  <a:lnTo>
                    <a:pt x="465" y="179796"/>
                  </a:lnTo>
                  <a:lnTo>
                    <a:pt x="950" y="185083"/>
                  </a:lnTo>
                  <a:lnTo>
                    <a:pt x="1603" y="190352"/>
                  </a:lnTo>
                  <a:lnTo>
                    <a:pt x="2422" y="195597"/>
                  </a:lnTo>
                  <a:lnTo>
                    <a:pt x="3408" y="200813"/>
                  </a:lnTo>
                  <a:lnTo>
                    <a:pt x="4559" y="205996"/>
                  </a:lnTo>
                  <a:lnTo>
                    <a:pt x="5874" y="211139"/>
                  </a:lnTo>
                  <a:lnTo>
                    <a:pt x="7352" y="216238"/>
                  </a:lnTo>
                  <a:lnTo>
                    <a:pt x="8991" y="221288"/>
                  </a:lnTo>
                  <a:lnTo>
                    <a:pt x="10789" y="226283"/>
                  </a:lnTo>
                  <a:lnTo>
                    <a:pt x="12745" y="231218"/>
                  </a:lnTo>
                  <a:lnTo>
                    <a:pt x="14856" y="236089"/>
                  </a:lnTo>
                  <a:lnTo>
                    <a:pt x="17122" y="240890"/>
                  </a:lnTo>
                  <a:lnTo>
                    <a:pt x="19538" y="245617"/>
                  </a:lnTo>
                  <a:lnTo>
                    <a:pt x="22104" y="250264"/>
                  </a:lnTo>
                  <a:lnTo>
                    <a:pt x="24816" y="254828"/>
                  </a:lnTo>
                  <a:lnTo>
                    <a:pt x="27671" y="259304"/>
                  </a:lnTo>
                  <a:lnTo>
                    <a:pt x="30667" y="263687"/>
                  </a:lnTo>
                  <a:lnTo>
                    <a:pt x="33801" y="267972"/>
                  </a:lnTo>
                  <a:lnTo>
                    <a:pt x="37069" y="272155"/>
                  </a:lnTo>
                  <a:lnTo>
                    <a:pt x="40468" y="276233"/>
                  </a:lnTo>
                  <a:lnTo>
                    <a:pt x="43995" y="280201"/>
                  </a:lnTo>
                  <a:lnTo>
                    <a:pt x="47646" y="284055"/>
                  </a:lnTo>
                  <a:lnTo>
                    <a:pt x="51418" y="287790"/>
                  </a:lnTo>
                  <a:lnTo>
                    <a:pt x="55307" y="291405"/>
                  </a:lnTo>
                  <a:lnTo>
                    <a:pt x="59308" y="294894"/>
                  </a:lnTo>
                  <a:lnTo>
                    <a:pt x="63418" y="298254"/>
                  </a:lnTo>
                  <a:lnTo>
                    <a:pt x="67633" y="301482"/>
                  </a:lnTo>
                  <a:lnTo>
                    <a:pt x="71948" y="304574"/>
                  </a:lnTo>
                  <a:lnTo>
                    <a:pt x="76359" y="307528"/>
                  </a:lnTo>
                  <a:lnTo>
                    <a:pt x="80862" y="310340"/>
                  </a:lnTo>
                  <a:lnTo>
                    <a:pt x="85452" y="313008"/>
                  </a:lnTo>
                  <a:lnTo>
                    <a:pt x="90124" y="315529"/>
                  </a:lnTo>
                  <a:lnTo>
                    <a:pt x="94874" y="317900"/>
                  </a:lnTo>
                  <a:lnTo>
                    <a:pt x="99696" y="320119"/>
                  </a:lnTo>
                  <a:lnTo>
                    <a:pt x="104587" y="322184"/>
                  </a:lnTo>
                  <a:lnTo>
                    <a:pt x="109541" y="324092"/>
                  </a:lnTo>
                  <a:lnTo>
                    <a:pt x="114553" y="325843"/>
                  </a:lnTo>
                  <a:lnTo>
                    <a:pt x="119618" y="327433"/>
                  </a:lnTo>
                  <a:lnTo>
                    <a:pt x="124731" y="328862"/>
                  </a:lnTo>
                  <a:lnTo>
                    <a:pt x="129887" y="330127"/>
                  </a:lnTo>
                  <a:lnTo>
                    <a:pt x="135080" y="331228"/>
                  </a:lnTo>
                  <a:lnTo>
                    <a:pt x="140306" y="332164"/>
                  </a:lnTo>
                  <a:lnTo>
                    <a:pt x="145559" y="332934"/>
                  </a:lnTo>
                  <a:lnTo>
                    <a:pt x="150833" y="333536"/>
                  </a:lnTo>
                  <a:lnTo>
                    <a:pt x="156124" y="333970"/>
                  </a:lnTo>
                  <a:lnTo>
                    <a:pt x="161426" y="334236"/>
                  </a:lnTo>
                  <a:lnTo>
                    <a:pt x="166734" y="334334"/>
                  </a:lnTo>
                  <a:lnTo>
                    <a:pt x="172042" y="334263"/>
                  </a:lnTo>
                  <a:lnTo>
                    <a:pt x="177346" y="334023"/>
                  </a:lnTo>
                  <a:lnTo>
                    <a:pt x="182639" y="333616"/>
                  </a:lnTo>
                  <a:lnTo>
                    <a:pt x="187916" y="333040"/>
                  </a:lnTo>
                  <a:lnTo>
                    <a:pt x="193173" y="332297"/>
                  </a:lnTo>
                  <a:lnTo>
                    <a:pt x="198403" y="331388"/>
                  </a:lnTo>
                  <a:lnTo>
                    <a:pt x="203602" y="330313"/>
                  </a:lnTo>
                  <a:lnTo>
                    <a:pt x="208764" y="329073"/>
                  </a:lnTo>
                  <a:lnTo>
                    <a:pt x="213884" y="327670"/>
                  </a:lnTo>
                  <a:lnTo>
                    <a:pt x="218957" y="326105"/>
                  </a:lnTo>
                  <a:lnTo>
                    <a:pt x="223978" y="324380"/>
                  </a:lnTo>
                  <a:lnTo>
                    <a:pt x="228941" y="322497"/>
                  </a:lnTo>
                  <a:lnTo>
                    <a:pt x="233842" y="320457"/>
                  </a:lnTo>
                  <a:lnTo>
                    <a:pt x="238676" y="318262"/>
                  </a:lnTo>
                  <a:lnTo>
                    <a:pt x="243438" y="315915"/>
                  </a:lnTo>
                  <a:lnTo>
                    <a:pt x="248123" y="313417"/>
                  </a:lnTo>
                  <a:lnTo>
                    <a:pt x="252726" y="310772"/>
                  </a:lnTo>
                  <a:lnTo>
                    <a:pt x="257243" y="307983"/>
                  </a:lnTo>
                  <a:lnTo>
                    <a:pt x="261668" y="305051"/>
                  </a:lnTo>
                  <a:lnTo>
                    <a:pt x="265999" y="301981"/>
                  </a:lnTo>
                  <a:lnTo>
                    <a:pt x="270230" y="298774"/>
                  </a:lnTo>
                  <a:lnTo>
                    <a:pt x="274357" y="295435"/>
                  </a:lnTo>
                  <a:lnTo>
                    <a:pt x="278376" y="291966"/>
                  </a:lnTo>
                  <a:lnTo>
                    <a:pt x="282283" y="288371"/>
                  </a:lnTo>
                  <a:lnTo>
                    <a:pt x="286073" y="284655"/>
                  </a:lnTo>
                  <a:lnTo>
                    <a:pt x="289744" y="280819"/>
                  </a:lnTo>
                  <a:lnTo>
                    <a:pt x="293291" y="276869"/>
                  </a:lnTo>
                  <a:lnTo>
                    <a:pt x="296711" y="272809"/>
                  </a:lnTo>
                  <a:lnTo>
                    <a:pt x="300000" y="268642"/>
                  </a:lnTo>
                  <a:lnTo>
                    <a:pt x="303155" y="264372"/>
                  </a:lnTo>
                  <a:lnTo>
                    <a:pt x="306173" y="260005"/>
                  </a:lnTo>
                  <a:lnTo>
                    <a:pt x="309051" y="255544"/>
                  </a:lnTo>
                  <a:lnTo>
                    <a:pt x="311786" y="250993"/>
                  </a:lnTo>
                  <a:lnTo>
                    <a:pt x="314374" y="246359"/>
                  </a:lnTo>
                  <a:lnTo>
                    <a:pt x="316815" y="241644"/>
                  </a:lnTo>
                  <a:lnTo>
                    <a:pt x="319104" y="236854"/>
                  </a:lnTo>
                  <a:lnTo>
                    <a:pt x="321240" y="231994"/>
                  </a:lnTo>
                  <a:lnTo>
                    <a:pt x="323221" y="227069"/>
                  </a:lnTo>
                  <a:lnTo>
                    <a:pt x="325044" y="222083"/>
                  </a:lnTo>
                  <a:lnTo>
                    <a:pt x="326709" y="217042"/>
                  </a:lnTo>
                  <a:lnTo>
                    <a:pt x="328212" y="211950"/>
                  </a:lnTo>
                  <a:lnTo>
                    <a:pt x="329553" y="206813"/>
                  </a:lnTo>
                  <a:lnTo>
                    <a:pt x="330730" y="201637"/>
                  </a:lnTo>
                  <a:lnTo>
                    <a:pt x="331742" y="196425"/>
                  </a:lnTo>
                  <a:lnTo>
                    <a:pt x="332588" y="191184"/>
                  </a:lnTo>
                  <a:lnTo>
                    <a:pt x="333267" y="185919"/>
                  </a:lnTo>
                  <a:lnTo>
                    <a:pt x="333779" y="180635"/>
                  </a:lnTo>
                  <a:lnTo>
                    <a:pt x="334122" y="175338"/>
                  </a:lnTo>
                  <a:lnTo>
                    <a:pt x="334298" y="170032"/>
                  </a:lnTo>
                  <a:lnTo>
                    <a:pt x="334304" y="164723"/>
                  </a:lnTo>
                  <a:lnTo>
                    <a:pt x="334142" y="159417"/>
                  </a:lnTo>
                  <a:lnTo>
                    <a:pt x="333812" y="154118"/>
                  </a:lnTo>
                  <a:lnTo>
                    <a:pt x="333314" y="148833"/>
                  </a:lnTo>
                  <a:lnTo>
                    <a:pt x="332648" y="143566"/>
                  </a:lnTo>
                  <a:lnTo>
                    <a:pt x="331815" y="138323"/>
                  </a:lnTo>
                  <a:lnTo>
                    <a:pt x="330816" y="133109"/>
                  </a:lnTo>
                  <a:lnTo>
                    <a:pt x="329652" y="127929"/>
                  </a:lnTo>
                  <a:lnTo>
                    <a:pt x="328324" y="122789"/>
                  </a:lnTo>
                  <a:lnTo>
                    <a:pt x="326834" y="117694"/>
                  </a:lnTo>
                  <a:lnTo>
                    <a:pt x="325182" y="112648"/>
                  </a:lnTo>
                  <a:lnTo>
                    <a:pt x="323371" y="107658"/>
                  </a:lnTo>
                  <a:lnTo>
                    <a:pt x="321403" y="102728"/>
                  </a:lnTo>
                  <a:lnTo>
                    <a:pt x="319279" y="97862"/>
                  </a:lnTo>
                  <a:lnTo>
                    <a:pt x="317002" y="93067"/>
                  </a:lnTo>
                  <a:lnTo>
                    <a:pt x="314573" y="88346"/>
                  </a:lnTo>
                  <a:lnTo>
                    <a:pt x="311996" y="83705"/>
                  </a:lnTo>
                  <a:lnTo>
                    <a:pt x="309273" y="79148"/>
                  </a:lnTo>
                  <a:lnTo>
                    <a:pt x="306406" y="74679"/>
                  </a:lnTo>
                  <a:lnTo>
                    <a:pt x="303399" y="70304"/>
                  </a:lnTo>
                  <a:lnTo>
                    <a:pt x="300255" y="66027"/>
                  </a:lnTo>
                  <a:lnTo>
                    <a:pt x="296976" y="61851"/>
                  </a:lnTo>
                  <a:lnTo>
                    <a:pt x="293567" y="57782"/>
                  </a:lnTo>
                  <a:lnTo>
                    <a:pt x="290029" y="53823"/>
                  </a:lnTo>
                  <a:lnTo>
                    <a:pt x="286368" y="49979"/>
                  </a:lnTo>
                  <a:lnTo>
                    <a:pt x="282587" y="46253"/>
                  </a:lnTo>
                  <a:lnTo>
                    <a:pt x="278690" y="42648"/>
                  </a:lnTo>
                  <a:lnTo>
                    <a:pt x="274679" y="39169"/>
                  </a:lnTo>
                  <a:lnTo>
                    <a:pt x="270561" y="35820"/>
                  </a:lnTo>
                  <a:lnTo>
                    <a:pt x="266338" y="32602"/>
                  </a:lnTo>
                  <a:lnTo>
                    <a:pt x="262015" y="29521"/>
                  </a:lnTo>
                  <a:lnTo>
                    <a:pt x="257597" y="26578"/>
                  </a:lnTo>
                  <a:lnTo>
                    <a:pt x="253087" y="23777"/>
                  </a:lnTo>
                  <a:lnTo>
                    <a:pt x="248490" y="21121"/>
                  </a:lnTo>
                  <a:lnTo>
                    <a:pt x="243812" y="18612"/>
                  </a:lnTo>
                  <a:lnTo>
                    <a:pt x="239056" y="16253"/>
                  </a:lnTo>
                  <a:lnTo>
                    <a:pt x="234228" y="14046"/>
                  </a:lnTo>
                  <a:lnTo>
                    <a:pt x="229332" y="11993"/>
                  </a:lnTo>
                  <a:lnTo>
                    <a:pt x="224373" y="10097"/>
                  </a:lnTo>
                  <a:lnTo>
                    <a:pt x="219357" y="8359"/>
                  </a:lnTo>
                  <a:lnTo>
                    <a:pt x="214288" y="6782"/>
                  </a:lnTo>
                  <a:lnTo>
                    <a:pt x="209171" y="5366"/>
                  </a:lnTo>
                  <a:lnTo>
                    <a:pt x="204012" y="4113"/>
                  </a:lnTo>
                  <a:lnTo>
                    <a:pt x="198816" y="3025"/>
                  </a:lnTo>
                  <a:lnTo>
                    <a:pt x="193588" y="2103"/>
                  </a:lnTo>
                  <a:lnTo>
                    <a:pt x="188334" y="1347"/>
                  </a:lnTo>
                  <a:lnTo>
                    <a:pt x="183058" y="758"/>
                  </a:lnTo>
                  <a:lnTo>
                    <a:pt x="177766" y="337"/>
                  </a:lnTo>
                  <a:lnTo>
                    <a:pt x="172463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3414" y="5018213"/>
              <a:ext cx="47624" cy="167167"/>
            </a:xfrm>
            <a:custGeom>
              <a:avLst/>
              <a:pathLst>
                <a:path w="47624" h="167167">
                  <a:moveTo>
                    <a:pt x="47624" y="0"/>
                  </a:moveTo>
                  <a:lnTo>
                    <a:pt x="41589" y="108"/>
                  </a:lnTo>
                  <a:lnTo>
                    <a:pt x="35561" y="435"/>
                  </a:lnTo>
                  <a:lnTo>
                    <a:pt x="29549" y="980"/>
                  </a:lnTo>
                  <a:lnTo>
                    <a:pt x="23561" y="1740"/>
                  </a:lnTo>
                  <a:lnTo>
                    <a:pt x="17604" y="2717"/>
                  </a:lnTo>
                  <a:lnTo>
                    <a:pt x="11687" y="3908"/>
                  </a:lnTo>
                  <a:lnTo>
                    <a:pt x="5816" y="5312"/>
                  </a:lnTo>
                  <a:lnTo>
                    <a:pt x="0" y="6927"/>
                  </a:lnTo>
                  <a:lnTo>
                    <a:pt x="476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3414" y="5025140"/>
              <a:ext cx="47624" cy="160240"/>
            </a:xfrm>
            <a:custGeom>
              <a:avLst/>
              <a:pathLst>
                <a:path w="47624" h="160240">
                  <a:moveTo>
                    <a:pt x="0" y="0"/>
                  </a:moveTo>
                  <a:lnTo>
                    <a:pt x="47624" y="1602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3414" y="5025140"/>
              <a:ext cx="47624" cy="160240"/>
            </a:xfrm>
            <a:custGeom>
              <a:avLst/>
              <a:pathLst>
                <a:path w="47624" h="160240">
                  <a:moveTo>
                    <a:pt x="0" y="0"/>
                  </a:moveTo>
                  <a:lnTo>
                    <a:pt x="47624" y="1602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73414" y="5025140"/>
              <a:ext cx="47624" cy="160240"/>
            </a:xfrm>
            <a:custGeom>
              <a:avLst/>
              <a:pathLst>
                <a:path w="47624" h="160240">
                  <a:moveTo>
                    <a:pt x="0" y="0"/>
                  </a:moveTo>
                  <a:lnTo>
                    <a:pt x="47624" y="1602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878" y="5025140"/>
              <a:ext cx="167160" cy="167192"/>
            </a:xfrm>
            <a:custGeom>
              <a:avLst/>
              <a:pathLst>
                <a:path w="167160" h="167192">
                  <a:moveTo>
                    <a:pt x="119535" y="0"/>
                  </a:moveTo>
                  <a:lnTo>
                    <a:pt x="114388" y="1620"/>
                  </a:lnTo>
                  <a:lnTo>
                    <a:pt x="109296" y="3406"/>
                  </a:lnTo>
                  <a:lnTo>
                    <a:pt x="104265" y="5355"/>
                  </a:lnTo>
                  <a:lnTo>
                    <a:pt x="99299" y="7466"/>
                  </a:lnTo>
                  <a:lnTo>
                    <a:pt x="94403" y="9736"/>
                  </a:lnTo>
                  <a:lnTo>
                    <a:pt x="89584" y="12162"/>
                  </a:lnTo>
                  <a:lnTo>
                    <a:pt x="84845" y="14743"/>
                  </a:lnTo>
                  <a:lnTo>
                    <a:pt x="80192" y="17476"/>
                  </a:lnTo>
                  <a:lnTo>
                    <a:pt x="75629" y="20357"/>
                  </a:lnTo>
                  <a:lnTo>
                    <a:pt x="71162" y="23384"/>
                  </a:lnTo>
                  <a:lnTo>
                    <a:pt x="66795" y="26553"/>
                  </a:lnTo>
                  <a:lnTo>
                    <a:pt x="62533" y="29862"/>
                  </a:lnTo>
                  <a:lnTo>
                    <a:pt x="58380" y="33307"/>
                  </a:lnTo>
                  <a:lnTo>
                    <a:pt x="54339" y="36884"/>
                  </a:lnTo>
                  <a:lnTo>
                    <a:pt x="50417" y="40590"/>
                  </a:lnTo>
                  <a:lnTo>
                    <a:pt x="46616" y="44420"/>
                  </a:lnTo>
                  <a:lnTo>
                    <a:pt x="42941" y="48371"/>
                  </a:lnTo>
                  <a:lnTo>
                    <a:pt x="39395" y="52438"/>
                  </a:lnTo>
                  <a:lnTo>
                    <a:pt x="35982" y="56618"/>
                  </a:lnTo>
                  <a:lnTo>
                    <a:pt x="32706" y="60906"/>
                  </a:lnTo>
                  <a:lnTo>
                    <a:pt x="29570" y="65297"/>
                  </a:lnTo>
                  <a:lnTo>
                    <a:pt x="26578" y="69787"/>
                  </a:lnTo>
                  <a:lnTo>
                    <a:pt x="23732" y="74371"/>
                  </a:lnTo>
                  <a:lnTo>
                    <a:pt x="21035" y="79045"/>
                  </a:lnTo>
                  <a:lnTo>
                    <a:pt x="18490" y="83804"/>
                  </a:lnTo>
                  <a:lnTo>
                    <a:pt x="16101" y="88642"/>
                  </a:lnTo>
                  <a:lnTo>
                    <a:pt x="13869" y="93555"/>
                  </a:lnTo>
                  <a:lnTo>
                    <a:pt x="11796" y="98537"/>
                  </a:lnTo>
                  <a:lnTo>
                    <a:pt x="9886" y="103583"/>
                  </a:lnTo>
                  <a:lnTo>
                    <a:pt x="8139" y="108689"/>
                  </a:lnTo>
                  <a:lnTo>
                    <a:pt x="6558" y="113848"/>
                  </a:lnTo>
                  <a:lnTo>
                    <a:pt x="5145" y="119056"/>
                  </a:lnTo>
                  <a:lnTo>
                    <a:pt x="3900" y="124306"/>
                  </a:lnTo>
                  <a:lnTo>
                    <a:pt x="2825" y="129594"/>
                  </a:lnTo>
                  <a:lnTo>
                    <a:pt x="1922" y="134914"/>
                  </a:lnTo>
                  <a:lnTo>
                    <a:pt x="1190" y="140260"/>
                  </a:lnTo>
                  <a:lnTo>
                    <a:pt x="632" y="145627"/>
                  </a:lnTo>
                  <a:lnTo>
                    <a:pt x="247" y="151009"/>
                  </a:lnTo>
                  <a:lnTo>
                    <a:pt x="36" y="156401"/>
                  </a:lnTo>
                  <a:lnTo>
                    <a:pt x="0" y="161797"/>
                  </a:lnTo>
                  <a:lnTo>
                    <a:pt x="137" y="167192"/>
                  </a:lnTo>
                  <a:lnTo>
                    <a:pt x="167160" y="1602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54016" y="5018213"/>
              <a:ext cx="334174" cy="334333"/>
            </a:xfrm>
            <a:custGeom>
              <a:avLst/>
              <a:pathLst>
                <a:path w="334174" h="334333">
                  <a:moveTo>
                    <a:pt x="0" y="174119"/>
                  </a:moveTo>
                  <a:lnTo>
                    <a:pt x="305" y="179422"/>
                  </a:lnTo>
                  <a:lnTo>
                    <a:pt x="778" y="184712"/>
                  </a:lnTo>
                  <a:lnTo>
                    <a:pt x="1419" y="189984"/>
                  </a:lnTo>
                  <a:lnTo>
                    <a:pt x="2228" y="195234"/>
                  </a:lnTo>
                  <a:lnTo>
                    <a:pt x="3203" y="200455"/>
                  </a:lnTo>
                  <a:lnTo>
                    <a:pt x="4343" y="205642"/>
                  </a:lnTo>
                  <a:lnTo>
                    <a:pt x="5647" y="210791"/>
                  </a:lnTo>
                  <a:lnTo>
                    <a:pt x="7115" y="215896"/>
                  </a:lnTo>
                  <a:lnTo>
                    <a:pt x="8743" y="220951"/>
                  </a:lnTo>
                  <a:lnTo>
                    <a:pt x="10532" y="225952"/>
                  </a:lnTo>
                  <a:lnTo>
                    <a:pt x="12479" y="230894"/>
                  </a:lnTo>
                  <a:lnTo>
                    <a:pt x="14581" y="235772"/>
                  </a:lnTo>
                  <a:lnTo>
                    <a:pt x="16838" y="240580"/>
                  </a:lnTo>
                  <a:lnTo>
                    <a:pt x="19246" y="245314"/>
                  </a:lnTo>
                  <a:lnTo>
                    <a:pt x="21803" y="249969"/>
                  </a:lnTo>
                  <a:lnTo>
                    <a:pt x="24507" y="254541"/>
                  </a:lnTo>
                  <a:lnTo>
                    <a:pt x="27354" y="259024"/>
                  </a:lnTo>
                  <a:lnTo>
                    <a:pt x="30343" y="263415"/>
                  </a:lnTo>
                  <a:lnTo>
                    <a:pt x="33470" y="267709"/>
                  </a:lnTo>
                  <a:lnTo>
                    <a:pt x="36731" y="271901"/>
                  </a:lnTo>
                  <a:lnTo>
                    <a:pt x="40124" y="275987"/>
                  </a:lnTo>
                  <a:lnTo>
                    <a:pt x="43645" y="279964"/>
                  </a:lnTo>
                  <a:lnTo>
                    <a:pt x="47291" y="283826"/>
                  </a:lnTo>
                  <a:lnTo>
                    <a:pt x="51058" y="287571"/>
                  </a:lnTo>
                  <a:lnTo>
                    <a:pt x="54941" y="291194"/>
                  </a:lnTo>
                  <a:lnTo>
                    <a:pt x="58938" y="294692"/>
                  </a:lnTo>
                  <a:lnTo>
                    <a:pt x="63044" y="298062"/>
                  </a:lnTo>
                  <a:lnTo>
                    <a:pt x="67255" y="301299"/>
                  </a:lnTo>
                  <a:lnTo>
                    <a:pt x="71566" y="304401"/>
                  </a:lnTo>
                  <a:lnTo>
                    <a:pt x="75974" y="307364"/>
                  </a:lnTo>
                  <a:lnTo>
                    <a:pt x="80474" y="310186"/>
                  </a:lnTo>
                  <a:lnTo>
                    <a:pt x="85061" y="312863"/>
                  </a:lnTo>
                  <a:lnTo>
                    <a:pt x="89731" y="315393"/>
                  </a:lnTo>
                  <a:lnTo>
                    <a:pt x="94479" y="317774"/>
                  </a:lnTo>
                  <a:lnTo>
                    <a:pt x="99300" y="320002"/>
                  </a:lnTo>
                  <a:lnTo>
                    <a:pt x="104190" y="322077"/>
                  </a:lnTo>
                  <a:lnTo>
                    <a:pt x="109143" y="323995"/>
                  </a:lnTo>
                  <a:lnTo>
                    <a:pt x="114154" y="325754"/>
                  </a:lnTo>
                  <a:lnTo>
                    <a:pt x="119219" y="327354"/>
                  </a:lnTo>
                  <a:lnTo>
                    <a:pt x="124332" y="328792"/>
                  </a:lnTo>
                  <a:lnTo>
                    <a:pt x="129488" y="330066"/>
                  </a:lnTo>
                  <a:lnTo>
                    <a:pt x="134682" y="331176"/>
                  </a:lnTo>
                  <a:lnTo>
                    <a:pt x="139909" y="332121"/>
                  </a:lnTo>
                  <a:lnTo>
                    <a:pt x="145163" y="332899"/>
                  </a:lnTo>
                  <a:lnTo>
                    <a:pt x="150439" y="333510"/>
                  </a:lnTo>
                  <a:lnTo>
                    <a:pt x="155732" y="333953"/>
                  </a:lnTo>
                  <a:lnTo>
                    <a:pt x="161036" y="334227"/>
                  </a:lnTo>
                  <a:lnTo>
                    <a:pt x="166347" y="334333"/>
                  </a:lnTo>
                  <a:lnTo>
                    <a:pt x="171658" y="334270"/>
                  </a:lnTo>
                  <a:lnTo>
                    <a:pt x="176964" y="334038"/>
                  </a:lnTo>
                  <a:lnTo>
                    <a:pt x="182260" y="333638"/>
                  </a:lnTo>
                  <a:lnTo>
                    <a:pt x="187541" y="333070"/>
                  </a:lnTo>
                  <a:lnTo>
                    <a:pt x="192801" y="332335"/>
                  </a:lnTo>
                  <a:lnTo>
                    <a:pt x="198036" y="331432"/>
                  </a:lnTo>
                  <a:lnTo>
                    <a:pt x="203238" y="330364"/>
                  </a:lnTo>
                  <a:lnTo>
                    <a:pt x="208405" y="329131"/>
                  </a:lnTo>
                  <a:lnTo>
                    <a:pt x="213529" y="327735"/>
                  </a:lnTo>
                  <a:lnTo>
                    <a:pt x="218607" y="326176"/>
                  </a:lnTo>
                  <a:lnTo>
                    <a:pt x="223632" y="324457"/>
                  </a:lnTo>
                  <a:lnTo>
                    <a:pt x="228601" y="322580"/>
                  </a:lnTo>
                  <a:lnTo>
                    <a:pt x="233507" y="320545"/>
                  </a:lnTo>
                  <a:lnTo>
                    <a:pt x="238346" y="318355"/>
                  </a:lnTo>
                  <a:lnTo>
                    <a:pt x="243113" y="316013"/>
                  </a:lnTo>
                  <a:lnTo>
                    <a:pt x="247803" y="313521"/>
                  </a:lnTo>
                  <a:lnTo>
                    <a:pt x="252412" y="310880"/>
                  </a:lnTo>
                  <a:lnTo>
                    <a:pt x="256934" y="308095"/>
                  </a:lnTo>
                  <a:lnTo>
                    <a:pt x="261366" y="305168"/>
                  </a:lnTo>
                  <a:lnTo>
                    <a:pt x="265703" y="302101"/>
                  </a:lnTo>
                  <a:lnTo>
                    <a:pt x="269939" y="298898"/>
                  </a:lnTo>
                  <a:lnTo>
                    <a:pt x="274072" y="295562"/>
                  </a:lnTo>
                  <a:lnTo>
                    <a:pt x="278097" y="292096"/>
                  </a:lnTo>
                  <a:lnTo>
                    <a:pt x="282010" y="288504"/>
                  </a:lnTo>
                  <a:lnTo>
                    <a:pt x="285807" y="284790"/>
                  </a:lnTo>
                  <a:lnTo>
                    <a:pt x="289484" y="280957"/>
                  </a:lnTo>
                  <a:lnTo>
                    <a:pt x="293037" y="277009"/>
                  </a:lnTo>
                  <a:lnTo>
                    <a:pt x="296463" y="272950"/>
                  </a:lnTo>
                  <a:lnTo>
                    <a:pt x="299758" y="268785"/>
                  </a:lnTo>
                  <a:lnTo>
                    <a:pt x="302919" y="264517"/>
                  </a:lnTo>
                  <a:lnTo>
                    <a:pt x="305943" y="260150"/>
                  </a:lnTo>
                  <a:lnTo>
                    <a:pt x="308827" y="255690"/>
                  </a:lnTo>
                  <a:lnTo>
                    <a:pt x="311568" y="251140"/>
                  </a:lnTo>
                  <a:lnTo>
                    <a:pt x="314163" y="246506"/>
                  </a:lnTo>
                  <a:lnTo>
                    <a:pt x="316609" y="241791"/>
                  </a:lnTo>
                  <a:lnTo>
                    <a:pt x="318904" y="237002"/>
                  </a:lnTo>
                  <a:lnTo>
                    <a:pt x="321046" y="232141"/>
                  </a:lnTo>
                  <a:lnTo>
                    <a:pt x="323032" y="227215"/>
                  </a:lnTo>
                  <a:lnTo>
                    <a:pt x="324861" y="222229"/>
                  </a:lnTo>
                  <a:lnTo>
                    <a:pt x="326531" y="217187"/>
                  </a:lnTo>
                  <a:lnTo>
                    <a:pt x="328039" y="212094"/>
                  </a:lnTo>
                  <a:lnTo>
                    <a:pt x="329385" y="206956"/>
                  </a:lnTo>
                  <a:lnTo>
                    <a:pt x="330568" y="201778"/>
                  </a:lnTo>
                  <a:lnTo>
                    <a:pt x="331585" y="196565"/>
                  </a:lnTo>
                  <a:lnTo>
                    <a:pt x="332435" y="191322"/>
                  </a:lnTo>
                  <a:lnTo>
                    <a:pt x="333119" y="186055"/>
                  </a:lnTo>
                  <a:lnTo>
                    <a:pt x="333635" y="180769"/>
                  </a:lnTo>
                  <a:lnTo>
                    <a:pt x="333983" y="175469"/>
                  </a:lnTo>
                  <a:lnTo>
                    <a:pt x="334163" y="170160"/>
                  </a:lnTo>
                  <a:lnTo>
                    <a:pt x="334174" y="164849"/>
                  </a:lnTo>
                  <a:lnTo>
                    <a:pt x="334016" y="159540"/>
                  </a:lnTo>
                  <a:lnTo>
                    <a:pt x="333689" y="154239"/>
                  </a:lnTo>
                  <a:lnTo>
                    <a:pt x="333194" y="148950"/>
                  </a:lnTo>
                  <a:lnTo>
                    <a:pt x="332532" y="143681"/>
                  </a:lnTo>
                  <a:lnTo>
                    <a:pt x="331702" y="138434"/>
                  </a:lnTo>
                  <a:lnTo>
                    <a:pt x="330706" y="133217"/>
                  </a:lnTo>
                  <a:lnTo>
                    <a:pt x="329545" y="128034"/>
                  </a:lnTo>
                  <a:lnTo>
                    <a:pt x="328220" y="122891"/>
                  </a:lnTo>
                  <a:lnTo>
                    <a:pt x="326732" y="117792"/>
                  </a:lnTo>
                  <a:lnTo>
                    <a:pt x="325083" y="112743"/>
                  </a:lnTo>
                  <a:lnTo>
                    <a:pt x="323274" y="107749"/>
                  </a:lnTo>
                  <a:lnTo>
                    <a:pt x="321307" y="102816"/>
                  </a:lnTo>
                  <a:lnTo>
                    <a:pt x="319185" y="97947"/>
                  </a:lnTo>
                  <a:lnTo>
                    <a:pt x="316909" y="93148"/>
                  </a:lnTo>
                  <a:lnTo>
                    <a:pt x="314482" y="88423"/>
                  </a:lnTo>
                  <a:lnTo>
                    <a:pt x="311906" y="83778"/>
                  </a:lnTo>
                  <a:lnTo>
                    <a:pt x="309184" y="79218"/>
                  </a:lnTo>
                  <a:lnTo>
                    <a:pt x="306318" y="74746"/>
                  </a:lnTo>
                  <a:lnTo>
                    <a:pt x="303312" y="70367"/>
                  </a:lnTo>
                  <a:lnTo>
                    <a:pt x="300168" y="66086"/>
                  </a:lnTo>
                  <a:lnTo>
                    <a:pt x="296889" y="61907"/>
                  </a:lnTo>
                  <a:lnTo>
                    <a:pt x="293480" y="57835"/>
                  </a:lnTo>
                  <a:lnTo>
                    <a:pt x="289942" y="53873"/>
                  </a:lnTo>
                  <a:lnTo>
                    <a:pt x="286281" y="50025"/>
                  </a:lnTo>
                  <a:lnTo>
                    <a:pt x="282500" y="46295"/>
                  </a:lnTo>
                  <a:lnTo>
                    <a:pt x="278601" y="42688"/>
                  </a:lnTo>
                  <a:lnTo>
                    <a:pt x="274590" y="39206"/>
                  </a:lnTo>
                  <a:lnTo>
                    <a:pt x="270471" y="35853"/>
                  </a:lnTo>
                  <a:lnTo>
                    <a:pt x="266247" y="32633"/>
                  </a:lnTo>
                  <a:lnTo>
                    <a:pt x="261923" y="29549"/>
                  </a:lnTo>
                  <a:lnTo>
                    <a:pt x="257503" y="26603"/>
                  </a:lnTo>
                  <a:lnTo>
                    <a:pt x="252992" y="23800"/>
                  </a:lnTo>
                  <a:lnTo>
                    <a:pt x="248394" y="21141"/>
                  </a:lnTo>
                  <a:lnTo>
                    <a:pt x="243714" y="18630"/>
                  </a:lnTo>
                  <a:lnTo>
                    <a:pt x="238956" y="16268"/>
                  </a:lnTo>
                  <a:lnTo>
                    <a:pt x="234126" y="14059"/>
                  </a:lnTo>
                  <a:lnTo>
                    <a:pt x="229228" y="12005"/>
                  </a:lnTo>
                  <a:lnTo>
                    <a:pt x="224267" y="10107"/>
                  </a:lnTo>
                  <a:lnTo>
                    <a:pt x="219249" y="8367"/>
                  </a:lnTo>
                  <a:lnTo>
                    <a:pt x="214178" y="6788"/>
                  </a:lnTo>
                  <a:lnTo>
                    <a:pt x="209059" y="5371"/>
                  </a:lnTo>
                  <a:lnTo>
                    <a:pt x="203898" y="4117"/>
                  </a:lnTo>
                  <a:lnTo>
                    <a:pt x="198699" y="3028"/>
                  </a:lnTo>
                  <a:lnTo>
                    <a:pt x="193469" y="2105"/>
                  </a:lnTo>
                  <a:lnTo>
                    <a:pt x="188212" y="1348"/>
                  </a:lnTo>
                  <a:lnTo>
                    <a:pt x="182933" y="758"/>
                  </a:lnTo>
                  <a:lnTo>
                    <a:pt x="177638" y="337"/>
                  </a:lnTo>
                  <a:lnTo>
                    <a:pt x="172333" y="84"/>
                  </a:lnTo>
                  <a:lnTo>
                    <a:pt x="167022" y="0"/>
                  </a:lnTo>
                  <a:lnTo>
                    <a:pt x="16702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23553" y="4659281"/>
              <a:ext cx="99681" cy="167167"/>
            </a:xfrm>
            <a:custGeom>
              <a:avLst/>
              <a:pathLst>
                <a:path w="99681" h="167167">
                  <a:moveTo>
                    <a:pt x="99681" y="0"/>
                  </a:moveTo>
                  <a:lnTo>
                    <a:pt x="94061" y="94"/>
                  </a:lnTo>
                  <a:lnTo>
                    <a:pt x="88447" y="377"/>
                  </a:lnTo>
                  <a:lnTo>
                    <a:pt x="82846" y="849"/>
                  </a:lnTo>
                  <a:lnTo>
                    <a:pt x="77264" y="1509"/>
                  </a:lnTo>
                  <a:lnTo>
                    <a:pt x="71708" y="2357"/>
                  </a:lnTo>
                  <a:lnTo>
                    <a:pt x="66183" y="3390"/>
                  </a:lnTo>
                  <a:lnTo>
                    <a:pt x="60696" y="4609"/>
                  </a:lnTo>
                  <a:lnTo>
                    <a:pt x="55253" y="6011"/>
                  </a:lnTo>
                  <a:lnTo>
                    <a:pt x="49860" y="7596"/>
                  </a:lnTo>
                  <a:lnTo>
                    <a:pt x="44524" y="9361"/>
                  </a:lnTo>
                  <a:lnTo>
                    <a:pt x="39250" y="11305"/>
                  </a:lnTo>
                  <a:lnTo>
                    <a:pt x="34044" y="13425"/>
                  </a:lnTo>
                  <a:lnTo>
                    <a:pt x="28912" y="15718"/>
                  </a:lnTo>
                  <a:lnTo>
                    <a:pt x="23861" y="18183"/>
                  </a:lnTo>
                  <a:lnTo>
                    <a:pt x="18895" y="20816"/>
                  </a:lnTo>
                  <a:lnTo>
                    <a:pt x="14020" y="23615"/>
                  </a:lnTo>
                  <a:lnTo>
                    <a:pt x="9243" y="26576"/>
                  </a:lnTo>
                  <a:lnTo>
                    <a:pt x="4567" y="29696"/>
                  </a:lnTo>
                  <a:lnTo>
                    <a:pt x="0" y="32971"/>
                  </a:lnTo>
                  <a:lnTo>
                    <a:pt x="996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23553" y="4692253"/>
              <a:ext cx="99681" cy="134196"/>
            </a:xfrm>
            <a:custGeom>
              <a:avLst/>
              <a:pathLst>
                <a:path w="99681" h="134196">
                  <a:moveTo>
                    <a:pt x="0" y="0"/>
                  </a:moveTo>
                  <a:lnTo>
                    <a:pt x="99681" y="1341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323553" y="4692253"/>
              <a:ext cx="99681" cy="134196"/>
            </a:xfrm>
            <a:custGeom>
              <a:avLst/>
              <a:pathLst>
                <a:path w="99681" h="134196">
                  <a:moveTo>
                    <a:pt x="0" y="0"/>
                  </a:moveTo>
                  <a:lnTo>
                    <a:pt x="99681" y="1341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56075" y="4692253"/>
              <a:ext cx="259019" cy="301356"/>
            </a:xfrm>
            <a:custGeom>
              <a:avLst/>
              <a:pathLst>
                <a:path w="259019" h="301356">
                  <a:moveTo>
                    <a:pt x="67478" y="0"/>
                  </a:moveTo>
                  <a:lnTo>
                    <a:pt x="63261" y="3237"/>
                  </a:lnTo>
                  <a:lnTo>
                    <a:pt x="59150" y="6606"/>
                  </a:lnTo>
                  <a:lnTo>
                    <a:pt x="55148" y="10105"/>
                  </a:lnTo>
                  <a:lnTo>
                    <a:pt x="51260" y="13728"/>
                  </a:lnTo>
                  <a:lnTo>
                    <a:pt x="47488" y="17474"/>
                  </a:lnTo>
                  <a:lnTo>
                    <a:pt x="43838" y="21338"/>
                  </a:lnTo>
                  <a:lnTo>
                    <a:pt x="40312" y="25316"/>
                  </a:lnTo>
                  <a:lnTo>
                    <a:pt x="36914" y="29404"/>
                  </a:lnTo>
                  <a:lnTo>
                    <a:pt x="33649" y="33598"/>
                  </a:lnTo>
                  <a:lnTo>
                    <a:pt x="30518" y="37893"/>
                  </a:lnTo>
                  <a:lnTo>
                    <a:pt x="27525" y="42286"/>
                  </a:lnTo>
                  <a:lnTo>
                    <a:pt x="24674" y="46772"/>
                  </a:lnTo>
                  <a:lnTo>
                    <a:pt x="21966" y="51347"/>
                  </a:lnTo>
                  <a:lnTo>
                    <a:pt x="19405" y="56005"/>
                  </a:lnTo>
                  <a:lnTo>
                    <a:pt x="16994" y="60742"/>
                  </a:lnTo>
                  <a:lnTo>
                    <a:pt x="14735" y="65553"/>
                  </a:lnTo>
                  <a:lnTo>
                    <a:pt x="12629" y="70434"/>
                  </a:lnTo>
                  <a:lnTo>
                    <a:pt x="10680" y="75379"/>
                  </a:lnTo>
                  <a:lnTo>
                    <a:pt x="8889" y="80384"/>
                  </a:lnTo>
                  <a:lnTo>
                    <a:pt x="7259" y="85443"/>
                  </a:lnTo>
                  <a:lnTo>
                    <a:pt x="5789" y="90552"/>
                  </a:lnTo>
                  <a:lnTo>
                    <a:pt x="4483" y="95704"/>
                  </a:lnTo>
                  <a:lnTo>
                    <a:pt x="3342" y="100896"/>
                  </a:lnTo>
                  <a:lnTo>
                    <a:pt x="2366" y="106121"/>
                  </a:lnTo>
                  <a:lnTo>
                    <a:pt x="1557" y="111374"/>
                  </a:lnTo>
                  <a:lnTo>
                    <a:pt x="915" y="116651"/>
                  </a:lnTo>
                  <a:lnTo>
                    <a:pt x="441" y="121945"/>
                  </a:lnTo>
                  <a:lnTo>
                    <a:pt x="136" y="127252"/>
                  </a:lnTo>
                  <a:lnTo>
                    <a:pt x="0" y="132566"/>
                  </a:lnTo>
                  <a:lnTo>
                    <a:pt x="32" y="137881"/>
                  </a:lnTo>
                  <a:lnTo>
                    <a:pt x="234" y="143193"/>
                  </a:lnTo>
                  <a:lnTo>
                    <a:pt x="604" y="148495"/>
                  </a:lnTo>
                  <a:lnTo>
                    <a:pt x="1143" y="153784"/>
                  </a:lnTo>
                  <a:lnTo>
                    <a:pt x="1850" y="159052"/>
                  </a:lnTo>
                  <a:lnTo>
                    <a:pt x="2724" y="164295"/>
                  </a:lnTo>
                  <a:lnTo>
                    <a:pt x="3764" y="169508"/>
                  </a:lnTo>
                  <a:lnTo>
                    <a:pt x="4969" y="174685"/>
                  </a:lnTo>
                  <a:lnTo>
                    <a:pt x="6338" y="179821"/>
                  </a:lnTo>
                  <a:lnTo>
                    <a:pt x="7870" y="184911"/>
                  </a:lnTo>
                  <a:lnTo>
                    <a:pt x="9563" y="189950"/>
                  </a:lnTo>
                  <a:lnTo>
                    <a:pt x="11416" y="194932"/>
                  </a:lnTo>
                  <a:lnTo>
                    <a:pt x="13425" y="199853"/>
                  </a:lnTo>
                  <a:lnTo>
                    <a:pt x="15590" y="204707"/>
                  </a:lnTo>
                  <a:lnTo>
                    <a:pt x="17909" y="209491"/>
                  </a:lnTo>
                  <a:lnTo>
                    <a:pt x="20378" y="214198"/>
                  </a:lnTo>
                  <a:lnTo>
                    <a:pt x="22996" y="218824"/>
                  </a:lnTo>
                  <a:lnTo>
                    <a:pt x="25760" y="223365"/>
                  </a:lnTo>
                  <a:lnTo>
                    <a:pt x="28666" y="227815"/>
                  </a:lnTo>
                  <a:lnTo>
                    <a:pt x="31713" y="232171"/>
                  </a:lnTo>
                  <a:lnTo>
                    <a:pt x="34896" y="236428"/>
                  </a:lnTo>
                  <a:lnTo>
                    <a:pt x="38213" y="240581"/>
                  </a:lnTo>
                  <a:lnTo>
                    <a:pt x="41661" y="244627"/>
                  </a:lnTo>
                  <a:lnTo>
                    <a:pt x="45235" y="248561"/>
                  </a:lnTo>
                  <a:lnTo>
                    <a:pt x="48933" y="252380"/>
                  </a:lnTo>
                  <a:lnTo>
                    <a:pt x="52750" y="256079"/>
                  </a:lnTo>
                  <a:lnTo>
                    <a:pt x="56683" y="259655"/>
                  </a:lnTo>
                  <a:lnTo>
                    <a:pt x="60728" y="263104"/>
                  </a:lnTo>
                  <a:lnTo>
                    <a:pt x="64880" y="266423"/>
                  </a:lnTo>
                  <a:lnTo>
                    <a:pt x="69136" y="269607"/>
                  </a:lnTo>
                  <a:lnTo>
                    <a:pt x="73490" y="272656"/>
                  </a:lnTo>
                  <a:lnTo>
                    <a:pt x="77940" y="275564"/>
                  </a:lnTo>
                  <a:lnTo>
                    <a:pt x="82480" y="278329"/>
                  </a:lnTo>
                  <a:lnTo>
                    <a:pt x="87105" y="280948"/>
                  </a:lnTo>
                  <a:lnTo>
                    <a:pt x="91811" y="283419"/>
                  </a:lnTo>
                  <a:lnTo>
                    <a:pt x="96594" y="285739"/>
                  </a:lnTo>
                  <a:lnTo>
                    <a:pt x="101447" y="287906"/>
                  </a:lnTo>
                  <a:lnTo>
                    <a:pt x="106368" y="289918"/>
                  </a:lnTo>
                  <a:lnTo>
                    <a:pt x="111349" y="291772"/>
                  </a:lnTo>
                  <a:lnTo>
                    <a:pt x="116387" y="293466"/>
                  </a:lnTo>
                  <a:lnTo>
                    <a:pt x="121477" y="295000"/>
                  </a:lnTo>
                  <a:lnTo>
                    <a:pt x="126612" y="296371"/>
                  </a:lnTo>
                  <a:lnTo>
                    <a:pt x="131789" y="297578"/>
                  </a:lnTo>
                  <a:lnTo>
                    <a:pt x="137001" y="298620"/>
                  </a:lnTo>
                  <a:lnTo>
                    <a:pt x="142244" y="299496"/>
                  </a:lnTo>
                  <a:lnTo>
                    <a:pt x="147512" y="300205"/>
                  </a:lnTo>
                  <a:lnTo>
                    <a:pt x="152800" y="300745"/>
                  </a:lnTo>
                  <a:lnTo>
                    <a:pt x="158103" y="301118"/>
                  </a:lnTo>
                  <a:lnTo>
                    <a:pt x="163414" y="301321"/>
                  </a:lnTo>
                  <a:lnTo>
                    <a:pt x="168730" y="301356"/>
                  </a:lnTo>
                  <a:lnTo>
                    <a:pt x="174044" y="301221"/>
                  </a:lnTo>
                  <a:lnTo>
                    <a:pt x="179350" y="300918"/>
                  </a:lnTo>
                  <a:lnTo>
                    <a:pt x="184645" y="300446"/>
                  </a:lnTo>
                  <a:lnTo>
                    <a:pt x="189922" y="299806"/>
                  </a:lnTo>
                  <a:lnTo>
                    <a:pt x="195176" y="298999"/>
                  </a:lnTo>
                  <a:lnTo>
                    <a:pt x="200401" y="298024"/>
                  </a:lnTo>
                  <a:lnTo>
                    <a:pt x="205593" y="296885"/>
                  </a:lnTo>
                  <a:lnTo>
                    <a:pt x="210746" y="295581"/>
                  </a:lnTo>
                  <a:lnTo>
                    <a:pt x="215855" y="294113"/>
                  </a:lnTo>
                  <a:lnTo>
                    <a:pt x="220915" y="292484"/>
                  </a:lnTo>
                  <a:lnTo>
                    <a:pt x="225920" y="290695"/>
                  </a:lnTo>
                  <a:lnTo>
                    <a:pt x="230866" y="288748"/>
                  </a:lnTo>
                  <a:lnTo>
                    <a:pt x="235748" y="286644"/>
                  </a:lnTo>
                  <a:lnTo>
                    <a:pt x="240560" y="284386"/>
                  </a:lnTo>
                  <a:lnTo>
                    <a:pt x="245298" y="281977"/>
                  </a:lnTo>
                  <a:lnTo>
                    <a:pt x="249957" y="279418"/>
                  </a:lnTo>
                  <a:lnTo>
                    <a:pt x="254532" y="276712"/>
                  </a:lnTo>
                  <a:lnTo>
                    <a:pt x="259019" y="273862"/>
                  </a:lnTo>
                  <a:lnTo>
                    <a:pt x="167159" y="1341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167166" cy="306833"/>
            </a:xfrm>
            <a:custGeom>
              <a:avLst/>
              <a:pathLst>
                <a:path w="167166" h="306833">
                  <a:moveTo>
                    <a:pt x="91860" y="306833"/>
                  </a:moveTo>
                  <a:lnTo>
                    <a:pt x="96281" y="303823"/>
                  </a:lnTo>
                  <a:lnTo>
                    <a:pt x="100603" y="300673"/>
                  </a:lnTo>
                  <a:lnTo>
                    <a:pt x="104823" y="297386"/>
                  </a:lnTo>
                  <a:lnTo>
                    <a:pt x="108935" y="293966"/>
                  </a:lnTo>
                  <a:lnTo>
                    <a:pt x="112936" y="290416"/>
                  </a:lnTo>
                  <a:lnTo>
                    <a:pt x="116821" y="286740"/>
                  </a:lnTo>
                  <a:lnTo>
                    <a:pt x="120587" y="282941"/>
                  </a:lnTo>
                  <a:lnTo>
                    <a:pt x="124229" y="279024"/>
                  </a:lnTo>
                  <a:lnTo>
                    <a:pt x="127744" y="274992"/>
                  </a:lnTo>
                  <a:lnTo>
                    <a:pt x="131128" y="270850"/>
                  </a:lnTo>
                  <a:lnTo>
                    <a:pt x="134378" y="266602"/>
                  </a:lnTo>
                  <a:lnTo>
                    <a:pt x="137491" y="262252"/>
                  </a:lnTo>
                  <a:lnTo>
                    <a:pt x="140462" y="257805"/>
                  </a:lnTo>
                  <a:lnTo>
                    <a:pt x="143290" y="253265"/>
                  </a:lnTo>
                  <a:lnTo>
                    <a:pt x="145971" y="248636"/>
                  </a:lnTo>
                  <a:lnTo>
                    <a:pt x="148503" y="243925"/>
                  </a:lnTo>
                  <a:lnTo>
                    <a:pt x="150882" y="239134"/>
                  </a:lnTo>
                  <a:lnTo>
                    <a:pt x="153108" y="234270"/>
                  </a:lnTo>
                  <a:lnTo>
                    <a:pt x="155176" y="229338"/>
                  </a:lnTo>
                  <a:lnTo>
                    <a:pt x="157086" y="224342"/>
                  </a:lnTo>
                  <a:lnTo>
                    <a:pt x="158834" y="219287"/>
                  </a:lnTo>
                  <a:lnTo>
                    <a:pt x="160420" y="214179"/>
                  </a:lnTo>
                  <a:lnTo>
                    <a:pt x="161842" y="209022"/>
                  </a:lnTo>
                  <a:lnTo>
                    <a:pt x="163098" y="203823"/>
                  </a:lnTo>
                  <a:lnTo>
                    <a:pt x="164188" y="198587"/>
                  </a:lnTo>
                  <a:lnTo>
                    <a:pt x="165109" y="193318"/>
                  </a:lnTo>
                  <a:lnTo>
                    <a:pt x="165861" y="188022"/>
                  </a:lnTo>
                  <a:lnTo>
                    <a:pt x="166443" y="182705"/>
                  </a:lnTo>
                  <a:lnTo>
                    <a:pt x="166855" y="177372"/>
                  </a:lnTo>
                  <a:lnTo>
                    <a:pt x="167096" y="172029"/>
                  </a:lnTo>
                  <a:lnTo>
                    <a:pt x="167166" y="166681"/>
                  </a:lnTo>
                  <a:lnTo>
                    <a:pt x="167065" y="161333"/>
                  </a:lnTo>
                  <a:lnTo>
                    <a:pt x="166793" y="155991"/>
                  </a:lnTo>
                  <a:lnTo>
                    <a:pt x="166350" y="150661"/>
                  </a:lnTo>
                  <a:lnTo>
                    <a:pt x="165737" y="145347"/>
                  </a:lnTo>
                  <a:lnTo>
                    <a:pt x="164954" y="140056"/>
                  </a:lnTo>
                  <a:lnTo>
                    <a:pt x="164002" y="134793"/>
                  </a:lnTo>
                  <a:lnTo>
                    <a:pt x="162882" y="129562"/>
                  </a:lnTo>
                  <a:lnTo>
                    <a:pt x="161596" y="124371"/>
                  </a:lnTo>
                  <a:lnTo>
                    <a:pt x="160144" y="119223"/>
                  </a:lnTo>
                  <a:lnTo>
                    <a:pt x="158528" y="114124"/>
                  </a:lnTo>
                  <a:lnTo>
                    <a:pt x="156750" y="109079"/>
                  </a:lnTo>
                  <a:lnTo>
                    <a:pt x="154812" y="104094"/>
                  </a:lnTo>
                  <a:lnTo>
                    <a:pt x="152715" y="99174"/>
                  </a:lnTo>
                  <a:lnTo>
                    <a:pt x="150461" y="94323"/>
                  </a:lnTo>
                  <a:lnTo>
                    <a:pt x="148054" y="89547"/>
                  </a:lnTo>
                  <a:lnTo>
                    <a:pt x="145495" y="84850"/>
                  </a:lnTo>
                  <a:lnTo>
                    <a:pt x="142787" y="80237"/>
                  </a:lnTo>
                  <a:lnTo>
                    <a:pt x="139932" y="75714"/>
                  </a:lnTo>
                  <a:lnTo>
                    <a:pt x="136935" y="71284"/>
                  </a:lnTo>
                  <a:lnTo>
                    <a:pt x="133797" y="66952"/>
                  </a:lnTo>
                  <a:lnTo>
                    <a:pt x="130523" y="62723"/>
                  </a:lnTo>
                  <a:lnTo>
                    <a:pt x="127115" y="58600"/>
                  </a:lnTo>
                  <a:lnTo>
                    <a:pt x="123576" y="54589"/>
                  </a:lnTo>
                  <a:lnTo>
                    <a:pt x="119911" y="50693"/>
                  </a:lnTo>
                  <a:lnTo>
                    <a:pt x="116124" y="46917"/>
                  </a:lnTo>
                  <a:lnTo>
                    <a:pt x="112217" y="43263"/>
                  </a:lnTo>
                  <a:lnTo>
                    <a:pt x="108196" y="39737"/>
                  </a:lnTo>
                  <a:lnTo>
                    <a:pt x="104064" y="36340"/>
                  </a:lnTo>
                  <a:lnTo>
                    <a:pt x="99825" y="33078"/>
                  </a:lnTo>
                  <a:lnTo>
                    <a:pt x="95484" y="29953"/>
                  </a:lnTo>
                  <a:lnTo>
                    <a:pt x="91045" y="26969"/>
                  </a:lnTo>
                  <a:lnTo>
                    <a:pt x="86514" y="24128"/>
                  </a:lnTo>
                  <a:lnTo>
                    <a:pt x="81893" y="21433"/>
                  </a:lnTo>
                  <a:lnTo>
                    <a:pt x="77189" y="18888"/>
                  </a:lnTo>
                  <a:lnTo>
                    <a:pt x="72406" y="16494"/>
                  </a:lnTo>
                  <a:lnTo>
                    <a:pt x="67548" y="14255"/>
                  </a:lnTo>
                  <a:lnTo>
                    <a:pt x="62622" y="12172"/>
                  </a:lnTo>
                  <a:lnTo>
                    <a:pt x="57631" y="10248"/>
                  </a:lnTo>
                  <a:lnTo>
                    <a:pt x="52581" y="8484"/>
                  </a:lnTo>
                  <a:lnTo>
                    <a:pt x="47478" y="6883"/>
                  </a:lnTo>
                  <a:lnTo>
                    <a:pt x="42325" y="5447"/>
                  </a:lnTo>
                  <a:lnTo>
                    <a:pt x="37130" y="4175"/>
                  </a:lnTo>
                  <a:lnTo>
                    <a:pt x="31897" y="3071"/>
                  </a:lnTo>
                  <a:lnTo>
                    <a:pt x="26630" y="2134"/>
                  </a:lnTo>
                  <a:lnTo>
                    <a:pt x="21337" y="1367"/>
                  </a:lnTo>
                  <a:lnTo>
                    <a:pt x="16022" y="769"/>
                  </a:lnTo>
                  <a:lnTo>
                    <a:pt x="10690" y="342"/>
                  </a:lnTo>
                  <a:lnTo>
                    <a:pt x="534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8279" y="4213821"/>
              <a:ext cx="130192" cy="167167"/>
            </a:xfrm>
            <a:custGeom>
              <a:avLst/>
              <a:pathLst>
                <a:path w="130192" h="167167">
                  <a:moveTo>
                    <a:pt x="130192" y="0"/>
                  </a:moveTo>
                  <a:lnTo>
                    <a:pt x="124665" y="91"/>
                  </a:lnTo>
                  <a:lnTo>
                    <a:pt x="119145" y="365"/>
                  </a:lnTo>
                  <a:lnTo>
                    <a:pt x="113637" y="821"/>
                  </a:lnTo>
                  <a:lnTo>
                    <a:pt x="108146" y="1460"/>
                  </a:lnTo>
                  <a:lnTo>
                    <a:pt x="102680" y="2279"/>
                  </a:lnTo>
                  <a:lnTo>
                    <a:pt x="97244" y="3279"/>
                  </a:lnTo>
                  <a:lnTo>
                    <a:pt x="91844" y="4457"/>
                  </a:lnTo>
                  <a:lnTo>
                    <a:pt x="86486" y="5814"/>
                  </a:lnTo>
                  <a:lnTo>
                    <a:pt x="81175" y="7347"/>
                  </a:lnTo>
                  <a:lnTo>
                    <a:pt x="75919" y="9055"/>
                  </a:lnTo>
                  <a:lnTo>
                    <a:pt x="70721" y="10936"/>
                  </a:lnTo>
                  <a:lnTo>
                    <a:pt x="65589" y="12987"/>
                  </a:lnTo>
                  <a:lnTo>
                    <a:pt x="60527" y="15207"/>
                  </a:lnTo>
                  <a:lnTo>
                    <a:pt x="55541" y="17593"/>
                  </a:lnTo>
                  <a:lnTo>
                    <a:pt x="50637" y="20143"/>
                  </a:lnTo>
                  <a:lnTo>
                    <a:pt x="45820" y="22854"/>
                  </a:lnTo>
                  <a:lnTo>
                    <a:pt x="41095" y="25722"/>
                  </a:lnTo>
                  <a:lnTo>
                    <a:pt x="36468" y="28745"/>
                  </a:lnTo>
                  <a:lnTo>
                    <a:pt x="31943" y="31919"/>
                  </a:lnTo>
                  <a:lnTo>
                    <a:pt x="27525" y="35241"/>
                  </a:lnTo>
                  <a:lnTo>
                    <a:pt x="23220" y="38707"/>
                  </a:lnTo>
                  <a:lnTo>
                    <a:pt x="19032" y="42314"/>
                  </a:lnTo>
                  <a:lnTo>
                    <a:pt x="14965" y="46057"/>
                  </a:lnTo>
                  <a:lnTo>
                    <a:pt x="11024" y="49932"/>
                  </a:lnTo>
                  <a:lnTo>
                    <a:pt x="7213" y="53936"/>
                  </a:lnTo>
                  <a:lnTo>
                    <a:pt x="3537" y="58064"/>
                  </a:lnTo>
                  <a:lnTo>
                    <a:pt x="0" y="62310"/>
                  </a:lnTo>
                  <a:lnTo>
                    <a:pt x="13019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98279" y="4276132"/>
              <a:ext cx="130192" cy="104856"/>
            </a:xfrm>
            <a:custGeom>
              <a:avLst/>
              <a:pathLst>
                <a:path w="130192" h="104856">
                  <a:moveTo>
                    <a:pt x="0" y="0"/>
                  </a:moveTo>
                  <a:lnTo>
                    <a:pt x="130192" y="1048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61311" y="4276132"/>
              <a:ext cx="334326" cy="272007"/>
            </a:xfrm>
            <a:custGeom>
              <a:avLst/>
              <a:pathLst>
                <a:path w="334326" h="272007">
                  <a:moveTo>
                    <a:pt x="36968" y="0"/>
                  </a:moveTo>
                  <a:lnTo>
                    <a:pt x="33693" y="4201"/>
                  </a:lnTo>
                  <a:lnTo>
                    <a:pt x="30554" y="8505"/>
                  </a:lnTo>
                  <a:lnTo>
                    <a:pt x="27553" y="12907"/>
                  </a:lnTo>
                  <a:lnTo>
                    <a:pt x="24694" y="17402"/>
                  </a:lnTo>
                  <a:lnTo>
                    <a:pt x="21979" y="21986"/>
                  </a:lnTo>
                  <a:lnTo>
                    <a:pt x="19413" y="26654"/>
                  </a:lnTo>
                  <a:lnTo>
                    <a:pt x="16996" y="31402"/>
                  </a:lnTo>
                  <a:lnTo>
                    <a:pt x="14731" y="36224"/>
                  </a:lnTo>
                  <a:lnTo>
                    <a:pt x="12622" y="41116"/>
                  </a:lnTo>
                  <a:lnTo>
                    <a:pt x="10669" y="46073"/>
                  </a:lnTo>
                  <a:lnTo>
                    <a:pt x="8876" y="51089"/>
                  </a:lnTo>
                  <a:lnTo>
                    <a:pt x="7243" y="56160"/>
                  </a:lnTo>
                  <a:lnTo>
                    <a:pt x="5772" y="61280"/>
                  </a:lnTo>
                  <a:lnTo>
                    <a:pt x="4466" y="66445"/>
                  </a:lnTo>
                  <a:lnTo>
                    <a:pt x="3325" y="71649"/>
                  </a:lnTo>
                  <a:lnTo>
                    <a:pt x="2350" y="76886"/>
                  </a:lnTo>
                  <a:lnTo>
                    <a:pt x="1542" y="82152"/>
                  </a:lnTo>
                  <a:lnTo>
                    <a:pt x="903" y="87441"/>
                  </a:lnTo>
                  <a:lnTo>
                    <a:pt x="432" y="92747"/>
                  </a:lnTo>
                  <a:lnTo>
                    <a:pt x="131" y="98066"/>
                  </a:lnTo>
                  <a:lnTo>
                    <a:pt x="0" y="103392"/>
                  </a:lnTo>
                  <a:lnTo>
                    <a:pt x="38" y="108719"/>
                  </a:lnTo>
                  <a:lnTo>
                    <a:pt x="246" y="114042"/>
                  </a:lnTo>
                  <a:lnTo>
                    <a:pt x="623" y="119356"/>
                  </a:lnTo>
                  <a:lnTo>
                    <a:pt x="1170" y="124655"/>
                  </a:lnTo>
                  <a:lnTo>
                    <a:pt x="1885" y="129935"/>
                  </a:lnTo>
                  <a:lnTo>
                    <a:pt x="2768" y="135188"/>
                  </a:lnTo>
                  <a:lnTo>
                    <a:pt x="3818" y="140411"/>
                  </a:lnTo>
                  <a:lnTo>
                    <a:pt x="5034" y="145598"/>
                  </a:lnTo>
                  <a:lnTo>
                    <a:pt x="6414" y="150743"/>
                  </a:lnTo>
                  <a:lnTo>
                    <a:pt x="7958" y="155842"/>
                  </a:lnTo>
                  <a:lnTo>
                    <a:pt x="9664" y="160889"/>
                  </a:lnTo>
                  <a:lnTo>
                    <a:pt x="11529" y="165879"/>
                  </a:lnTo>
                  <a:lnTo>
                    <a:pt x="13553" y="170807"/>
                  </a:lnTo>
                  <a:lnTo>
                    <a:pt x="15732" y="175668"/>
                  </a:lnTo>
                  <a:lnTo>
                    <a:pt x="18065" y="180457"/>
                  </a:lnTo>
                  <a:lnTo>
                    <a:pt x="20550" y="185170"/>
                  </a:lnTo>
                  <a:lnTo>
                    <a:pt x="23184" y="189801"/>
                  </a:lnTo>
                  <a:lnTo>
                    <a:pt x="25963" y="194345"/>
                  </a:lnTo>
                  <a:lnTo>
                    <a:pt x="28887" y="198799"/>
                  </a:lnTo>
                  <a:lnTo>
                    <a:pt x="31950" y="203157"/>
                  </a:lnTo>
                  <a:lnTo>
                    <a:pt x="35151" y="207416"/>
                  </a:lnTo>
                  <a:lnTo>
                    <a:pt x="38486" y="211570"/>
                  </a:lnTo>
                  <a:lnTo>
                    <a:pt x="41952" y="215616"/>
                  </a:lnTo>
                  <a:lnTo>
                    <a:pt x="45545" y="219549"/>
                  </a:lnTo>
                  <a:lnTo>
                    <a:pt x="49261" y="223366"/>
                  </a:lnTo>
                  <a:lnTo>
                    <a:pt x="53097" y="227063"/>
                  </a:lnTo>
                  <a:lnTo>
                    <a:pt x="57049" y="230635"/>
                  </a:lnTo>
                  <a:lnTo>
                    <a:pt x="61113" y="234080"/>
                  </a:lnTo>
                  <a:lnTo>
                    <a:pt x="65285" y="237394"/>
                  </a:lnTo>
                  <a:lnTo>
                    <a:pt x="69559" y="240573"/>
                  </a:lnTo>
                  <a:lnTo>
                    <a:pt x="73934" y="243614"/>
                  </a:lnTo>
                  <a:lnTo>
                    <a:pt x="78402" y="246514"/>
                  </a:lnTo>
                  <a:lnTo>
                    <a:pt x="82961" y="249270"/>
                  </a:lnTo>
                  <a:lnTo>
                    <a:pt x="87606" y="251880"/>
                  </a:lnTo>
                  <a:lnTo>
                    <a:pt x="92331" y="254340"/>
                  </a:lnTo>
                  <a:lnTo>
                    <a:pt x="97132" y="256648"/>
                  </a:lnTo>
                  <a:lnTo>
                    <a:pt x="102004" y="258803"/>
                  </a:lnTo>
                  <a:lnTo>
                    <a:pt x="106943" y="260801"/>
                  </a:lnTo>
                  <a:lnTo>
                    <a:pt x="111942" y="262640"/>
                  </a:lnTo>
                  <a:lnTo>
                    <a:pt x="116998" y="264320"/>
                  </a:lnTo>
                  <a:lnTo>
                    <a:pt x="122105" y="265837"/>
                  </a:lnTo>
                  <a:lnTo>
                    <a:pt x="127257" y="267191"/>
                  </a:lnTo>
                  <a:lnTo>
                    <a:pt x="132450" y="268380"/>
                  </a:lnTo>
                  <a:lnTo>
                    <a:pt x="137678" y="269403"/>
                  </a:lnTo>
                  <a:lnTo>
                    <a:pt x="142937" y="270259"/>
                  </a:lnTo>
                  <a:lnTo>
                    <a:pt x="148219" y="270947"/>
                  </a:lnTo>
                  <a:lnTo>
                    <a:pt x="153521" y="271466"/>
                  </a:lnTo>
                  <a:lnTo>
                    <a:pt x="158837" y="271816"/>
                  </a:lnTo>
                  <a:lnTo>
                    <a:pt x="164161" y="271997"/>
                  </a:lnTo>
                  <a:lnTo>
                    <a:pt x="169489" y="272007"/>
                  </a:lnTo>
                  <a:lnTo>
                    <a:pt x="174814" y="271848"/>
                  </a:lnTo>
                  <a:lnTo>
                    <a:pt x="180131" y="271520"/>
                  </a:lnTo>
                  <a:lnTo>
                    <a:pt x="185435" y="271022"/>
                  </a:lnTo>
                  <a:lnTo>
                    <a:pt x="190720" y="270355"/>
                  </a:lnTo>
                  <a:lnTo>
                    <a:pt x="195982" y="269520"/>
                  </a:lnTo>
                  <a:lnTo>
                    <a:pt x="201214" y="268518"/>
                  </a:lnTo>
                  <a:lnTo>
                    <a:pt x="206412" y="267350"/>
                  </a:lnTo>
                  <a:lnTo>
                    <a:pt x="211570" y="266017"/>
                  </a:lnTo>
                  <a:lnTo>
                    <a:pt x="216683" y="264520"/>
                  </a:lnTo>
                  <a:lnTo>
                    <a:pt x="221745" y="262861"/>
                  </a:lnTo>
                  <a:lnTo>
                    <a:pt x="226752" y="261041"/>
                  </a:lnTo>
                  <a:lnTo>
                    <a:pt x="231698" y="259063"/>
                  </a:lnTo>
                  <a:lnTo>
                    <a:pt x="236579" y="256928"/>
                  </a:lnTo>
                  <a:lnTo>
                    <a:pt x="241390" y="254639"/>
                  </a:lnTo>
                  <a:lnTo>
                    <a:pt x="246125" y="252198"/>
                  </a:lnTo>
                  <a:lnTo>
                    <a:pt x="250780" y="249607"/>
                  </a:lnTo>
                  <a:lnTo>
                    <a:pt x="255350" y="246869"/>
                  </a:lnTo>
                  <a:lnTo>
                    <a:pt x="259830" y="243987"/>
                  </a:lnTo>
                  <a:lnTo>
                    <a:pt x="264216" y="240963"/>
                  </a:lnTo>
                  <a:lnTo>
                    <a:pt x="268504" y="237801"/>
                  </a:lnTo>
                  <a:lnTo>
                    <a:pt x="272689" y="234505"/>
                  </a:lnTo>
                  <a:lnTo>
                    <a:pt x="276766" y="231076"/>
                  </a:lnTo>
                  <a:lnTo>
                    <a:pt x="280732" y="227520"/>
                  </a:lnTo>
                  <a:lnTo>
                    <a:pt x="284583" y="223839"/>
                  </a:lnTo>
                  <a:lnTo>
                    <a:pt x="288315" y="220037"/>
                  </a:lnTo>
                  <a:lnTo>
                    <a:pt x="291924" y="216118"/>
                  </a:lnTo>
                  <a:lnTo>
                    <a:pt x="295406" y="212086"/>
                  </a:lnTo>
                  <a:lnTo>
                    <a:pt x="298757" y="207945"/>
                  </a:lnTo>
                  <a:lnTo>
                    <a:pt x="301975" y="203699"/>
                  </a:lnTo>
                  <a:lnTo>
                    <a:pt x="305056" y="199353"/>
                  </a:lnTo>
                  <a:lnTo>
                    <a:pt x="307997" y="194911"/>
                  </a:lnTo>
                  <a:lnTo>
                    <a:pt x="310795" y="190378"/>
                  </a:lnTo>
                  <a:lnTo>
                    <a:pt x="313448" y="185758"/>
                  </a:lnTo>
                  <a:lnTo>
                    <a:pt x="315951" y="181055"/>
                  </a:lnTo>
                  <a:lnTo>
                    <a:pt x="318304" y="176275"/>
                  </a:lnTo>
                  <a:lnTo>
                    <a:pt x="320503" y="171423"/>
                  </a:lnTo>
                  <a:lnTo>
                    <a:pt x="322546" y="166503"/>
                  </a:lnTo>
                  <a:lnTo>
                    <a:pt x="324431" y="161520"/>
                  </a:lnTo>
                  <a:lnTo>
                    <a:pt x="326157" y="156480"/>
                  </a:lnTo>
                  <a:lnTo>
                    <a:pt x="327721" y="151388"/>
                  </a:lnTo>
                  <a:lnTo>
                    <a:pt x="329122" y="146248"/>
                  </a:lnTo>
                  <a:lnTo>
                    <a:pt x="330359" y="141066"/>
                  </a:lnTo>
                  <a:lnTo>
                    <a:pt x="331430" y="135848"/>
                  </a:lnTo>
                  <a:lnTo>
                    <a:pt x="332334" y="130598"/>
                  </a:lnTo>
                  <a:lnTo>
                    <a:pt x="333071" y="125321"/>
                  </a:lnTo>
                  <a:lnTo>
                    <a:pt x="333638" y="120024"/>
                  </a:lnTo>
                  <a:lnTo>
                    <a:pt x="334037" y="114712"/>
                  </a:lnTo>
                  <a:lnTo>
                    <a:pt x="334266" y="109390"/>
                  </a:lnTo>
                  <a:lnTo>
                    <a:pt x="334326" y="104063"/>
                  </a:lnTo>
                  <a:lnTo>
                    <a:pt x="334216" y="98736"/>
                  </a:lnTo>
                  <a:lnTo>
                    <a:pt x="333936" y="93416"/>
                  </a:lnTo>
                  <a:lnTo>
                    <a:pt x="333487" y="88108"/>
                  </a:lnTo>
                  <a:lnTo>
                    <a:pt x="332869" y="82817"/>
                  </a:lnTo>
                  <a:lnTo>
                    <a:pt x="332082" y="77548"/>
                  </a:lnTo>
                  <a:lnTo>
                    <a:pt x="167161" y="1048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28472" y="4213821"/>
              <a:ext cx="164921" cy="167167"/>
            </a:xfrm>
            <a:custGeom>
              <a:avLst/>
              <a:pathLst>
                <a:path w="164921" h="167167">
                  <a:moveTo>
                    <a:pt x="164921" y="139859"/>
                  </a:moveTo>
                  <a:lnTo>
                    <a:pt x="163940" y="134479"/>
                  </a:lnTo>
                  <a:lnTo>
                    <a:pt x="162783" y="129134"/>
                  </a:lnTo>
                  <a:lnTo>
                    <a:pt x="161452" y="123830"/>
                  </a:lnTo>
                  <a:lnTo>
                    <a:pt x="159948" y="118573"/>
                  </a:lnTo>
                  <a:lnTo>
                    <a:pt x="158273" y="113367"/>
                  </a:lnTo>
                  <a:lnTo>
                    <a:pt x="156429" y="108219"/>
                  </a:lnTo>
                  <a:lnTo>
                    <a:pt x="154417" y="103134"/>
                  </a:lnTo>
                  <a:lnTo>
                    <a:pt x="152240" y="98118"/>
                  </a:lnTo>
                  <a:lnTo>
                    <a:pt x="149900" y="93175"/>
                  </a:lnTo>
                  <a:lnTo>
                    <a:pt x="147400" y="88312"/>
                  </a:lnTo>
                  <a:lnTo>
                    <a:pt x="144742" y="83533"/>
                  </a:lnTo>
                  <a:lnTo>
                    <a:pt x="141929" y="78843"/>
                  </a:lnTo>
                  <a:lnTo>
                    <a:pt x="138964" y="74248"/>
                  </a:lnTo>
                  <a:lnTo>
                    <a:pt x="135850" y="69753"/>
                  </a:lnTo>
                  <a:lnTo>
                    <a:pt x="132591" y="65361"/>
                  </a:lnTo>
                  <a:lnTo>
                    <a:pt x="129190" y="61079"/>
                  </a:lnTo>
                  <a:lnTo>
                    <a:pt x="125651" y="56910"/>
                  </a:lnTo>
                  <a:lnTo>
                    <a:pt x="121978" y="52859"/>
                  </a:lnTo>
                  <a:lnTo>
                    <a:pt x="118174" y="48931"/>
                  </a:lnTo>
                  <a:lnTo>
                    <a:pt x="114243" y="45129"/>
                  </a:lnTo>
                  <a:lnTo>
                    <a:pt x="110190" y="41457"/>
                  </a:lnTo>
                  <a:lnTo>
                    <a:pt x="106020" y="37920"/>
                  </a:lnTo>
                  <a:lnTo>
                    <a:pt x="101736" y="34522"/>
                  </a:lnTo>
                  <a:lnTo>
                    <a:pt x="97343" y="31265"/>
                  </a:lnTo>
                  <a:lnTo>
                    <a:pt x="92845" y="28154"/>
                  </a:lnTo>
                  <a:lnTo>
                    <a:pt x="88249" y="25192"/>
                  </a:lnTo>
                  <a:lnTo>
                    <a:pt x="83558" y="22381"/>
                  </a:lnTo>
                  <a:lnTo>
                    <a:pt x="78778" y="19725"/>
                  </a:lnTo>
                  <a:lnTo>
                    <a:pt x="73913" y="17228"/>
                  </a:lnTo>
                  <a:lnTo>
                    <a:pt x="68969" y="14890"/>
                  </a:lnTo>
                  <a:lnTo>
                    <a:pt x="63951" y="12716"/>
                  </a:lnTo>
                  <a:lnTo>
                    <a:pt x="58865" y="10707"/>
                  </a:lnTo>
                  <a:lnTo>
                    <a:pt x="53716" y="8865"/>
                  </a:lnTo>
                  <a:lnTo>
                    <a:pt x="48510" y="7193"/>
                  </a:lnTo>
                  <a:lnTo>
                    <a:pt x="43251" y="5692"/>
                  </a:lnTo>
                  <a:lnTo>
                    <a:pt x="37947" y="4364"/>
                  </a:lnTo>
                  <a:lnTo>
                    <a:pt x="32601" y="3209"/>
                  </a:lnTo>
                  <a:lnTo>
                    <a:pt x="27221" y="2231"/>
                  </a:lnTo>
                  <a:lnTo>
                    <a:pt x="21812" y="1429"/>
                  </a:lnTo>
                  <a:lnTo>
                    <a:pt x="16379" y="804"/>
                  </a:lnTo>
                  <a:lnTo>
                    <a:pt x="10929" y="357"/>
                  </a:lnTo>
                  <a:lnTo>
                    <a:pt x="5467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2889" y="3707720"/>
              <a:ext cx="166121" cy="167167"/>
            </a:xfrm>
            <a:custGeom>
              <a:avLst/>
              <a:pathLst>
                <a:path w="166121" h="167167">
                  <a:moveTo>
                    <a:pt x="166121" y="0"/>
                  </a:moveTo>
                  <a:lnTo>
                    <a:pt x="160703" y="87"/>
                  </a:lnTo>
                  <a:lnTo>
                    <a:pt x="155290" y="351"/>
                  </a:lnTo>
                  <a:lnTo>
                    <a:pt x="149888" y="790"/>
                  </a:lnTo>
                  <a:lnTo>
                    <a:pt x="144504" y="1403"/>
                  </a:lnTo>
                  <a:lnTo>
                    <a:pt x="139142" y="2191"/>
                  </a:lnTo>
                  <a:lnTo>
                    <a:pt x="133809" y="3152"/>
                  </a:lnTo>
                  <a:lnTo>
                    <a:pt x="128509" y="4286"/>
                  </a:lnTo>
                  <a:lnTo>
                    <a:pt x="123249" y="5590"/>
                  </a:lnTo>
                  <a:lnTo>
                    <a:pt x="118035" y="7065"/>
                  </a:lnTo>
                  <a:lnTo>
                    <a:pt x="112870" y="8708"/>
                  </a:lnTo>
                  <a:lnTo>
                    <a:pt x="107762" y="10517"/>
                  </a:lnTo>
                  <a:lnTo>
                    <a:pt x="102715" y="12491"/>
                  </a:lnTo>
                  <a:lnTo>
                    <a:pt x="97735" y="14628"/>
                  </a:lnTo>
                  <a:lnTo>
                    <a:pt x="92826" y="16925"/>
                  </a:lnTo>
                  <a:lnTo>
                    <a:pt x="87995" y="19379"/>
                  </a:lnTo>
                  <a:lnTo>
                    <a:pt x="83245" y="21989"/>
                  </a:lnTo>
                  <a:lnTo>
                    <a:pt x="78583" y="24752"/>
                  </a:lnTo>
                  <a:lnTo>
                    <a:pt x="74013" y="27664"/>
                  </a:lnTo>
                  <a:lnTo>
                    <a:pt x="69539" y="30723"/>
                  </a:lnTo>
                  <a:lnTo>
                    <a:pt x="65167" y="33926"/>
                  </a:lnTo>
                  <a:lnTo>
                    <a:pt x="60902" y="37268"/>
                  </a:lnTo>
                  <a:lnTo>
                    <a:pt x="56746" y="40747"/>
                  </a:lnTo>
                  <a:lnTo>
                    <a:pt x="52706" y="44359"/>
                  </a:lnTo>
                  <a:lnTo>
                    <a:pt x="48785" y="48099"/>
                  </a:lnTo>
                  <a:lnTo>
                    <a:pt x="44987" y="51965"/>
                  </a:lnTo>
                  <a:lnTo>
                    <a:pt x="41316" y="55952"/>
                  </a:lnTo>
                  <a:lnTo>
                    <a:pt x="37777" y="60056"/>
                  </a:lnTo>
                  <a:lnTo>
                    <a:pt x="34373" y="64273"/>
                  </a:lnTo>
                  <a:lnTo>
                    <a:pt x="31107" y="68597"/>
                  </a:lnTo>
                  <a:lnTo>
                    <a:pt x="27983" y="73025"/>
                  </a:lnTo>
                  <a:lnTo>
                    <a:pt x="25004" y="77553"/>
                  </a:lnTo>
                  <a:lnTo>
                    <a:pt x="22173" y="82174"/>
                  </a:lnTo>
                  <a:lnTo>
                    <a:pt x="19494" y="86884"/>
                  </a:lnTo>
                  <a:lnTo>
                    <a:pt x="16968" y="91679"/>
                  </a:lnTo>
                  <a:lnTo>
                    <a:pt x="14600" y="96554"/>
                  </a:lnTo>
                  <a:lnTo>
                    <a:pt x="12391" y="101502"/>
                  </a:lnTo>
                  <a:lnTo>
                    <a:pt x="10343" y="106520"/>
                  </a:lnTo>
                  <a:lnTo>
                    <a:pt x="8459" y="111601"/>
                  </a:lnTo>
                  <a:lnTo>
                    <a:pt x="6741" y="116741"/>
                  </a:lnTo>
                  <a:lnTo>
                    <a:pt x="5190" y="121934"/>
                  </a:lnTo>
                  <a:lnTo>
                    <a:pt x="3808" y="127174"/>
                  </a:lnTo>
                  <a:lnTo>
                    <a:pt x="2597" y="132456"/>
                  </a:lnTo>
                  <a:lnTo>
                    <a:pt x="1558" y="137775"/>
                  </a:lnTo>
                  <a:lnTo>
                    <a:pt x="692" y="143124"/>
                  </a:lnTo>
                  <a:lnTo>
                    <a:pt x="0" y="148499"/>
                  </a:lnTo>
                  <a:lnTo>
                    <a:pt x="16612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1862" y="3708619"/>
              <a:ext cx="334308" cy="333434"/>
            </a:xfrm>
            <a:custGeom>
              <a:avLst/>
              <a:pathLst>
                <a:path w="334308" h="333434">
                  <a:moveTo>
                    <a:pt x="1027" y="147600"/>
                  </a:moveTo>
                  <a:lnTo>
                    <a:pt x="519" y="152872"/>
                  </a:lnTo>
                  <a:lnTo>
                    <a:pt x="178" y="158156"/>
                  </a:lnTo>
                  <a:lnTo>
                    <a:pt x="5" y="163449"/>
                  </a:lnTo>
                  <a:lnTo>
                    <a:pt x="0" y="168745"/>
                  </a:lnTo>
                  <a:lnTo>
                    <a:pt x="162" y="174039"/>
                  </a:lnTo>
                  <a:lnTo>
                    <a:pt x="492" y="179324"/>
                  </a:lnTo>
                  <a:lnTo>
                    <a:pt x="989" y="184597"/>
                  </a:lnTo>
                  <a:lnTo>
                    <a:pt x="1653" y="189851"/>
                  </a:lnTo>
                  <a:lnTo>
                    <a:pt x="2483" y="195081"/>
                  </a:lnTo>
                  <a:lnTo>
                    <a:pt x="3478" y="200283"/>
                  </a:lnTo>
                  <a:lnTo>
                    <a:pt x="4638" y="205450"/>
                  </a:lnTo>
                  <a:lnTo>
                    <a:pt x="5961" y="210578"/>
                  </a:lnTo>
                  <a:lnTo>
                    <a:pt x="7445" y="215662"/>
                  </a:lnTo>
                  <a:lnTo>
                    <a:pt x="9090" y="220696"/>
                  </a:lnTo>
                  <a:lnTo>
                    <a:pt x="10893" y="225675"/>
                  </a:lnTo>
                  <a:lnTo>
                    <a:pt x="12853" y="230595"/>
                  </a:lnTo>
                  <a:lnTo>
                    <a:pt x="14969" y="235450"/>
                  </a:lnTo>
                  <a:lnTo>
                    <a:pt x="17236" y="240236"/>
                  </a:lnTo>
                  <a:lnTo>
                    <a:pt x="19655" y="244947"/>
                  </a:lnTo>
                  <a:lnTo>
                    <a:pt x="22221" y="249580"/>
                  </a:lnTo>
                  <a:lnTo>
                    <a:pt x="24933" y="254129"/>
                  </a:lnTo>
                  <a:lnTo>
                    <a:pt x="27787" y="258590"/>
                  </a:lnTo>
                  <a:lnTo>
                    <a:pt x="30781" y="262958"/>
                  </a:lnTo>
                  <a:lnTo>
                    <a:pt x="33913" y="267229"/>
                  </a:lnTo>
                  <a:lnTo>
                    <a:pt x="37177" y="271398"/>
                  </a:lnTo>
                  <a:lnTo>
                    <a:pt x="40573" y="275463"/>
                  </a:lnTo>
                  <a:lnTo>
                    <a:pt x="44095" y="279417"/>
                  </a:lnTo>
                  <a:lnTo>
                    <a:pt x="47741" y="283258"/>
                  </a:lnTo>
                  <a:lnTo>
                    <a:pt x="51507" y="286982"/>
                  </a:lnTo>
                  <a:lnTo>
                    <a:pt x="55389" y="290585"/>
                  </a:lnTo>
                  <a:lnTo>
                    <a:pt x="59383" y="294062"/>
                  </a:lnTo>
                  <a:lnTo>
                    <a:pt x="63485" y="297412"/>
                  </a:lnTo>
                  <a:lnTo>
                    <a:pt x="67691" y="300630"/>
                  </a:lnTo>
                  <a:lnTo>
                    <a:pt x="71997" y="303713"/>
                  </a:lnTo>
                  <a:lnTo>
                    <a:pt x="76398" y="306658"/>
                  </a:lnTo>
                  <a:lnTo>
                    <a:pt x="80891" y="309462"/>
                  </a:lnTo>
                  <a:lnTo>
                    <a:pt x="85470" y="312122"/>
                  </a:lnTo>
                  <a:lnTo>
                    <a:pt x="90131" y="314636"/>
                  </a:lnTo>
                  <a:lnTo>
                    <a:pt x="94869" y="317001"/>
                  </a:lnTo>
                  <a:lnTo>
                    <a:pt x="99680" y="319215"/>
                  </a:lnTo>
                  <a:lnTo>
                    <a:pt x="104559" y="321276"/>
                  </a:lnTo>
                  <a:lnTo>
                    <a:pt x="109500" y="323181"/>
                  </a:lnTo>
                  <a:lnTo>
                    <a:pt x="114500" y="324928"/>
                  </a:lnTo>
                  <a:lnTo>
                    <a:pt x="119552" y="326516"/>
                  </a:lnTo>
                  <a:lnTo>
                    <a:pt x="124652" y="327943"/>
                  </a:lnTo>
                  <a:lnTo>
                    <a:pt x="129794" y="329208"/>
                  </a:lnTo>
                  <a:lnTo>
                    <a:pt x="134974" y="330310"/>
                  </a:lnTo>
                  <a:lnTo>
                    <a:pt x="140187" y="331247"/>
                  </a:lnTo>
                  <a:lnTo>
                    <a:pt x="145426" y="332018"/>
                  </a:lnTo>
                  <a:lnTo>
                    <a:pt x="150687" y="332623"/>
                  </a:lnTo>
                  <a:lnTo>
                    <a:pt x="155965" y="333061"/>
                  </a:lnTo>
                  <a:lnTo>
                    <a:pt x="161254" y="333331"/>
                  </a:lnTo>
                  <a:lnTo>
                    <a:pt x="166549" y="333434"/>
                  </a:lnTo>
                  <a:lnTo>
                    <a:pt x="171844" y="333369"/>
                  </a:lnTo>
                  <a:lnTo>
                    <a:pt x="177135" y="333137"/>
                  </a:lnTo>
                  <a:lnTo>
                    <a:pt x="182416" y="332737"/>
                  </a:lnTo>
                  <a:lnTo>
                    <a:pt x="187681" y="332169"/>
                  </a:lnTo>
                  <a:lnTo>
                    <a:pt x="192926" y="331436"/>
                  </a:lnTo>
                  <a:lnTo>
                    <a:pt x="198145" y="330536"/>
                  </a:lnTo>
                  <a:lnTo>
                    <a:pt x="203333" y="329472"/>
                  </a:lnTo>
                  <a:lnTo>
                    <a:pt x="208484" y="328244"/>
                  </a:lnTo>
                  <a:lnTo>
                    <a:pt x="213594" y="326853"/>
                  </a:lnTo>
                  <a:lnTo>
                    <a:pt x="218658" y="325302"/>
                  </a:lnTo>
                  <a:lnTo>
                    <a:pt x="223670" y="323590"/>
                  </a:lnTo>
                  <a:lnTo>
                    <a:pt x="228625" y="321721"/>
                  </a:lnTo>
                  <a:lnTo>
                    <a:pt x="233518" y="319695"/>
                  </a:lnTo>
                  <a:lnTo>
                    <a:pt x="238345" y="317516"/>
                  </a:lnTo>
                  <a:lnTo>
                    <a:pt x="243100" y="315185"/>
                  </a:lnTo>
                  <a:lnTo>
                    <a:pt x="247779" y="312705"/>
                  </a:lnTo>
                  <a:lnTo>
                    <a:pt x="252377" y="310077"/>
                  </a:lnTo>
                  <a:lnTo>
                    <a:pt x="256889" y="307305"/>
                  </a:lnTo>
                  <a:lnTo>
                    <a:pt x="261312" y="304392"/>
                  </a:lnTo>
                  <a:lnTo>
                    <a:pt x="265640" y="301340"/>
                  </a:lnTo>
                  <a:lnTo>
                    <a:pt x="269869" y="298152"/>
                  </a:lnTo>
                  <a:lnTo>
                    <a:pt x="273995" y="294832"/>
                  </a:lnTo>
                  <a:lnTo>
                    <a:pt x="278014" y="291383"/>
                  </a:lnTo>
                  <a:lnTo>
                    <a:pt x="281921" y="287809"/>
                  </a:lnTo>
                  <a:lnTo>
                    <a:pt x="285714" y="284112"/>
                  </a:lnTo>
                  <a:lnTo>
                    <a:pt x="289387" y="280297"/>
                  </a:lnTo>
                  <a:lnTo>
                    <a:pt x="292938" y="276368"/>
                  </a:lnTo>
                  <a:lnTo>
                    <a:pt x="296362" y="272328"/>
                  </a:lnTo>
                  <a:lnTo>
                    <a:pt x="299657" y="268182"/>
                  </a:lnTo>
                  <a:lnTo>
                    <a:pt x="302819" y="263934"/>
                  </a:lnTo>
                  <a:lnTo>
                    <a:pt x="305844" y="259587"/>
                  </a:lnTo>
                  <a:lnTo>
                    <a:pt x="308731" y="255147"/>
                  </a:lnTo>
                  <a:lnTo>
                    <a:pt x="311475" y="250617"/>
                  </a:lnTo>
                  <a:lnTo>
                    <a:pt x="314074" y="246003"/>
                  </a:lnTo>
                  <a:lnTo>
                    <a:pt x="316526" y="241309"/>
                  </a:lnTo>
                  <a:lnTo>
                    <a:pt x="318828" y="236540"/>
                  </a:lnTo>
                  <a:lnTo>
                    <a:pt x="320978" y="231700"/>
                  </a:lnTo>
                  <a:lnTo>
                    <a:pt x="322974" y="226795"/>
                  </a:lnTo>
                  <a:lnTo>
                    <a:pt x="324813" y="221828"/>
                  </a:lnTo>
                  <a:lnTo>
                    <a:pt x="326494" y="216806"/>
                  </a:lnTo>
                  <a:lnTo>
                    <a:pt x="328014" y="211733"/>
                  </a:lnTo>
                  <a:lnTo>
                    <a:pt x="329374" y="206615"/>
                  </a:lnTo>
                  <a:lnTo>
                    <a:pt x="330571" y="201456"/>
                  </a:lnTo>
                  <a:lnTo>
                    <a:pt x="331603" y="196262"/>
                  </a:lnTo>
                  <a:lnTo>
                    <a:pt x="332471" y="191038"/>
                  </a:lnTo>
                  <a:lnTo>
                    <a:pt x="333172" y="185788"/>
                  </a:lnTo>
                  <a:lnTo>
                    <a:pt x="333707" y="180520"/>
                  </a:lnTo>
                  <a:lnTo>
                    <a:pt x="334075" y="175237"/>
                  </a:lnTo>
                  <a:lnTo>
                    <a:pt x="334276" y="169944"/>
                  </a:lnTo>
                  <a:lnTo>
                    <a:pt x="334308" y="164649"/>
                  </a:lnTo>
                  <a:lnTo>
                    <a:pt x="334173" y="159355"/>
                  </a:lnTo>
                  <a:lnTo>
                    <a:pt x="333870" y="154067"/>
                  </a:lnTo>
                  <a:lnTo>
                    <a:pt x="333400" y="148792"/>
                  </a:lnTo>
                  <a:lnTo>
                    <a:pt x="332763" y="143535"/>
                  </a:lnTo>
                  <a:lnTo>
                    <a:pt x="331960" y="138300"/>
                  </a:lnTo>
                  <a:lnTo>
                    <a:pt x="330991" y="133094"/>
                  </a:lnTo>
                  <a:lnTo>
                    <a:pt x="329858" y="127921"/>
                  </a:lnTo>
                  <a:lnTo>
                    <a:pt x="328562" y="122786"/>
                  </a:lnTo>
                  <a:lnTo>
                    <a:pt x="327104" y="117695"/>
                  </a:lnTo>
                  <a:lnTo>
                    <a:pt x="325485" y="112652"/>
                  </a:lnTo>
                  <a:lnTo>
                    <a:pt x="323707" y="107664"/>
                  </a:lnTo>
                  <a:lnTo>
                    <a:pt x="321772" y="102734"/>
                  </a:lnTo>
                  <a:lnTo>
                    <a:pt x="319682" y="97868"/>
                  </a:lnTo>
                  <a:lnTo>
                    <a:pt x="317439" y="93071"/>
                  </a:lnTo>
                  <a:lnTo>
                    <a:pt x="315045" y="88347"/>
                  </a:lnTo>
                  <a:lnTo>
                    <a:pt x="312502" y="83701"/>
                  </a:lnTo>
                  <a:lnTo>
                    <a:pt x="309814" y="79138"/>
                  </a:lnTo>
                  <a:lnTo>
                    <a:pt x="306982" y="74663"/>
                  </a:lnTo>
                  <a:lnTo>
                    <a:pt x="304011" y="70280"/>
                  </a:lnTo>
                  <a:lnTo>
                    <a:pt x="300901" y="65992"/>
                  </a:lnTo>
                  <a:lnTo>
                    <a:pt x="297658" y="61806"/>
                  </a:lnTo>
                  <a:lnTo>
                    <a:pt x="294284" y="57724"/>
                  </a:lnTo>
                  <a:lnTo>
                    <a:pt x="290782" y="53752"/>
                  </a:lnTo>
                  <a:lnTo>
                    <a:pt x="287155" y="49892"/>
                  </a:lnTo>
                  <a:lnTo>
                    <a:pt x="283409" y="46149"/>
                  </a:lnTo>
                  <a:lnTo>
                    <a:pt x="279546" y="42527"/>
                  </a:lnTo>
                  <a:lnTo>
                    <a:pt x="275570" y="39028"/>
                  </a:lnTo>
                  <a:lnTo>
                    <a:pt x="271485" y="35658"/>
                  </a:lnTo>
                  <a:lnTo>
                    <a:pt x="267295" y="32419"/>
                  </a:lnTo>
                  <a:lnTo>
                    <a:pt x="263005" y="29313"/>
                  </a:lnTo>
                  <a:lnTo>
                    <a:pt x="258619" y="26346"/>
                  </a:lnTo>
                  <a:lnTo>
                    <a:pt x="254141" y="23519"/>
                  </a:lnTo>
                  <a:lnTo>
                    <a:pt x="249575" y="20835"/>
                  </a:lnTo>
                  <a:lnTo>
                    <a:pt x="244927" y="18297"/>
                  </a:lnTo>
                  <a:lnTo>
                    <a:pt x="240201" y="15907"/>
                  </a:lnTo>
                  <a:lnTo>
                    <a:pt x="235402" y="13669"/>
                  </a:lnTo>
                  <a:lnTo>
                    <a:pt x="230534" y="11583"/>
                  </a:lnTo>
                  <a:lnTo>
                    <a:pt x="225602" y="9653"/>
                  </a:lnTo>
                  <a:lnTo>
                    <a:pt x="220612" y="7880"/>
                  </a:lnTo>
                  <a:lnTo>
                    <a:pt x="215568" y="6266"/>
                  </a:lnTo>
                  <a:lnTo>
                    <a:pt x="210475" y="4813"/>
                  </a:lnTo>
                  <a:lnTo>
                    <a:pt x="205339" y="3521"/>
                  </a:lnTo>
                  <a:lnTo>
                    <a:pt x="200165" y="2393"/>
                  </a:lnTo>
                  <a:lnTo>
                    <a:pt x="194958" y="1430"/>
                  </a:lnTo>
                  <a:lnTo>
                    <a:pt x="189722" y="631"/>
                  </a:lnTo>
                  <a:lnTo>
                    <a:pt x="184464" y="0"/>
                  </a:lnTo>
                  <a:lnTo>
                    <a:pt x="167149" y="1662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17315" cy="167167"/>
            </a:xfrm>
            <a:custGeom>
              <a:avLst/>
              <a:pathLst>
                <a:path w="17315" h="167167">
                  <a:moveTo>
                    <a:pt x="17315" y="899"/>
                  </a:moveTo>
                  <a:lnTo>
                    <a:pt x="8669" y="2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tx76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2025-06-05T13:01:29Z</dcterms:modified>
  <cp:category/>
</cp:coreProperties>
</file>