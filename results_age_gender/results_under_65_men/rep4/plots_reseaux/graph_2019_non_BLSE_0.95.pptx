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5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2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24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3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8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54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19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28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749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9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0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1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44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8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3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3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28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59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4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3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84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760" y="3170392"/>
              <a:ext cx="2018" cy="167167"/>
            </a:xfrm>
            <a:custGeom>
              <a:avLst/>
              <a:pathLst>
                <a:path w="2018" h="167167">
                  <a:moveTo>
                    <a:pt x="2018" y="0"/>
                  </a:moveTo>
                  <a:lnTo>
                    <a:pt x="0" y="12"/>
                  </a:lnTo>
                  <a:lnTo>
                    <a:pt x="201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760" y="3170404"/>
              <a:ext cx="2018" cy="167155"/>
            </a:xfrm>
            <a:custGeom>
              <a:avLst/>
              <a:pathLst>
                <a:path w="2018" h="167155">
                  <a:moveTo>
                    <a:pt x="0" y="0"/>
                  </a:moveTo>
                  <a:lnTo>
                    <a:pt x="2018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13" y="3170404"/>
              <a:ext cx="334330" cy="334313"/>
            </a:xfrm>
            <a:custGeom>
              <a:avLst/>
              <a:pathLst>
                <a:path w="334330" h="334313">
                  <a:moveTo>
                    <a:pt x="165147" y="0"/>
                  </a:moveTo>
                  <a:lnTo>
                    <a:pt x="159847" y="148"/>
                  </a:lnTo>
                  <a:lnTo>
                    <a:pt x="154554" y="464"/>
                  </a:lnTo>
                  <a:lnTo>
                    <a:pt x="149274" y="947"/>
                  </a:lnTo>
                  <a:lnTo>
                    <a:pt x="144012" y="1598"/>
                  </a:lnTo>
                  <a:lnTo>
                    <a:pt x="138773" y="2416"/>
                  </a:lnTo>
                  <a:lnTo>
                    <a:pt x="133563" y="3399"/>
                  </a:lnTo>
                  <a:lnTo>
                    <a:pt x="128387" y="4547"/>
                  </a:lnTo>
                  <a:lnTo>
                    <a:pt x="123250" y="5859"/>
                  </a:lnTo>
                  <a:lnTo>
                    <a:pt x="118156" y="7333"/>
                  </a:lnTo>
                  <a:lnTo>
                    <a:pt x="113113" y="8967"/>
                  </a:lnTo>
                  <a:lnTo>
                    <a:pt x="108123" y="10761"/>
                  </a:lnTo>
                  <a:lnTo>
                    <a:pt x="103193" y="12712"/>
                  </a:lnTo>
                  <a:lnTo>
                    <a:pt x="98327" y="14819"/>
                  </a:lnTo>
                  <a:lnTo>
                    <a:pt x="93531" y="17078"/>
                  </a:lnTo>
                  <a:lnTo>
                    <a:pt x="88808" y="19489"/>
                  </a:lnTo>
                  <a:lnTo>
                    <a:pt x="84165" y="22048"/>
                  </a:lnTo>
                  <a:lnTo>
                    <a:pt x="79605" y="24753"/>
                  </a:lnTo>
                  <a:lnTo>
                    <a:pt x="75133" y="27602"/>
                  </a:lnTo>
                  <a:lnTo>
                    <a:pt x="70754" y="30591"/>
                  </a:lnTo>
                  <a:lnTo>
                    <a:pt x="66471" y="33717"/>
                  </a:lnTo>
                  <a:lnTo>
                    <a:pt x="62290" y="36977"/>
                  </a:lnTo>
                  <a:lnTo>
                    <a:pt x="58214" y="40369"/>
                  </a:lnTo>
                  <a:lnTo>
                    <a:pt x="54248" y="43888"/>
                  </a:lnTo>
                  <a:lnTo>
                    <a:pt x="50396" y="47531"/>
                  </a:lnTo>
                  <a:lnTo>
                    <a:pt x="46661" y="51294"/>
                  </a:lnTo>
                  <a:lnTo>
                    <a:pt x="43047" y="55174"/>
                  </a:lnTo>
                  <a:lnTo>
                    <a:pt x="39558" y="59166"/>
                  </a:lnTo>
                  <a:lnTo>
                    <a:pt x="36198" y="63268"/>
                  </a:lnTo>
                  <a:lnTo>
                    <a:pt x="32969" y="67473"/>
                  </a:lnTo>
                  <a:lnTo>
                    <a:pt x="29876" y="71779"/>
                  </a:lnTo>
                  <a:lnTo>
                    <a:pt x="26920" y="76181"/>
                  </a:lnTo>
                  <a:lnTo>
                    <a:pt x="24105" y="80674"/>
                  </a:lnTo>
                  <a:lnTo>
                    <a:pt x="21435" y="85255"/>
                  </a:lnTo>
                  <a:lnTo>
                    <a:pt x="18911" y="89918"/>
                  </a:lnTo>
                  <a:lnTo>
                    <a:pt x="16536" y="94658"/>
                  </a:lnTo>
                  <a:lnTo>
                    <a:pt x="14313" y="99472"/>
                  </a:lnTo>
                  <a:lnTo>
                    <a:pt x="12243" y="104353"/>
                  </a:lnTo>
                  <a:lnTo>
                    <a:pt x="10329" y="109298"/>
                  </a:lnTo>
                  <a:lnTo>
                    <a:pt x="8573" y="114301"/>
                  </a:lnTo>
                  <a:lnTo>
                    <a:pt x="6977" y="119357"/>
                  </a:lnTo>
                  <a:lnTo>
                    <a:pt x="5542" y="124461"/>
                  </a:lnTo>
                  <a:lnTo>
                    <a:pt x="4269" y="129608"/>
                  </a:lnTo>
                  <a:lnTo>
                    <a:pt x="3160" y="134793"/>
                  </a:lnTo>
                  <a:lnTo>
                    <a:pt x="2216" y="140010"/>
                  </a:lnTo>
                  <a:lnTo>
                    <a:pt x="1439" y="145255"/>
                  </a:lnTo>
                  <a:lnTo>
                    <a:pt x="827" y="150522"/>
                  </a:lnTo>
                  <a:lnTo>
                    <a:pt x="384" y="155805"/>
                  </a:lnTo>
                  <a:lnTo>
                    <a:pt x="107" y="161100"/>
                  </a:lnTo>
                  <a:lnTo>
                    <a:pt x="0" y="166401"/>
                  </a:lnTo>
                  <a:lnTo>
                    <a:pt x="60" y="171703"/>
                  </a:lnTo>
                  <a:lnTo>
                    <a:pt x="288" y="177000"/>
                  </a:lnTo>
                  <a:lnTo>
                    <a:pt x="684" y="182287"/>
                  </a:lnTo>
                  <a:lnTo>
                    <a:pt x="1248" y="187559"/>
                  </a:lnTo>
                  <a:lnTo>
                    <a:pt x="1978" y="192811"/>
                  </a:lnTo>
                  <a:lnTo>
                    <a:pt x="2875" y="198037"/>
                  </a:lnTo>
                  <a:lnTo>
                    <a:pt x="3937" y="203231"/>
                  </a:lnTo>
                  <a:lnTo>
                    <a:pt x="5163" y="208390"/>
                  </a:lnTo>
                  <a:lnTo>
                    <a:pt x="6552" y="213507"/>
                  </a:lnTo>
                  <a:lnTo>
                    <a:pt x="8103" y="218577"/>
                  </a:lnTo>
                  <a:lnTo>
                    <a:pt x="9814" y="223595"/>
                  </a:lnTo>
                  <a:lnTo>
                    <a:pt x="11683" y="228557"/>
                  </a:lnTo>
                  <a:lnTo>
                    <a:pt x="13709" y="233457"/>
                  </a:lnTo>
                  <a:lnTo>
                    <a:pt x="15888" y="238290"/>
                  </a:lnTo>
                  <a:lnTo>
                    <a:pt x="18220" y="243052"/>
                  </a:lnTo>
                  <a:lnTo>
                    <a:pt x="20702" y="247737"/>
                  </a:lnTo>
                  <a:lnTo>
                    <a:pt x="23331" y="252342"/>
                  </a:lnTo>
                  <a:lnTo>
                    <a:pt x="26105" y="256860"/>
                  </a:lnTo>
                  <a:lnTo>
                    <a:pt x="29021" y="261289"/>
                  </a:lnTo>
                  <a:lnTo>
                    <a:pt x="32076" y="265622"/>
                  </a:lnTo>
                  <a:lnTo>
                    <a:pt x="35267" y="269857"/>
                  </a:lnTo>
                  <a:lnTo>
                    <a:pt x="38590" y="273988"/>
                  </a:lnTo>
                  <a:lnTo>
                    <a:pt x="42043" y="278012"/>
                  </a:lnTo>
                  <a:lnTo>
                    <a:pt x="45621" y="281924"/>
                  </a:lnTo>
                  <a:lnTo>
                    <a:pt x="49322" y="285721"/>
                  </a:lnTo>
                  <a:lnTo>
                    <a:pt x="53142" y="289399"/>
                  </a:lnTo>
                  <a:lnTo>
                    <a:pt x="57076" y="292953"/>
                  </a:lnTo>
                  <a:lnTo>
                    <a:pt x="61121" y="296381"/>
                  </a:lnTo>
                  <a:lnTo>
                    <a:pt x="65272" y="299679"/>
                  </a:lnTo>
                  <a:lnTo>
                    <a:pt x="69526" y="302844"/>
                  </a:lnTo>
                  <a:lnTo>
                    <a:pt x="73878" y="305872"/>
                  </a:lnTo>
                  <a:lnTo>
                    <a:pt x="78324" y="308761"/>
                  </a:lnTo>
                  <a:lnTo>
                    <a:pt x="82860" y="311507"/>
                  </a:lnTo>
                  <a:lnTo>
                    <a:pt x="87480" y="314108"/>
                  </a:lnTo>
                  <a:lnTo>
                    <a:pt x="92181" y="316561"/>
                  </a:lnTo>
                  <a:lnTo>
                    <a:pt x="96957" y="318864"/>
                  </a:lnTo>
                  <a:lnTo>
                    <a:pt x="101803" y="321014"/>
                  </a:lnTo>
                  <a:lnTo>
                    <a:pt x="106715" y="323010"/>
                  </a:lnTo>
                  <a:lnTo>
                    <a:pt x="111688" y="324848"/>
                  </a:lnTo>
                  <a:lnTo>
                    <a:pt x="116717" y="326528"/>
                  </a:lnTo>
                  <a:lnTo>
                    <a:pt x="121797" y="328048"/>
                  </a:lnTo>
                  <a:lnTo>
                    <a:pt x="126922" y="329406"/>
                  </a:lnTo>
                  <a:lnTo>
                    <a:pt x="132088" y="330601"/>
                  </a:lnTo>
                  <a:lnTo>
                    <a:pt x="137289" y="331631"/>
                  </a:lnTo>
                  <a:lnTo>
                    <a:pt x="142520" y="332496"/>
                  </a:lnTo>
                  <a:lnTo>
                    <a:pt x="147776" y="333194"/>
                  </a:lnTo>
                  <a:lnTo>
                    <a:pt x="153052" y="333725"/>
                  </a:lnTo>
                  <a:lnTo>
                    <a:pt x="158341" y="334089"/>
                  </a:lnTo>
                  <a:lnTo>
                    <a:pt x="163640" y="334285"/>
                  </a:lnTo>
                  <a:lnTo>
                    <a:pt x="168942" y="334313"/>
                  </a:lnTo>
                  <a:lnTo>
                    <a:pt x="174242" y="334172"/>
                  </a:lnTo>
                  <a:lnTo>
                    <a:pt x="179535" y="333864"/>
                  </a:lnTo>
                  <a:lnTo>
                    <a:pt x="184816" y="333388"/>
                  </a:lnTo>
                  <a:lnTo>
                    <a:pt x="190079" y="332744"/>
                  </a:lnTo>
                  <a:lnTo>
                    <a:pt x="195318" y="331934"/>
                  </a:lnTo>
                  <a:lnTo>
                    <a:pt x="200530" y="330959"/>
                  </a:lnTo>
                  <a:lnTo>
                    <a:pt x="205708" y="329818"/>
                  </a:lnTo>
                  <a:lnTo>
                    <a:pt x="210847" y="328514"/>
                  </a:lnTo>
                  <a:lnTo>
                    <a:pt x="215942" y="327048"/>
                  </a:lnTo>
                  <a:lnTo>
                    <a:pt x="220989" y="325420"/>
                  </a:lnTo>
                  <a:lnTo>
                    <a:pt x="225981" y="323634"/>
                  </a:lnTo>
                  <a:lnTo>
                    <a:pt x="230914" y="321690"/>
                  </a:lnTo>
                  <a:lnTo>
                    <a:pt x="235782" y="319590"/>
                  </a:lnTo>
                  <a:lnTo>
                    <a:pt x="240582" y="317338"/>
                  </a:lnTo>
                  <a:lnTo>
                    <a:pt x="245308" y="314934"/>
                  </a:lnTo>
                  <a:lnTo>
                    <a:pt x="249955" y="312381"/>
                  </a:lnTo>
                  <a:lnTo>
                    <a:pt x="254519" y="309683"/>
                  </a:lnTo>
                  <a:lnTo>
                    <a:pt x="258995" y="306841"/>
                  </a:lnTo>
                  <a:lnTo>
                    <a:pt x="263379" y="303858"/>
                  </a:lnTo>
                  <a:lnTo>
                    <a:pt x="267666" y="300738"/>
                  </a:lnTo>
                  <a:lnTo>
                    <a:pt x="271852" y="297484"/>
                  </a:lnTo>
                  <a:lnTo>
                    <a:pt x="275932" y="294098"/>
                  </a:lnTo>
                  <a:lnTo>
                    <a:pt x="279903" y="290585"/>
                  </a:lnTo>
                  <a:lnTo>
                    <a:pt x="283761" y="286948"/>
                  </a:lnTo>
                  <a:lnTo>
                    <a:pt x="287501" y="283190"/>
                  </a:lnTo>
                  <a:lnTo>
                    <a:pt x="291121" y="279315"/>
                  </a:lnTo>
                  <a:lnTo>
                    <a:pt x="294615" y="275328"/>
                  </a:lnTo>
                  <a:lnTo>
                    <a:pt x="297982" y="271232"/>
                  </a:lnTo>
                  <a:lnTo>
                    <a:pt x="301217" y="267031"/>
                  </a:lnTo>
                  <a:lnTo>
                    <a:pt x="304317" y="262729"/>
                  </a:lnTo>
                  <a:lnTo>
                    <a:pt x="307279" y="258332"/>
                  </a:lnTo>
                  <a:lnTo>
                    <a:pt x="310100" y="253842"/>
                  </a:lnTo>
                  <a:lnTo>
                    <a:pt x="312777" y="249266"/>
                  </a:lnTo>
                  <a:lnTo>
                    <a:pt x="315308" y="244607"/>
                  </a:lnTo>
                  <a:lnTo>
                    <a:pt x="317689" y="239870"/>
                  </a:lnTo>
                  <a:lnTo>
                    <a:pt x="319920" y="235059"/>
                  </a:lnTo>
                  <a:lnTo>
                    <a:pt x="321996" y="230181"/>
                  </a:lnTo>
                  <a:lnTo>
                    <a:pt x="323917" y="225239"/>
                  </a:lnTo>
                  <a:lnTo>
                    <a:pt x="325680" y="220239"/>
                  </a:lnTo>
                  <a:lnTo>
                    <a:pt x="327284" y="215185"/>
                  </a:lnTo>
                  <a:lnTo>
                    <a:pt x="328727" y="210083"/>
                  </a:lnTo>
                  <a:lnTo>
                    <a:pt x="330007" y="204938"/>
                  </a:lnTo>
                  <a:lnTo>
                    <a:pt x="331123" y="199754"/>
                  </a:lnTo>
                  <a:lnTo>
                    <a:pt x="332075" y="194538"/>
                  </a:lnTo>
                  <a:lnTo>
                    <a:pt x="332860" y="189295"/>
                  </a:lnTo>
                  <a:lnTo>
                    <a:pt x="333479" y="184029"/>
                  </a:lnTo>
                  <a:lnTo>
                    <a:pt x="333930" y="178746"/>
                  </a:lnTo>
                  <a:lnTo>
                    <a:pt x="334214" y="173451"/>
                  </a:lnTo>
                  <a:lnTo>
                    <a:pt x="334330" y="168151"/>
                  </a:lnTo>
                  <a:lnTo>
                    <a:pt x="334277" y="162849"/>
                  </a:lnTo>
                  <a:lnTo>
                    <a:pt x="334057" y="157551"/>
                  </a:lnTo>
                  <a:lnTo>
                    <a:pt x="333668" y="152263"/>
                  </a:lnTo>
                  <a:lnTo>
                    <a:pt x="333112" y="146991"/>
                  </a:lnTo>
                  <a:lnTo>
                    <a:pt x="332389" y="141738"/>
                  </a:lnTo>
                  <a:lnTo>
                    <a:pt x="331500" y="136511"/>
                  </a:lnTo>
                  <a:lnTo>
                    <a:pt x="330446" y="131315"/>
                  </a:lnTo>
                  <a:lnTo>
                    <a:pt x="329227" y="126155"/>
                  </a:lnTo>
                  <a:lnTo>
                    <a:pt x="327845" y="121036"/>
                  </a:lnTo>
                  <a:lnTo>
                    <a:pt x="326302" y="115963"/>
                  </a:lnTo>
                  <a:lnTo>
                    <a:pt x="324598" y="110942"/>
                  </a:lnTo>
                  <a:lnTo>
                    <a:pt x="322736" y="105978"/>
                  </a:lnTo>
                  <a:lnTo>
                    <a:pt x="320718" y="101075"/>
                  </a:lnTo>
                  <a:lnTo>
                    <a:pt x="318545" y="96239"/>
                  </a:lnTo>
                  <a:lnTo>
                    <a:pt x="316220" y="91473"/>
                  </a:lnTo>
                  <a:lnTo>
                    <a:pt x="313745" y="86784"/>
                  </a:lnTo>
                  <a:lnTo>
                    <a:pt x="311122" y="82176"/>
                  </a:lnTo>
                  <a:lnTo>
                    <a:pt x="308355" y="77654"/>
                  </a:lnTo>
                  <a:lnTo>
                    <a:pt x="305446" y="73221"/>
                  </a:lnTo>
                  <a:lnTo>
                    <a:pt x="302397" y="68883"/>
                  </a:lnTo>
                  <a:lnTo>
                    <a:pt x="299213" y="64644"/>
                  </a:lnTo>
                  <a:lnTo>
                    <a:pt x="295895" y="60508"/>
                  </a:lnTo>
                  <a:lnTo>
                    <a:pt x="292448" y="56479"/>
                  </a:lnTo>
                  <a:lnTo>
                    <a:pt x="288875" y="52562"/>
                  </a:lnTo>
                  <a:lnTo>
                    <a:pt x="285180" y="48759"/>
                  </a:lnTo>
                  <a:lnTo>
                    <a:pt x="281366" y="45076"/>
                  </a:lnTo>
                  <a:lnTo>
                    <a:pt x="277437" y="41516"/>
                  </a:lnTo>
                  <a:lnTo>
                    <a:pt x="273397" y="38082"/>
                  </a:lnTo>
                  <a:lnTo>
                    <a:pt x="269250" y="34778"/>
                  </a:lnTo>
                  <a:lnTo>
                    <a:pt x="265001" y="31607"/>
                  </a:lnTo>
                  <a:lnTo>
                    <a:pt x="260653" y="28573"/>
                  </a:lnTo>
                  <a:lnTo>
                    <a:pt x="256211" y="25678"/>
                  </a:lnTo>
                  <a:lnTo>
                    <a:pt x="251680" y="22925"/>
                  </a:lnTo>
                  <a:lnTo>
                    <a:pt x="247063" y="20317"/>
                  </a:lnTo>
                  <a:lnTo>
                    <a:pt x="242366" y="17857"/>
                  </a:lnTo>
                  <a:lnTo>
                    <a:pt x="237594" y="15547"/>
                  </a:lnTo>
                  <a:lnTo>
                    <a:pt x="232750" y="13390"/>
                  </a:lnTo>
                  <a:lnTo>
                    <a:pt x="227841" y="11388"/>
                  </a:lnTo>
                  <a:lnTo>
                    <a:pt x="222870" y="9542"/>
                  </a:lnTo>
                  <a:lnTo>
                    <a:pt x="217844" y="7854"/>
                  </a:lnTo>
                  <a:lnTo>
                    <a:pt x="212767" y="6327"/>
                  </a:lnTo>
                  <a:lnTo>
                    <a:pt x="207643" y="4962"/>
                  </a:lnTo>
                  <a:lnTo>
                    <a:pt x="202479" y="3760"/>
                  </a:lnTo>
                  <a:lnTo>
                    <a:pt x="197280" y="2722"/>
                  </a:lnTo>
                  <a:lnTo>
                    <a:pt x="192050" y="1850"/>
                  </a:lnTo>
                  <a:lnTo>
                    <a:pt x="186795" y="1144"/>
                  </a:lnTo>
                  <a:lnTo>
                    <a:pt x="181520" y="605"/>
                  </a:lnTo>
                  <a:lnTo>
                    <a:pt x="167165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355" cy="167167"/>
            </a:xfrm>
            <a:custGeom>
              <a:avLst/>
              <a:pathLst>
                <a:path w="14355" h="167167">
                  <a:moveTo>
                    <a:pt x="14355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0566" y="2633064"/>
              <a:ext cx="28444" cy="167167"/>
            </a:xfrm>
            <a:custGeom>
              <a:avLst/>
              <a:pathLst>
                <a:path w="28444" h="167167">
                  <a:moveTo>
                    <a:pt x="28444" y="0"/>
                  </a:moveTo>
                  <a:lnTo>
                    <a:pt x="21301" y="152"/>
                  </a:lnTo>
                  <a:lnTo>
                    <a:pt x="14170" y="610"/>
                  </a:lnTo>
                  <a:lnTo>
                    <a:pt x="7065" y="1372"/>
                  </a:lnTo>
                  <a:lnTo>
                    <a:pt x="0" y="2437"/>
                  </a:lnTo>
                  <a:lnTo>
                    <a:pt x="284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566" y="2635502"/>
              <a:ext cx="28444" cy="164729"/>
            </a:xfrm>
            <a:custGeom>
              <a:avLst/>
              <a:pathLst>
                <a:path w="28444" h="164729">
                  <a:moveTo>
                    <a:pt x="0" y="0"/>
                  </a:moveTo>
                  <a:lnTo>
                    <a:pt x="28444" y="164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48" y="2635502"/>
              <a:ext cx="334311" cy="331895"/>
            </a:xfrm>
            <a:custGeom>
              <a:avLst/>
              <a:pathLst>
                <a:path w="334311" h="331895">
                  <a:moveTo>
                    <a:pt x="138717" y="0"/>
                  </a:moveTo>
                  <a:lnTo>
                    <a:pt x="133520" y="982"/>
                  </a:lnTo>
                  <a:lnTo>
                    <a:pt x="128356" y="2128"/>
                  </a:lnTo>
                  <a:lnTo>
                    <a:pt x="123231" y="3437"/>
                  </a:lnTo>
                  <a:lnTo>
                    <a:pt x="118151" y="4908"/>
                  </a:lnTo>
                  <a:lnTo>
                    <a:pt x="113119" y="6538"/>
                  </a:lnTo>
                  <a:lnTo>
                    <a:pt x="108141" y="8327"/>
                  </a:lnTo>
                  <a:lnTo>
                    <a:pt x="103223" y="10273"/>
                  </a:lnTo>
                  <a:lnTo>
                    <a:pt x="98368" y="12373"/>
                  </a:lnTo>
                  <a:lnTo>
                    <a:pt x="93583" y="14626"/>
                  </a:lnTo>
                  <a:lnTo>
                    <a:pt x="88871" y="17029"/>
                  </a:lnTo>
                  <a:lnTo>
                    <a:pt x="84237" y="19580"/>
                  </a:lnTo>
                  <a:lnTo>
                    <a:pt x="79686" y="22276"/>
                  </a:lnTo>
                  <a:lnTo>
                    <a:pt x="75223" y="25115"/>
                  </a:lnTo>
                  <a:lnTo>
                    <a:pt x="70852" y="28093"/>
                  </a:lnTo>
                  <a:lnTo>
                    <a:pt x="66578" y="31208"/>
                  </a:lnTo>
                  <a:lnTo>
                    <a:pt x="62404" y="34457"/>
                  </a:lnTo>
                  <a:lnTo>
                    <a:pt x="58335" y="37837"/>
                  </a:lnTo>
                  <a:lnTo>
                    <a:pt x="54375" y="41343"/>
                  </a:lnTo>
                  <a:lnTo>
                    <a:pt x="50528" y="44973"/>
                  </a:lnTo>
                  <a:lnTo>
                    <a:pt x="46798" y="48723"/>
                  </a:lnTo>
                  <a:lnTo>
                    <a:pt x="43188" y="52589"/>
                  </a:lnTo>
                  <a:lnTo>
                    <a:pt x="39702" y="56568"/>
                  </a:lnTo>
                  <a:lnTo>
                    <a:pt x="36344" y="60654"/>
                  </a:lnTo>
                  <a:lnTo>
                    <a:pt x="33117" y="64845"/>
                  </a:lnTo>
                  <a:lnTo>
                    <a:pt x="30024" y="69136"/>
                  </a:lnTo>
                  <a:lnTo>
                    <a:pt x="27068" y="73522"/>
                  </a:lnTo>
                  <a:lnTo>
                    <a:pt x="24253" y="78000"/>
                  </a:lnTo>
                  <a:lnTo>
                    <a:pt x="21581" y="82565"/>
                  </a:lnTo>
                  <a:lnTo>
                    <a:pt x="19054" y="87212"/>
                  </a:lnTo>
                  <a:lnTo>
                    <a:pt x="16676" y="91936"/>
                  </a:lnTo>
                  <a:lnTo>
                    <a:pt x="14448" y="96733"/>
                  </a:lnTo>
                  <a:lnTo>
                    <a:pt x="12374" y="101599"/>
                  </a:lnTo>
                  <a:lnTo>
                    <a:pt x="10454" y="106528"/>
                  </a:lnTo>
                  <a:lnTo>
                    <a:pt x="8691" y="111514"/>
                  </a:lnTo>
                  <a:lnTo>
                    <a:pt x="7087" y="116555"/>
                  </a:lnTo>
                  <a:lnTo>
                    <a:pt x="5643" y="121643"/>
                  </a:lnTo>
                  <a:lnTo>
                    <a:pt x="4360" y="126775"/>
                  </a:lnTo>
                  <a:lnTo>
                    <a:pt x="3241" y="131944"/>
                  </a:lnTo>
                  <a:lnTo>
                    <a:pt x="2286" y="137147"/>
                  </a:lnTo>
                  <a:lnTo>
                    <a:pt x="1496" y="142377"/>
                  </a:lnTo>
                  <a:lnTo>
                    <a:pt x="872" y="147629"/>
                  </a:lnTo>
                  <a:lnTo>
                    <a:pt x="414" y="152898"/>
                  </a:lnTo>
                  <a:lnTo>
                    <a:pt x="123" y="158180"/>
                  </a:lnTo>
                  <a:lnTo>
                    <a:pt x="0" y="163468"/>
                  </a:lnTo>
                  <a:lnTo>
                    <a:pt x="43" y="168757"/>
                  </a:lnTo>
                  <a:lnTo>
                    <a:pt x="254" y="174042"/>
                  </a:lnTo>
                  <a:lnTo>
                    <a:pt x="633" y="179318"/>
                  </a:lnTo>
                  <a:lnTo>
                    <a:pt x="1177" y="184579"/>
                  </a:lnTo>
                  <a:lnTo>
                    <a:pt x="1889" y="189820"/>
                  </a:lnTo>
                  <a:lnTo>
                    <a:pt x="2765" y="195036"/>
                  </a:lnTo>
                  <a:lnTo>
                    <a:pt x="3806" y="200222"/>
                  </a:lnTo>
                  <a:lnTo>
                    <a:pt x="5011" y="205373"/>
                  </a:lnTo>
                  <a:lnTo>
                    <a:pt x="6378" y="210482"/>
                  </a:lnTo>
                  <a:lnTo>
                    <a:pt x="7906" y="215546"/>
                  </a:lnTo>
                  <a:lnTo>
                    <a:pt x="9593" y="220559"/>
                  </a:lnTo>
                  <a:lnTo>
                    <a:pt x="11438" y="225516"/>
                  </a:lnTo>
                  <a:lnTo>
                    <a:pt x="13439" y="230412"/>
                  </a:lnTo>
                  <a:lnTo>
                    <a:pt x="15594" y="235243"/>
                  </a:lnTo>
                  <a:lnTo>
                    <a:pt x="17901" y="240003"/>
                  </a:lnTo>
                  <a:lnTo>
                    <a:pt x="20357" y="244687"/>
                  </a:lnTo>
                  <a:lnTo>
                    <a:pt x="22960" y="249291"/>
                  </a:lnTo>
                  <a:lnTo>
                    <a:pt x="25708" y="253811"/>
                  </a:lnTo>
                  <a:lnTo>
                    <a:pt x="28597" y="258242"/>
                  </a:lnTo>
                  <a:lnTo>
                    <a:pt x="31625" y="262579"/>
                  </a:lnTo>
                  <a:lnTo>
                    <a:pt x="34788" y="266818"/>
                  </a:lnTo>
                  <a:lnTo>
                    <a:pt x="38084" y="270955"/>
                  </a:lnTo>
                  <a:lnTo>
                    <a:pt x="41510" y="274985"/>
                  </a:lnTo>
                  <a:lnTo>
                    <a:pt x="45061" y="278905"/>
                  </a:lnTo>
                  <a:lnTo>
                    <a:pt x="48734" y="282711"/>
                  </a:lnTo>
                  <a:lnTo>
                    <a:pt x="52526" y="286399"/>
                  </a:lnTo>
                  <a:lnTo>
                    <a:pt x="56433" y="289964"/>
                  </a:lnTo>
                  <a:lnTo>
                    <a:pt x="60450" y="293405"/>
                  </a:lnTo>
                  <a:lnTo>
                    <a:pt x="64574" y="296717"/>
                  </a:lnTo>
                  <a:lnTo>
                    <a:pt x="68801" y="299896"/>
                  </a:lnTo>
                  <a:lnTo>
                    <a:pt x="73127" y="302940"/>
                  </a:lnTo>
                  <a:lnTo>
                    <a:pt x="77547" y="305846"/>
                  </a:lnTo>
                  <a:lnTo>
                    <a:pt x="82056" y="308611"/>
                  </a:lnTo>
                  <a:lnTo>
                    <a:pt x="86650" y="311231"/>
                  </a:lnTo>
                  <a:lnTo>
                    <a:pt x="91326" y="313705"/>
                  </a:lnTo>
                  <a:lnTo>
                    <a:pt x="96077" y="316030"/>
                  </a:lnTo>
                  <a:lnTo>
                    <a:pt x="100899" y="318203"/>
                  </a:lnTo>
                  <a:lnTo>
                    <a:pt x="105788" y="320222"/>
                  </a:lnTo>
                  <a:lnTo>
                    <a:pt x="110738" y="322086"/>
                  </a:lnTo>
                  <a:lnTo>
                    <a:pt x="115744" y="323792"/>
                  </a:lnTo>
                  <a:lnTo>
                    <a:pt x="120802" y="325340"/>
                  </a:lnTo>
                  <a:lnTo>
                    <a:pt x="125907" y="326726"/>
                  </a:lnTo>
                  <a:lnTo>
                    <a:pt x="131052" y="327950"/>
                  </a:lnTo>
                  <a:lnTo>
                    <a:pt x="136234" y="329011"/>
                  </a:lnTo>
                  <a:lnTo>
                    <a:pt x="141447" y="329907"/>
                  </a:lnTo>
                  <a:lnTo>
                    <a:pt x="146686" y="330638"/>
                  </a:lnTo>
                  <a:lnTo>
                    <a:pt x="151945" y="331202"/>
                  </a:lnTo>
                  <a:lnTo>
                    <a:pt x="157219" y="331601"/>
                  </a:lnTo>
                  <a:lnTo>
                    <a:pt x="162504" y="331832"/>
                  </a:lnTo>
                  <a:lnTo>
                    <a:pt x="167792" y="331895"/>
                  </a:lnTo>
                  <a:lnTo>
                    <a:pt x="173081" y="331792"/>
                  </a:lnTo>
                  <a:lnTo>
                    <a:pt x="178363" y="331521"/>
                  </a:lnTo>
                  <a:lnTo>
                    <a:pt x="183634" y="331083"/>
                  </a:lnTo>
                  <a:lnTo>
                    <a:pt x="188889" y="330479"/>
                  </a:lnTo>
                  <a:lnTo>
                    <a:pt x="194122" y="329708"/>
                  </a:lnTo>
                  <a:lnTo>
                    <a:pt x="199328" y="328773"/>
                  </a:lnTo>
                  <a:lnTo>
                    <a:pt x="204502" y="327673"/>
                  </a:lnTo>
                  <a:lnTo>
                    <a:pt x="209638" y="326410"/>
                  </a:lnTo>
                  <a:lnTo>
                    <a:pt x="214732" y="324985"/>
                  </a:lnTo>
                  <a:lnTo>
                    <a:pt x="219778" y="323400"/>
                  </a:lnTo>
                  <a:lnTo>
                    <a:pt x="224772" y="321656"/>
                  </a:lnTo>
                  <a:lnTo>
                    <a:pt x="229707" y="319755"/>
                  </a:lnTo>
                  <a:lnTo>
                    <a:pt x="234581" y="317699"/>
                  </a:lnTo>
                  <a:lnTo>
                    <a:pt x="239386" y="315489"/>
                  </a:lnTo>
                  <a:lnTo>
                    <a:pt x="244120" y="313129"/>
                  </a:lnTo>
                  <a:lnTo>
                    <a:pt x="248776" y="310620"/>
                  </a:lnTo>
                  <a:lnTo>
                    <a:pt x="253351" y="307965"/>
                  </a:lnTo>
                  <a:lnTo>
                    <a:pt x="257839" y="305166"/>
                  </a:lnTo>
                  <a:lnTo>
                    <a:pt x="262237" y="302227"/>
                  </a:lnTo>
                  <a:lnTo>
                    <a:pt x="266539" y="299150"/>
                  </a:lnTo>
                  <a:lnTo>
                    <a:pt x="270742" y="295939"/>
                  </a:lnTo>
                  <a:lnTo>
                    <a:pt x="274842" y="292597"/>
                  </a:lnTo>
                  <a:lnTo>
                    <a:pt x="278833" y="289126"/>
                  </a:lnTo>
                  <a:lnTo>
                    <a:pt x="282713" y="285531"/>
                  </a:lnTo>
                  <a:lnTo>
                    <a:pt x="286477" y="281815"/>
                  </a:lnTo>
                  <a:lnTo>
                    <a:pt x="290121" y="277981"/>
                  </a:lnTo>
                  <a:lnTo>
                    <a:pt x="293643" y="274034"/>
                  </a:lnTo>
                  <a:lnTo>
                    <a:pt x="297037" y="269978"/>
                  </a:lnTo>
                  <a:lnTo>
                    <a:pt x="300302" y="265817"/>
                  </a:lnTo>
                  <a:lnTo>
                    <a:pt x="303434" y="261554"/>
                  </a:lnTo>
                  <a:lnTo>
                    <a:pt x="306429" y="257194"/>
                  </a:lnTo>
                  <a:lnTo>
                    <a:pt x="309284" y="252742"/>
                  </a:lnTo>
                  <a:lnTo>
                    <a:pt x="311998" y="248202"/>
                  </a:lnTo>
                  <a:lnTo>
                    <a:pt x="314566" y="243578"/>
                  </a:lnTo>
                  <a:lnTo>
                    <a:pt x="316987" y="238875"/>
                  </a:lnTo>
                  <a:lnTo>
                    <a:pt x="319257" y="234098"/>
                  </a:lnTo>
                  <a:lnTo>
                    <a:pt x="321376" y="229251"/>
                  </a:lnTo>
                  <a:lnTo>
                    <a:pt x="323340" y="224340"/>
                  </a:lnTo>
                  <a:lnTo>
                    <a:pt x="325148" y="219369"/>
                  </a:lnTo>
                  <a:lnTo>
                    <a:pt x="326797" y="214344"/>
                  </a:lnTo>
                  <a:lnTo>
                    <a:pt x="328287" y="209268"/>
                  </a:lnTo>
                  <a:lnTo>
                    <a:pt x="329615" y="204149"/>
                  </a:lnTo>
                  <a:lnTo>
                    <a:pt x="330781" y="198989"/>
                  </a:lnTo>
                  <a:lnTo>
                    <a:pt x="331783" y="193796"/>
                  </a:lnTo>
                  <a:lnTo>
                    <a:pt x="332620" y="188573"/>
                  </a:lnTo>
                  <a:lnTo>
                    <a:pt x="333292" y="183327"/>
                  </a:lnTo>
                  <a:lnTo>
                    <a:pt x="333797" y="178062"/>
                  </a:lnTo>
                  <a:lnTo>
                    <a:pt x="334135" y="172783"/>
                  </a:lnTo>
                  <a:lnTo>
                    <a:pt x="334307" y="167496"/>
                  </a:lnTo>
                  <a:lnTo>
                    <a:pt x="334311" y="162207"/>
                  </a:lnTo>
                  <a:lnTo>
                    <a:pt x="334147" y="156920"/>
                  </a:lnTo>
                  <a:lnTo>
                    <a:pt x="333817" y="151641"/>
                  </a:lnTo>
                  <a:lnTo>
                    <a:pt x="333319" y="146375"/>
                  </a:lnTo>
                  <a:lnTo>
                    <a:pt x="332655" y="141128"/>
                  </a:lnTo>
                  <a:lnTo>
                    <a:pt x="331826" y="135904"/>
                  </a:lnTo>
                  <a:lnTo>
                    <a:pt x="330831" y="130709"/>
                  </a:lnTo>
                  <a:lnTo>
                    <a:pt x="329673" y="125548"/>
                  </a:lnTo>
                  <a:lnTo>
                    <a:pt x="328352" y="120426"/>
                  </a:lnTo>
                  <a:lnTo>
                    <a:pt x="326870" y="115349"/>
                  </a:lnTo>
                  <a:lnTo>
                    <a:pt x="325228" y="110321"/>
                  </a:lnTo>
                  <a:lnTo>
                    <a:pt x="323427" y="105347"/>
                  </a:lnTo>
                  <a:lnTo>
                    <a:pt x="321470" y="100433"/>
                  </a:lnTo>
                  <a:lnTo>
                    <a:pt x="319359" y="95584"/>
                  </a:lnTo>
                  <a:lnTo>
                    <a:pt x="317095" y="90803"/>
                  </a:lnTo>
                  <a:lnTo>
                    <a:pt x="314681" y="86097"/>
                  </a:lnTo>
                  <a:lnTo>
                    <a:pt x="312120" y="81469"/>
                  </a:lnTo>
                  <a:lnTo>
                    <a:pt x="309413" y="76925"/>
                  </a:lnTo>
                  <a:lnTo>
                    <a:pt x="306564" y="72468"/>
                  </a:lnTo>
                  <a:lnTo>
                    <a:pt x="303576" y="68104"/>
                  </a:lnTo>
                  <a:lnTo>
                    <a:pt x="300450" y="63837"/>
                  </a:lnTo>
                  <a:lnTo>
                    <a:pt x="297192" y="59671"/>
                  </a:lnTo>
                  <a:lnTo>
                    <a:pt x="293803" y="55610"/>
                  </a:lnTo>
                  <a:lnTo>
                    <a:pt x="290287" y="51658"/>
                  </a:lnTo>
                  <a:lnTo>
                    <a:pt x="286648" y="47819"/>
                  </a:lnTo>
                  <a:lnTo>
                    <a:pt x="282890" y="44097"/>
                  </a:lnTo>
                  <a:lnTo>
                    <a:pt x="279016" y="40496"/>
                  </a:lnTo>
                  <a:lnTo>
                    <a:pt x="275029" y="37020"/>
                  </a:lnTo>
                  <a:lnTo>
                    <a:pt x="270935" y="33671"/>
                  </a:lnTo>
                  <a:lnTo>
                    <a:pt x="266737" y="30454"/>
                  </a:lnTo>
                  <a:lnTo>
                    <a:pt x="262439" y="27371"/>
                  </a:lnTo>
                  <a:lnTo>
                    <a:pt x="258046" y="24425"/>
                  </a:lnTo>
                  <a:lnTo>
                    <a:pt x="167162" y="164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90883" cy="167167"/>
            </a:xfrm>
            <a:custGeom>
              <a:avLst/>
              <a:pathLst>
                <a:path w="90883" h="167167">
                  <a:moveTo>
                    <a:pt x="90883" y="26863"/>
                  </a:moveTo>
                  <a:lnTo>
                    <a:pt x="86088" y="23871"/>
                  </a:lnTo>
                  <a:lnTo>
                    <a:pt x="81195" y="21043"/>
                  </a:lnTo>
                  <a:lnTo>
                    <a:pt x="76208" y="18381"/>
                  </a:lnTo>
                  <a:lnTo>
                    <a:pt x="71135" y="15890"/>
                  </a:lnTo>
                  <a:lnTo>
                    <a:pt x="65980" y="13572"/>
                  </a:lnTo>
                  <a:lnTo>
                    <a:pt x="60750" y="11429"/>
                  </a:lnTo>
                  <a:lnTo>
                    <a:pt x="55451" y="9464"/>
                  </a:lnTo>
                  <a:lnTo>
                    <a:pt x="50088" y="7680"/>
                  </a:lnTo>
                  <a:lnTo>
                    <a:pt x="44668" y="6078"/>
                  </a:lnTo>
                  <a:lnTo>
                    <a:pt x="39197" y="4660"/>
                  </a:lnTo>
                  <a:lnTo>
                    <a:pt x="33681" y="3428"/>
                  </a:lnTo>
                  <a:lnTo>
                    <a:pt x="28126" y="2383"/>
                  </a:lnTo>
                  <a:lnTo>
                    <a:pt x="22540" y="1526"/>
                  </a:lnTo>
                  <a:lnTo>
                    <a:pt x="16927" y="859"/>
                  </a:lnTo>
                  <a:lnTo>
                    <a:pt x="11295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256" y="2126963"/>
              <a:ext cx="6216" cy="167167"/>
            </a:xfrm>
            <a:custGeom>
              <a:avLst/>
              <a:pathLst>
                <a:path w="6216" h="167167">
                  <a:moveTo>
                    <a:pt x="6216" y="0"/>
                  </a:moveTo>
                  <a:lnTo>
                    <a:pt x="0" y="115"/>
                  </a:lnTo>
                  <a:lnTo>
                    <a:pt x="62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256" y="2127079"/>
              <a:ext cx="6216" cy="167051"/>
            </a:xfrm>
            <a:custGeom>
              <a:avLst/>
              <a:pathLst>
                <a:path w="6216" h="167051">
                  <a:moveTo>
                    <a:pt x="0" y="0"/>
                  </a:moveTo>
                  <a:lnTo>
                    <a:pt x="6216" y="167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21" y="2127079"/>
              <a:ext cx="333703" cy="334218"/>
            </a:xfrm>
            <a:custGeom>
              <a:avLst/>
              <a:pathLst>
                <a:path w="333703" h="334218">
                  <a:moveTo>
                    <a:pt x="160934" y="0"/>
                  </a:moveTo>
                  <a:lnTo>
                    <a:pt x="155650" y="280"/>
                  </a:lnTo>
                  <a:lnTo>
                    <a:pt x="150378" y="727"/>
                  </a:lnTo>
                  <a:lnTo>
                    <a:pt x="145123" y="1341"/>
                  </a:lnTo>
                  <a:lnTo>
                    <a:pt x="139890" y="2121"/>
                  </a:lnTo>
                  <a:lnTo>
                    <a:pt x="134684" y="3067"/>
                  </a:lnTo>
                  <a:lnTo>
                    <a:pt x="129511" y="4176"/>
                  </a:lnTo>
                  <a:lnTo>
                    <a:pt x="124376" y="5449"/>
                  </a:lnTo>
                  <a:lnTo>
                    <a:pt x="119283" y="6884"/>
                  </a:lnTo>
                  <a:lnTo>
                    <a:pt x="114238" y="8479"/>
                  </a:lnTo>
                  <a:lnTo>
                    <a:pt x="109247" y="10232"/>
                  </a:lnTo>
                  <a:lnTo>
                    <a:pt x="104313" y="12143"/>
                  </a:lnTo>
                  <a:lnTo>
                    <a:pt x="99442" y="14209"/>
                  </a:lnTo>
                  <a:lnTo>
                    <a:pt x="94639" y="16429"/>
                  </a:lnTo>
                  <a:lnTo>
                    <a:pt x="89909" y="18799"/>
                  </a:lnTo>
                  <a:lnTo>
                    <a:pt x="85256" y="21317"/>
                  </a:lnTo>
                  <a:lnTo>
                    <a:pt x="80685" y="23982"/>
                  </a:lnTo>
                  <a:lnTo>
                    <a:pt x="76201" y="26790"/>
                  </a:lnTo>
                  <a:lnTo>
                    <a:pt x="71808" y="29738"/>
                  </a:lnTo>
                  <a:lnTo>
                    <a:pt x="67510" y="32824"/>
                  </a:lnTo>
                  <a:lnTo>
                    <a:pt x="63312" y="36045"/>
                  </a:lnTo>
                  <a:lnTo>
                    <a:pt x="59218" y="39397"/>
                  </a:lnTo>
                  <a:lnTo>
                    <a:pt x="55233" y="42876"/>
                  </a:lnTo>
                  <a:lnTo>
                    <a:pt x="51359" y="46480"/>
                  </a:lnTo>
                  <a:lnTo>
                    <a:pt x="47601" y="50205"/>
                  </a:lnTo>
                  <a:lnTo>
                    <a:pt x="43963" y="54047"/>
                  </a:lnTo>
                  <a:lnTo>
                    <a:pt x="40449" y="58002"/>
                  </a:lnTo>
                  <a:lnTo>
                    <a:pt x="37061" y="62066"/>
                  </a:lnTo>
                  <a:lnTo>
                    <a:pt x="33804" y="66235"/>
                  </a:lnTo>
                  <a:lnTo>
                    <a:pt x="30681" y="70506"/>
                  </a:lnTo>
                  <a:lnTo>
                    <a:pt x="27694" y="74873"/>
                  </a:lnTo>
                  <a:lnTo>
                    <a:pt x="24846" y="79332"/>
                  </a:lnTo>
                  <a:lnTo>
                    <a:pt x="22142" y="83879"/>
                  </a:lnTo>
                  <a:lnTo>
                    <a:pt x="19582" y="88510"/>
                  </a:lnTo>
                  <a:lnTo>
                    <a:pt x="17171" y="93219"/>
                  </a:lnTo>
                  <a:lnTo>
                    <a:pt x="14909" y="98002"/>
                  </a:lnTo>
                  <a:lnTo>
                    <a:pt x="12800" y="102855"/>
                  </a:lnTo>
                  <a:lnTo>
                    <a:pt x="10846" y="107772"/>
                  </a:lnTo>
                  <a:lnTo>
                    <a:pt x="9048" y="112748"/>
                  </a:lnTo>
                  <a:lnTo>
                    <a:pt x="7409" y="117778"/>
                  </a:lnTo>
                  <a:lnTo>
                    <a:pt x="5930" y="122858"/>
                  </a:lnTo>
                  <a:lnTo>
                    <a:pt x="4612" y="127982"/>
                  </a:lnTo>
                  <a:lnTo>
                    <a:pt x="3457" y="133145"/>
                  </a:lnTo>
                  <a:lnTo>
                    <a:pt x="2466" y="138343"/>
                  </a:lnTo>
                  <a:lnTo>
                    <a:pt x="1640" y="143569"/>
                  </a:lnTo>
                  <a:lnTo>
                    <a:pt x="980" y="148818"/>
                  </a:lnTo>
                  <a:lnTo>
                    <a:pt x="486" y="154086"/>
                  </a:lnTo>
                  <a:lnTo>
                    <a:pt x="159" y="159367"/>
                  </a:lnTo>
                  <a:lnTo>
                    <a:pt x="0" y="164655"/>
                  </a:lnTo>
                  <a:lnTo>
                    <a:pt x="7" y="169946"/>
                  </a:lnTo>
                  <a:lnTo>
                    <a:pt x="183" y="175234"/>
                  </a:lnTo>
                  <a:lnTo>
                    <a:pt x="525" y="180514"/>
                  </a:lnTo>
                  <a:lnTo>
                    <a:pt x="1035" y="185780"/>
                  </a:lnTo>
                  <a:lnTo>
                    <a:pt x="1711" y="191028"/>
                  </a:lnTo>
                  <a:lnTo>
                    <a:pt x="2552" y="196251"/>
                  </a:lnTo>
                  <a:lnTo>
                    <a:pt x="3559" y="201445"/>
                  </a:lnTo>
                  <a:lnTo>
                    <a:pt x="4729" y="206605"/>
                  </a:lnTo>
                  <a:lnTo>
                    <a:pt x="6062" y="211725"/>
                  </a:lnTo>
                  <a:lnTo>
                    <a:pt x="7557" y="216801"/>
                  </a:lnTo>
                  <a:lnTo>
                    <a:pt x="9211" y="221826"/>
                  </a:lnTo>
                  <a:lnTo>
                    <a:pt x="11024" y="226797"/>
                  </a:lnTo>
                  <a:lnTo>
                    <a:pt x="12992" y="231708"/>
                  </a:lnTo>
                  <a:lnTo>
                    <a:pt x="15116" y="236554"/>
                  </a:lnTo>
                  <a:lnTo>
                    <a:pt x="17391" y="241331"/>
                  </a:lnTo>
                  <a:lnTo>
                    <a:pt x="19817" y="246033"/>
                  </a:lnTo>
                  <a:lnTo>
                    <a:pt x="22390" y="250656"/>
                  </a:lnTo>
                  <a:lnTo>
                    <a:pt x="25109" y="255195"/>
                  </a:lnTo>
                  <a:lnTo>
                    <a:pt x="27969" y="259646"/>
                  </a:lnTo>
                  <a:lnTo>
                    <a:pt x="30969" y="264004"/>
                  </a:lnTo>
                  <a:lnTo>
                    <a:pt x="34106" y="268265"/>
                  </a:lnTo>
                  <a:lnTo>
                    <a:pt x="37375" y="272424"/>
                  </a:lnTo>
                  <a:lnTo>
                    <a:pt x="40775" y="276479"/>
                  </a:lnTo>
                  <a:lnTo>
                    <a:pt x="44301" y="280423"/>
                  </a:lnTo>
                  <a:lnTo>
                    <a:pt x="47950" y="284254"/>
                  </a:lnTo>
                  <a:lnTo>
                    <a:pt x="51719" y="287967"/>
                  </a:lnTo>
                  <a:lnTo>
                    <a:pt x="55603" y="291560"/>
                  </a:lnTo>
                  <a:lnTo>
                    <a:pt x="59600" y="295027"/>
                  </a:lnTo>
                  <a:lnTo>
                    <a:pt x="63703" y="298367"/>
                  </a:lnTo>
                  <a:lnTo>
                    <a:pt x="67911" y="301575"/>
                  </a:lnTo>
                  <a:lnTo>
                    <a:pt x="72218" y="304648"/>
                  </a:lnTo>
                  <a:lnTo>
                    <a:pt x="76620" y="307583"/>
                  </a:lnTo>
                  <a:lnTo>
                    <a:pt x="81112" y="310378"/>
                  </a:lnTo>
                  <a:lnTo>
                    <a:pt x="85691" y="313029"/>
                  </a:lnTo>
                  <a:lnTo>
                    <a:pt x="90351" y="315534"/>
                  </a:lnTo>
                  <a:lnTo>
                    <a:pt x="95089" y="317890"/>
                  </a:lnTo>
                  <a:lnTo>
                    <a:pt x="99898" y="320094"/>
                  </a:lnTo>
                  <a:lnTo>
                    <a:pt x="104775" y="322146"/>
                  </a:lnTo>
                  <a:lnTo>
                    <a:pt x="109715" y="324042"/>
                  </a:lnTo>
                  <a:lnTo>
                    <a:pt x="114712" y="325781"/>
                  </a:lnTo>
                  <a:lnTo>
                    <a:pt x="119761" y="327361"/>
                  </a:lnTo>
                  <a:lnTo>
                    <a:pt x="124858" y="328781"/>
                  </a:lnTo>
                  <a:lnTo>
                    <a:pt x="129997" y="330038"/>
                  </a:lnTo>
                  <a:lnTo>
                    <a:pt x="135174" y="331132"/>
                  </a:lnTo>
                  <a:lnTo>
                    <a:pt x="140382" y="332062"/>
                  </a:lnTo>
                  <a:lnTo>
                    <a:pt x="145618" y="332826"/>
                  </a:lnTo>
                  <a:lnTo>
                    <a:pt x="150875" y="333425"/>
                  </a:lnTo>
                  <a:lnTo>
                    <a:pt x="156148" y="333856"/>
                  </a:lnTo>
                  <a:lnTo>
                    <a:pt x="161432" y="334121"/>
                  </a:lnTo>
                  <a:lnTo>
                    <a:pt x="166722" y="334218"/>
                  </a:lnTo>
                  <a:lnTo>
                    <a:pt x="172012" y="334148"/>
                  </a:lnTo>
                  <a:lnTo>
                    <a:pt x="177298" y="333910"/>
                  </a:lnTo>
                  <a:lnTo>
                    <a:pt x="182573" y="333506"/>
                  </a:lnTo>
                  <a:lnTo>
                    <a:pt x="187833" y="332934"/>
                  </a:lnTo>
                  <a:lnTo>
                    <a:pt x="193073" y="332197"/>
                  </a:lnTo>
                  <a:lnTo>
                    <a:pt x="198286" y="331294"/>
                  </a:lnTo>
                  <a:lnTo>
                    <a:pt x="203468" y="330226"/>
                  </a:lnTo>
                  <a:lnTo>
                    <a:pt x="208613" y="328995"/>
                  </a:lnTo>
                  <a:lnTo>
                    <a:pt x="213718" y="327602"/>
                  </a:lnTo>
                  <a:lnTo>
                    <a:pt x="218775" y="326048"/>
                  </a:lnTo>
                  <a:lnTo>
                    <a:pt x="223781" y="324334"/>
                  </a:lnTo>
                  <a:lnTo>
                    <a:pt x="228730" y="322463"/>
                  </a:lnTo>
                  <a:lnTo>
                    <a:pt x="233617" y="320437"/>
                  </a:lnTo>
                  <a:lnTo>
                    <a:pt x="238438" y="318256"/>
                  </a:lnTo>
                  <a:lnTo>
                    <a:pt x="243187" y="315925"/>
                  </a:lnTo>
                  <a:lnTo>
                    <a:pt x="247860" y="313444"/>
                  </a:lnTo>
                  <a:lnTo>
                    <a:pt x="252453" y="310816"/>
                  </a:lnTo>
                  <a:lnTo>
                    <a:pt x="256960" y="308045"/>
                  </a:lnTo>
                  <a:lnTo>
                    <a:pt x="261377" y="305132"/>
                  </a:lnTo>
                  <a:lnTo>
                    <a:pt x="265699" y="302081"/>
                  </a:lnTo>
                  <a:lnTo>
                    <a:pt x="269923" y="298895"/>
                  </a:lnTo>
                  <a:lnTo>
                    <a:pt x="274044" y="295576"/>
                  </a:lnTo>
                  <a:lnTo>
                    <a:pt x="278058" y="292129"/>
                  </a:lnTo>
                  <a:lnTo>
                    <a:pt x="281960" y="288557"/>
                  </a:lnTo>
                  <a:lnTo>
                    <a:pt x="285748" y="284862"/>
                  </a:lnTo>
                  <a:lnTo>
                    <a:pt x="289417" y="281050"/>
                  </a:lnTo>
                  <a:lnTo>
                    <a:pt x="292963" y="277124"/>
                  </a:lnTo>
                  <a:lnTo>
                    <a:pt x="296384" y="273087"/>
                  </a:lnTo>
                  <a:lnTo>
                    <a:pt x="299674" y="268944"/>
                  </a:lnTo>
                  <a:lnTo>
                    <a:pt x="302833" y="264699"/>
                  </a:lnTo>
                  <a:lnTo>
                    <a:pt x="305855" y="260357"/>
                  </a:lnTo>
                  <a:lnTo>
                    <a:pt x="308738" y="255920"/>
                  </a:lnTo>
                  <a:lnTo>
                    <a:pt x="311480" y="251395"/>
                  </a:lnTo>
                  <a:lnTo>
                    <a:pt x="314076" y="246785"/>
                  </a:lnTo>
                  <a:lnTo>
                    <a:pt x="316526" y="242096"/>
                  </a:lnTo>
                  <a:lnTo>
                    <a:pt x="318826" y="237331"/>
                  </a:lnTo>
                  <a:lnTo>
                    <a:pt x="320974" y="232496"/>
                  </a:lnTo>
                  <a:lnTo>
                    <a:pt x="322968" y="227595"/>
                  </a:lnTo>
                  <a:lnTo>
                    <a:pt x="324806" y="222634"/>
                  </a:lnTo>
                  <a:lnTo>
                    <a:pt x="326486" y="217617"/>
                  </a:lnTo>
                  <a:lnTo>
                    <a:pt x="328007" y="212549"/>
                  </a:lnTo>
                  <a:lnTo>
                    <a:pt x="329366" y="207436"/>
                  </a:lnTo>
                  <a:lnTo>
                    <a:pt x="330563" y="202282"/>
                  </a:lnTo>
                  <a:lnTo>
                    <a:pt x="331596" y="197093"/>
                  </a:lnTo>
                  <a:lnTo>
                    <a:pt x="332464" y="191874"/>
                  </a:lnTo>
                  <a:lnTo>
                    <a:pt x="333167" y="186630"/>
                  </a:lnTo>
                  <a:lnTo>
                    <a:pt x="333703" y="181366"/>
                  </a:lnTo>
                  <a:lnTo>
                    <a:pt x="167150" y="167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7155" cy="181482"/>
            </a:xfrm>
            <a:custGeom>
              <a:avLst/>
              <a:pathLst>
                <a:path w="167155" h="181482">
                  <a:moveTo>
                    <a:pt x="166553" y="181482"/>
                  </a:moveTo>
                  <a:lnTo>
                    <a:pt x="166930" y="176065"/>
                  </a:lnTo>
                  <a:lnTo>
                    <a:pt x="167131" y="170640"/>
                  </a:lnTo>
                  <a:lnTo>
                    <a:pt x="167155" y="165210"/>
                  </a:lnTo>
                  <a:lnTo>
                    <a:pt x="167004" y="159783"/>
                  </a:lnTo>
                  <a:lnTo>
                    <a:pt x="166676" y="154363"/>
                  </a:lnTo>
                  <a:lnTo>
                    <a:pt x="166172" y="148957"/>
                  </a:lnTo>
                  <a:lnTo>
                    <a:pt x="165493" y="143570"/>
                  </a:lnTo>
                  <a:lnTo>
                    <a:pt x="164640" y="138208"/>
                  </a:lnTo>
                  <a:lnTo>
                    <a:pt x="163612" y="132877"/>
                  </a:lnTo>
                  <a:lnTo>
                    <a:pt x="162412" y="127581"/>
                  </a:lnTo>
                  <a:lnTo>
                    <a:pt x="161041" y="122328"/>
                  </a:lnTo>
                  <a:lnTo>
                    <a:pt x="159500" y="117121"/>
                  </a:lnTo>
                  <a:lnTo>
                    <a:pt x="157791" y="111968"/>
                  </a:lnTo>
                  <a:lnTo>
                    <a:pt x="155915" y="106873"/>
                  </a:lnTo>
                  <a:lnTo>
                    <a:pt x="153874" y="101841"/>
                  </a:lnTo>
                  <a:lnTo>
                    <a:pt x="151672" y="96879"/>
                  </a:lnTo>
                  <a:lnTo>
                    <a:pt x="149309" y="91990"/>
                  </a:lnTo>
                  <a:lnTo>
                    <a:pt x="146789" y="87181"/>
                  </a:lnTo>
                  <a:lnTo>
                    <a:pt x="144114" y="82456"/>
                  </a:lnTo>
                  <a:lnTo>
                    <a:pt x="141287" y="77820"/>
                  </a:lnTo>
                  <a:lnTo>
                    <a:pt x="138311" y="73279"/>
                  </a:lnTo>
                  <a:lnTo>
                    <a:pt x="135189" y="68837"/>
                  </a:lnTo>
                  <a:lnTo>
                    <a:pt x="131924" y="64499"/>
                  </a:lnTo>
                  <a:lnTo>
                    <a:pt x="128521" y="60268"/>
                  </a:lnTo>
                  <a:lnTo>
                    <a:pt x="124981" y="56151"/>
                  </a:lnTo>
                  <a:lnTo>
                    <a:pt x="121310" y="52151"/>
                  </a:lnTo>
                  <a:lnTo>
                    <a:pt x="117511" y="48272"/>
                  </a:lnTo>
                  <a:lnTo>
                    <a:pt x="113588" y="44518"/>
                  </a:lnTo>
                  <a:lnTo>
                    <a:pt x="109545" y="40894"/>
                  </a:lnTo>
                  <a:lnTo>
                    <a:pt x="105386" y="37403"/>
                  </a:lnTo>
                  <a:lnTo>
                    <a:pt x="101117" y="34049"/>
                  </a:lnTo>
                  <a:lnTo>
                    <a:pt x="96740" y="30836"/>
                  </a:lnTo>
                  <a:lnTo>
                    <a:pt x="92262" y="27766"/>
                  </a:lnTo>
                  <a:lnTo>
                    <a:pt x="87686" y="24843"/>
                  </a:lnTo>
                  <a:lnTo>
                    <a:pt x="83018" y="22071"/>
                  </a:lnTo>
                  <a:lnTo>
                    <a:pt x="78262" y="19451"/>
                  </a:lnTo>
                  <a:lnTo>
                    <a:pt x="73423" y="16987"/>
                  </a:lnTo>
                  <a:lnTo>
                    <a:pt x="68508" y="14682"/>
                  </a:lnTo>
                  <a:lnTo>
                    <a:pt x="63519" y="12538"/>
                  </a:lnTo>
                  <a:lnTo>
                    <a:pt x="58464" y="10557"/>
                  </a:lnTo>
                  <a:lnTo>
                    <a:pt x="53348" y="8740"/>
                  </a:lnTo>
                  <a:lnTo>
                    <a:pt x="48174" y="7092"/>
                  </a:lnTo>
                  <a:lnTo>
                    <a:pt x="42950" y="5611"/>
                  </a:lnTo>
                  <a:lnTo>
                    <a:pt x="37681" y="4302"/>
                  </a:lnTo>
                  <a:lnTo>
                    <a:pt x="32372" y="3164"/>
                  </a:lnTo>
                  <a:lnTo>
                    <a:pt x="27029" y="2199"/>
                  </a:lnTo>
                  <a:lnTo>
                    <a:pt x="21658" y="1408"/>
                  </a:lnTo>
                  <a:lnTo>
                    <a:pt x="16263" y="793"/>
                  </a:lnTo>
                  <a:lnTo>
                    <a:pt x="10851" y="352"/>
                  </a:lnTo>
                  <a:lnTo>
                    <a:pt x="542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624" y="1681503"/>
              <a:ext cx="10610" cy="167167"/>
            </a:xfrm>
            <a:custGeom>
              <a:avLst/>
              <a:pathLst>
                <a:path w="10610" h="167167">
                  <a:moveTo>
                    <a:pt x="10610" y="0"/>
                  </a:moveTo>
                  <a:lnTo>
                    <a:pt x="0" y="337"/>
                  </a:lnTo>
                  <a:lnTo>
                    <a:pt x="1061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624" y="1681840"/>
              <a:ext cx="10610" cy="166830"/>
            </a:xfrm>
            <a:custGeom>
              <a:avLst/>
              <a:pathLst>
                <a:path w="10610" h="166830">
                  <a:moveTo>
                    <a:pt x="0" y="0"/>
                  </a:moveTo>
                  <a:lnTo>
                    <a:pt x="10610" y="1668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0" y="1681840"/>
              <a:ext cx="334320" cy="333993"/>
            </a:xfrm>
            <a:custGeom>
              <a:avLst/>
              <a:pathLst>
                <a:path w="334320" h="333993">
                  <a:moveTo>
                    <a:pt x="156543" y="0"/>
                  </a:moveTo>
                  <a:lnTo>
                    <a:pt x="151268" y="419"/>
                  </a:lnTo>
                  <a:lnTo>
                    <a:pt x="146008" y="1005"/>
                  </a:lnTo>
                  <a:lnTo>
                    <a:pt x="140770" y="1758"/>
                  </a:lnTo>
                  <a:lnTo>
                    <a:pt x="135558" y="2676"/>
                  </a:lnTo>
                  <a:lnTo>
                    <a:pt x="130378" y="3758"/>
                  </a:lnTo>
                  <a:lnTo>
                    <a:pt x="125235" y="5004"/>
                  </a:lnTo>
                  <a:lnTo>
                    <a:pt x="120133" y="6412"/>
                  </a:lnTo>
                  <a:lnTo>
                    <a:pt x="115079" y="7980"/>
                  </a:lnTo>
                  <a:lnTo>
                    <a:pt x="110077" y="9708"/>
                  </a:lnTo>
                  <a:lnTo>
                    <a:pt x="105132" y="11594"/>
                  </a:lnTo>
                  <a:lnTo>
                    <a:pt x="100250" y="13635"/>
                  </a:lnTo>
                  <a:lnTo>
                    <a:pt x="95434" y="15829"/>
                  </a:lnTo>
                  <a:lnTo>
                    <a:pt x="90690" y="18175"/>
                  </a:lnTo>
                  <a:lnTo>
                    <a:pt x="86023" y="20670"/>
                  </a:lnTo>
                  <a:lnTo>
                    <a:pt x="81437" y="23311"/>
                  </a:lnTo>
                  <a:lnTo>
                    <a:pt x="76938" y="26096"/>
                  </a:lnTo>
                  <a:lnTo>
                    <a:pt x="72528" y="29023"/>
                  </a:lnTo>
                  <a:lnTo>
                    <a:pt x="68214" y="32087"/>
                  </a:lnTo>
                  <a:lnTo>
                    <a:pt x="63998" y="35286"/>
                  </a:lnTo>
                  <a:lnTo>
                    <a:pt x="59886" y="38617"/>
                  </a:lnTo>
                  <a:lnTo>
                    <a:pt x="55881" y="42077"/>
                  </a:lnTo>
                  <a:lnTo>
                    <a:pt x="51988" y="45662"/>
                  </a:lnTo>
                  <a:lnTo>
                    <a:pt x="48211" y="49368"/>
                  </a:lnTo>
                  <a:lnTo>
                    <a:pt x="44552" y="53191"/>
                  </a:lnTo>
                  <a:lnTo>
                    <a:pt x="41017" y="57129"/>
                  </a:lnTo>
                  <a:lnTo>
                    <a:pt x="37607" y="61177"/>
                  </a:lnTo>
                  <a:lnTo>
                    <a:pt x="34328" y="65330"/>
                  </a:lnTo>
                  <a:lnTo>
                    <a:pt x="31182" y="69586"/>
                  </a:lnTo>
                  <a:lnTo>
                    <a:pt x="28172" y="73938"/>
                  </a:lnTo>
                  <a:lnTo>
                    <a:pt x="25301" y="78384"/>
                  </a:lnTo>
                  <a:lnTo>
                    <a:pt x="22573" y="82919"/>
                  </a:lnTo>
                  <a:lnTo>
                    <a:pt x="19989" y="87537"/>
                  </a:lnTo>
                  <a:lnTo>
                    <a:pt x="17553" y="92235"/>
                  </a:lnTo>
                  <a:lnTo>
                    <a:pt x="15267" y="97008"/>
                  </a:lnTo>
                  <a:lnTo>
                    <a:pt x="13133" y="101851"/>
                  </a:lnTo>
                  <a:lnTo>
                    <a:pt x="11153" y="106758"/>
                  </a:lnTo>
                  <a:lnTo>
                    <a:pt x="9330" y="111726"/>
                  </a:lnTo>
                  <a:lnTo>
                    <a:pt x="7665" y="116750"/>
                  </a:lnTo>
                  <a:lnTo>
                    <a:pt x="6159" y="121823"/>
                  </a:lnTo>
                  <a:lnTo>
                    <a:pt x="4815" y="126942"/>
                  </a:lnTo>
                  <a:lnTo>
                    <a:pt x="3634" y="132100"/>
                  </a:lnTo>
                  <a:lnTo>
                    <a:pt x="2617" y="137294"/>
                  </a:lnTo>
                  <a:lnTo>
                    <a:pt x="1764" y="142517"/>
                  </a:lnTo>
                  <a:lnTo>
                    <a:pt x="1078" y="147764"/>
                  </a:lnTo>
                  <a:lnTo>
                    <a:pt x="557" y="153030"/>
                  </a:lnTo>
                  <a:lnTo>
                    <a:pt x="204" y="158311"/>
                  </a:lnTo>
                  <a:lnTo>
                    <a:pt x="18" y="163599"/>
                  </a:lnTo>
                  <a:lnTo>
                    <a:pt x="0" y="168891"/>
                  </a:lnTo>
                  <a:lnTo>
                    <a:pt x="149" y="174181"/>
                  </a:lnTo>
                  <a:lnTo>
                    <a:pt x="465" y="179464"/>
                  </a:lnTo>
                  <a:lnTo>
                    <a:pt x="948" y="184734"/>
                  </a:lnTo>
                  <a:lnTo>
                    <a:pt x="1598" y="189986"/>
                  </a:lnTo>
                  <a:lnTo>
                    <a:pt x="2414" y="195215"/>
                  </a:lnTo>
                  <a:lnTo>
                    <a:pt x="3395" y="200415"/>
                  </a:lnTo>
                  <a:lnTo>
                    <a:pt x="4540" y="205582"/>
                  </a:lnTo>
                  <a:lnTo>
                    <a:pt x="5849" y="210709"/>
                  </a:lnTo>
                  <a:lnTo>
                    <a:pt x="7318" y="215793"/>
                  </a:lnTo>
                  <a:lnTo>
                    <a:pt x="8948" y="220828"/>
                  </a:lnTo>
                  <a:lnTo>
                    <a:pt x="10737" y="225809"/>
                  </a:lnTo>
                  <a:lnTo>
                    <a:pt x="12682" y="230730"/>
                  </a:lnTo>
                  <a:lnTo>
                    <a:pt x="14782" y="235588"/>
                  </a:lnTo>
                  <a:lnTo>
                    <a:pt x="17035" y="240377"/>
                  </a:lnTo>
                  <a:lnTo>
                    <a:pt x="19438" y="245091"/>
                  </a:lnTo>
                  <a:lnTo>
                    <a:pt x="21989" y="249728"/>
                  </a:lnTo>
                  <a:lnTo>
                    <a:pt x="24686" y="254281"/>
                  </a:lnTo>
                  <a:lnTo>
                    <a:pt x="27526" y="258747"/>
                  </a:lnTo>
                  <a:lnTo>
                    <a:pt x="30505" y="263121"/>
                  </a:lnTo>
                  <a:lnTo>
                    <a:pt x="33621" y="267398"/>
                  </a:lnTo>
                  <a:lnTo>
                    <a:pt x="36872" y="271574"/>
                  </a:lnTo>
                  <a:lnTo>
                    <a:pt x="40252" y="275646"/>
                  </a:lnTo>
                  <a:lnTo>
                    <a:pt x="43760" y="279608"/>
                  </a:lnTo>
                  <a:lnTo>
                    <a:pt x="47392" y="283457"/>
                  </a:lnTo>
                  <a:lnTo>
                    <a:pt x="51144" y="287190"/>
                  </a:lnTo>
                  <a:lnTo>
                    <a:pt x="55012" y="290802"/>
                  </a:lnTo>
                  <a:lnTo>
                    <a:pt x="58992" y="294289"/>
                  </a:lnTo>
                  <a:lnTo>
                    <a:pt x="63081" y="297649"/>
                  </a:lnTo>
                  <a:lnTo>
                    <a:pt x="67274" y="300878"/>
                  </a:lnTo>
                  <a:lnTo>
                    <a:pt x="71567" y="303972"/>
                  </a:lnTo>
                  <a:lnTo>
                    <a:pt x="75956" y="306929"/>
                  </a:lnTo>
                  <a:lnTo>
                    <a:pt x="80436" y="309745"/>
                  </a:lnTo>
                  <a:lnTo>
                    <a:pt x="85003" y="312419"/>
                  </a:lnTo>
                  <a:lnTo>
                    <a:pt x="89653" y="314946"/>
                  </a:lnTo>
                  <a:lnTo>
                    <a:pt x="94380" y="317325"/>
                  </a:lnTo>
                  <a:lnTo>
                    <a:pt x="99180" y="319553"/>
                  </a:lnTo>
                  <a:lnTo>
                    <a:pt x="104048" y="321628"/>
                  </a:lnTo>
                  <a:lnTo>
                    <a:pt x="108980" y="323548"/>
                  </a:lnTo>
                  <a:lnTo>
                    <a:pt x="113970" y="325311"/>
                  </a:lnTo>
                  <a:lnTo>
                    <a:pt x="119013" y="326915"/>
                  </a:lnTo>
                  <a:lnTo>
                    <a:pt x="124104" y="328359"/>
                  </a:lnTo>
                  <a:lnTo>
                    <a:pt x="129238" y="329641"/>
                  </a:lnTo>
                  <a:lnTo>
                    <a:pt x="134411" y="330759"/>
                  </a:lnTo>
                  <a:lnTo>
                    <a:pt x="139616" y="331713"/>
                  </a:lnTo>
                  <a:lnTo>
                    <a:pt x="144849" y="332503"/>
                  </a:lnTo>
                  <a:lnTo>
                    <a:pt x="150104" y="333126"/>
                  </a:lnTo>
                  <a:lnTo>
                    <a:pt x="155377" y="333582"/>
                  </a:lnTo>
                  <a:lnTo>
                    <a:pt x="160661" y="333871"/>
                  </a:lnTo>
                  <a:lnTo>
                    <a:pt x="165952" y="333993"/>
                  </a:lnTo>
                  <a:lnTo>
                    <a:pt x="171243" y="333947"/>
                  </a:lnTo>
                  <a:lnTo>
                    <a:pt x="176531" y="333734"/>
                  </a:lnTo>
                  <a:lnTo>
                    <a:pt x="181810" y="333354"/>
                  </a:lnTo>
                  <a:lnTo>
                    <a:pt x="187073" y="332806"/>
                  </a:lnTo>
                  <a:lnTo>
                    <a:pt x="192317" y="332093"/>
                  </a:lnTo>
                  <a:lnTo>
                    <a:pt x="197535" y="331213"/>
                  </a:lnTo>
                  <a:lnTo>
                    <a:pt x="202724" y="330169"/>
                  </a:lnTo>
                  <a:lnTo>
                    <a:pt x="207876" y="328962"/>
                  </a:lnTo>
                  <a:lnTo>
                    <a:pt x="212988" y="327591"/>
                  </a:lnTo>
                  <a:lnTo>
                    <a:pt x="218053" y="326060"/>
                  </a:lnTo>
                  <a:lnTo>
                    <a:pt x="223068" y="324369"/>
                  </a:lnTo>
                  <a:lnTo>
                    <a:pt x="228026" y="322520"/>
                  </a:lnTo>
                  <a:lnTo>
                    <a:pt x="232924" y="320515"/>
                  </a:lnTo>
                  <a:lnTo>
                    <a:pt x="237756" y="318357"/>
                  </a:lnTo>
                  <a:lnTo>
                    <a:pt x="242517" y="316046"/>
                  </a:lnTo>
                  <a:lnTo>
                    <a:pt x="247202" y="313586"/>
                  </a:lnTo>
                  <a:lnTo>
                    <a:pt x="251807" y="310978"/>
                  </a:lnTo>
                  <a:lnTo>
                    <a:pt x="256328" y="308227"/>
                  </a:lnTo>
                  <a:lnTo>
                    <a:pt x="260759" y="305333"/>
                  </a:lnTo>
                  <a:lnTo>
                    <a:pt x="265096" y="302301"/>
                  </a:lnTo>
                  <a:lnTo>
                    <a:pt x="269335" y="299133"/>
                  </a:lnTo>
                  <a:lnTo>
                    <a:pt x="273471" y="295832"/>
                  </a:lnTo>
                  <a:lnTo>
                    <a:pt x="277502" y="292402"/>
                  </a:lnTo>
                  <a:lnTo>
                    <a:pt x="281421" y="288846"/>
                  </a:lnTo>
                  <a:lnTo>
                    <a:pt x="285226" y="285168"/>
                  </a:lnTo>
                  <a:lnTo>
                    <a:pt x="288913" y="281372"/>
                  </a:lnTo>
                  <a:lnTo>
                    <a:pt x="292477" y="277460"/>
                  </a:lnTo>
                  <a:lnTo>
                    <a:pt x="295916" y="273438"/>
                  </a:lnTo>
                  <a:lnTo>
                    <a:pt x="299226" y="269309"/>
                  </a:lnTo>
                  <a:lnTo>
                    <a:pt x="302404" y="265077"/>
                  </a:lnTo>
                  <a:lnTo>
                    <a:pt x="305446" y="260747"/>
                  </a:lnTo>
                  <a:lnTo>
                    <a:pt x="308349" y="256322"/>
                  </a:lnTo>
                  <a:lnTo>
                    <a:pt x="311111" y="251808"/>
                  </a:lnTo>
                  <a:lnTo>
                    <a:pt x="313729" y="247209"/>
                  </a:lnTo>
                  <a:lnTo>
                    <a:pt x="316200" y="242529"/>
                  </a:lnTo>
                  <a:lnTo>
                    <a:pt x="318521" y="237773"/>
                  </a:lnTo>
                  <a:lnTo>
                    <a:pt x="320691" y="232946"/>
                  </a:lnTo>
                  <a:lnTo>
                    <a:pt x="322707" y="228053"/>
                  </a:lnTo>
                  <a:lnTo>
                    <a:pt x="324567" y="223099"/>
                  </a:lnTo>
                  <a:lnTo>
                    <a:pt x="326269" y="218088"/>
                  </a:lnTo>
                  <a:lnTo>
                    <a:pt x="327812" y="213026"/>
                  </a:lnTo>
                  <a:lnTo>
                    <a:pt x="329194" y="207917"/>
                  </a:lnTo>
                  <a:lnTo>
                    <a:pt x="330413" y="202768"/>
                  </a:lnTo>
                  <a:lnTo>
                    <a:pt x="331469" y="197582"/>
                  </a:lnTo>
                  <a:lnTo>
                    <a:pt x="332360" y="192365"/>
                  </a:lnTo>
                  <a:lnTo>
                    <a:pt x="333085" y="187123"/>
                  </a:lnTo>
                  <a:lnTo>
                    <a:pt x="333645" y="181861"/>
                  </a:lnTo>
                  <a:lnTo>
                    <a:pt x="334037" y="176583"/>
                  </a:lnTo>
                  <a:lnTo>
                    <a:pt x="334262" y="171296"/>
                  </a:lnTo>
                  <a:lnTo>
                    <a:pt x="334320" y="166004"/>
                  </a:lnTo>
                  <a:lnTo>
                    <a:pt x="334210" y="160714"/>
                  </a:lnTo>
                  <a:lnTo>
                    <a:pt x="333932" y="155429"/>
                  </a:lnTo>
                  <a:lnTo>
                    <a:pt x="333488" y="150155"/>
                  </a:lnTo>
                  <a:lnTo>
                    <a:pt x="332877" y="144899"/>
                  </a:lnTo>
                  <a:lnTo>
                    <a:pt x="332100" y="139664"/>
                  </a:lnTo>
                  <a:lnTo>
                    <a:pt x="331157" y="134457"/>
                  </a:lnTo>
                  <a:lnTo>
                    <a:pt x="330050" y="129282"/>
                  </a:lnTo>
                  <a:lnTo>
                    <a:pt x="328780" y="124144"/>
                  </a:lnTo>
                  <a:lnTo>
                    <a:pt x="327348" y="119050"/>
                  </a:lnTo>
                  <a:lnTo>
                    <a:pt x="325755" y="114003"/>
                  </a:lnTo>
                  <a:lnTo>
                    <a:pt x="324004" y="109009"/>
                  </a:lnTo>
                  <a:lnTo>
                    <a:pt x="322095" y="104073"/>
                  </a:lnTo>
                  <a:lnTo>
                    <a:pt x="320031" y="99200"/>
                  </a:lnTo>
                  <a:lnTo>
                    <a:pt x="317813" y="94395"/>
                  </a:lnTo>
                  <a:lnTo>
                    <a:pt x="315445" y="89663"/>
                  </a:lnTo>
                  <a:lnTo>
                    <a:pt x="312928" y="85007"/>
                  </a:lnTo>
                  <a:lnTo>
                    <a:pt x="310265" y="80434"/>
                  </a:lnTo>
                  <a:lnTo>
                    <a:pt x="307459" y="75948"/>
                  </a:lnTo>
                  <a:lnTo>
                    <a:pt x="304512" y="71552"/>
                  </a:lnTo>
                  <a:lnTo>
                    <a:pt x="301427" y="67252"/>
                  </a:lnTo>
                  <a:lnTo>
                    <a:pt x="298208" y="63052"/>
                  </a:lnTo>
                  <a:lnTo>
                    <a:pt x="294857" y="58955"/>
                  </a:lnTo>
                  <a:lnTo>
                    <a:pt x="291379" y="54967"/>
                  </a:lnTo>
                  <a:lnTo>
                    <a:pt x="287776" y="51091"/>
                  </a:lnTo>
                  <a:lnTo>
                    <a:pt x="284052" y="47331"/>
                  </a:lnTo>
                  <a:lnTo>
                    <a:pt x="280211" y="43691"/>
                  </a:lnTo>
                  <a:lnTo>
                    <a:pt x="276256" y="40174"/>
                  </a:lnTo>
                  <a:lnTo>
                    <a:pt x="272192" y="36784"/>
                  </a:lnTo>
                  <a:lnTo>
                    <a:pt x="268023" y="33524"/>
                  </a:lnTo>
                  <a:lnTo>
                    <a:pt x="263753" y="30398"/>
                  </a:lnTo>
                  <a:lnTo>
                    <a:pt x="259386" y="27409"/>
                  </a:lnTo>
                  <a:lnTo>
                    <a:pt x="254927" y="24559"/>
                  </a:lnTo>
                  <a:lnTo>
                    <a:pt x="250380" y="21852"/>
                  </a:lnTo>
                  <a:lnTo>
                    <a:pt x="245749" y="19291"/>
                  </a:lnTo>
                  <a:lnTo>
                    <a:pt x="241040" y="16877"/>
                  </a:lnTo>
                  <a:lnTo>
                    <a:pt x="236256" y="14613"/>
                  </a:lnTo>
                  <a:lnTo>
                    <a:pt x="231403" y="12502"/>
                  </a:lnTo>
                  <a:lnTo>
                    <a:pt x="226486" y="10546"/>
                  </a:lnTo>
                  <a:lnTo>
                    <a:pt x="221509" y="8746"/>
                  </a:lnTo>
                  <a:lnTo>
                    <a:pt x="216478" y="7105"/>
                  </a:lnTo>
                  <a:lnTo>
                    <a:pt x="211398" y="5624"/>
                  </a:lnTo>
                  <a:lnTo>
                    <a:pt x="206273" y="4304"/>
                  </a:lnTo>
                  <a:lnTo>
                    <a:pt x="167154" y="1668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39118" cy="167167"/>
            </a:xfrm>
            <a:custGeom>
              <a:avLst/>
              <a:pathLst>
                <a:path w="39118" h="167167">
                  <a:moveTo>
                    <a:pt x="39118" y="4641"/>
                  </a:moveTo>
                  <a:lnTo>
                    <a:pt x="32691" y="3227"/>
                  </a:lnTo>
                  <a:lnTo>
                    <a:pt x="26214" y="2068"/>
                  </a:lnTo>
                  <a:lnTo>
                    <a:pt x="19696" y="1164"/>
                  </a:lnTo>
                  <a:lnTo>
                    <a:pt x="13148" y="517"/>
                  </a:lnTo>
                  <a:lnTo>
                    <a:pt x="6579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8" y="1322571"/>
              <a:ext cx="167160" cy="311594"/>
            </a:xfrm>
            <a:custGeom>
              <a:avLst/>
              <a:pathLst>
                <a:path w="167160" h="311594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29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8" y="10171"/>
                  </a:lnTo>
                  <a:lnTo>
                    <a:pt x="104764" y="12081"/>
                  </a:lnTo>
                  <a:lnTo>
                    <a:pt x="99852" y="14149"/>
                  </a:lnTo>
                  <a:lnTo>
                    <a:pt x="95010" y="16372"/>
                  </a:lnTo>
                  <a:lnTo>
                    <a:pt x="90240" y="18748"/>
                  </a:lnTo>
                  <a:lnTo>
                    <a:pt x="85549" y="21275"/>
                  </a:lnTo>
                  <a:lnTo>
                    <a:pt x="80941" y="23950"/>
                  </a:lnTo>
                  <a:lnTo>
                    <a:pt x="76420" y="26771"/>
                  </a:lnTo>
                  <a:lnTo>
                    <a:pt x="71992" y="29734"/>
                  </a:lnTo>
                  <a:lnTo>
                    <a:pt x="67660" y="32837"/>
                  </a:lnTo>
                  <a:lnTo>
                    <a:pt x="63429" y="36076"/>
                  </a:lnTo>
                  <a:lnTo>
                    <a:pt x="59304" y="39449"/>
                  </a:lnTo>
                  <a:lnTo>
                    <a:pt x="55288" y="42951"/>
                  </a:lnTo>
                  <a:lnTo>
                    <a:pt x="51386" y="46580"/>
                  </a:lnTo>
                  <a:lnTo>
                    <a:pt x="47601" y="50331"/>
                  </a:lnTo>
                  <a:lnTo>
                    <a:pt x="43938" y="54201"/>
                  </a:lnTo>
                  <a:lnTo>
                    <a:pt x="40401" y="58186"/>
                  </a:lnTo>
                  <a:lnTo>
                    <a:pt x="36992" y="62281"/>
                  </a:lnTo>
                  <a:lnTo>
                    <a:pt x="33715" y="66483"/>
                  </a:lnTo>
                  <a:lnTo>
                    <a:pt x="30574" y="70787"/>
                  </a:lnTo>
                  <a:lnTo>
                    <a:pt x="27572" y="75189"/>
                  </a:lnTo>
                  <a:lnTo>
                    <a:pt x="24711" y="79685"/>
                  </a:lnTo>
                  <a:lnTo>
                    <a:pt x="21995" y="84269"/>
                  </a:lnTo>
                  <a:lnTo>
                    <a:pt x="19427" y="88938"/>
                  </a:lnTo>
                  <a:lnTo>
                    <a:pt x="17009" y="93686"/>
                  </a:lnTo>
                  <a:lnTo>
                    <a:pt x="14743" y="98509"/>
                  </a:lnTo>
                  <a:lnTo>
                    <a:pt x="12632" y="103402"/>
                  </a:lnTo>
                  <a:lnTo>
                    <a:pt x="10678" y="108359"/>
                  </a:lnTo>
                  <a:lnTo>
                    <a:pt x="8884" y="113376"/>
                  </a:lnTo>
                  <a:lnTo>
                    <a:pt x="7250" y="118448"/>
                  </a:lnTo>
                  <a:lnTo>
                    <a:pt x="5778" y="123569"/>
                  </a:lnTo>
                  <a:lnTo>
                    <a:pt x="4471" y="128735"/>
                  </a:lnTo>
                  <a:lnTo>
                    <a:pt x="3328" y="133940"/>
                  </a:lnTo>
                  <a:lnTo>
                    <a:pt x="2353" y="139178"/>
                  </a:lnTo>
                  <a:lnTo>
                    <a:pt x="1544" y="144445"/>
                  </a:lnTo>
                  <a:lnTo>
                    <a:pt x="904" y="149735"/>
                  </a:lnTo>
                  <a:lnTo>
                    <a:pt x="433" y="155043"/>
                  </a:lnTo>
                  <a:lnTo>
                    <a:pt x="132" y="160363"/>
                  </a:lnTo>
                  <a:lnTo>
                    <a:pt x="0" y="165689"/>
                  </a:lnTo>
                  <a:lnTo>
                    <a:pt x="37" y="171018"/>
                  </a:lnTo>
                  <a:lnTo>
                    <a:pt x="245" y="176342"/>
                  </a:lnTo>
                  <a:lnTo>
                    <a:pt x="622" y="181657"/>
                  </a:lnTo>
                  <a:lnTo>
                    <a:pt x="1169" y="186958"/>
                  </a:lnTo>
                  <a:lnTo>
                    <a:pt x="1884" y="192238"/>
                  </a:lnTo>
                  <a:lnTo>
                    <a:pt x="2767" y="197493"/>
                  </a:lnTo>
                  <a:lnTo>
                    <a:pt x="3817" y="202717"/>
                  </a:lnTo>
                  <a:lnTo>
                    <a:pt x="5033" y="207905"/>
                  </a:lnTo>
                  <a:lnTo>
                    <a:pt x="6414" y="213051"/>
                  </a:lnTo>
                  <a:lnTo>
                    <a:pt x="7958" y="218151"/>
                  </a:lnTo>
                  <a:lnTo>
                    <a:pt x="9663" y="223199"/>
                  </a:lnTo>
                  <a:lnTo>
                    <a:pt x="11529" y="228191"/>
                  </a:lnTo>
                  <a:lnTo>
                    <a:pt x="13553" y="233120"/>
                  </a:lnTo>
                  <a:lnTo>
                    <a:pt x="15733" y="237982"/>
                  </a:lnTo>
                  <a:lnTo>
                    <a:pt x="18067" y="242772"/>
                  </a:lnTo>
                  <a:lnTo>
                    <a:pt x="20553" y="247486"/>
                  </a:lnTo>
                  <a:lnTo>
                    <a:pt x="23187" y="252117"/>
                  </a:lnTo>
                  <a:lnTo>
                    <a:pt x="25967" y="256663"/>
                  </a:lnTo>
                  <a:lnTo>
                    <a:pt x="28892" y="261117"/>
                  </a:lnTo>
                  <a:lnTo>
                    <a:pt x="31956" y="265476"/>
                  </a:lnTo>
                  <a:lnTo>
                    <a:pt x="35158" y="269736"/>
                  </a:lnTo>
                  <a:lnTo>
                    <a:pt x="38494" y="273891"/>
                  </a:lnTo>
                  <a:lnTo>
                    <a:pt x="41961" y="277937"/>
                  </a:lnTo>
                  <a:lnTo>
                    <a:pt x="45555" y="281871"/>
                  </a:lnTo>
                  <a:lnTo>
                    <a:pt x="49272" y="285689"/>
                  </a:lnTo>
                  <a:lnTo>
                    <a:pt x="53110" y="289386"/>
                  </a:lnTo>
                  <a:lnTo>
                    <a:pt x="57063" y="292958"/>
                  </a:lnTo>
                  <a:lnTo>
                    <a:pt x="61128" y="296403"/>
                  </a:lnTo>
                  <a:lnTo>
                    <a:pt x="65301" y="299717"/>
                  </a:lnTo>
                  <a:lnTo>
                    <a:pt x="69577" y="302896"/>
                  </a:lnTo>
                  <a:lnTo>
                    <a:pt x="73953" y="305937"/>
                  </a:lnTo>
                  <a:lnTo>
                    <a:pt x="78423" y="308838"/>
                  </a:lnTo>
                  <a:lnTo>
                    <a:pt x="82983" y="31159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6861" y="1489739"/>
              <a:ext cx="84177" cy="144426"/>
            </a:xfrm>
            <a:custGeom>
              <a:avLst/>
              <a:pathLst>
                <a:path w="84177" h="144426">
                  <a:moveTo>
                    <a:pt x="0" y="144426"/>
                  </a:moveTo>
                  <a:lnTo>
                    <a:pt x="8417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6861" y="1347387"/>
              <a:ext cx="251344" cy="309505"/>
            </a:xfrm>
            <a:custGeom>
              <a:avLst/>
              <a:pathLst>
                <a:path w="251344" h="309505">
                  <a:moveTo>
                    <a:pt x="0" y="286778"/>
                  </a:moveTo>
                  <a:lnTo>
                    <a:pt x="4636" y="289383"/>
                  </a:lnTo>
                  <a:lnTo>
                    <a:pt x="9352" y="291838"/>
                  </a:lnTo>
                  <a:lnTo>
                    <a:pt x="14145" y="294142"/>
                  </a:lnTo>
                  <a:lnTo>
                    <a:pt x="19008" y="296293"/>
                  </a:lnTo>
                  <a:lnTo>
                    <a:pt x="23937" y="298288"/>
                  </a:lnTo>
                  <a:lnTo>
                    <a:pt x="28927" y="300125"/>
                  </a:lnTo>
                  <a:lnTo>
                    <a:pt x="33973" y="301802"/>
                  </a:lnTo>
                  <a:lnTo>
                    <a:pt x="39070" y="303318"/>
                  </a:lnTo>
                  <a:lnTo>
                    <a:pt x="44212" y="304671"/>
                  </a:lnTo>
                  <a:lnTo>
                    <a:pt x="49395" y="305860"/>
                  </a:lnTo>
                  <a:lnTo>
                    <a:pt x="54613" y="306884"/>
                  </a:lnTo>
                  <a:lnTo>
                    <a:pt x="59861" y="307741"/>
                  </a:lnTo>
                  <a:lnTo>
                    <a:pt x="65133" y="308431"/>
                  </a:lnTo>
                  <a:lnTo>
                    <a:pt x="70425" y="308952"/>
                  </a:lnTo>
                  <a:lnTo>
                    <a:pt x="75731" y="309305"/>
                  </a:lnTo>
                  <a:lnTo>
                    <a:pt x="81045" y="309490"/>
                  </a:lnTo>
                  <a:lnTo>
                    <a:pt x="86363" y="309505"/>
                  </a:lnTo>
                  <a:lnTo>
                    <a:pt x="91678" y="309351"/>
                  </a:lnTo>
                  <a:lnTo>
                    <a:pt x="96986" y="309027"/>
                  </a:lnTo>
                  <a:lnTo>
                    <a:pt x="102280" y="308536"/>
                  </a:lnTo>
                  <a:lnTo>
                    <a:pt x="107557" y="307876"/>
                  </a:lnTo>
                  <a:lnTo>
                    <a:pt x="112809" y="307049"/>
                  </a:lnTo>
                  <a:lnTo>
                    <a:pt x="118033" y="306055"/>
                  </a:lnTo>
                  <a:lnTo>
                    <a:pt x="123223" y="304895"/>
                  </a:lnTo>
                  <a:lnTo>
                    <a:pt x="128373" y="303571"/>
                  </a:lnTo>
                  <a:lnTo>
                    <a:pt x="133478" y="302084"/>
                  </a:lnTo>
                  <a:lnTo>
                    <a:pt x="138533" y="300435"/>
                  </a:lnTo>
                  <a:lnTo>
                    <a:pt x="143534" y="298626"/>
                  </a:lnTo>
                  <a:lnTo>
                    <a:pt x="148474" y="296659"/>
                  </a:lnTo>
                  <a:lnTo>
                    <a:pt x="153349" y="294536"/>
                  </a:lnTo>
                  <a:lnTo>
                    <a:pt x="158155" y="292259"/>
                  </a:lnTo>
                  <a:lnTo>
                    <a:pt x="162885" y="289830"/>
                  </a:lnTo>
                  <a:lnTo>
                    <a:pt x="167536" y="287252"/>
                  </a:lnTo>
                  <a:lnTo>
                    <a:pt x="172102" y="284528"/>
                  </a:lnTo>
                  <a:lnTo>
                    <a:pt x="176580" y="281659"/>
                  </a:lnTo>
                  <a:lnTo>
                    <a:pt x="180964" y="278650"/>
                  </a:lnTo>
                  <a:lnTo>
                    <a:pt x="185250" y="275503"/>
                  </a:lnTo>
                  <a:lnTo>
                    <a:pt x="189433" y="272221"/>
                  </a:lnTo>
                  <a:lnTo>
                    <a:pt x="193511" y="268807"/>
                  </a:lnTo>
                  <a:lnTo>
                    <a:pt x="197477" y="265266"/>
                  </a:lnTo>
                  <a:lnTo>
                    <a:pt x="201329" y="261600"/>
                  </a:lnTo>
                  <a:lnTo>
                    <a:pt x="205063" y="257814"/>
                  </a:lnTo>
                  <a:lnTo>
                    <a:pt x="208674" y="253911"/>
                  </a:lnTo>
                  <a:lnTo>
                    <a:pt x="212159" y="249894"/>
                  </a:lnTo>
                  <a:lnTo>
                    <a:pt x="215515" y="245770"/>
                  </a:lnTo>
                  <a:lnTo>
                    <a:pt x="218738" y="241540"/>
                  </a:lnTo>
                  <a:lnTo>
                    <a:pt x="221824" y="237210"/>
                  </a:lnTo>
                  <a:lnTo>
                    <a:pt x="224772" y="232784"/>
                  </a:lnTo>
                  <a:lnTo>
                    <a:pt x="227577" y="228267"/>
                  </a:lnTo>
                  <a:lnTo>
                    <a:pt x="230237" y="223662"/>
                  </a:lnTo>
                  <a:lnTo>
                    <a:pt x="232749" y="218976"/>
                  </a:lnTo>
                  <a:lnTo>
                    <a:pt x="235111" y="214212"/>
                  </a:lnTo>
                  <a:lnTo>
                    <a:pt x="237320" y="209375"/>
                  </a:lnTo>
                  <a:lnTo>
                    <a:pt x="239374" y="204470"/>
                  </a:lnTo>
                  <a:lnTo>
                    <a:pt x="241271" y="199503"/>
                  </a:lnTo>
                  <a:lnTo>
                    <a:pt x="243010" y="194477"/>
                  </a:lnTo>
                  <a:lnTo>
                    <a:pt x="244587" y="189399"/>
                  </a:lnTo>
                  <a:lnTo>
                    <a:pt x="246002" y="184273"/>
                  </a:lnTo>
                  <a:lnTo>
                    <a:pt x="247254" y="179105"/>
                  </a:lnTo>
                  <a:lnTo>
                    <a:pt x="248340" y="173900"/>
                  </a:lnTo>
                  <a:lnTo>
                    <a:pt x="249261" y="168663"/>
                  </a:lnTo>
                  <a:lnTo>
                    <a:pt x="250014" y="163399"/>
                  </a:lnTo>
                  <a:lnTo>
                    <a:pt x="250600" y="158114"/>
                  </a:lnTo>
                  <a:lnTo>
                    <a:pt x="251017" y="152813"/>
                  </a:lnTo>
                  <a:lnTo>
                    <a:pt x="251265" y="147501"/>
                  </a:lnTo>
                  <a:lnTo>
                    <a:pt x="251344" y="142184"/>
                  </a:lnTo>
                  <a:lnTo>
                    <a:pt x="251254" y="136867"/>
                  </a:lnTo>
                  <a:lnTo>
                    <a:pt x="250995" y="131556"/>
                  </a:lnTo>
                  <a:lnTo>
                    <a:pt x="250568" y="126256"/>
                  </a:lnTo>
                  <a:lnTo>
                    <a:pt x="249972" y="120972"/>
                  </a:lnTo>
                  <a:lnTo>
                    <a:pt x="249208" y="115710"/>
                  </a:lnTo>
                  <a:lnTo>
                    <a:pt x="248277" y="110474"/>
                  </a:lnTo>
                  <a:lnTo>
                    <a:pt x="247180" y="105271"/>
                  </a:lnTo>
                  <a:lnTo>
                    <a:pt x="245918" y="100106"/>
                  </a:lnTo>
                  <a:lnTo>
                    <a:pt x="244493" y="94983"/>
                  </a:lnTo>
                  <a:lnTo>
                    <a:pt x="242905" y="89908"/>
                  </a:lnTo>
                  <a:lnTo>
                    <a:pt x="241157" y="84886"/>
                  </a:lnTo>
                  <a:lnTo>
                    <a:pt x="239250" y="79922"/>
                  </a:lnTo>
                  <a:lnTo>
                    <a:pt x="237186" y="75022"/>
                  </a:lnTo>
                  <a:lnTo>
                    <a:pt x="234967" y="70189"/>
                  </a:lnTo>
                  <a:lnTo>
                    <a:pt x="232595" y="65430"/>
                  </a:lnTo>
                  <a:lnTo>
                    <a:pt x="230074" y="60748"/>
                  </a:lnTo>
                  <a:lnTo>
                    <a:pt x="227405" y="56149"/>
                  </a:lnTo>
                  <a:lnTo>
                    <a:pt x="224590" y="51638"/>
                  </a:lnTo>
                  <a:lnTo>
                    <a:pt x="221634" y="47218"/>
                  </a:lnTo>
                  <a:lnTo>
                    <a:pt x="218539" y="42894"/>
                  </a:lnTo>
                  <a:lnTo>
                    <a:pt x="215308" y="38671"/>
                  </a:lnTo>
                  <a:lnTo>
                    <a:pt x="211944" y="34553"/>
                  </a:lnTo>
                  <a:lnTo>
                    <a:pt x="208451" y="30543"/>
                  </a:lnTo>
                  <a:lnTo>
                    <a:pt x="204832" y="26647"/>
                  </a:lnTo>
                  <a:lnTo>
                    <a:pt x="201091" y="22869"/>
                  </a:lnTo>
                  <a:lnTo>
                    <a:pt x="197231" y="19211"/>
                  </a:lnTo>
                  <a:lnTo>
                    <a:pt x="193257" y="15677"/>
                  </a:lnTo>
                  <a:lnTo>
                    <a:pt x="189173" y="12272"/>
                  </a:lnTo>
                  <a:lnTo>
                    <a:pt x="184983" y="8998"/>
                  </a:lnTo>
                  <a:lnTo>
                    <a:pt x="180691" y="5860"/>
                  </a:lnTo>
                  <a:lnTo>
                    <a:pt x="176301" y="2859"/>
                  </a:lnTo>
                  <a:lnTo>
                    <a:pt x="171818" y="0"/>
                  </a:lnTo>
                  <a:lnTo>
                    <a:pt x="84177" y="1423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87640" cy="167167"/>
            </a:xfrm>
            <a:custGeom>
              <a:avLst/>
              <a:pathLst>
                <a:path w="87640" h="167167">
                  <a:moveTo>
                    <a:pt x="87640" y="24815"/>
                  </a:moveTo>
                  <a:lnTo>
                    <a:pt x="82679" y="21877"/>
                  </a:lnTo>
                  <a:lnTo>
                    <a:pt x="77620" y="19113"/>
                  </a:lnTo>
                  <a:lnTo>
                    <a:pt x="72468" y="16524"/>
                  </a:lnTo>
                  <a:lnTo>
                    <a:pt x="67230" y="14115"/>
                  </a:lnTo>
                  <a:lnTo>
                    <a:pt x="61912" y="11887"/>
                  </a:lnTo>
                  <a:lnTo>
                    <a:pt x="56521" y="9845"/>
                  </a:lnTo>
                  <a:lnTo>
                    <a:pt x="51062" y="7989"/>
                  </a:lnTo>
                  <a:lnTo>
                    <a:pt x="45543" y="6323"/>
                  </a:lnTo>
                  <a:lnTo>
                    <a:pt x="39969" y="4848"/>
                  </a:lnTo>
                  <a:lnTo>
                    <a:pt x="34348" y="3566"/>
                  </a:lnTo>
                  <a:lnTo>
                    <a:pt x="28686" y="2479"/>
                  </a:lnTo>
                  <a:lnTo>
                    <a:pt x="22989" y="1588"/>
                  </a:lnTo>
                  <a:lnTo>
                    <a:pt x="17266" y="894"/>
                  </a:lnTo>
                  <a:lnTo>
                    <a:pt x="11522" y="397"/>
                  </a:lnTo>
                  <a:lnTo>
                    <a:pt x="576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3" y="1071028"/>
              <a:ext cx="167164" cy="288276"/>
            </a:xfrm>
            <a:custGeom>
              <a:avLst/>
              <a:pathLst>
                <a:path w="167164" h="288276">
                  <a:moveTo>
                    <a:pt x="167164" y="0"/>
                  </a:moveTo>
                  <a:lnTo>
                    <a:pt x="161786" y="86"/>
                  </a:lnTo>
                  <a:lnTo>
                    <a:pt x="156414" y="346"/>
                  </a:lnTo>
                  <a:lnTo>
                    <a:pt x="151052" y="778"/>
                  </a:lnTo>
                  <a:lnTo>
                    <a:pt x="145708" y="1382"/>
                  </a:lnTo>
                  <a:lnTo>
                    <a:pt x="140386" y="2158"/>
                  </a:lnTo>
                  <a:lnTo>
                    <a:pt x="135091" y="3105"/>
                  </a:lnTo>
                  <a:lnTo>
                    <a:pt x="129829" y="4222"/>
                  </a:lnTo>
                  <a:lnTo>
                    <a:pt x="124607" y="5507"/>
                  </a:lnTo>
                  <a:lnTo>
                    <a:pt x="119428" y="6960"/>
                  </a:lnTo>
                  <a:lnTo>
                    <a:pt x="114299" y="8579"/>
                  </a:lnTo>
                  <a:lnTo>
                    <a:pt x="109224" y="10362"/>
                  </a:lnTo>
                  <a:lnTo>
                    <a:pt x="104209" y="12307"/>
                  </a:lnTo>
                  <a:lnTo>
                    <a:pt x="99260" y="14412"/>
                  </a:lnTo>
                  <a:lnTo>
                    <a:pt x="94381" y="16676"/>
                  </a:lnTo>
                  <a:lnTo>
                    <a:pt x="89577" y="19095"/>
                  </a:lnTo>
                  <a:lnTo>
                    <a:pt x="84854" y="21668"/>
                  </a:lnTo>
                  <a:lnTo>
                    <a:pt x="80215" y="24391"/>
                  </a:lnTo>
                  <a:lnTo>
                    <a:pt x="75667" y="27262"/>
                  </a:lnTo>
                  <a:lnTo>
                    <a:pt x="71214" y="30278"/>
                  </a:lnTo>
                  <a:lnTo>
                    <a:pt x="66859" y="33436"/>
                  </a:lnTo>
                  <a:lnTo>
                    <a:pt x="62609" y="36732"/>
                  </a:lnTo>
                  <a:lnTo>
                    <a:pt x="58467" y="40163"/>
                  </a:lnTo>
                  <a:lnTo>
                    <a:pt x="54437" y="43726"/>
                  </a:lnTo>
                  <a:lnTo>
                    <a:pt x="50525" y="47417"/>
                  </a:lnTo>
                  <a:lnTo>
                    <a:pt x="46732" y="51231"/>
                  </a:lnTo>
                  <a:lnTo>
                    <a:pt x="43065" y="55165"/>
                  </a:lnTo>
                  <a:lnTo>
                    <a:pt x="39526" y="59216"/>
                  </a:lnTo>
                  <a:lnTo>
                    <a:pt x="36119" y="63378"/>
                  </a:lnTo>
                  <a:lnTo>
                    <a:pt x="32848" y="67647"/>
                  </a:lnTo>
                  <a:lnTo>
                    <a:pt x="29716" y="72020"/>
                  </a:lnTo>
                  <a:lnTo>
                    <a:pt x="26726" y="76491"/>
                  </a:lnTo>
                  <a:lnTo>
                    <a:pt x="23882" y="81056"/>
                  </a:lnTo>
                  <a:lnTo>
                    <a:pt x="21185" y="85710"/>
                  </a:lnTo>
                  <a:lnTo>
                    <a:pt x="18640" y="90449"/>
                  </a:lnTo>
                  <a:lnTo>
                    <a:pt x="16249" y="95267"/>
                  </a:lnTo>
                  <a:lnTo>
                    <a:pt x="14014" y="100159"/>
                  </a:lnTo>
                  <a:lnTo>
                    <a:pt x="11938" y="105121"/>
                  </a:lnTo>
                  <a:lnTo>
                    <a:pt x="10022" y="110146"/>
                  </a:lnTo>
                  <a:lnTo>
                    <a:pt x="8269" y="115231"/>
                  </a:lnTo>
                  <a:lnTo>
                    <a:pt x="6680" y="120370"/>
                  </a:lnTo>
                  <a:lnTo>
                    <a:pt x="5258" y="125557"/>
                  </a:lnTo>
                  <a:lnTo>
                    <a:pt x="4003" y="130788"/>
                  </a:lnTo>
                  <a:lnTo>
                    <a:pt x="2917" y="136055"/>
                  </a:lnTo>
                  <a:lnTo>
                    <a:pt x="2001" y="141356"/>
                  </a:lnTo>
                  <a:lnTo>
                    <a:pt x="1256" y="146682"/>
                  </a:lnTo>
                  <a:lnTo>
                    <a:pt x="683" y="152030"/>
                  </a:lnTo>
                  <a:lnTo>
                    <a:pt x="283" y="157394"/>
                  </a:lnTo>
                  <a:lnTo>
                    <a:pt x="55" y="162768"/>
                  </a:lnTo>
                  <a:lnTo>
                    <a:pt x="0" y="168146"/>
                  </a:lnTo>
                  <a:lnTo>
                    <a:pt x="118" y="173524"/>
                  </a:lnTo>
                  <a:lnTo>
                    <a:pt x="409" y="178894"/>
                  </a:lnTo>
                  <a:lnTo>
                    <a:pt x="872" y="184253"/>
                  </a:lnTo>
                  <a:lnTo>
                    <a:pt x="1508" y="189594"/>
                  </a:lnTo>
                  <a:lnTo>
                    <a:pt x="2315" y="194912"/>
                  </a:lnTo>
                  <a:lnTo>
                    <a:pt x="3293" y="200201"/>
                  </a:lnTo>
                  <a:lnTo>
                    <a:pt x="4441" y="205456"/>
                  </a:lnTo>
                  <a:lnTo>
                    <a:pt x="5757" y="210671"/>
                  </a:lnTo>
                  <a:lnTo>
                    <a:pt x="7240" y="215841"/>
                  </a:lnTo>
                  <a:lnTo>
                    <a:pt x="8888" y="220961"/>
                  </a:lnTo>
                  <a:lnTo>
                    <a:pt x="10701" y="226025"/>
                  </a:lnTo>
                  <a:lnTo>
                    <a:pt x="12675" y="231028"/>
                  </a:lnTo>
                  <a:lnTo>
                    <a:pt x="14810" y="235965"/>
                  </a:lnTo>
                  <a:lnTo>
                    <a:pt x="17102" y="240831"/>
                  </a:lnTo>
                  <a:lnTo>
                    <a:pt x="19550" y="245620"/>
                  </a:lnTo>
                  <a:lnTo>
                    <a:pt x="22150" y="250328"/>
                  </a:lnTo>
                  <a:lnTo>
                    <a:pt x="24900" y="254951"/>
                  </a:lnTo>
                  <a:lnTo>
                    <a:pt x="27798" y="259482"/>
                  </a:lnTo>
                  <a:lnTo>
                    <a:pt x="30840" y="263918"/>
                  </a:lnTo>
                  <a:lnTo>
                    <a:pt x="34023" y="268253"/>
                  </a:lnTo>
                  <a:lnTo>
                    <a:pt x="37344" y="272484"/>
                  </a:lnTo>
                  <a:lnTo>
                    <a:pt x="40800" y="276606"/>
                  </a:lnTo>
                  <a:lnTo>
                    <a:pt x="44386" y="280615"/>
                  </a:lnTo>
                  <a:lnTo>
                    <a:pt x="48099" y="284506"/>
                  </a:lnTo>
                  <a:lnTo>
                    <a:pt x="51936" y="28827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0030" y="1238196"/>
              <a:ext cx="115228" cy="121108"/>
            </a:xfrm>
            <a:custGeom>
              <a:avLst/>
              <a:pathLst>
                <a:path w="115228" h="121108">
                  <a:moveTo>
                    <a:pt x="0" y="121108"/>
                  </a:moveTo>
                  <a:lnTo>
                    <a:pt x="1152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0030" y="1141466"/>
              <a:ext cx="282390" cy="263891"/>
            </a:xfrm>
            <a:custGeom>
              <a:avLst/>
              <a:pathLst>
                <a:path w="282390" h="263891">
                  <a:moveTo>
                    <a:pt x="0" y="217839"/>
                  </a:moveTo>
                  <a:lnTo>
                    <a:pt x="3939" y="221469"/>
                  </a:lnTo>
                  <a:lnTo>
                    <a:pt x="7993" y="224970"/>
                  </a:lnTo>
                  <a:lnTo>
                    <a:pt x="12157" y="228341"/>
                  </a:lnTo>
                  <a:lnTo>
                    <a:pt x="16427" y="231576"/>
                  </a:lnTo>
                  <a:lnTo>
                    <a:pt x="20799" y="234672"/>
                  </a:lnTo>
                  <a:lnTo>
                    <a:pt x="25267" y="237627"/>
                  </a:lnTo>
                  <a:lnTo>
                    <a:pt x="29828" y="240437"/>
                  </a:lnTo>
                  <a:lnTo>
                    <a:pt x="34477" y="243100"/>
                  </a:lnTo>
                  <a:lnTo>
                    <a:pt x="39208" y="245612"/>
                  </a:lnTo>
                  <a:lnTo>
                    <a:pt x="44018" y="247972"/>
                  </a:lnTo>
                  <a:lnTo>
                    <a:pt x="48901" y="250176"/>
                  </a:lnTo>
                  <a:lnTo>
                    <a:pt x="53851" y="252222"/>
                  </a:lnTo>
                  <a:lnTo>
                    <a:pt x="58865" y="254109"/>
                  </a:lnTo>
                  <a:lnTo>
                    <a:pt x="63937" y="255834"/>
                  </a:lnTo>
                  <a:lnTo>
                    <a:pt x="69061" y="257396"/>
                  </a:lnTo>
                  <a:lnTo>
                    <a:pt x="74233" y="258793"/>
                  </a:lnTo>
                  <a:lnTo>
                    <a:pt x="79447" y="260023"/>
                  </a:lnTo>
                  <a:lnTo>
                    <a:pt x="84698" y="261086"/>
                  </a:lnTo>
                  <a:lnTo>
                    <a:pt x="89980" y="261980"/>
                  </a:lnTo>
                  <a:lnTo>
                    <a:pt x="95287" y="262704"/>
                  </a:lnTo>
                  <a:lnTo>
                    <a:pt x="100616" y="263257"/>
                  </a:lnTo>
                  <a:lnTo>
                    <a:pt x="105959" y="263640"/>
                  </a:lnTo>
                  <a:lnTo>
                    <a:pt x="111312" y="263851"/>
                  </a:lnTo>
                  <a:lnTo>
                    <a:pt x="116669" y="263891"/>
                  </a:lnTo>
                  <a:lnTo>
                    <a:pt x="122025" y="263759"/>
                  </a:lnTo>
                  <a:lnTo>
                    <a:pt x="127373" y="263455"/>
                  </a:lnTo>
                  <a:lnTo>
                    <a:pt x="132709" y="262981"/>
                  </a:lnTo>
                  <a:lnTo>
                    <a:pt x="138027" y="262335"/>
                  </a:lnTo>
                  <a:lnTo>
                    <a:pt x="143322" y="261520"/>
                  </a:lnTo>
                  <a:lnTo>
                    <a:pt x="148588" y="260535"/>
                  </a:lnTo>
                  <a:lnTo>
                    <a:pt x="153819" y="259382"/>
                  </a:lnTo>
                  <a:lnTo>
                    <a:pt x="159011" y="258062"/>
                  </a:lnTo>
                  <a:lnTo>
                    <a:pt x="164158" y="256576"/>
                  </a:lnTo>
                  <a:lnTo>
                    <a:pt x="169255" y="254926"/>
                  </a:lnTo>
                  <a:lnTo>
                    <a:pt x="174296" y="253114"/>
                  </a:lnTo>
                  <a:lnTo>
                    <a:pt x="179276" y="251141"/>
                  </a:lnTo>
                  <a:lnTo>
                    <a:pt x="184191" y="249009"/>
                  </a:lnTo>
                  <a:lnTo>
                    <a:pt x="189035" y="246721"/>
                  </a:lnTo>
                  <a:lnTo>
                    <a:pt x="193803" y="244279"/>
                  </a:lnTo>
                  <a:lnTo>
                    <a:pt x="198491" y="241686"/>
                  </a:lnTo>
                  <a:lnTo>
                    <a:pt x="203093" y="238944"/>
                  </a:lnTo>
                  <a:lnTo>
                    <a:pt x="207604" y="236055"/>
                  </a:lnTo>
                  <a:lnTo>
                    <a:pt x="212021" y="233024"/>
                  </a:lnTo>
                  <a:lnTo>
                    <a:pt x="216339" y="229852"/>
                  </a:lnTo>
                  <a:lnTo>
                    <a:pt x="220552" y="226544"/>
                  </a:lnTo>
                  <a:lnTo>
                    <a:pt x="224658" y="223103"/>
                  </a:lnTo>
                  <a:lnTo>
                    <a:pt x="228651" y="219531"/>
                  </a:lnTo>
                  <a:lnTo>
                    <a:pt x="232527" y="215834"/>
                  </a:lnTo>
                  <a:lnTo>
                    <a:pt x="236284" y="212014"/>
                  </a:lnTo>
                  <a:lnTo>
                    <a:pt x="239915" y="208076"/>
                  </a:lnTo>
                  <a:lnTo>
                    <a:pt x="243419" y="204024"/>
                  </a:lnTo>
                  <a:lnTo>
                    <a:pt x="246791" y="199861"/>
                  </a:lnTo>
                  <a:lnTo>
                    <a:pt x="250028" y="195593"/>
                  </a:lnTo>
                  <a:lnTo>
                    <a:pt x="253127" y="191223"/>
                  </a:lnTo>
                  <a:lnTo>
                    <a:pt x="256084" y="186755"/>
                  </a:lnTo>
                  <a:lnTo>
                    <a:pt x="258896" y="182196"/>
                  </a:lnTo>
                  <a:lnTo>
                    <a:pt x="261561" y="177549"/>
                  </a:lnTo>
                  <a:lnTo>
                    <a:pt x="264075" y="172818"/>
                  </a:lnTo>
                  <a:lnTo>
                    <a:pt x="266437" y="168010"/>
                  </a:lnTo>
                  <a:lnTo>
                    <a:pt x="268643" y="163128"/>
                  </a:lnTo>
                  <a:lnTo>
                    <a:pt x="270692" y="158178"/>
                  </a:lnTo>
                  <a:lnTo>
                    <a:pt x="272581" y="153165"/>
                  </a:lnTo>
                  <a:lnTo>
                    <a:pt x="274309" y="148094"/>
                  </a:lnTo>
                  <a:lnTo>
                    <a:pt x="275873" y="142971"/>
                  </a:lnTo>
                  <a:lnTo>
                    <a:pt x="277272" y="137800"/>
                  </a:lnTo>
                  <a:lnTo>
                    <a:pt x="278505" y="132586"/>
                  </a:lnTo>
                  <a:lnTo>
                    <a:pt x="279570" y="127336"/>
                  </a:lnTo>
                  <a:lnTo>
                    <a:pt x="280466" y="122055"/>
                  </a:lnTo>
                  <a:lnTo>
                    <a:pt x="281193" y="116747"/>
                  </a:lnTo>
                  <a:lnTo>
                    <a:pt x="281749" y="111419"/>
                  </a:lnTo>
                  <a:lnTo>
                    <a:pt x="282134" y="106076"/>
                  </a:lnTo>
                  <a:lnTo>
                    <a:pt x="282348" y="100723"/>
                  </a:lnTo>
                  <a:lnTo>
                    <a:pt x="282390" y="95366"/>
                  </a:lnTo>
                  <a:lnTo>
                    <a:pt x="282260" y="90010"/>
                  </a:lnTo>
                  <a:lnTo>
                    <a:pt x="281959" y="84662"/>
                  </a:lnTo>
                  <a:lnTo>
                    <a:pt x="281487" y="79326"/>
                  </a:lnTo>
                  <a:lnTo>
                    <a:pt x="280844" y="74007"/>
                  </a:lnTo>
                  <a:lnTo>
                    <a:pt x="280031" y="68712"/>
                  </a:lnTo>
                  <a:lnTo>
                    <a:pt x="279048" y="63446"/>
                  </a:lnTo>
                  <a:lnTo>
                    <a:pt x="277898" y="58214"/>
                  </a:lnTo>
                  <a:lnTo>
                    <a:pt x="276580" y="53021"/>
                  </a:lnTo>
                  <a:lnTo>
                    <a:pt x="275097" y="47874"/>
                  </a:lnTo>
                  <a:lnTo>
                    <a:pt x="273449" y="42776"/>
                  </a:lnTo>
                  <a:lnTo>
                    <a:pt x="271639" y="37734"/>
                  </a:lnTo>
                  <a:lnTo>
                    <a:pt x="269669" y="32753"/>
                  </a:lnTo>
                  <a:lnTo>
                    <a:pt x="267539" y="27837"/>
                  </a:lnTo>
                  <a:lnTo>
                    <a:pt x="265254" y="22992"/>
                  </a:lnTo>
                  <a:lnTo>
                    <a:pt x="262814" y="18223"/>
                  </a:lnTo>
                  <a:lnTo>
                    <a:pt x="260223" y="13534"/>
                  </a:lnTo>
                  <a:lnTo>
                    <a:pt x="257482" y="8931"/>
                  </a:lnTo>
                  <a:lnTo>
                    <a:pt x="254596" y="4418"/>
                  </a:lnTo>
                  <a:lnTo>
                    <a:pt x="251567" y="0"/>
                  </a:lnTo>
                  <a:lnTo>
                    <a:pt x="115228" y="967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36338" cy="167167"/>
            </a:xfrm>
            <a:custGeom>
              <a:avLst/>
              <a:pathLst>
                <a:path w="136338" h="167167">
                  <a:moveTo>
                    <a:pt x="136338" y="70437"/>
                  </a:moveTo>
                  <a:lnTo>
                    <a:pt x="133084" y="66006"/>
                  </a:lnTo>
                  <a:lnTo>
                    <a:pt x="129685" y="61685"/>
                  </a:lnTo>
                  <a:lnTo>
                    <a:pt x="126147" y="57477"/>
                  </a:lnTo>
                  <a:lnTo>
                    <a:pt x="122472" y="53389"/>
                  </a:lnTo>
                  <a:lnTo>
                    <a:pt x="118665" y="49423"/>
                  </a:lnTo>
                  <a:lnTo>
                    <a:pt x="114729" y="45585"/>
                  </a:lnTo>
                  <a:lnTo>
                    <a:pt x="110669" y="41878"/>
                  </a:lnTo>
                  <a:lnTo>
                    <a:pt x="106489" y="38307"/>
                  </a:lnTo>
                  <a:lnTo>
                    <a:pt x="102195" y="34875"/>
                  </a:lnTo>
                  <a:lnTo>
                    <a:pt x="97790" y="31587"/>
                  </a:lnTo>
                  <a:lnTo>
                    <a:pt x="93279" y="28444"/>
                  </a:lnTo>
                  <a:lnTo>
                    <a:pt x="88667" y="25452"/>
                  </a:lnTo>
                  <a:lnTo>
                    <a:pt x="83959" y="22613"/>
                  </a:lnTo>
                  <a:lnTo>
                    <a:pt x="79161" y="19931"/>
                  </a:lnTo>
                  <a:lnTo>
                    <a:pt x="74276" y="17408"/>
                  </a:lnTo>
                  <a:lnTo>
                    <a:pt x="69312" y="15046"/>
                  </a:lnTo>
                  <a:lnTo>
                    <a:pt x="64273" y="12849"/>
                  </a:lnTo>
                  <a:lnTo>
                    <a:pt x="59164" y="10819"/>
                  </a:lnTo>
                  <a:lnTo>
                    <a:pt x="53991" y="8959"/>
                  </a:lnTo>
                  <a:lnTo>
                    <a:pt x="48759" y="7269"/>
                  </a:lnTo>
                  <a:lnTo>
                    <a:pt x="43475" y="5752"/>
                  </a:lnTo>
                  <a:lnTo>
                    <a:pt x="38144" y="4410"/>
                  </a:lnTo>
                  <a:lnTo>
                    <a:pt x="32772" y="3243"/>
                  </a:lnTo>
                  <a:lnTo>
                    <a:pt x="27364" y="2254"/>
                  </a:lnTo>
                  <a:lnTo>
                    <a:pt x="21927" y="1444"/>
                  </a:lnTo>
                  <a:lnTo>
                    <a:pt x="16466" y="812"/>
                  </a:lnTo>
                  <a:lnTo>
                    <a:pt x="10987" y="361"/>
                  </a:lnTo>
                  <a:lnTo>
                    <a:pt x="549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0659" y="941493"/>
              <a:ext cx="72884" cy="167167"/>
            </a:xfrm>
            <a:custGeom>
              <a:avLst/>
              <a:pathLst>
                <a:path w="72884" h="167167">
                  <a:moveTo>
                    <a:pt x="72884" y="0"/>
                  </a:moveTo>
                  <a:lnTo>
                    <a:pt x="67084" y="100"/>
                  </a:lnTo>
                  <a:lnTo>
                    <a:pt x="61291" y="402"/>
                  </a:lnTo>
                  <a:lnTo>
                    <a:pt x="55511" y="905"/>
                  </a:lnTo>
                  <a:lnTo>
                    <a:pt x="49753" y="1608"/>
                  </a:lnTo>
                  <a:lnTo>
                    <a:pt x="44023" y="2510"/>
                  </a:lnTo>
                  <a:lnTo>
                    <a:pt x="38327" y="3610"/>
                  </a:lnTo>
                  <a:lnTo>
                    <a:pt x="32673" y="4908"/>
                  </a:lnTo>
                  <a:lnTo>
                    <a:pt x="27067" y="6401"/>
                  </a:lnTo>
                  <a:lnTo>
                    <a:pt x="21517" y="8087"/>
                  </a:lnTo>
                  <a:lnTo>
                    <a:pt x="16028" y="9965"/>
                  </a:lnTo>
                  <a:lnTo>
                    <a:pt x="10608" y="12032"/>
                  </a:lnTo>
                  <a:lnTo>
                    <a:pt x="5263" y="14287"/>
                  </a:lnTo>
                  <a:lnTo>
                    <a:pt x="0" y="16725"/>
                  </a:lnTo>
                  <a:lnTo>
                    <a:pt x="7288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0659" y="958218"/>
              <a:ext cx="72884" cy="150442"/>
            </a:xfrm>
            <a:custGeom>
              <a:avLst/>
              <a:pathLst>
                <a:path w="72884" h="150442">
                  <a:moveTo>
                    <a:pt x="0" y="0"/>
                  </a:moveTo>
                  <a:lnTo>
                    <a:pt x="72884" y="150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87" y="958218"/>
              <a:ext cx="334307" cy="317609"/>
            </a:xfrm>
            <a:custGeom>
              <a:avLst/>
              <a:pathLst>
                <a:path w="334307" h="317609">
                  <a:moveTo>
                    <a:pt x="94272" y="0"/>
                  </a:moveTo>
                  <a:lnTo>
                    <a:pt x="89545" y="2383"/>
                  </a:lnTo>
                  <a:lnTo>
                    <a:pt x="84895" y="4915"/>
                  </a:lnTo>
                  <a:lnTo>
                    <a:pt x="80328" y="7593"/>
                  </a:lnTo>
                  <a:lnTo>
                    <a:pt x="75849" y="10414"/>
                  </a:lnTo>
                  <a:lnTo>
                    <a:pt x="71460" y="13375"/>
                  </a:lnTo>
                  <a:lnTo>
                    <a:pt x="67168" y="16474"/>
                  </a:lnTo>
                  <a:lnTo>
                    <a:pt x="62976" y="19708"/>
                  </a:lnTo>
                  <a:lnTo>
                    <a:pt x="58888" y="23072"/>
                  </a:lnTo>
                  <a:lnTo>
                    <a:pt x="54910" y="26564"/>
                  </a:lnTo>
                  <a:lnTo>
                    <a:pt x="51043" y="30181"/>
                  </a:lnTo>
                  <a:lnTo>
                    <a:pt x="47293" y="33918"/>
                  </a:lnTo>
                  <a:lnTo>
                    <a:pt x="43664" y="37772"/>
                  </a:lnTo>
                  <a:lnTo>
                    <a:pt x="40158" y="41739"/>
                  </a:lnTo>
                  <a:lnTo>
                    <a:pt x="36779" y="45815"/>
                  </a:lnTo>
                  <a:lnTo>
                    <a:pt x="33532" y="49996"/>
                  </a:lnTo>
                  <a:lnTo>
                    <a:pt x="30418" y="54278"/>
                  </a:lnTo>
                  <a:lnTo>
                    <a:pt x="27441" y="58656"/>
                  </a:lnTo>
                  <a:lnTo>
                    <a:pt x="24605" y="63126"/>
                  </a:lnTo>
                  <a:lnTo>
                    <a:pt x="21912" y="67684"/>
                  </a:lnTo>
                  <a:lnTo>
                    <a:pt x="19364" y="72324"/>
                  </a:lnTo>
                  <a:lnTo>
                    <a:pt x="16964" y="77044"/>
                  </a:lnTo>
                  <a:lnTo>
                    <a:pt x="14715" y="81836"/>
                  </a:lnTo>
                  <a:lnTo>
                    <a:pt x="12619" y="86698"/>
                  </a:lnTo>
                  <a:lnTo>
                    <a:pt x="10679" y="91623"/>
                  </a:lnTo>
                  <a:lnTo>
                    <a:pt x="8894" y="96608"/>
                  </a:lnTo>
                  <a:lnTo>
                    <a:pt x="7269" y="101646"/>
                  </a:lnTo>
                  <a:lnTo>
                    <a:pt x="5804" y="106734"/>
                  </a:lnTo>
                  <a:lnTo>
                    <a:pt x="4501" y="111865"/>
                  </a:lnTo>
                  <a:lnTo>
                    <a:pt x="3361" y="117035"/>
                  </a:lnTo>
                  <a:lnTo>
                    <a:pt x="2385" y="122238"/>
                  </a:lnTo>
                  <a:lnTo>
                    <a:pt x="1575" y="127470"/>
                  </a:lnTo>
                  <a:lnTo>
                    <a:pt x="931" y="132725"/>
                  </a:lnTo>
                  <a:lnTo>
                    <a:pt x="453" y="137997"/>
                  </a:lnTo>
                  <a:lnTo>
                    <a:pt x="142" y="143282"/>
                  </a:lnTo>
                  <a:lnTo>
                    <a:pt x="0" y="148574"/>
                  </a:lnTo>
                  <a:lnTo>
                    <a:pt x="24" y="153869"/>
                  </a:lnTo>
                  <a:lnTo>
                    <a:pt x="217" y="159159"/>
                  </a:lnTo>
                  <a:lnTo>
                    <a:pt x="576" y="164441"/>
                  </a:lnTo>
                  <a:lnTo>
                    <a:pt x="1103" y="169709"/>
                  </a:lnTo>
                  <a:lnTo>
                    <a:pt x="1797" y="174957"/>
                  </a:lnTo>
                  <a:lnTo>
                    <a:pt x="2656" y="180181"/>
                  </a:lnTo>
                  <a:lnTo>
                    <a:pt x="3680" y="185375"/>
                  </a:lnTo>
                  <a:lnTo>
                    <a:pt x="4868" y="190535"/>
                  </a:lnTo>
                  <a:lnTo>
                    <a:pt x="6219" y="195653"/>
                  </a:lnTo>
                  <a:lnTo>
                    <a:pt x="7731" y="200727"/>
                  </a:lnTo>
                  <a:lnTo>
                    <a:pt x="9404" y="205750"/>
                  </a:lnTo>
                  <a:lnTo>
                    <a:pt x="11234" y="210718"/>
                  </a:lnTo>
                  <a:lnTo>
                    <a:pt x="13221" y="215625"/>
                  </a:lnTo>
                  <a:lnTo>
                    <a:pt x="15362" y="220467"/>
                  </a:lnTo>
                  <a:lnTo>
                    <a:pt x="17656" y="225238"/>
                  </a:lnTo>
                  <a:lnTo>
                    <a:pt x="20099" y="229935"/>
                  </a:lnTo>
                  <a:lnTo>
                    <a:pt x="22690" y="234551"/>
                  </a:lnTo>
                  <a:lnTo>
                    <a:pt x="25426" y="239084"/>
                  </a:lnTo>
                  <a:lnTo>
                    <a:pt x="28304" y="243527"/>
                  </a:lnTo>
                  <a:lnTo>
                    <a:pt x="31321" y="247877"/>
                  </a:lnTo>
                  <a:lnTo>
                    <a:pt x="34475" y="252130"/>
                  </a:lnTo>
                  <a:lnTo>
                    <a:pt x="37761" y="256280"/>
                  </a:lnTo>
                  <a:lnTo>
                    <a:pt x="41178" y="260325"/>
                  </a:lnTo>
                  <a:lnTo>
                    <a:pt x="44720" y="264259"/>
                  </a:lnTo>
                  <a:lnTo>
                    <a:pt x="48386" y="268079"/>
                  </a:lnTo>
                  <a:lnTo>
                    <a:pt x="52171" y="271781"/>
                  </a:lnTo>
                  <a:lnTo>
                    <a:pt x="56070" y="275361"/>
                  </a:lnTo>
                  <a:lnTo>
                    <a:pt x="60082" y="278816"/>
                  </a:lnTo>
                  <a:lnTo>
                    <a:pt x="64201" y="282142"/>
                  </a:lnTo>
                  <a:lnTo>
                    <a:pt x="68423" y="285336"/>
                  </a:lnTo>
                  <a:lnTo>
                    <a:pt x="72744" y="288395"/>
                  </a:lnTo>
                  <a:lnTo>
                    <a:pt x="77159" y="291316"/>
                  </a:lnTo>
                  <a:lnTo>
                    <a:pt x="81665" y="294095"/>
                  </a:lnTo>
                  <a:lnTo>
                    <a:pt x="86257" y="296730"/>
                  </a:lnTo>
                  <a:lnTo>
                    <a:pt x="90930" y="299218"/>
                  </a:lnTo>
                  <a:lnTo>
                    <a:pt x="95679" y="301557"/>
                  </a:lnTo>
                  <a:lnTo>
                    <a:pt x="100500" y="303745"/>
                  </a:lnTo>
                  <a:lnTo>
                    <a:pt x="105388" y="305779"/>
                  </a:lnTo>
                  <a:lnTo>
                    <a:pt x="110338" y="307657"/>
                  </a:lnTo>
                  <a:lnTo>
                    <a:pt x="115345" y="309377"/>
                  </a:lnTo>
                  <a:lnTo>
                    <a:pt x="120404" y="310938"/>
                  </a:lnTo>
                  <a:lnTo>
                    <a:pt x="125509" y="312338"/>
                  </a:lnTo>
                  <a:lnTo>
                    <a:pt x="130657" y="313576"/>
                  </a:lnTo>
                  <a:lnTo>
                    <a:pt x="135841" y="314650"/>
                  </a:lnTo>
                  <a:lnTo>
                    <a:pt x="141056" y="315559"/>
                  </a:lnTo>
                  <a:lnTo>
                    <a:pt x="146298" y="316303"/>
                  </a:lnTo>
                  <a:lnTo>
                    <a:pt x="151560" y="316880"/>
                  </a:lnTo>
                  <a:lnTo>
                    <a:pt x="156839" y="317290"/>
                  </a:lnTo>
                  <a:lnTo>
                    <a:pt x="162127" y="317533"/>
                  </a:lnTo>
                  <a:lnTo>
                    <a:pt x="167421" y="317609"/>
                  </a:lnTo>
                  <a:lnTo>
                    <a:pt x="172714" y="317517"/>
                  </a:lnTo>
                  <a:lnTo>
                    <a:pt x="178002" y="317257"/>
                  </a:lnTo>
                  <a:lnTo>
                    <a:pt x="183279" y="316830"/>
                  </a:lnTo>
                  <a:lnTo>
                    <a:pt x="188539" y="316236"/>
                  </a:lnTo>
                  <a:lnTo>
                    <a:pt x="193779" y="315476"/>
                  </a:lnTo>
                  <a:lnTo>
                    <a:pt x="198991" y="314550"/>
                  </a:lnTo>
                  <a:lnTo>
                    <a:pt x="204172" y="313459"/>
                  </a:lnTo>
                  <a:lnTo>
                    <a:pt x="209315" y="312206"/>
                  </a:lnTo>
                  <a:lnTo>
                    <a:pt x="214416" y="310789"/>
                  </a:lnTo>
                  <a:lnTo>
                    <a:pt x="219470" y="309213"/>
                  </a:lnTo>
                  <a:lnTo>
                    <a:pt x="224472" y="307476"/>
                  </a:lnTo>
                  <a:lnTo>
                    <a:pt x="229415" y="305583"/>
                  </a:lnTo>
                  <a:lnTo>
                    <a:pt x="234297" y="303533"/>
                  </a:lnTo>
                  <a:lnTo>
                    <a:pt x="239111" y="301331"/>
                  </a:lnTo>
                  <a:lnTo>
                    <a:pt x="243853" y="298976"/>
                  </a:lnTo>
                  <a:lnTo>
                    <a:pt x="248518" y="296473"/>
                  </a:lnTo>
                  <a:lnTo>
                    <a:pt x="253101" y="293824"/>
                  </a:lnTo>
                  <a:lnTo>
                    <a:pt x="257598" y="291030"/>
                  </a:lnTo>
                  <a:lnTo>
                    <a:pt x="262005" y="288096"/>
                  </a:lnTo>
                  <a:lnTo>
                    <a:pt x="266316" y="285023"/>
                  </a:lnTo>
                  <a:lnTo>
                    <a:pt x="270528" y="281816"/>
                  </a:lnTo>
                  <a:lnTo>
                    <a:pt x="274636" y="278477"/>
                  </a:lnTo>
                  <a:lnTo>
                    <a:pt x="278637" y="275009"/>
                  </a:lnTo>
                  <a:lnTo>
                    <a:pt x="282525" y="271417"/>
                  </a:lnTo>
                  <a:lnTo>
                    <a:pt x="286298" y="267703"/>
                  </a:lnTo>
                  <a:lnTo>
                    <a:pt x="289952" y="263871"/>
                  </a:lnTo>
                  <a:lnTo>
                    <a:pt x="293482" y="259926"/>
                  </a:lnTo>
                  <a:lnTo>
                    <a:pt x="296886" y="255871"/>
                  </a:lnTo>
                  <a:lnTo>
                    <a:pt x="300159" y="251710"/>
                  </a:lnTo>
                  <a:lnTo>
                    <a:pt x="303299" y="247448"/>
                  </a:lnTo>
                  <a:lnTo>
                    <a:pt x="306302" y="243088"/>
                  </a:lnTo>
                  <a:lnTo>
                    <a:pt x="309166" y="238635"/>
                  </a:lnTo>
                  <a:lnTo>
                    <a:pt x="311888" y="234094"/>
                  </a:lnTo>
                  <a:lnTo>
                    <a:pt x="314464" y="229469"/>
                  </a:lnTo>
                  <a:lnTo>
                    <a:pt x="316893" y="224765"/>
                  </a:lnTo>
                  <a:lnTo>
                    <a:pt x="319171" y="219986"/>
                  </a:lnTo>
                  <a:lnTo>
                    <a:pt x="321297" y="215138"/>
                  </a:lnTo>
                  <a:lnTo>
                    <a:pt x="323269" y="210224"/>
                  </a:lnTo>
                  <a:lnTo>
                    <a:pt x="325083" y="205251"/>
                  </a:lnTo>
                  <a:lnTo>
                    <a:pt x="326740" y="200223"/>
                  </a:lnTo>
                  <a:lnTo>
                    <a:pt x="328236" y="195145"/>
                  </a:lnTo>
                  <a:lnTo>
                    <a:pt x="329571" y="190021"/>
                  </a:lnTo>
                  <a:lnTo>
                    <a:pt x="330743" y="184859"/>
                  </a:lnTo>
                  <a:lnTo>
                    <a:pt x="331750" y="179661"/>
                  </a:lnTo>
                  <a:lnTo>
                    <a:pt x="332593" y="174435"/>
                  </a:lnTo>
                  <a:lnTo>
                    <a:pt x="333270" y="169184"/>
                  </a:lnTo>
                  <a:lnTo>
                    <a:pt x="333780" y="163915"/>
                  </a:lnTo>
                  <a:lnTo>
                    <a:pt x="334123" y="158632"/>
                  </a:lnTo>
                  <a:lnTo>
                    <a:pt x="334299" y="153340"/>
                  </a:lnTo>
                  <a:lnTo>
                    <a:pt x="334307" y="148046"/>
                  </a:lnTo>
                  <a:lnTo>
                    <a:pt x="334147" y="142754"/>
                  </a:lnTo>
                  <a:lnTo>
                    <a:pt x="333820" y="137470"/>
                  </a:lnTo>
                  <a:lnTo>
                    <a:pt x="333326" y="132199"/>
                  </a:lnTo>
                  <a:lnTo>
                    <a:pt x="332665" y="126947"/>
                  </a:lnTo>
                  <a:lnTo>
                    <a:pt x="331838" y="121718"/>
                  </a:lnTo>
                  <a:lnTo>
                    <a:pt x="330846" y="116517"/>
                  </a:lnTo>
                  <a:lnTo>
                    <a:pt x="329689" y="111351"/>
                  </a:lnTo>
                  <a:lnTo>
                    <a:pt x="328370" y="106224"/>
                  </a:lnTo>
                  <a:lnTo>
                    <a:pt x="326889" y="101141"/>
                  </a:lnTo>
                  <a:lnTo>
                    <a:pt x="325248" y="96108"/>
                  </a:lnTo>
                  <a:lnTo>
                    <a:pt x="323448" y="91129"/>
                  </a:lnTo>
                  <a:lnTo>
                    <a:pt x="321491" y="86210"/>
                  </a:lnTo>
                  <a:lnTo>
                    <a:pt x="319380" y="81355"/>
                  </a:lnTo>
                  <a:lnTo>
                    <a:pt x="317116" y="76569"/>
                  </a:lnTo>
                  <a:lnTo>
                    <a:pt x="314702" y="71858"/>
                  </a:lnTo>
                  <a:lnTo>
                    <a:pt x="312139" y="67225"/>
                  </a:lnTo>
                  <a:lnTo>
                    <a:pt x="309431" y="62676"/>
                  </a:lnTo>
                  <a:lnTo>
                    <a:pt x="306581" y="58215"/>
                  </a:lnTo>
                  <a:lnTo>
                    <a:pt x="303590" y="53846"/>
                  </a:lnTo>
                  <a:lnTo>
                    <a:pt x="300463" y="49574"/>
                  </a:lnTo>
                  <a:lnTo>
                    <a:pt x="297202" y="45403"/>
                  </a:lnTo>
                  <a:lnTo>
                    <a:pt x="293811" y="41338"/>
                  </a:lnTo>
                  <a:lnTo>
                    <a:pt x="290293" y="37382"/>
                  </a:lnTo>
                  <a:lnTo>
                    <a:pt x="286651" y="33540"/>
                  </a:lnTo>
                  <a:lnTo>
                    <a:pt x="282889" y="29814"/>
                  </a:lnTo>
                  <a:lnTo>
                    <a:pt x="279011" y="26210"/>
                  </a:lnTo>
                  <a:lnTo>
                    <a:pt x="275021" y="22731"/>
                  </a:lnTo>
                  <a:lnTo>
                    <a:pt x="167157" y="150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107864" cy="167167"/>
            </a:xfrm>
            <a:custGeom>
              <a:avLst/>
              <a:pathLst>
                <a:path w="107864" h="167167">
                  <a:moveTo>
                    <a:pt x="107864" y="39456"/>
                  </a:moveTo>
                  <a:lnTo>
                    <a:pt x="103540" y="35925"/>
                  </a:lnTo>
                  <a:lnTo>
                    <a:pt x="99100" y="32541"/>
                  </a:lnTo>
                  <a:lnTo>
                    <a:pt x="94549" y="29307"/>
                  </a:lnTo>
                  <a:lnTo>
                    <a:pt x="89893" y="26227"/>
                  </a:lnTo>
                  <a:lnTo>
                    <a:pt x="85137" y="23304"/>
                  </a:lnTo>
                  <a:lnTo>
                    <a:pt x="80285" y="20541"/>
                  </a:lnTo>
                  <a:lnTo>
                    <a:pt x="75345" y="17942"/>
                  </a:lnTo>
                  <a:lnTo>
                    <a:pt x="70320" y="15509"/>
                  </a:lnTo>
                  <a:lnTo>
                    <a:pt x="65216" y="13246"/>
                  </a:lnTo>
                  <a:lnTo>
                    <a:pt x="60040" y="11154"/>
                  </a:lnTo>
                  <a:lnTo>
                    <a:pt x="54797" y="9236"/>
                  </a:lnTo>
                  <a:lnTo>
                    <a:pt x="49493" y="7494"/>
                  </a:lnTo>
                  <a:lnTo>
                    <a:pt x="44134" y="5931"/>
                  </a:lnTo>
                  <a:lnTo>
                    <a:pt x="38726" y="4547"/>
                  </a:lnTo>
                  <a:lnTo>
                    <a:pt x="33274" y="3345"/>
                  </a:lnTo>
                  <a:lnTo>
                    <a:pt x="27785" y="2325"/>
                  </a:lnTo>
                  <a:lnTo>
                    <a:pt x="22265" y="1489"/>
                  </a:lnTo>
                  <a:lnTo>
                    <a:pt x="16721" y="838"/>
                  </a:lnTo>
                  <a:lnTo>
                    <a:pt x="11157" y="372"/>
                  </a:lnTo>
                  <a:lnTo>
                    <a:pt x="558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50836" y="941493"/>
              <a:ext cx="35379" cy="167167"/>
            </a:xfrm>
            <a:custGeom>
              <a:avLst/>
              <a:pathLst>
                <a:path w="35379" h="167167">
                  <a:moveTo>
                    <a:pt x="35379" y="0"/>
                  </a:moveTo>
                  <a:lnTo>
                    <a:pt x="28252" y="152"/>
                  </a:lnTo>
                  <a:lnTo>
                    <a:pt x="21137" y="607"/>
                  </a:lnTo>
                  <a:lnTo>
                    <a:pt x="14048" y="1366"/>
                  </a:lnTo>
                  <a:lnTo>
                    <a:pt x="6998" y="2426"/>
                  </a:lnTo>
                  <a:lnTo>
                    <a:pt x="0" y="3786"/>
                  </a:lnTo>
                  <a:lnTo>
                    <a:pt x="3537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50836" y="945280"/>
              <a:ext cx="35379" cy="163380"/>
            </a:xfrm>
            <a:custGeom>
              <a:avLst/>
              <a:pathLst>
                <a:path w="35379" h="163380">
                  <a:moveTo>
                    <a:pt x="0" y="0"/>
                  </a:moveTo>
                  <a:lnTo>
                    <a:pt x="35379" y="1633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60" y="945280"/>
              <a:ext cx="167155" cy="323036"/>
            </a:xfrm>
            <a:custGeom>
              <a:avLst/>
              <a:pathLst>
                <a:path w="167155" h="323036">
                  <a:moveTo>
                    <a:pt x="131776" y="0"/>
                  </a:moveTo>
                  <a:lnTo>
                    <a:pt x="126560" y="1217"/>
                  </a:lnTo>
                  <a:lnTo>
                    <a:pt x="121385" y="2601"/>
                  </a:lnTo>
                  <a:lnTo>
                    <a:pt x="116258" y="4149"/>
                  </a:lnTo>
                  <a:lnTo>
                    <a:pt x="111183" y="5862"/>
                  </a:lnTo>
                  <a:lnTo>
                    <a:pt x="106166" y="7736"/>
                  </a:lnTo>
                  <a:lnTo>
                    <a:pt x="101211" y="9769"/>
                  </a:lnTo>
                  <a:lnTo>
                    <a:pt x="96323" y="11961"/>
                  </a:lnTo>
                  <a:lnTo>
                    <a:pt x="91509" y="14308"/>
                  </a:lnTo>
                  <a:lnTo>
                    <a:pt x="86772" y="16808"/>
                  </a:lnTo>
                  <a:lnTo>
                    <a:pt x="82118" y="19458"/>
                  </a:lnTo>
                  <a:lnTo>
                    <a:pt x="77551" y="22256"/>
                  </a:lnTo>
                  <a:lnTo>
                    <a:pt x="73075" y="25199"/>
                  </a:lnTo>
                  <a:lnTo>
                    <a:pt x="68697" y="28284"/>
                  </a:lnTo>
                  <a:lnTo>
                    <a:pt x="64420" y="31508"/>
                  </a:lnTo>
                  <a:lnTo>
                    <a:pt x="60248" y="34867"/>
                  </a:lnTo>
                  <a:lnTo>
                    <a:pt x="56185" y="38358"/>
                  </a:lnTo>
                  <a:lnTo>
                    <a:pt x="52237" y="41977"/>
                  </a:lnTo>
                  <a:lnTo>
                    <a:pt x="48407" y="45721"/>
                  </a:lnTo>
                  <a:lnTo>
                    <a:pt x="44698" y="49585"/>
                  </a:lnTo>
                  <a:lnTo>
                    <a:pt x="41116" y="53567"/>
                  </a:lnTo>
                  <a:lnTo>
                    <a:pt x="37662" y="57661"/>
                  </a:lnTo>
                  <a:lnTo>
                    <a:pt x="34342" y="61864"/>
                  </a:lnTo>
                  <a:lnTo>
                    <a:pt x="31158" y="66171"/>
                  </a:lnTo>
                  <a:lnTo>
                    <a:pt x="28114" y="70577"/>
                  </a:lnTo>
                  <a:lnTo>
                    <a:pt x="25212" y="75079"/>
                  </a:lnTo>
                  <a:lnTo>
                    <a:pt x="22456" y="79672"/>
                  </a:lnTo>
                  <a:lnTo>
                    <a:pt x="19849" y="84350"/>
                  </a:lnTo>
                  <a:lnTo>
                    <a:pt x="17392" y="89110"/>
                  </a:lnTo>
                  <a:lnTo>
                    <a:pt x="15090" y="93946"/>
                  </a:lnTo>
                  <a:lnTo>
                    <a:pt x="12944" y="98853"/>
                  </a:lnTo>
                  <a:lnTo>
                    <a:pt x="10956" y="103827"/>
                  </a:lnTo>
                  <a:lnTo>
                    <a:pt x="9128" y="108861"/>
                  </a:lnTo>
                  <a:lnTo>
                    <a:pt x="7462" y="113952"/>
                  </a:lnTo>
                  <a:lnTo>
                    <a:pt x="5961" y="119093"/>
                  </a:lnTo>
                  <a:lnTo>
                    <a:pt x="4625" y="124280"/>
                  </a:lnTo>
                  <a:lnTo>
                    <a:pt x="3456" y="129507"/>
                  </a:lnTo>
                  <a:lnTo>
                    <a:pt x="2455" y="134769"/>
                  </a:lnTo>
                  <a:lnTo>
                    <a:pt x="1622" y="140060"/>
                  </a:lnTo>
                  <a:lnTo>
                    <a:pt x="960" y="145375"/>
                  </a:lnTo>
                  <a:lnTo>
                    <a:pt x="469" y="150708"/>
                  </a:lnTo>
                  <a:lnTo>
                    <a:pt x="148" y="156055"/>
                  </a:lnTo>
                  <a:lnTo>
                    <a:pt x="0" y="161409"/>
                  </a:lnTo>
                  <a:lnTo>
                    <a:pt x="22" y="166765"/>
                  </a:lnTo>
                  <a:lnTo>
                    <a:pt x="216" y="172117"/>
                  </a:lnTo>
                  <a:lnTo>
                    <a:pt x="582" y="177461"/>
                  </a:lnTo>
                  <a:lnTo>
                    <a:pt x="1119" y="182790"/>
                  </a:lnTo>
                  <a:lnTo>
                    <a:pt x="1826" y="188099"/>
                  </a:lnTo>
                  <a:lnTo>
                    <a:pt x="2702" y="193383"/>
                  </a:lnTo>
                  <a:lnTo>
                    <a:pt x="3748" y="198636"/>
                  </a:lnTo>
                  <a:lnTo>
                    <a:pt x="4961" y="203853"/>
                  </a:lnTo>
                  <a:lnTo>
                    <a:pt x="6341" y="209028"/>
                  </a:lnTo>
                  <a:lnTo>
                    <a:pt x="7886" y="214157"/>
                  </a:lnTo>
                  <a:lnTo>
                    <a:pt x="9595" y="219233"/>
                  </a:lnTo>
                  <a:lnTo>
                    <a:pt x="11465" y="224252"/>
                  </a:lnTo>
                  <a:lnTo>
                    <a:pt x="13495" y="229209"/>
                  </a:lnTo>
                  <a:lnTo>
                    <a:pt x="15683" y="234097"/>
                  </a:lnTo>
                  <a:lnTo>
                    <a:pt x="18026" y="238914"/>
                  </a:lnTo>
                  <a:lnTo>
                    <a:pt x="20522" y="243653"/>
                  </a:lnTo>
                  <a:lnTo>
                    <a:pt x="23169" y="248309"/>
                  </a:lnTo>
                  <a:lnTo>
                    <a:pt x="25964" y="252878"/>
                  </a:lnTo>
                  <a:lnTo>
                    <a:pt x="28903" y="257355"/>
                  </a:lnTo>
                  <a:lnTo>
                    <a:pt x="31985" y="261736"/>
                  </a:lnTo>
                  <a:lnTo>
                    <a:pt x="35205" y="266016"/>
                  </a:lnTo>
                  <a:lnTo>
                    <a:pt x="38561" y="270191"/>
                  </a:lnTo>
                  <a:lnTo>
                    <a:pt x="42049" y="274255"/>
                  </a:lnTo>
                  <a:lnTo>
                    <a:pt x="45665" y="278206"/>
                  </a:lnTo>
                  <a:lnTo>
                    <a:pt x="49406" y="282039"/>
                  </a:lnTo>
                  <a:lnTo>
                    <a:pt x="53268" y="285751"/>
                  </a:lnTo>
                  <a:lnTo>
                    <a:pt x="57247" y="289337"/>
                  </a:lnTo>
                  <a:lnTo>
                    <a:pt x="61338" y="292793"/>
                  </a:lnTo>
                  <a:lnTo>
                    <a:pt x="65538" y="296116"/>
                  </a:lnTo>
                  <a:lnTo>
                    <a:pt x="69843" y="299304"/>
                  </a:lnTo>
                  <a:lnTo>
                    <a:pt x="74247" y="302352"/>
                  </a:lnTo>
                  <a:lnTo>
                    <a:pt x="78747" y="305257"/>
                  </a:lnTo>
                  <a:lnTo>
                    <a:pt x="83338" y="308016"/>
                  </a:lnTo>
                  <a:lnTo>
                    <a:pt x="88014" y="310627"/>
                  </a:lnTo>
                  <a:lnTo>
                    <a:pt x="92772" y="313087"/>
                  </a:lnTo>
                  <a:lnTo>
                    <a:pt x="97606" y="315393"/>
                  </a:lnTo>
                  <a:lnTo>
                    <a:pt x="102512" y="317543"/>
                  </a:lnTo>
                  <a:lnTo>
                    <a:pt x="107484" y="319535"/>
                  </a:lnTo>
                  <a:lnTo>
                    <a:pt x="112517" y="321366"/>
                  </a:lnTo>
                  <a:lnTo>
                    <a:pt x="117606" y="323036"/>
                  </a:lnTo>
                  <a:lnTo>
                    <a:pt x="167155" y="1633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6666" y="941493"/>
              <a:ext cx="216709" cy="334318"/>
            </a:xfrm>
            <a:custGeom>
              <a:avLst/>
              <a:pathLst>
                <a:path w="216709" h="334318">
                  <a:moveTo>
                    <a:pt x="0" y="326822"/>
                  </a:moveTo>
                  <a:lnTo>
                    <a:pt x="5113" y="328320"/>
                  </a:lnTo>
                  <a:lnTo>
                    <a:pt x="10271" y="329655"/>
                  </a:lnTo>
                  <a:lnTo>
                    <a:pt x="15470" y="330824"/>
                  </a:lnTo>
                  <a:lnTo>
                    <a:pt x="20703" y="331827"/>
                  </a:lnTo>
                  <a:lnTo>
                    <a:pt x="25965" y="332662"/>
                  </a:lnTo>
                  <a:lnTo>
                    <a:pt x="31251" y="333330"/>
                  </a:lnTo>
                  <a:lnTo>
                    <a:pt x="36556" y="333829"/>
                  </a:lnTo>
                  <a:lnTo>
                    <a:pt x="41874" y="334158"/>
                  </a:lnTo>
                  <a:lnTo>
                    <a:pt x="47200" y="334318"/>
                  </a:lnTo>
                  <a:lnTo>
                    <a:pt x="52528" y="334308"/>
                  </a:lnTo>
                  <a:lnTo>
                    <a:pt x="57854" y="334128"/>
                  </a:lnTo>
                  <a:lnTo>
                    <a:pt x="63170" y="333778"/>
                  </a:lnTo>
                  <a:lnTo>
                    <a:pt x="68473" y="333260"/>
                  </a:lnTo>
                  <a:lnTo>
                    <a:pt x="73757" y="332572"/>
                  </a:lnTo>
                  <a:lnTo>
                    <a:pt x="79016" y="331717"/>
                  </a:lnTo>
                  <a:lnTo>
                    <a:pt x="84245" y="330694"/>
                  </a:lnTo>
                  <a:lnTo>
                    <a:pt x="89439" y="329505"/>
                  </a:lnTo>
                  <a:lnTo>
                    <a:pt x="94593" y="328151"/>
                  </a:lnTo>
                  <a:lnTo>
                    <a:pt x="99700" y="326634"/>
                  </a:lnTo>
                  <a:lnTo>
                    <a:pt x="104757" y="324955"/>
                  </a:lnTo>
                  <a:lnTo>
                    <a:pt x="109758" y="323115"/>
                  </a:lnTo>
                  <a:lnTo>
                    <a:pt x="114697" y="321117"/>
                  </a:lnTo>
                  <a:lnTo>
                    <a:pt x="119570" y="318962"/>
                  </a:lnTo>
                  <a:lnTo>
                    <a:pt x="124373" y="316654"/>
                  </a:lnTo>
                  <a:lnTo>
                    <a:pt x="129099" y="314193"/>
                  </a:lnTo>
                  <a:lnTo>
                    <a:pt x="133744" y="311583"/>
                  </a:lnTo>
                  <a:lnTo>
                    <a:pt x="138304" y="308827"/>
                  </a:lnTo>
                  <a:lnTo>
                    <a:pt x="142773" y="305926"/>
                  </a:lnTo>
                  <a:lnTo>
                    <a:pt x="147148" y="302885"/>
                  </a:lnTo>
                  <a:lnTo>
                    <a:pt x="151424" y="299705"/>
                  </a:lnTo>
                  <a:lnTo>
                    <a:pt x="155596" y="296391"/>
                  </a:lnTo>
                  <a:lnTo>
                    <a:pt x="159661" y="292946"/>
                  </a:lnTo>
                  <a:lnTo>
                    <a:pt x="163613" y="289373"/>
                  </a:lnTo>
                  <a:lnTo>
                    <a:pt x="167450" y="285675"/>
                  </a:lnTo>
                  <a:lnTo>
                    <a:pt x="171167" y="281858"/>
                  </a:lnTo>
                  <a:lnTo>
                    <a:pt x="174760" y="277923"/>
                  </a:lnTo>
                  <a:lnTo>
                    <a:pt x="178226" y="273877"/>
                  </a:lnTo>
                  <a:lnTo>
                    <a:pt x="181562" y="269721"/>
                  </a:lnTo>
                  <a:lnTo>
                    <a:pt x="184763" y="265462"/>
                  </a:lnTo>
                  <a:lnTo>
                    <a:pt x="187827" y="261103"/>
                  </a:lnTo>
                  <a:lnTo>
                    <a:pt x="190751" y="256648"/>
                  </a:lnTo>
                  <a:lnTo>
                    <a:pt x="193531" y="252103"/>
                  </a:lnTo>
                  <a:lnTo>
                    <a:pt x="196164" y="247471"/>
                  </a:lnTo>
                  <a:lnTo>
                    <a:pt x="198649" y="242758"/>
                  </a:lnTo>
                  <a:lnTo>
                    <a:pt x="200982" y="237967"/>
                  </a:lnTo>
                  <a:lnTo>
                    <a:pt x="203162" y="233105"/>
                  </a:lnTo>
                  <a:lnTo>
                    <a:pt x="205185" y="228176"/>
                  </a:lnTo>
                  <a:lnTo>
                    <a:pt x="207051" y="223185"/>
                  </a:lnTo>
                  <a:lnTo>
                    <a:pt x="208756" y="218137"/>
                  </a:lnTo>
                  <a:lnTo>
                    <a:pt x="210299" y="213037"/>
                  </a:lnTo>
                  <a:lnTo>
                    <a:pt x="211680" y="207891"/>
                  </a:lnTo>
                  <a:lnTo>
                    <a:pt x="212895" y="202703"/>
                  </a:lnTo>
                  <a:lnTo>
                    <a:pt x="213945" y="197479"/>
                  </a:lnTo>
                  <a:lnTo>
                    <a:pt x="214827" y="192225"/>
                  </a:lnTo>
                  <a:lnTo>
                    <a:pt x="215542" y="186944"/>
                  </a:lnTo>
                  <a:lnTo>
                    <a:pt x="216088" y="181644"/>
                  </a:lnTo>
                  <a:lnTo>
                    <a:pt x="216465" y="176329"/>
                  </a:lnTo>
                  <a:lnTo>
                    <a:pt x="216672" y="171005"/>
                  </a:lnTo>
                  <a:lnTo>
                    <a:pt x="216709" y="165677"/>
                  </a:lnTo>
                  <a:lnTo>
                    <a:pt x="216577" y="160350"/>
                  </a:lnTo>
                  <a:lnTo>
                    <a:pt x="216275" y="155031"/>
                  </a:lnTo>
                  <a:lnTo>
                    <a:pt x="215803" y="149723"/>
                  </a:lnTo>
                  <a:lnTo>
                    <a:pt x="215163" y="144434"/>
                  </a:lnTo>
                  <a:lnTo>
                    <a:pt x="214354" y="139167"/>
                  </a:lnTo>
                  <a:lnTo>
                    <a:pt x="213378" y="133929"/>
                  </a:lnTo>
                  <a:lnTo>
                    <a:pt x="212236" y="128725"/>
                  </a:lnTo>
                  <a:lnTo>
                    <a:pt x="210928" y="123559"/>
                  </a:lnTo>
                  <a:lnTo>
                    <a:pt x="209456" y="118438"/>
                  </a:lnTo>
                  <a:lnTo>
                    <a:pt x="207822" y="113367"/>
                  </a:lnTo>
                  <a:lnTo>
                    <a:pt x="206027" y="108350"/>
                  </a:lnTo>
                  <a:lnTo>
                    <a:pt x="204073" y="103393"/>
                  </a:lnTo>
                  <a:lnTo>
                    <a:pt x="201962" y="98501"/>
                  </a:lnTo>
                  <a:lnTo>
                    <a:pt x="199696" y="93678"/>
                  </a:lnTo>
                  <a:lnTo>
                    <a:pt x="197278" y="88930"/>
                  </a:lnTo>
                  <a:lnTo>
                    <a:pt x="194710" y="84262"/>
                  </a:lnTo>
                  <a:lnTo>
                    <a:pt x="191994" y="79678"/>
                  </a:lnTo>
                  <a:lnTo>
                    <a:pt x="189133" y="75183"/>
                  </a:lnTo>
                  <a:lnTo>
                    <a:pt x="186131" y="70781"/>
                  </a:lnTo>
                  <a:lnTo>
                    <a:pt x="182989" y="66477"/>
                  </a:lnTo>
                  <a:lnTo>
                    <a:pt x="179713" y="62275"/>
                  </a:lnTo>
                  <a:lnTo>
                    <a:pt x="176304" y="58180"/>
                  </a:lnTo>
                  <a:lnTo>
                    <a:pt x="172766" y="54196"/>
                  </a:lnTo>
                  <a:lnTo>
                    <a:pt x="169103" y="50327"/>
                  </a:lnTo>
                  <a:lnTo>
                    <a:pt x="165319" y="46576"/>
                  </a:lnTo>
                  <a:lnTo>
                    <a:pt x="161417" y="42947"/>
                  </a:lnTo>
                  <a:lnTo>
                    <a:pt x="157401" y="39445"/>
                  </a:lnTo>
                  <a:lnTo>
                    <a:pt x="153276" y="36073"/>
                  </a:lnTo>
                  <a:lnTo>
                    <a:pt x="149045" y="32834"/>
                  </a:lnTo>
                  <a:lnTo>
                    <a:pt x="144713" y="29731"/>
                  </a:lnTo>
                  <a:lnTo>
                    <a:pt x="140285" y="26768"/>
                  </a:lnTo>
                  <a:lnTo>
                    <a:pt x="135764" y="23948"/>
                  </a:lnTo>
                  <a:lnTo>
                    <a:pt x="131156" y="21273"/>
                  </a:lnTo>
                  <a:lnTo>
                    <a:pt x="126465" y="18746"/>
                  </a:lnTo>
                  <a:lnTo>
                    <a:pt x="121696" y="16370"/>
                  </a:lnTo>
                  <a:lnTo>
                    <a:pt x="116853" y="14147"/>
                  </a:lnTo>
                  <a:lnTo>
                    <a:pt x="111942" y="12080"/>
                  </a:lnTo>
                  <a:lnTo>
                    <a:pt x="106968" y="10170"/>
                  </a:lnTo>
                  <a:lnTo>
                    <a:pt x="101936" y="8420"/>
                  </a:lnTo>
                  <a:lnTo>
                    <a:pt x="96850" y="6831"/>
                  </a:lnTo>
                  <a:lnTo>
                    <a:pt x="91716" y="5405"/>
                  </a:lnTo>
                  <a:lnTo>
                    <a:pt x="86539" y="4144"/>
                  </a:lnTo>
                  <a:lnTo>
                    <a:pt x="81325" y="3047"/>
                  </a:lnTo>
                  <a:lnTo>
                    <a:pt x="76078" y="2118"/>
                  </a:lnTo>
                  <a:lnTo>
                    <a:pt x="70805" y="1356"/>
                  </a:lnTo>
                  <a:lnTo>
                    <a:pt x="65510" y="763"/>
                  </a:lnTo>
                  <a:lnTo>
                    <a:pt x="60198" y="339"/>
                  </a:lnTo>
                  <a:lnTo>
                    <a:pt x="54876" y="84"/>
                  </a:lnTo>
                  <a:lnTo>
                    <a:pt x="49548" y="0"/>
                  </a:lnTo>
                  <a:lnTo>
                    <a:pt x="495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643" y="1071028"/>
              <a:ext cx="166857" cy="167167"/>
            </a:xfrm>
            <a:custGeom>
              <a:avLst/>
              <a:pathLst>
                <a:path w="166857" h="167167">
                  <a:moveTo>
                    <a:pt x="166857" y="0"/>
                  </a:moveTo>
                  <a:lnTo>
                    <a:pt x="161488" y="86"/>
                  </a:lnTo>
                  <a:lnTo>
                    <a:pt x="156124" y="344"/>
                  </a:lnTo>
                  <a:lnTo>
                    <a:pt x="150771" y="775"/>
                  </a:lnTo>
                  <a:lnTo>
                    <a:pt x="145435" y="1378"/>
                  </a:lnTo>
                  <a:lnTo>
                    <a:pt x="140120" y="2152"/>
                  </a:lnTo>
                  <a:lnTo>
                    <a:pt x="134834" y="3095"/>
                  </a:lnTo>
                  <a:lnTo>
                    <a:pt x="129580" y="4209"/>
                  </a:lnTo>
                  <a:lnTo>
                    <a:pt x="124365" y="5490"/>
                  </a:lnTo>
                  <a:lnTo>
                    <a:pt x="119194" y="6939"/>
                  </a:lnTo>
                  <a:lnTo>
                    <a:pt x="114072" y="8552"/>
                  </a:lnTo>
                  <a:lnTo>
                    <a:pt x="109004" y="10330"/>
                  </a:lnTo>
                  <a:lnTo>
                    <a:pt x="103996" y="12269"/>
                  </a:lnTo>
                  <a:lnTo>
                    <a:pt x="99053" y="14368"/>
                  </a:lnTo>
                  <a:lnTo>
                    <a:pt x="94180" y="16625"/>
                  </a:lnTo>
                  <a:lnTo>
                    <a:pt x="89382" y="19037"/>
                  </a:lnTo>
                  <a:lnTo>
                    <a:pt x="84664" y="21602"/>
                  </a:lnTo>
                  <a:lnTo>
                    <a:pt x="80031" y="24317"/>
                  </a:lnTo>
                  <a:lnTo>
                    <a:pt x="75487" y="27180"/>
                  </a:lnTo>
                  <a:lnTo>
                    <a:pt x="71038" y="30187"/>
                  </a:lnTo>
                  <a:lnTo>
                    <a:pt x="66687" y="33335"/>
                  </a:lnTo>
                  <a:lnTo>
                    <a:pt x="62440" y="36622"/>
                  </a:lnTo>
                  <a:lnTo>
                    <a:pt x="58301" y="40043"/>
                  </a:lnTo>
                  <a:lnTo>
                    <a:pt x="54274" y="43596"/>
                  </a:lnTo>
                  <a:lnTo>
                    <a:pt x="50363" y="47276"/>
                  </a:lnTo>
                  <a:lnTo>
                    <a:pt x="46572" y="51079"/>
                  </a:lnTo>
                  <a:lnTo>
                    <a:pt x="42905" y="55003"/>
                  </a:lnTo>
                  <a:lnTo>
                    <a:pt x="39366" y="59042"/>
                  </a:lnTo>
                  <a:lnTo>
                    <a:pt x="35959" y="63193"/>
                  </a:lnTo>
                  <a:lnTo>
                    <a:pt x="32687" y="67451"/>
                  </a:lnTo>
                  <a:lnTo>
                    <a:pt x="29553" y="71813"/>
                  </a:lnTo>
                  <a:lnTo>
                    <a:pt x="26561" y="76272"/>
                  </a:lnTo>
                  <a:lnTo>
                    <a:pt x="23714" y="80825"/>
                  </a:lnTo>
                  <a:lnTo>
                    <a:pt x="21014" y="85468"/>
                  </a:lnTo>
                  <a:lnTo>
                    <a:pt x="18465" y="90195"/>
                  </a:lnTo>
                  <a:lnTo>
                    <a:pt x="16070" y="95001"/>
                  </a:lnTo>
                  <a:lnTo>
                    <a:pt x="13829" y="99881"/>
                  </a:lnTo>
                  <a:lnTo>
                    <a:pt x="11747" y="104832"/>
                  </a:lnTo>
                  <a:lnTo>
                    <a:pt x="9825" y="109846"/>
                  </a:lnTo>
                  <a:lnTo>
                    <a:pt x="8065" y="114920"/>
                  </a:lnTo>
                  <a:lnTo>
                    <a:pt x="6468" y="120047"/>
                  </a:lnTo>
                  <a:lnTo>
                    <a:pt x="5038" y="125223"/>
                  </a:lnTo>
                  <a:lnTo>
                    <a:pt x="3774" y="130443"/>
                  </a:lnTo>
                  <a:lnTo>
                    <a:pt x="2678" y="135700"/>
                  </a:lnTo>
                  <a:lnTo>
                    <a:pt x="1752" y="140990"/>
                  </a:lnTo>
                  <a:lnTo>
                    <a:pt x="997" y="146307"/>
                  </a:lnTo>
                  <a:lnTo>
                    <a:pt x="412" y="151645"/>
                  </a:lnTo>
                  <a:lnTo>
                    <a:pt x="0" y="156999"/>
                  </a:lnTo>
                  <a:lnTo>
                    <a:pt x="1668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43" y="1228028"/>
              <a:ext cx="166857" cy="10167"/>
            </a:xfrm>
            <a:custGeom>
              <a:avLst/>
              <a:pathLst>
                <a:path w="166857" h="10167">
                  <a:moveTo>
                    <a:pt x="0" y="0"/>
                  </a:moveTo>
                  <a:lnTo>
                    <a:pt x="166857" y="10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072198"/>
              <a:ext cx="334332" cy="333146"/>
            </a:xfrm>
            <a:custGeom>
              <a:avLst/>
              <a:pathLst>
                <a:path w="334332" h="333146">
                  <a:moveTo>
                    <a:pt x="308" y="155830"/>
                  </a:moveTo>
                  <a:lnTo>
                    <a:pt x="70" y="161118"/>
                  </a:lnTo>
                  <a:lnTo>
                    <a:pt x="0" y="166411"/>
                  </a:lnTo>
                  <a:lnTo>
                    <a:pt x="96" y="171703"/>
                  </a:lnTo>
                  <a:lnTo>
                    <a:pt x="361" y="176990"/>
                  </a:lnTo>
                  <a:lnTo>
                    <a:pt x="792" y="182266"/>
                  </a:lnTo>
                  <a:lnTo>
                    <a:pt x="1391" y="187525"/>
                  </a:lnTo>
                  <a:lnTo>
                    <a:pt x="2156" y="192763"/>
                  </a:lnTo>
                  <a:lnTo>
                    <a:pt x="3086" y="197974"/>
                  </a:lnTo>
                  <a:lnTo>
                    <a:pt x="4180" y="203153"/>
                  </a:lnTo>
                  <a:lnTo>
                    <a:pt x="5438" y="208294"/>
                  </a:lnTo>
                  <a:lnTo>
                    <a:pt x="6859" y="213393"/>
                  </a:lnTo>
                  <a:lnTo>
                    <a:pt x="8440" y="218445"/>
                  </a:lnTo>
                  <a:lnTo>
                    <a:pt x="10180" y="223444"/>
                  </a:lnTo>
                  <a:lnTo>
                    <a:pt x="12077" y="228386"/>
                  </a:lnTo>
                  <a:lnTo>
                    <a:pt x="14130" y="233265"/>
                  </a:lnTo>
                  <a:lnTo>
                    <a:pt x="16337" y="238076"/>
                  </a:lnTo>
                  <a:lnTo>
                    <a:pt x="18694" y="242816"/>
                  </a:lnTo>
                  <a:lnTo>
                    <a:pt x="21201" y="247478"/>
                  </a:lnTo>
                  <a:lnTo>
                    <a:pt x="23854" y="252058"/>
                  </a:lnTo>
                  <a:lnTo>
                    <a:pt x="26650" y="256553"/>
                  </a:lnTo>
                  <a:lnTo>
                    <a:pt x="29588" y="260956"/>
                  </a:lnTo>
                  <a:lnTo>
                    <a:pt x="32663" y="265264"/>
                  </a:lnTo>
                  <a:lnTo>
                    <a:pt x="35874" y="269473"/>
                  </a:lnTo>
                  <a:lnTo>
                    <a:pt x="39215" y="273578"/>
                  </a:lnTo>
                  <a:lnTo>
                    <a:pt x="42686" y="277575"/>
                  </a:lnTo>
                  <a:lnTo>
                    <a:pt x="46281" y="281460"/>
                  </a:lnTo>
                  <a:lnTo>
                    <a:pt x="49997" y="285230"/>
                  </a:lnTo>
                  <a:lnTo>
                    <a:pt x="53831" y="288880"/>
                  </a:lnTo>
                  <a:lnTo>
                    <a:pt x="57778" y="292406"/>
                  </a:lnTo>
                  <a:lnTo>
                    <a:pt x="61835" y="295806"/>
                  </a:lnTo>
                  <a:lnTo>
                    <a:pt x="65998" y="299076"/>
                  </a:lnTo>
                  <a:lnTo>
                    <a:pt x="70262" y="302212"/>
                  </a:lnTo>
                  <a:lnTo>
                    <a:pt x="74623" y="305212"/>
                  </a:lnTo>
                  <a:lnTo>
                    <a:pt x="79077" y="308072"/>
                  </a:lnTo>
                  <a:lnTo>
                    <a:pt x="83619" y="310790"/>
                  </a:lnTo>
                  <a:lnTo>
                    <a:pt x="88245" y="313363"/>
                  </a:lnTo>
                  <a:lnTo>
                    <a:pt x="92951" y="315788"/>
                  </a:lnTo>
                  <a:lnTo>
                    <a:pt x="97730" y="318062"/>
                  </a:lnTo>
                  <a:lnTo>
                    <a:pt x="102580" y="320184"/>
                  </a:lnTo>
                  <a:lnTo>
                    <a:pt x="107494" y="322152"/>
                  </a:lnTo>
                  <a:lnTo>
                    <a:pt x="112468" y="323963"/>
                  </a:lnTo>
                  <a:lnTo>
                    <a:pt x="117496" y="325616"/>
                  </a:lnTo>
                  <a:lnTo>
                    <a:pt x="122575" y="327108"/>
                  </a:lnTo>
                  <a:lnTo>
                    <a:pt x="127698" y="328439"/>
                  </a:lnTo>
                  <a:lnTo>
                    <a:pt x="132861" y="329607"/>
                  </a:lnTo>
                  <a:lnTo>
                    <a:pt x="138058" y="330611"/>
                  </a:lnTo>
                  <a:lnTo>
                    <a:pt x="143284" y="331450"/>
                  </a:lnTo>
                  <a:lnTo>
                    <a:pt x="148535" y="332124"/>
                  </a:lnTo>
                  <a:lnTo>
                    <a:pt x="153804" y="332630"/>
                  </a:lnTo>
                  <a:lnTo>
                    <a:pt x="159086" y="332970"/>
                  </a:lnTo>
                  <a:lnTo>
                    <a:pt x="164377" y="333142"/>
                  </a:lnTo>
                  <a:lnTo>
                    <a:pt x="169670" y="333146"/>
                  </a:lnTo>
                  <a:lnTo>
                    <a:pt x="174961" y="332983"/>
                  </a:lnTo>
                  <a:lnTo>
                    <a:pt x="180244" y="332653"/>
                  </a:lnTo>
                  <a:lnTo>
                    <a:pt x="185514" y="332155"/>
                  </a:lnTo>
                  <a:lnTo>
                    <a:pt x="190765" y="331491"/>
                  </a:lnTo>
                  <a:lnTo>
                    <a:pt x="195993" y="330661"/>
                  </a:lnTo>
                  <a:lnTo>
                    <a:pt x="201192" y="329666"/>
                  </a:lnTo>
                  <a:lnTo>
                    <a:pt x="206357" y="328506"/>
                  </a:lnTo>
                  <a:lnTo>
                    <a:pt x="211482" y="327184"/>
                  </a:lnTo>
                  <a:lnTo>
                    <a:pt x="216563" y="325700"/>
                  </a:lnTo>
                  <a:lnTo>
                    <a:pt x="221595" y="324056"/>
                  </a:lnTo>
                  <a:lnTo>
                    <a:pt x="226572" y="322254"/>
                  </a:lnTo>
                  <a:lnTo>
                    <a:pt x="231489" y="320295"/>
                  </a:lnTo>
                  <a:lnTo>
                    <a:pt x="236342" y="318181"/>
                  </a:lnTo>
                  <a:lnTo>
                    <a:pt x="241126" y="315914"/>
                  </a:lnTo>
                  <a:lnTo>
                    <a:pt x="245835" y="313498"/>
                  </a:lnTo>
                  <a:lnTo>
                    <a:pt x="250466" y="310933"/>
                  </a:lnTo>
                  <a:lnTo>
                    <a:pt x="255013" y="308223"/>
                  </a:lnTo>
                  <a:lnTo>
                    <a:pt x="259471" y="305370"/>
                  </a:lnTo>
                  <a:lnTo>
                    <a:pt x="263838" y="302378"/>
                  </a:lnTo>
                  <a:lnTo>
                    <a:pt x="268107" y="299249"/>
                  </a:lnTo>
                  <a:lnTo>
                    <a:pt x="272275" y="295986"/>
                  </a:lnTo>
                  <a:lnTo>
                    <a:pt x="276338" y="292593"/>
                  </a:lnTo>
                  <a:lnTo>
                    <a:pt x="280292" y="289073"/>
                  </a:lnTo>
                  <a:lnTo>
                    <a:pt x="284132" y="285430"/>
                  </a:lnTo>
                  <a:lnTo>
                    <a:pt x="287854" y="281667"/>
                  </a:lnTo>
                  <a:lnTo>
                    <a:pt x="291456" y="277788"/>
                  </a:lnTo>
                  <a:lnTo>
                    <a:pt x="294933" y="273797"/>
                  </a:lnTo>
                  <a:lnTo>
                    <a:pt x="298282" y="269698"/>
                  </a:lnTo>
                  <a:lnTo>
                    <a:pt x="301500" y="265494"/>
                  </a:lnTo>
                  <a:lnTo>
                    <a:pt x="304582" y="261191"/>
                  </a:lnTo>
                  <a:lnTo>
                    <a:pt x="307527" y="256793"/>
                  </a:lnTo>
                  <a:lnTo>
                    <a:pt x="310332" y="252304"/>
                  </a:lnTo>
                  <a:lnTo>
                    <a:pt x="312992" y="247728"/>
                  </a:lnTo>
                  <a:lnTo>
                    <a:pt x="315507" y="243070"/>
                  </a:lnTo>
                  <a:lnTo>
                    <a:pt x="317873" y="238334"/>
                  </a:lnTo>
                  <a:lnTo>
                    <a:pt x="320087" y="233527"/>
                  </a:lnTo>
                  <a:lnTo>
                    <a:pt x="322149" y="228651"/>
                  </a:lnTo>
                  <a:lnTo>
                    <a:pt x="324055" y="223713"/>
                  </a:lnTo>
                  <a:lnTo>
                    <a:pt x="325803" y="218717"/>
                  </a:lnTo>
                  <a:lnTo>
                    <a:pt x="327393" y="213668"/>
                  </a:lnTo>
                  <a:lnTo>
                    <a:pt x="328822" y="208571"/>
                  </a:lnTo>
                  <a:lnTo>
                    <a:pt x="330089" y="203432"/>
                  </a:lnTo>
                  <a:lnTo>
                    <a:pt x="331192" y="198255"/>
                  </a:lnTo>
                  <a:lnTo>
                    <a:pt x="332131" y="193045"/>
                  </a:lnTo>
                  <a:lnTo>
                    <a:pt x="332905" y="187809"/>
                  </a:lnTo>
                  <a:lnTo>
                    <a:pt x="333512" y="182550"/>
                  </a:lnTo>
                  <a:lnTo>
                    <a:pt x="333953" y="177275"/>
                  </a:lnTo>
                  <a:lnTo>
                    <a:pt x="334226" y="171989"/>
                  </a:lnTo>
                  <a:lnTo>
                    <a:pt x="334332" y="166697"/>
                  </a:lnTo>
                  <a:lnTo>
                    <a:pt x="334271" y="161404"/>
                  </a:lnTo>
                  <a:lnTo>
                    <a:pt x="334042" y="156116"/>
                  </a:lnTo>
                  <a:lnTo>
                    <a:pt x="333645" y="150837"/>
                  </a:lnTo>
                  <a:lnTo>
                    <a:pt x="333082" y="145574"/>
                  </a:lnTo>
                  <a:lnTo>
                    <a:pt x="332352" y="140331"/>
                  </a:lnTo>
                  <a:lnTo>
                    <a:pt x="331456" y="135114"/>
                  </a:lnTo>
                  <a:lnTo>
                    <a:pt x="330396" y="129928"/>
                  </a:lnTo>
                  <a:lnTo>
                    <a:pt x="329172" y="124778"/>
                  </a:lnTo>
                  <a:lnTo>
                    <a:pt x="327786" y="119670"/>
                  </a:lnTo>
                  <a:lnTo>
                    <a:pt x="326239" y="114608"/>
                  </a:lnTo>
                  <a:lnTo>
                    <a:pt x="324532" y="109597"/>
                  </a:lnTo>
                  <a:lnTo>
                    <a:pt x="322667" y="104643"/>
                  </a:lnTo>
                  <a:lnTo>
                    <a:pt x="320647" y="99750"/>
                  </a:lnTo>
                  <a:lnTo>
                    <a:pt x="318473" y="94924"/>
                  </a:lnTo>
                  <a:lnTo>
                    <a:pt x="316146" y="90170"/>
                  </a:lnTo>
                  <a:lnTo>
                    <a:pt x="313671" y="85491"/>
                  </a:lnTo>
                  <a:lnTo>
                    <a:pt x="311049" y="80893"/>
                  </a:lnTo>
                  <a:lnTo>
                    <a:pt x="308282" y="76380"/>
                  </a:lnTo>
                  <a:lnTo>
                    <a:pt x="305374" y="71957"/>
                  </a:lnTo>
                  <a:lnTo>
                    <a:pt x="302327" y="67628"/>
                  </a:lnTo>
                  <a:lnTo>
                    <a:pt x="299145" y="63398"/>
                  </a:lnTo>
                  <a:lnTo>
                    <a:pt x="295830" y="59271"/>
                  </a:lnTo>
                  <a:lnTo>
                    <a:pt x="292387" y="55251"/>
                  </a:lnTo>
                  <a:lnTo>
                    <a:pt x="288818" y="51342"/>
                  </a:lnTo>
                  <a:lnTo>
                    <a:pt x="285127" y="47548"/>
                  </a:lnTo>
                  <a:lnTo>
                    <a:pt x="281317" y="43873"/>
                  </a:lnTo>
                  <a:lnTo>
                    <a:pt x="277394" y="40320"/>
                  </a:lnTo>
                  <a:lnTo>
                    <a:pt x="273359" y="36893"/>
                  </a:lnTo>
                  <a:lnTo>
                    <a:pt x="269218" y="33596"/>
                  </a:lnTo>
                  <a:lnTo>
                    <a:pt x="264975" y="30431"/>
                  </a:lnTo>
                  <a:lnTo>
                    <a:pt x="260634" y="27402"/>
                  </a:lnTo>
                  <a:lnTo>
                    <a:pt x="256199" y="24512"/>
                  </a:lnTo>
                  <a:lnTo>
                    <a:pt x="251675" y="21764"/>
                  </a:lnTo>
                  <a:lnTo>
                    <a:pt x="247066" y="19161"/>
                  </a:lnTo>
                  <a:lnTo>
                    <a:pt x="242377" y="16705"/>
                  </a:lnTo>
                  <a:lnTo>
                    <a:pt x="237613" y="14399"/>
                  </a:lnTo>
                  <a:lnTo>
                    <a:pt x="232778" y="12244"/>
                  </a:lnTo>
                  <a:lnTo>
                    <a:pt x="227877" y="10244"/>
                  </a:lnTo>
                  <a:lnTo>
                    <a:pt x="222915" y="8400"/>
                  </a:lnTo>
                  <a:lnTo>
                    <a:pt x="217898" y="6714"/>
                  </a:lnTo>
                  <a:lnTo>
                    <a:pt x="212829" y="5188"/>
                  </a:lnTo>
                  <a:lnTo>
                    <a:pt x="207715" y="3823"/>
                  </a:lnTo>
                  <a:lnTo>
                    <a:pt x="202560" y="2620"/>
                  </a:lnTo>
                  <a:lnTo>
                    <a:pt x="197369" y="1581"/>
                  </a:lnTo>
                  <a:lnTo>
                    <a:pt x="192149" y="708"/>
                  </a:lnTo>
                  <a:lnTo>
                    <a:pt x="186903" y="0"/>
                  </a:lnTo>
                  <a:lnTo>
                    <a:pt x="167166" y="165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19736" cy="167167"/>
            </a:xfrm>
            <a:custGeom>
              <a:avLst/>
              <a:pathLst>
                <a:path w="19736" h="167167">
                  <a:moveTo>
                    <a:pt x="19736" y="1169"/>
                  </a:moveTo>
                  <a:lnTo>
                    <a:pt x="9885" y="2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5598" y="1322571"/>
              <a:ext cx="53122" cy="167167"/>
            </a:xfrm>
            <a:custGeom>
              <a:avLst/>
              <a:pathLst>
                <a:path w="53122" h="167167">
                  <a:moveTo>
                    <a:pt x="53122" y="0"/>
                  </a:moveTo>
                  <a:lnTo>
                    <a:pt x="47116" y="107"/>
                  </a:lnTo>
                  <a:lnTo>
                    <a:pt x="41119" y="431"/>
                  </a:lnTo>
                  <a:lnTo>
                    <a:pt x="35137" y="970"/>
                  </a:lnTo>
                  <a:lnTo>
                    <a:pt x="29178" y="1723"/>
                  </a:lnTo>
                  <a:lnTo>
                    <a:pt x="23250" y="2690"/>
                  </a:lnTo>
                  <a:lnTo>
                    <a:pt x="17361" y="3869"/>
                  </a:lnTo>
                  <a:lnTo>
                    <a:pt x="11517" y="5259"/>
                  </a:lnTo>
                  <a:lnTo>
                    <a:pt x="5728" y="6859"/>
                  </a:lnTo>
                  <a:lnTo>
                    <a:pt x="0" y="8665"/>
                  </a:lnTo>
                  <a:lnTo>
                    <a:pt x="5312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5598" y="1331236"/>
              <a:ext cx="53122" cy="158502"/>
            </a:xfrm>
            <a:custGeom>
              <a:avLst/>
              <a:pathLst>
                <a:path w="53122" h="158502">
                  <a:moveTo>
                    <a:pt x="0" y="0"/>
                  </a:moveTo>
                  <a:lnTo>
                    <a:pt x="53122" y="1585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58" y="1331236"/>
              <a:ext cx="334328" cy="325661"/>
            </a:xfrm>
            <a:custGeom>
              <a:avLst/>
              <a:pathLst>
                <a:path w="334328" h="325661">
                  <a:moveTo>
                    <a:pt x="114039" y="0"/>
                  </a:moveTo>
                  <a:lnTo>
                    <a:pt x="109030" y="1767"/>
                  </a:lnTo>
                  <a:lnTo>
                    <a:pt x="104080" y="3693"/>
                  </a:lnTo>
                  <a:lnTo>
                    <a:pt x="99193" y="5776"/>
                  </a:lnTo>
                  <a:lnTo>
                    <a:pt x="94375" y="8012"/>
                  </a:lnTo>
                  <a:lnTo>
                    <a:pt x="89631" y="10401"/>
                  </a:lnTo>
                  <a:lnTo>
                    <a:pt x="84964" y="12939"/>
                  </a:lnTo>
                  <a:lnTo>
                    <a:pt x="80381" y="15624"/>
                  </a:lnTo>
                  <a:lnTo>
                    <a:pt x="75885" y="18453"/>
                  </a:lnTo>
                  <a:lnTo>
                    <a:pt x="71482" y="21424"/>
                  </a:lnTo>
                  <a:lnTo>
                    <a:pt x="67175" y="24533"/>
                  </a:lnTo>
                  <a:lnTo>
                    <a:pt x="62969" y="27777"/>
                  </a:lnTo>
                  <a:lnTo>
                    <a:pt x="58868" y="31154"/>
                  </a:lnTo>
                  <a:lnTo>
                    <a:pt x="54877" y="34659"/>
                  </a:lnTo>
                  <a:lnTo>
                    <a:pt x="50999" y="38289"/>
                  </a:lnTo>
                  <a:lnTo>
                    <a:pt x="47238" y="42040"/>
                  </a:lnTo>
                  <a:lnTo>
                    <a:pt x="43599" y="45909"/>
                  </a:lnTo>
                  <a:lnTo>
                    <a:pt x="40084" y="49891"/>
                  </a:lnTo>
                  <a:lnTo>
                    <a:pt x="36697" y="53984"/>
                  </a:lnTo>
                  <a:lnTo>
                    <a:pt x="33442" y="58182"/>
                  </a:lnTo>
                  <a:lnTo>
                    <a:pt x="30323" y="62481"/>
                  </a:lnTo>
                  <a:lnTo>
                    <a:pt x="27341" y="66877"/>
                  </a:lnTo>
                  <a:lnTo>
                    <a:pt x="24500" y="71365"/>
                  </a:lnTo>
                  <a:lnTo>
                    <a:pt x="21804" y="75942"/>
                  </a:lnTo>
                  <a:lnTo>
                    <a:pt x="19254" y="80602"/>
                  </a:lnTo>
                  <a:lnTo>
                    <a:pt x="16854" y="85340"/>
                  </a:lnTo>
                  <a:lnTo>
                    <a:pt x="14605" y="90153"/>
                  </a:lnTo>
                  <a:lnTo>
                    <a:pt x="12511" y="95034"/>
                  </a:lnTo>
                  <a:lnTo>
                    <a:pt x="10572" y="99980"/>
                  </a:lnTo>
                  <a:lnTo>
                    <a:pt x="8792" y="104984"/>
                  </a:lnTo>
                  <a:lnTo>
                    <a:pt x="7172" y="110043"/>
                  </a:lnTo>
                  <a:lnTo>
                    <a:pt x="5713" y="115151"/>
                  </a:lnTo>
                  <a:lnTo>
                    <a:pt x="4417" y="120302"/>
                  </a:lnTo>
                  <a:lnTo>
                    <a:pt x="3286" y="125492"/>
                  </a:lnTo>
                  <a:lnTo>
                    <a:pt x="2320" y="130715"/>
                  </a:lnTo>
                  <a:lnTo>
                    <a:pt x="1520" y="135967"/>
                  </a:lnTo>
                  <a:lnTo>
                    <a:pt x="888" y="141241"/>
                  </a:lnTo>
                  <a:lnTo>
                    <a:pt x="423" y="146532"/>
                  </a:lnTo>
                  <a:lnTo>
                    <a:pt x="127" y="151836"/>
                  </a:lnTo>
                  <a:lnTo>
                    <a:pt x="0" y="157146"/>
                  </a:lnTo>
                  <a:lnTo>
                    <a:pt x="41" y="162458"/>
                  </a:lnTo>
                  <a:lnTo>
                    <a:pt x="251" y="167765"/>
                  </a:lnTo>
                  <a:lnTo>
                    <a:pt x="629" y="173064"/>
                  </a:lnTo>
                  <a:lnTo>
                    <a:pt x="1176" y="178347"/>
                  </a:lnTo>
                  <a:lnTo>
                    <a:pt x="1891" y="183611"/>
                  </a:lnTo>
                  <a:lnTo>
                    <a:pt x="2772" y="188849"/>
                  </a:lnTo>
                  <a:lnTo>
                    <a:pt x="3819" y="194057"/>
                  </a:lnTo>
                  <a:lnTo>
                    <a:pt x="5031" y="199229"/>
                  </a:lnTo>
                  <a:lnTo>
                    <a:pt x="6407" y="204359"/>
                  </a:lnTo>
                  <a:lnTo>
                    <a:pt x="7945" y="209443"/>
                  </a:lnTo>
                  <a:lnTo>
                    <a:pt x="9644" y="214476"/>
                  </a:lnTo>
                  <a:lnTo>
                    <a:pt x="11502" y="219453"/>
                  </a:lnTo>
                  <a:lnTo>
                    <a:pt x="13517" y="224367"/>
                  </a:lnTo>
                  <a:lnTo>
                    <a:pt x="15687" y="229216"/>
                  </a:lnTo>
                  <a:lnTo>
                    <a:pt x="18010" y="233993"/>
                  </a:lnTo>
                  <a:lnTo>
                    <a:pt x="20484" y="238693"/>
                  </a:lnTo>
                  <a:lnTo>
                    <a:pt x="23106" y="243313"/>
                  </a:lnTo>
                  <a:lnTo>
                    <a:pt x="25873" y="247847"/>
                  </a:lnTo>
                  <a:lnTo>
                    <a:pt x="28783" y="252291"/>
                  </a:lnTo>
                  <a:lnTo>
                    <a:pt x="31833" y="256640"/>
                  </a:lnTo>
                  <a:lnTo>
                    <a:pt x="35019" y="260890"/>
                  </a:lnTo>
                  <a:lnTo>
                    <a:pt x="38339" y="265037"/>
                  </a:lnTo>
                  <a:lnTo>
                    <a:pt x="41789" y="269076"/>
                  </a:lnTo>
                  <a:lnTo>
                    <a:pt x="45365" y="273003"/>
                  </a:lnTo>
                  <a:lnTo>
                    <a:pt x="49064" y="276815"/>
                  </a:lnTo>
                  <a:lnTo>
                    <a:pt x="52883" y="280508"/>
                  </a:lnTo>
                  <a:lnTo>
                    <a:pt x="56817" y="284077"/>
                  </a:lnTo>
                  <a:lnTo>
                    <a:pt x="60863" y="287519"/>
                  </a:lnTo>
                  <a:lnTo>
                    <a:pt x="65015" y="290831"/>
                  </a:lnTo>
                  <a:lnTo>
                    <a:pt x="69271" y="294010"/>
                  </a:lnTo>
                  <a:lnTo>
                    <a:pt x="73626" y="297052"/>
                  </a:lnTo>
                  <a:lnTo>
                    <a:pt x="78075" y="299954"/>
                  </a:lnTo>
                  <a:lnTo>
                    <a:pt x="82614" y="302713"/>
                  </a:lnTo>
                  <a:lnTo>
                    <a:pt x="87239" y="305326"/>
                  </a:lnTo>
                  <a:lnTo>
                    <a:pt x="91944" y="307791"/>
                  </a:lnTo>
                  <a:lnTo>
                    <a:pt x="96725" y="310105"/>
                  </a:lnTo>
                  <a:lnTo>
                    <a:pt x="101577" y="312267"/>
                  </a:lnTo>
                  <a:lnTo>
                    <a:pt x="106496" y="314273"/>
                  </a:lnTo>
                  <a:lnTo>
                    <a:pt x="111475" y="316122"/>
                  </a:lnTo>
                  <a:lnTo>
                    <a:pt x="116511" y="317811"/>
                  </a:lnTo>
                  <a:lnTo>
                    <a:pt x="121598" y="319340"/>
                  </a:lnTo>
                  <a:lnTo>
                    <a:pt x="126732" y="320707"/>
                  </a:lnTo>
                  <a:lnTo>
                    <a:pt x="131905" y="321909"/>
                  </a:lnTo>
                  <a:lnTo>
                    <a:pt x="137115" y="322947"/>
                  </a:lnTo>
                  <a:lnTo>
                    <a:pt x="142355" y="323818"/>
                  </a:lnTo>
                  <a:lnTo>
                    <a:pt x="147620" y="324523"/>
                  </a:lnTo>
                  <a:lnTo>
                    <a:pt x="152904" y="325060"/>
                  </a:lnTo>
                  <a:lnTo>
                    <a:pt x="158203" y="325429"/>
                  </a:lnTo>
                  <a:lnTo>
                    <a:pt x="163511" y="325629"/>
                  </a:lnTo>
                  <a:lnTo>
                    <a:pt x="168823" y="325661"/>
                  </a:lnTo>
                  <a:lnTo>
                    <a:pt x="174133" y="325524"/>
                  </a:lnTo>
                  <a:lnTo>
                    <a:pt x="179436" y="325218"/>
                  </a:lnTo>
                  <a:lnTo>
                    <a:pt x="184727" y="324744"/>
                  </a:lnTo>
                  <a:lnTo>
                    <a:pt x="190000" y="324102"/>
                  </a:lnTo>
                  <a:lnTo>
                    <a:pt x="195250" y="323293"/>
                  </a:lnTo>
                  <a:lnTo>
                    <a:pt x="200471" y="322317"/>
                  </a:lnTo>
                  <a:lnTo>
                    <a:pt x="205659" y="321176"/>
                  </a:lnTo>
                  <a:lnTo>
                    <a:pt x="210808" y="319871"/>
                  </a:lnTo>
                  <a:lnTo>
                    <a:pt x="215913" y="318403"/>
                  </a:lnTo>
                  <a:lnTo>
                    <a:pt x="220969" y="316773"/>
                  </a:lnTo>
                  <a:lnTo>
                    <a:pt x="225970" y="314983"/>
                  </a:lnTo>
                  <a:lnTo>
                    <a:pt x="230912" y="313036"/>
                  </a:lnTo>
                  <a:lnTo>
                    <a:pt x="235790" y="310933"/>
                  </a:lnTo>
                  <a:lnTo>
                    <a:pt x="240598" y="308675"/>
                  </a:lnTo>
                  <a:lnTo>
                    <a:pt x="245332" y="306266"/>
                  </a:lnTo>
                  <a:lnTo>
                    <a:pt x="249987" y="303708"/>
                  </a:lnTo>
                  <a:lnTo>
                    <a:pt x="254559" y="301003"/>
                  </a:lnTo>
                  <a:lnTo>
                    <a:pt x="259042" y="298154"/>
                  </a:lnTo>
                  <a:lnTo>
                    <a:pt x="263433" y="295165"/>
                  </a:lnTo>
                  <a:lnTo>
                    <a:pt x="267726" y="292037"/>
                  </a:lnTo>
                  <a:lnTo>
                    <a:pt x="271918" y="288775"/>
                  </a:lnTo>
                  <a:lnTo>
                    <a:pt x="276004" y="285380"/>
                  </a:lnTo>
                  <a:lnTo>
                    <a:pt x="279981" y="281858"/>
                  </a:lnTo>
                  <a:lnTo>
                    <a:pt x="283843" y="278212"/>
                  </a:lnTo>
                  <a:lnTo>
                    <a:pt x="287587" y="274444"/>
                  </a:lnTo>
                  <a:lnTo>
                    <a:pt x="291210" y="270559"/>
                  </a:lnTo>
                  <a:lnTo>
                    <a:pt x="294708" y="266562"/>
                  </a:lnTo>
                  <a:lnTo>
                    <a:pt x="298077" y="262455"/>
                  </a:lnTo>
                  <a:lnTo>
                    <a:pt x="301313" y="258243"/>
                  </a:lnTo>
                  <a:lnTo>
                    <a:pt x="304414" y="253930"/>
                  </a:lnTo>
                  <a:lnTo>
                    <a:pt x="307377" y="249521"/>
                  </a:lnTo>
                  <a:lnTo>
                    <a:pt x="310198" y="245020"/>
                  </a:lnTo>
                  <a:lnTo>
                    <a:pt x="312875" y="240432"/>
                  </a:lnTo>
                  <a:lnTo>
                    <a:pt x="315404" y="235761"/>
                  </a:lnTo>
                  <a:lnTo>
                    <a:pt x="317784" y="231012"/>
                  </a:lnTo>
                  <a:lnTo>
                    <a:pt x="320012" y="226190"/>
                  </a:lnTo>
                  <a:lnTo>
                    <a:pt x="322085" y="221300"/>
                  </a:lnTo>
                  <a:lnTo>
                    <a:pt x="324002" y="216346"/>
                  </a:lnTo>
                  <a:lnTo>
                    <a:pt x="325761" y="211334"/>
                  </a:lnTo>
                  <a:lnTo>
                    <a:pt x="327359" y="206268"/>
                  </a:lnTo>
                  <a:lnTo>
                    <a:pt x="328796" y="201154"/>
                  </a:lnTo>
                  <a:lnTo>
                    <a:pt x="330070" y="195997"/>
                  </a:lnTo>
                  <a:lnTo>
                    <a:pt x="331179" y="190803"/>
                  </a:lnTo>
                  <a:lnTo>
                    <a:pt x="332122" y="185575"/>
                  </a:lnTo>
                  <a:lnTo>
                    <a:pt x="332899" y="180320"/>
                  </a:lnTo>
                  <a:lnTo>
                    <a:pt x="333508" y="175044"/>
                  </a:lnTo>
                  <a:lnTo>
                    <a:pt x="333950" y="169750"/>
                  </a:lnTo>
                  <a:lnTo>
                    <a:pt x="334223" y="164445"/>
                  </a:lnTo>
                  <a:lnTo>
                    <a:pt x="334328" y="159135"/>
                  </a:lnTo>
                  <a:lnTo>
                    <a:pt x="334263" y="153823"/>
                  </a:lnTo>
                  <a:lnTo>
                    <a:pt x="334030" y="148516"/>
                  </a:lnTo>
                  <a:lnTo>
                    <a:pt x="333629" y="143220"/>
                  </a:lnTo>
                  <a:lnTo>
                    <a:pt x="333059" y="137938"/>
                  </a:lnTo>
                  <a:lnTo>
                    <a:pt x="332322" y="132678"/>
                  </a:lnTo>
                  <a:lnTo>
                    <a:pt x="331418" y="127444"/>
                  </a:lnTo>
                  <a:lnTo>
                    <a:pt x="330349" y="122241"/>
                  </a:lnTo>
                  <a:lnTo>
                    <a:pt x="329114" y="117074"/>
                  </a:lnTo>
                  <a:lnTo>
                    <a:pt x="327716" y="111950"/>
                  </a:lnTo>
                  <a:lnTo>
                    <a:pt x="326156" y="106872"/>
                  </a:lnTo>
                  <a:lnTo>
                    <a:pt x="324436" y="101847"/>
                  </a:lnTo>
                  <a:lnTo>
                    <a:pt x="322556" y="96878"/>
                  </a:lnTo>
                  <a:lnTo>
                    <a:pt x="320520" y="91972"/>
                  </a:lnTo>
                  <a:lnTo>
                    <a:pt x="318329" y="87133"/>
                  </a:lnTo>
                  <a:lnTo>
                    <a:pt x="315985" y="82367"/>
                  </a:lnTo>
                  <a:lnTo>
                    <a:pt x="313491" y="77677"/>
                  </a:lnTo>
                  <a:lnTo>
                    <a:pt x="310849" y="73068"/>
                  </a:lnTo>
                  <a:lnTo>
                    <a:pt x="308062" y="68546"/>
                  </a:lnTo>
                  <a:lnTo>
                    <a:pt x="305133" y="64115"/>
                  </a:lnTo>
                  <a:lnTo>
                    <a:pt x="302064" y="59779"/>
                  </a:lnTo>
                  <a:lnTo>
                    <a:pt x="298860" y="55543"/>
                  </a:lnTo>
                  <a:lnTo>
                    <a:pt x="295522" y="51411"/>
                  </a:lnTo>
                  <a:lnTo>
                    <a:pt x="292055" y="47387"/>
                  </a:lnTo>
                  <a:lnTo>
                    <a:pt x="288461" y="43475"/>
                  </a:lnTo>
                  <a:lnTo>
                    <a:pt x="284746" y="39679"/>
                  </a:lnTo>
                  <a:lnTo>
                    <a:pt x="280911" y="36003"/>
                  </a:lnTo>
                  <a:lnTo>
                    <a:pt x="276962" y="32451"/>
                  </a:lnTo>
                  <a:lnTo>
                    <a:pt x="272901" y="29026"/>
                  </a:lnTo>
                  <a:lnTo>
                    <a:pt x="268734" y="25732"/>
                  </a:lnTo>
                  <a:lnTo>
                    <a:pt x="167161" y="1585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1572" cy="167167"/>
            </a:xfrm>
            <a:custGeom>
              <a:avLst/>
              <a:pathLst>
                <a:path w="101572" h="167167">
                  <a:moveTo>
                    <a:pt x="101572" y="34397"/>
                  </a:moveTo>
                  <a:lnTo>
                    <a:pt x="96950" y="30985"/>
                  </a:lnTo>
                  <a:lnTo>
                    <a:pt x="92213" y="27734"/>
                  </a:lnTo>
                  <a:lnTo>
                    <a:pt x="87367" y="24647"/>
                  </a:lnTo>
                  <a:lnTo>
                    <a:pt x="82418" y="21729"/>
                  </a:lnTo>
                  <a:lnTo>
                    <a:pt x="77371" y="18983"/>
                  </a:lnTo>
                  <a:lnTo>
                    <a:pt x="72233" y="16411"/>
                  </a:lnTo>
                  <a:lnTo>
                    <a:pt x="67010" y="14018"/>
                  </a:lnTo>
                  <a:lnTo>
                    <a:pt x="61707" y="11806"/>
                  </a:lnTo>
                  <a:lnTo>
                    <a:pt x="56332" y="9777"/>
                  </a:lnTo>
                  <a:lnTo>
                    <a:pt x="50890" y="7934"/>
                  </a:lnTo>
                  <a:lnTo>
                    <a:pt x="45388" y="6279"/>
                  </a:lnTo>
                  <a:lnTo>
                    <a:pt x="39833" y="4815"/>
                  </a:lnTo>
                  <a:lnTo>
                    <a:pt x="34230" y="3542"/>
                  </a:lnTo>
                  <a:lnTo>
                    <a:pt x="28587" y="2462"/>
                  </a:lnTo>
                  <a:lnTo>
                    <a:pt x="22910" y="1577"/>
                  </a:lnTo>
                  <a:lnTo>
                    <a:pt x="17206" y="887"/>
                  </a:lnTo>
                  <a:lnTo>
                    <a:pt x="11482" y="394"/>
                  </a:lnTo>
                  <a:lnTo>
                    <a:pt x="574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869" y="1681503"/>
              <a:ext cx="1655" cy="167167"/>
            </a:xfrm>
            <a:custGeom>
              <a:avLst/>
              <a:pathLst>
                <a:path w="1655" h="167167">
                  <a:moveTo>
                    <a:pt x="1655" y="0"/>
                  </a:moveTo>
                  <a:lnTo>
                    <a:pt x="0" y="8"/>
                  </a:lnTo>
                  <a:lnTo>
                    <a:pt x="16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869" y="1681511"/>
              <a:ext cx="1655" cy="167159"/>
            </a:xfrm>
            <a:custGeom>
              <a:avLst/>
              <a:pathLst>
                <a:path w="1655" h="167159">
                  <a:moveTo>
                    <a:pt x="0" y="0"/>
                  </a:moveTo>
                  <a:lnTo>
                    <a:pt x="1655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66086" y="1681511"/>
              <a:ext cx="120438" cy="167159"/>
            </a:xfrm>
            <a:custGeom>
              <a:avLst/>
              <a:pathLst>
                <a:path w="120438" h="167159">
                  <a:moveTo>
                    <a:pt x="118783" y="0"/>
                  </a:moveTo>
                  <a:lnTo>
                    <a:pt x="113251" y="146"/>
                  </a:lnTo>
                  <a:lnTo>
                    <a:pt x="107726" y="475"/>
                  </a:lnTo>
                  <a:lnTo>
                    <a:pt x="102216" y="987"/>
                  </a:lnTo>
                  <a:lnTo>
                    <a:pt x="96725" y="1682"/>
                  </a:lnTo>
                  <a:lnTo>
                    <a:pt x="91261" y="2557"/>
                  </a:lnTo>
                  <a:lnTo>
                    <a:pt x="85828" y="3613"/>
                  </a:lnTo>
                  <a:lnTo>
                    <a:pt x="80434" y="4849"/>
                  </a:lnTo>
                  <a:lnTo>
                    <a:pt x="75083" y="6262"/>
                  </a:lnTo>
                  <a:lnTo>
                    <a:pt x="69782" y="7851"/>
                  </a:lnTo>
                  <a:lnTo>
                    <a:pt x="64537" y="9615"/>
                  </a:lnTo>
                  <a:lnTo>
                    <a:pt x="59352" y="11552"/>
                  </a:lnTo>
                  <a:lnTo>
                    <a:pt x="54235" y="13659"/>
                  </a:lnTo>
                  <a:lnTo>
                    <a:pt x="49190" y="15935"/>
                  </a:lnTo>
                  <a:lnTo>
                    <a:pt x="44224" y="18376"/>
                  </a:lnTo>
                  <a:lnTo>
                    <a:pt x="39340" y="20981"/>
                  </a:lnTo>
                  <a:lnTo>
                    <a:pt x="34546" y="23745"/>
                  </a:lnTo>
                  <a:lnTo>
                    <a:pt x="29846" y="26667"/>
                  </a:lnTo>
                  <a:lnTo>
                    <a:pt x="25245" y="29742"/>
                  </a:lnTo>
                  <a:lnTo>
                    <a:pt x="20749" y="32969"/>
                  </a:lnTo>
                  <a:lnTo>
                    <a:pt x="16362" y="36342"/>
                  </a:lnTo>
                  <a:lnTo>
                    <a:pt x="12088" y="39859"/>
                  </a:lnTo>
                  <a:lnTo>
                    <a:pt x="7934" y="43515"/>
                  </a:lnTo>
                  <a:lnTo>
                    <a:pt x="3903" y="47307"/>
                  </a:lnTo>
                  <a:lnTo>
                    <a:pt x="0" y="51230"/>
                  </a:lnTo>
                  <a:lnTo>
                    <a:pt x="120438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60" y="1681503"/>
              <a:ext cx="334318" cy="334331"/>
            </a:xfrm>
            <a:custGeom>
              <a:avLst/>
              <a:pathLst>
                <a:path w="334318" h="334331">
                  <a:moveTo>
                    <a:pt x="46725" y="51238"/>
                  </a:moveTo>
                  <a:lnTo>
                    <a:pt x="43114" y="55110"/>
                  </a:lnTo>
                  <a:lnTo>
                    <a:pt x="39629" y="59094"/>
                  </a:lnTo>
                  <a:lnTo>
                    <a:pt x="36271" y="63186"/>
                  </a:lnTo>
                  <a:lnTo>
                    <a:pt x="33044" y="67383"/>
                  </a:lnTo>
                  <a:lnTo>
                    <a:pt x="29952" y="71680"/>
                  </a:lnTo>
                  <a:lnTo>
                    <a:pt x="26997" y="76072"/>
                  </a:lnTo>
                  <a:lnTo>
                    <a:pt x="24183" y="80556"/>
                  </a:lnTo>
                  <a:lnTo>
                    <a:pt x="21512" y="85127"/>
                  </a:lnTo>
                  <a:lnTo>
                    <a:pt x="18987" y="89780"/>
                  </a:lnTo>
                  <a:lnTo>
                    <a:pt x="16611" y="94511"/>
                  </a:lnTo>
                  <a:lnTo>
                    <a:pt x="14386" y="99314"/>
                  </a:lnTo>
                  <a:lnTo>
                    <a:pt x="12314" y="104185"/>
                  </a:lnTo>
                  <a:lnTo>
                    <a:pt x="10398" y="109120"/>
                  </a:lnTo>
                  <a:lnTo>
                    <a:pt x="8638" y="114113"/>
                  </a:lnTo>
                  <a:lnTo>
                    <a:pt x="7038" y="119159"/>
                  </a:lnTo>
                  <a:lnTo>
                    <a:pt x="5598" y="124253"/>
                  </a:lnTo>
                  <a:lnTo>
                    <a:pt x="4321" y="129391"/>
                  </a:lnTo>
                  <a:lnTo>
                    <a:pt x="3206" y="134566"/>
                  </a:lnTo>
                  <a:lnTo>
                    <a:pt x="2256" y="139773"/>
                  </a:lnTo>
                  <a:lnTo>
                    <a:pt x="1471" y="145009"/>
                  </a:lnTo>
                  <a:lnTo>
                    <a:pt x="853" y="150266"/>
                  </a:lnTo>
                  <a:lnTo>
                    <a:pt x="401" y="155541"/>
                  </a:lnTo>
                  <a:lnTo>
                    <a:pt x="116" y="160827"/>
                  </a:lnTo>
                  <a:lnTo>
                    <a:pt x="0" y="166119"/>
                  </a:lnTo>
                  <a:lnTo>
                    <a:pt x="50" y="171413"/>
                  </a:lnTo>
                  <a:lnTo>
                    <a:pt x="268" y="176702"/>
                  </a:lnTo>
                  <a:lnTo>
                    <a:pt x="654" y="181982"/>
                  </a:lnTo>
                  <a:lnTo>
                    <a:pt x="1207" y="187247"/>
                  </a:lnTo>
                  <a:lnTo>
                    <a:pt x="1926" y="192491"/>
                  </a:lnTo>
                  <a:lnTo>
                    <a:pt x="2810" y="197711"/>
                  </a:lnTo>
                  <a:lnTo>
                    <a:pt x="3860" y="202899"/>
                  </a:lnTo>
                  <a:lnTo>
                    <a:pt x="5073" y="208052"/>
                  </a:lnTo>
                  <a:lnTo>
                    <a:pt x="6449" y="213164"/>
                  </a:lnTo>
                  <a:lnTo>
                    <a:pt x="7986" y="218230"/>
                  </a:lnTo>
                  <a:lnTo>
                    <a:pt x="9683" y="223244"/>
                  </a:lnTo>
                  <a:lnTo>
                    <a:pt x="11537" y="228203"/>
                  </a:lnTo>
                  <a:lnTo>
                    <a:pt x="13548" y="233100"/>
                  </a:lnTo>
                  <a:lnTo>
                    <a:pt x="15713" y="237931"/>
                  </a:lnTo>
                  <a:lnTo>
                    <a:pt x="18029" y="242691"/>
                  </a:lnTo>
                  <a:lnTo>
                    <a:pt x="20495" y="247375"/>
                  </a:lnTo>
                  <a:lnTo>
                    <a:pt x="23108" y="251979"/>
                  </a:lnTo>
                  <a:lnTo>
                    <a:pt x="25866" y="256498"/>
                  </a:lnTo>
                  <a:lnTo>
                    <a:pt x="28766" y="260927"/>
                  </a:lnTo>
                  <a:lnTo>
                    <a:pt x="31804" y="265262"/>
                  </a:lnTo>
                  <a:lnTo>
                    <a:pt x="34978" y="269499"/>
                  </a:lnTo>
                  <a:lnTo>
                    <a:pt x="38284" y="273633"/>
                  </a:lnTo>
                  <a:lnTo>
                    <a:pt x="41720" y="277660"/>
                  </a:lnTo>
                  <a:lnTo>
                    <a:pt x="45281" y="281577"/>
                  </a:lnTo>
                  <a:lnTo>
                    <a:pt x="48965" y="285379"/>
                  </a:lnTo>
                  <a:lnTo>
                    <a:pt x="52767" y="289062"/>
                  </a:lnTo>
                  <a:lnTo>
                    <a:pt x="56684" y="292623"/>
                  </a:lnTo>
                  <a:lnTo>
                    <a:pt x="60712" y="296058"/>
                  </a:lnTo>
                  <a:lnTo>
                    <a:pt x="64847" y="299364"/>
                  </a:lnTo>
                  <a:lnTo>
                    <a:pt x="69084" y="302538"/>
                  </a:lnTo>
                  <a:lnTo>
                    <a:pt x="73419" y="305576"/>
                  </a:lnTo>
                  <a:lnTo>
                    <a:pt x="77849" y="308474"/>
                  </a:lnTo>
                  <a:lnTo>
                    <a:pt x="82368" y="311232"/>
                  </a:lnTo>
                  <a:lnTo>
                    <a:pt x="86972" y="313844"/>
                  </a:lnTo>
                  <a:lnTo>
                    <a:pt x="91656" y="316310"/>
                  </a:lnTo>
                  <a:lnTo>
                    <a:pt x="96417" y="318626"/>
                  </a:lnTo>
                  <a:lnTo>
                    <a:pt x="101248" y="320790"/>
                  </a:lnTo>
                  <a:lnTo>
                    <a:pt x="106145" y="322800"/>
                  </a:lnTo>
                  <a:lnTo>
                    <a:pt x="111104" y="324654"/>
                  </a:lnTo>
                  <a:lnTo>
                    <a:pt x="116118" y="326350"/>
                  </a:lnTo>
                  <a:lnTo>
                    <a:pt x="121184" y="327887"/>
                  </a:lnTo>
                  <a:lnTo>
                    <a:pt x="126296" y="329262"/>
                  </a:lnTo>
                  <a:lnTo>
                    <a:pt x="131449" y="330475"/>
                  </a:lnTo>
                  <a:lnTo>
                    <a:pt x="136638" y="331524"/>
                  </a:lnTo>
                  <a:lnTo>
                    <a:pt x="141858" y="332408"/>
                  </a:lnTo>
                  <a:lnTo>
                    <a:pt x="147102" y="333126"/>
                  </a:lnTo>
                  <a:lnTo>
                    <a:pt x="152367" y="333678"/>
                  </a:lnTo>
                  <a:lnTo>
                    <a:pt x="157647" y="334063"/>
                  </a:lnTo>
                  <a:lnTo>
                    <a:pt x="162936" y="334281"/>
                  </a:lnTo>
                  <a:lnTo>
                    <a:pt x="168230" y="334331"/>
                  </a:lnTo>
                  <a:lnTo>
                    <a:pt x="173522" y="334213"/>
                  </a:lnTo>
                  <a:lnTo>
                    <a:pt x="178808" y="333928"/>
                  </a:lnTo>
                  <a:lnTo>
                    <a:pt x="184083" y="333476"/>
                  </a:lnTo>
                  <a:lnTo>
                    <a:pt x="189340" y="332857"/>
                  </a:lnTo>
                  <a:lnTo>
                    <a:pt x="194576" y="332072"/>
                  </a:lnTo>
                  <a:lnTo>
                    <a:pt x="199783" y="331121"/>
                  </a:lnTo>
                  <a:lnTo>
                    <a:pt x="204958" y="330006"/>
                  </a:lnTo>
                  <a:lnTo>
                    <a:pt x="210095" y="328728"/>
                  </a:lnTo>
                  <a:lnTo>
                    <a:pt x="215189" y="327287"/>
                  </a:lnTo>
                  <a:lnTo>
                    <a:pt x="220235" y="325686"/>
                  </a:lnTo>
                  <a:lnTo>
                    <a:pt x="225228" y="323926"/>
                  </a:lnTo>
                  <a:lnTo>
                    <a:pt x="230162" y="322009"/>
                  </a:lnTo>
                  <a:lnTo>
                    <a:pt x="235034" y="319937"/>
                  </a:lnTo>
                  <a:lnTo>
                    <a:pt x="239837" y="317711"/>
                  </a:lnTo>
                  <a:lnTo>
                    <a:pt x="244567" y="315335"/>
                  </a:lnTo>
                  <a:lnTo>
                    <a:pt x="249220" y="312809"/>
                  </a:lnTo>
                  <a:lnTo>
                    <a:pt x="253790" y="310138"/>
                  </a:lnTo>
                  <a:lnTo>
                    <a:pt x="258274" y="307324"/>
                  </a:lnTo>
                  <a:lnTo>
                    <a:pt x="262666" y="304368"/>
                  </a:lnTo>
                  <a:lnTo>
                    <a:pt x="266962" y="301276"/>
                  </a:lnTo>
                  <a:lnTo>
                    <a:pt x="271159" y="298048"/>
                  </a:lnTo>
                  <a:lnTo>
                    <a:pt x="275251" y="294690"/>
                  </a:lnTo>
                  <a:lnTo>
                    <a:pt x="279234" y="291204"/>
                  </a:lnTo>
                  <a:lnTo>
                    <a:pt x="283106" y="287593"/>
                  </a:lnTo>
                  <a:lnTo>
                    <a:pt x="286861" y="283861"/>
                  </a:lnTo>
                  <a:lnTo>
                    <a:pt x="290496" y="280013"/>
                  </a:lnTo>
                  <a:lnTo>
                    <a:pt x="294007" y="276051"/>
                  </a:lnTo>
                  <a:lnTo>
                    <a:pt x="297391" y="271980"/>
                  </a:lnTo>
                  <a:lnTo>
                    <a:pt x="300644" y="267804"/>
                  </a:lnTo>
                  <a:lnTo>
                    <a:pt x="303764" y="263527"/>
                  </a:lnTo>
                  <a:lnTo>
                    <a:pt x="306747" y="259154"/>
                  </a:lnTo>
                  <a:lnTo>
                    <a:pt x="309589" y="254688"/>
                  </a:lnTo>
                  <a:lnTo>
                    <a:pt x="312289" y="250134"/>
                  </a:lnTo>
                  <a:lnTo>
                    <a:pt x="314843" y="245498"/>
                  </a:lnTo>
                  <a:lnTo>
                    <a:pt x="317249" y="240782"/>
                  </a:lnTo>
                  <a:lnTo>
                    <a:pt x="319505" y="235993"/>
                  </a:lnTo>
                  <a:lnTo>
                    <a:pt x="321608" y="231135"/>
                  </a:lnTo>
                  <a:lnTo>
                    <a:pt x="323556" y="226213"/>
                  </a:lnTo>
                  <a:lnTo>
                    <a:pt x="325347" y="221231"/>
                  </a:lnTo>
                  <a:lnTo>
                    <a:pt x="326980" y="216195"/>
                  </a:lnTo>
                  <a:lnTo>
                    <a:pt x="328452" y="211110"/>
                  </a:lnTo>
                  <a:lnTo>
                    <a:pt x="329763" y="205981"/>
                  </a:lnTo>
                  <a:lnTo>
                    <a:pt x="330910" y="200813"/>
                  </a:lnTo>
                  <a:lnTo>
                    <a:pt x="331893" y="195612"/>
                  </a:lnTo>
                  <a:lnTo>
                    <a:pt x="332711" y="190382"/>
                  </a:lnTo>
                  <a:lnTo>
                    <a:pt x="333363" y="185128"/>
                  </a:lnTo>
                  <a:lnTo>
                    <a:pt x="333849" y="179857"/>
                  </a:lnTo>
                  <a:lnTo>
                    <a:pt x="334167" y="174572"/>
                  </a:lnTo>
                  <a:lnTo>
                    <a:pt x="334318" y="169281"/>
                  </a:lnTo>
                  <a:lnTo>
                    <a:pt x="334301" y="163987"/>
                  </a:lnTo>
                  <a:lnTo>
                    <a:pt x="334116" y="158696"/>
                  </a:lnTo>
                  <a:lnTo>
                    <a:pt x="333764" y="153414"/>
                  </a:lnTo>
                  <a:lnTo>
                    <a:pt x="333245" y="148146"/>
                  </a:lnTo>
                  <a:lnTo>
                    <a:pt x="332560" y="142897"/>
                  </a:lnTo>
                  <a:lnTo>
                    <a:pt x="331708" y="137672"/>
                  </a:lnTo>
                  <a:lnTo>
                    <a:pt x="330692" y="132477"/>
                  </a:lnTo>
                  <a:lnTo>
                    <a:pt x="329512" y="127316"/>
                  </a:lnTo>
                  <a:lnTo>
                    <a:pt x="328168" y="122196"/>
                  </a:lnTo>
                  <a:lnTo>
                    <a:pt x="326664" y="117120"/>
                  </a:lnTo>
                  <a:lnTo>
                    <a:pt x="324999" y="112095"/>
                  </a:lnTo>
                  <a:lnTo>
                    <a:pt x="323176" y="107125"/>
                  </a:lnTo>
                  <a:lnTo>
                    <a:pt x="321197" y="102215"/>
                  </a:lnTo>
                  <a:lnTo>
                    <a:pt x="319063" y="97371"/>
                  </a:lnTo>
                  <a:lnTo>
                    <a:pt x="316777" y="92596"/>
                  </a:lnTo>
                  <a:lnTo>
                    <a:pt x="314341" y="87896"/>
                  </a:lnTo>
                  <a:lnTo>
                    <a:pt x="311757" y="83276"/>
                  </a:lnTo>
                  <a:lnTo>
                    <a:pt x="309028" y="78739"/>
                  </a:lnTo>
                  <a:lnTo>
                    <a:pt x="306157" y="74292"/>
                  </a:lnTo>
                  <a:lnTo>
                    <a:pt x="303147" y="69937"/>
                  </a:lnTo>
                  <a:lnTo>
                    <a:pt x="300000" y="65680"/>
                  </a:lnTo>
                  <a:lnTo>
                    <a:pt x="296720" y="61525"/>
                  </a:lnTo>
                  <a:lnTo>
                    <a:pt x="293310" y="57476"/>
                  </a:lnTo>
                  <a:lnTo>
                    <a:pt x="289773" y="53537"/>
                  </a:lnTo>
                  <a:lnTo>
                    <a:pt x="286114" y="49711"/>
                  </a:lnTo>
                  <a:lnTo>
                    <a:pt x="282335" y="46004"/>
                  </a:lnTo>
                  <a:lnTo>
                    <a:pt x="278441" y="42418"/>
                  </a:lnTo>
                  <a:lnTo>
                    <a:pt x="274435" y="38957"/>
                  </a:lnTo>
                  <a:lnTo>
                    <a:pt x="270322" y="35625"/>
                  </a:lnTo>
                  <a:lnTo>
                    <a:pt x="266105" y="32424"/>
                  </a:lnTo>
                  <a:lnTo>
                    <a:pt x="261789" y="29359"/>
                  </a:lnTo>
                  <a:lnTo>
                    <a:pt x="257378" y="26432"/>
                  </a:lnTo>
                  <a:lnTo>
                    <a:pt x="252877" y="23646"/>
                  </a:lnTo>
                  <a:lnTo>
                    <a:pt x="248289" y="21004"/>
                  </a:lnTo>
                  <a:lnTo>
                    <a:pt x="243621" y="18509"/>
                  </a:lnTo>
                  <a:lnTo>
                    <a:pt x="238875" y="16162"/>
                  </a:lnTo>
                  <a:lnTo>
                    <a:pt x="234058" y="13967"/>
                  </a:lnTo>
                  <a:lnTo>
                    <a:pt x="229174" y="11926"/>
                  </a:lnTo>
                  <a:lnTo>
                    <a:pt x="224227" y="10040"/>
                  </a:lnTo>
                  <a:lnTo>
                    <a:pt x="219223" y="8312"/>
                  </a:lnTo>
                  <a:lnTo>
                    <a:pt x="214167" y="6744"/>
                  </a:lnTo>
                  <a:lnTo>
                    <a:pt x="209064" y="5336"/>
                  </a:lnTo>
                  <a:lnTo>
                    <a:pt x="203919" y="4090"/>
                  </a:lnTo>
                  <a:lnTo>
                    <a:pt x="198737" y="3008"/>
                  </a:lnTo>
                  <a:lnTo>
                    <a:pt x="193523" y="2091"/>
                  </a:lnTo>
                  <a:lnTo>
                    <a:pt x="188283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748" y="2126963"/>
              <a:ext cx="21539" cy="167167"/>
            </a:xfrm>
            <a:custGeom>
              <a:avLst/>
              <a:pathLst>
                <a:path w="21539" h="167167">
                  <a:moveTo>
                    <a:pt x="21539" y="0"/>
                  </a:moveTo>
                  <a:lnTo>
                    <a:pt x="14341" y="155"/>
                  </a:lnTo>
                  <a:lnTo>
                    <a:pt x="7157" y="619"/>
                  </a:lnTo>
                  <a:lnTo>
                    <a:pt x="0" y="1393"/>
                  </a:lnTo>
                  <a:lnTo>
                    <a:pt x="215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748" y="2128357"/>
              <a:ext cx="21539" cy="165773"/>
            </a:xfrm>
            <a:custGeom>
              <a:avLst/>
              <a:pathLst>
                <a:path w="21539" h="165773">
                  <a:moveTo>
                    <a:pt x="0" y="0"/>
                  </a:moveTo>
                  <a:lnTo>
                    <a:pt x="21539" y="165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32" y="2128357"/>
              <a:ext cx="334322" cy="332933"/>
            </a:xfrm>
            <a:custGeom>
              <a:avLst/>
              <a:pathLst>
                <a:path w="334322" h="332933">
                  <a:moveTo>
                    <a:pt x="145615" y="0"/>
                  </a:moveTo>
                  <a:lnTo>
                    <a:pt x="140387" y="763"/>
                  </a:lnTo>
                  <a:lnTo>
                    <a:pt x="135186" y="1691"/>
                  </a:lnTo>
                  <a:lnTo>
                    <a:pt x="130018" y="2783"/>
                  </a:lnTo>
                  <a:lnTo>
                    <a:pt x="124886" y="4038"/>
                  </a:lnTo>
                  <a:lnTo>
                    <a:pt x="119796" y="5455"/>
                  </a:lnTo>
                  <a:lnTo>
                    <a:pt x="114754" y="7031"/>
                  </a:lnTo>
                  <a:lnTo>
                    <a:pt x="109764" y="8766"/>
                  </a:lnTo>
                  <a:lnTo>
                    <a:pt x="104831" y="10658"/>
                  </a:lnTo>
                  <a:lnTo>
                    <a:pt x="99961" y="12705"/>
                  </a:lnTo>
                  <a:lnTo>
                    <a:pt x="95157" y="14905"/>
                  </a:lnTo>
                  <a:lnTo>
                    <a:pt x="90426" y="17255"/>
                  </a:lnTo>
                  <a:lnTo>
                    <a:pt x="85771" y="19754"/>
                  </a:lnTo>
                  <a:lnTo>
                    <a:pt x="81198" y="22399"/>
                  </a:lnTo>
                  <a:lnTo>
                    <a:pt x="76710" y="25186"/>
                  </a:lnTo>
                  <a:lnTo>
                    <a:pt x="72313" y="28115"/>
                  </a:lnTo>
                  <a:lnTo>
                    <a:pt x="68010" y="31180"/>
                  </a:lnTo>
                  <a:lnTo>
                    <a:pt x="63806" y="34380"/>
                  </a:lnTo>
                  <a:lnTo>
                    <a:pt x="59706" y="37712"/>
                  </a:lnTo>
                  <a:lnTo>
                    <a:pt x="55713" y="41171"/>
                  </a:lnTo>
                  <a:lnTo>
                    <a:pt x="51831" y="44755"/>
                  </a:lnTo>
                  <a:lnTo>
                    <a:pt x="48065" y="48459"/>
                  </a:lnTo>
                  <a:lnTo>
                    <a:pt x="44417" y="52281"/>
                  </a:lnTo>
                  <a:lnTo>
                    <a:pt x="40892" y="56216"/>
                  </a:lnTo>
                  <a:lnTo>
                    <a:pt x="37493" y="60261"/>
                  </a:lnTo>
                  <a:lnTo>
                    <a:pt x="34224" y="64411"/>
                  </a:lnTo>
                  <a:lnTo>
                    <a:pt x="31087" y="68662"/>
                  </a:lnTo>
                  <a:lnTo>
                    <a:pt x="28087" y="73010"/>
                  </a:lnTo>
                  <a:lnTo>
                    <a:pt x="25225" y="77451"/>
                  </a:lnTo>
                  <a:lnTo>
                    <a:pt x="22505" y="81980"/>
                  </a:lnTo>
                  <a:lnTo>
                    <a:pt x="19929" y="86592"/>
                  </a:lnTo>
                  <a:lnTo>
                    <a:pt x="17501" y="91284"/>
                  </a:lnTo>
                  <a:lnTo>
                    <a:pt x="15221" y="96050"/>
                  </a:lnTo>
                  <a:lnTo>
                    <a:pt x="13094" y="100886"/>
                  </a:lnTo>
                  <a:lnTo>
                    <a:pt x="11121" y="105787"/>
                  </a:lnTo>
                  <a:lnTo>
                    <a:pt x="9303" y="110747"/>
                  </a:lnTo>
                  <a:lnTo>
                    <a:pt x="7643" y="115763"/>
                  </a:lnTo>
                  <a:lnTo>
                    <a:pt x="6142" y="120828"/>
                  </a:lnTo>
                  <a:lnTo>
                    <a:pt x="4803" y="125939"/>
                  </a:lnTo>
                  <a:lnTo>
                    <a:pt x="3625" y="131089"/>
                  </a:lnTo>
                  <a:lnTo>
                    <a:pt x="2611" y="136273"/>
                  </a:lnTo>
                  <a:lnTo>
                    <a:pt x="1760" y="141488"/>
                  </a:lnTo>
                  <a:lnTo>
                    <a:pt x="1076" y="146726"/>
                  </a:lnTo>
                  <a:lnTo>
                    <a:pt x="557" y="151984"/>
                  </a:lnTo>
                  <a:lnTo>
                    <a:pt x="204" y="157255"/>
                  </a:lnTo>
                  <a:lnTo>
                    <a:pt x="18" y="162535"/>
                  </a:lnTo>
                  <a:lnTo>
                    <a:pt x="0" y="167818"/>
                  </a:lnTo>
                  <a:lnTo>
                    <a:pt x="148" y="173099"/>
                  </a:lnTo>
                  <a:lnTo>
                    <a:pt x="462" y="178372"/>
                  </a:lnTo>
                  <a:lnTo>
                    <a:pt x="944" y="183634"/>
                  </a:lnTo>
                  <a:lnTo>
                    <a:pt x="1591" y="188877"/>
                  </a:lnTo>
                  <a:lnTo>
                    <a:pt x="2404" y="194097"/>
                  </a:lnTo>
                  <a:lnTo>
                    <a:pt x="3381" y="199289"/>
                  </a:lnTo>
                  <a:lnTo>
                    <a:pt x="4522" y="204447"/>
                  </a:lnTo>
                  <a:lnTo>
                    <a:pt x="5825" y="209567"/>
                  </a:lnTo>
                  <a:lnTo>
                    <a:pt x="7290" y="214643"/>
                  </a:lnTo>
                  <a:lnTo>
                    <a:pt x="8914" y="219670"/>
                  </a:lnTo>
                  <a:lnTo>
                    <a:pt x="10696" y="224644"/>
                  </a:lnTo>
                  <a:lnTo>
                    <a:pt x="12634" y="229558"/>
                  </a:lnTo>
                  <a:lnTo>
                    <a:pt x="14727" y="234409"/>
                  </a:lnTo>
                  <a:lnTo>
                    <a:pt x="16972" y="239192"/>
                  </a:lnTo>
                  <a:lnTo>
                    <a:pt x="19367" y="243901"/>
                  </a:lnTo>
                  <a:lnTo>
                    <a:pt x="21910" y="248532"/>
                  </a:lnTo>
                  <a:lnTo>
                    <a:pt x="24597" y="253080"/>
                  </a:lnTo>
                  <a:lnTo>
                    <a:pt x="27427" y="257541"/>
                  </a:lnTo>
                  <a:lnTo>
                    <a:pt x="30397" y="261910"/>
                  </a:lnTo>
                  <a:lnTo>
                    <a:pt x="33503" y="266184"/>
                  </a:lnTo>
                  <a:lnTo>
                    <a:pt x="36743" y="270357"/>
                  </a:lnTo>
                  <a:lnTo>
                    <a:pt x="40113" y="274426"/>
                  </a:lnTo>
                  <a:lnTo>
                    <a:pt x="43609" y="278386"/>
                  </a:lnTo>
                  <a:lnTo>
                    <a:pt x="47230" y="282234"/>
                  </a:lnTo>
                  <a:lnTo>
                    <a:pt x="50970" y="285965"/>
                  </a:lnTo>
                  <a:lnTo>
                    <a:pt x="54826" y="289576"/>
                  </a:lnTo>
                  <a:lnTo>
                    <a:pt x="58794" y="293064"/>
                  </a:lnTo>
                  <a:lnTo>
                    <a:pt x="62870" y="296425"/>
                  </a:lnTo>
                  <a:lnTo>
                    <a:pt x="67051" y="299655"/>
                  </a:lnTo>
                  <a:lnTo>
                    <a:pt x="71331" y="302751"/>
                  </a:lnTo>
                  <a:lnTo>
                    <a:pt x="75708" y="305711"/>
                  </a:lnTo>
                  <a:lnTo>
                    <a:pt x="80175" y="308531"/>
                  </a:lnTo>
                  <a:lnTo>
                    <a:pt x="84730" y="311208"/>
                  </a:lnTo>
                  <a:lnTo>
                    <a:pt x="89367" y="313740"/>
                  </a:lnTo>
                  <a:lnTo>
                    <a:pt x="94081" y="316124"/>
                  </a:lnTo>
                  <a:lnTo>
                    <a:pt x="98869" y="318358"/>
                  </a:lnTo>
                  <a:lnTo>
                    <a:pt x="103724" y="320439"/>
                  </a:lnTo>
                  <a:lnTo>
                    <a:pt x="108643" y="322367"/>
                  </a:lnTo>
                  <a:lnTo>
                    <a:pt x="113621" y="324137"/>
                  </a:lnTo>
                  <a:lnTo>
                    <a:pt x="118652" y="325750"/>
                  </a:lnTo>
                  <a:lnTo>
                    <a:pt x="123731" y="327203"/>
                  </a:lnTo>
                  <a:lnTo>
                    <a:pt x="128854" y="328494"/>
                  </a:lnTo>
                  <a:lnTo>
                    <a:pt x="134015" y="329623"/>
                  </a:lnTo>
                  <a:lnTo>
                    <a:pt x="139209" y="330589"/>
                  </a:lnTo>
                  <a:lnTo>
                    <a:pt x="144431" y="331389"/>
                  </a:lnTo>
                  <a:lnTo>
                    <a:pt x="149676" y="332025"/>
                  </a:lnTo>
                  <a:lnTo>
                    <a:pt x="154938" y="332494"/>
                  </a:lnTo>
                  <a:lnTo>
                    <a:pt x="160212" y="332797"/>
                  </a:lnTo>
                  <a:lnTo>
                    <a:pt x="165494" y="332933"/>
                  </a:lnTo>
                  <a:lnTo>
                    <a:pt x="170777" y="332902"/>
                  </a:lnTo>
                  <a:lnTo>
                    <a:pt x="176056" y="332704"/>
                  </a:lnTo>
                  <a:lnTo>
                    <a:pt x="181326" y="332339"/>
                  </a:lnTo>
                  <a:lnTo>
                    <a:pt x="186583" y="331808"/>
                  </a:lnTo>
                  <a:lnTo>
                    <a:pt x="191820" y="331111"/>
                  </a:lnTo>
                  <a:lnTo>
                    <a:pt x="197032" y="330249"/>
                  </a:lnTo>
                  <a:lnTo>
                    <a:pt x="202214" y="329223"/>
                  </a:lnTo>
                  <a:lnTo>
                    <a:pt x="207362" y="328034"/>
                  </a:lnTo>
                  <a:lnTo>
                    <a:pt x="212469" y="326682"/>
                  </a:lnTo>
                  <a:lnTo>
                    <a:pt x="217531" y="325170"/>
                  </a:lnTo>
                  <a:lnTo>
                    <a:pt x="222543" y="323498"/>
                  </a:lnTo>
                  <a:lnTo>
                    <a:pt x="227499" y="321669"/>
                  </a:lnTo>
                  <a:lnTo>
                    <a:pt x="232395" y="319685"/>
                  </a:lnTo>
                  <a:lnTo>
                    <a:pt x="237226" y="317546"/>
                  </a:lnTo>
                  <a:lnTo>
                    <a:pt x="241987" y="315256"/>
                  </a:lnTo>
                  <a:lnTo>
                    <a:pt x="246673" y="312817"/>
                  </a:lnTo>
                  <a:lnTo>
                    <a:pt x="251280" y="310231"/>
                  </a:lnTo>
                  <a:lnTo>
                    <a:pt x="255803" y="307500"/>
                  </a:lnTo>
                  <a:lnTo>
                    <a:pt x="260237" y="304628"/>
                  </a:lnTo>
                  <a:lnTo>
                    <a:pt x="264578" y="301617"/>
                  </a:lnTo>
                  <a:lnTo>
                    <a:pt x="268822" y="298471"/>
                  </a:lnTo>
                  <a:lnTo>
                    <a:pt x="272964" y="295192"/>
                  </a:lnTo>
                  <a:lnTo>
                    <a:pt x="277001" y="291784"/>
                  </a:lnTo>
                  <a:lnTo>
                    <a:pt x="280928" y="288250"/>
                  </a:lnTo>
                  <a:lnTo>
                    <a:pt x="284742" y="284594"/>
                  </a:lnTo>
                  <a:lnTo>
                    <a:pt x="288437" y="280819"/>
                  </a:lnTo>
                  <a:lnTo>
                    <a:pt x="292012" y="276929"/>
                  </a:lnTo>
                  <a:lnTo>
                    <a:pt x="295462" y="272928"/>
                  </a:lnTo>
                  <a:lnTo>
                    <a:pt x="298784" y="268820"/>
                  </a:lnTo>
                  <a:lnTo>
                    <a:pt x="301975" y="264609"/>
                  </a:lnTo>
                  <a:lnTo>
                    <a:pt x="305031" y="260299"/>
                  </a:lnTo>
                  <a:lnTo>
                    <a:pt x="307949" y="255895"/>
                  </a:lnTo>
                  <a:lnTo>
                    <a:pt x="310726" y="251401"/>
                  </a:lnTo>
                  <a:lnTo>
                    <a:pt x="313360" y="246822"/>
                  </a:lnTo>
                  <a:lnTo>
                    <a:pt x="315848" y="242161"/>
                  </a:lnTo>
                  <a:lnTo>
                    <a:pt x="318188" y="237424"/>
                  </a:lnTo>
                  <a:lnTo>
                    <a:pt x="320377" y="232616"/>
                  </a:lnTo>
                  <a:lnTo>
                    <a:pt x="322412" y="227741"/>
                  </a:lnTo>
                  <a:lnTo>
                    <a:pt x="324293" y="222804"/>
                  </a:lnTo>
                  <a:lnTo>
                    <a:pt x="326017" y="217810"/>
                  </a:lnTo>
                  <a:lnTo>
                    <a:pt x="327582" y="212764"/>
                  </a:lnTo>
                  <a:lnTo>
                    <a:pt x="328986" y="207671"/>
                  </a:lnTo>
                  <a:lnTo>
                    <a:pt x="330229" y="202536"/>
                  </a:lnTo>
                  <a:lnTo>
                    <a:pt x="331310" y="197365"/>
                  </a:lnTo>
                  <a:lnTo>
                    <a:pt x="332226" y="192162"/>
                  </a:lnTo>
                  <a:lnTo>
                    <a:pt x="332977" y="186933"/>
                  </a:lnTo>
                  <a:lnTo>
                    <a:pt x="333563" y="181682"/>
                  </a:lnTo>
                  <a:lnTo>
                    <a:pt x="333983" y="176416"/>
                  </a:lnTo>
                  <a:lnTo>
                    <a:pt x="334236" y="171139"/>
                  </a:lnTo>
                  <a:lnTo>
                    <a:pt x="334322" y="165856"/>
                  </a:lnTo>
                  <a:lnTo>
                    <a:pt x="334241" y="160574"/>
                  </a:lnTo>
                  <a:lnTo>
                    <a:pt x="333993" y="155297"/>
                  </a:lnTo>
                  <a:lnTo>
                    <a:pt x="333579" y="150030"/>
                  </a:lnTo>
                  <a:lnTo>
                    <a:pt x="332998" y="144779"/>
                  </a:lnTo>
                  <a:lnTo>
                    <a:pt x="332252" y="139549"/>
                  </a:lnTo>
                  <a:lnTo>
                    <a:pt x="331341" y="134345"/>
                  </a:lnTo>
                  <a:lnTo>
                    <a:pt x="330266" y="129172"/>
                  </a:lnTo>
                  <a:lnTo>
                    <a:pt x="329028" y="124036"/>
                  </a:lnTo>
                  <a:lnTo>
                    <a:pt x="327628" y="118942"/>
                  </a:lnTo>
                  <a:lnTo>
                    <a:pt x="326068" y="113895"/>
                  </a:lnTo>
                  <a:lnTo>
                    <a:pt x="324349" y="108899"/>
                  </a:lnTo>
                  <a:lnTo>
                    <a:pt x="322474" y="103960"/>
                  </a:lnTo>
                  <a:lnTo>
                    <a:pt x="320443" y="99083"/>
                  </a:lnTo>
                  <a:lnTo>
                    <a:pt x="318259" y="94272"/>
                  </a:lnTo>
                  <a:lnTo>
                    <a:pt x="315924" y="89533"/>
                  </a:lnTo>
                  <a:lnTo>
                    <a:pt x="313441" y="84870"/>
                  </a:lnTo>
                  <a:lnTo>
                    <a:pt x="310811" y="80288"/>
                  </a:lnTo>
                  <a:lnTo>
                    <a:pt x="308038" y="75791"/>
                  </a:lnTo>
                  <a:lnTo>
                    <a:pt x="305124" y="71384"/>
                  </a:lnTo>
                  <a:lnTo>
                    <a:pt x="302073" y="67072"/>
                  </a:lnTo>
                  <a:lnTo>
                    <a:pt x="298886" y="62858"/>
                  </a:lnTo>
                  <a:lnTo>
                    <a:pt x="295569" y="58747"/>
                  </a:lnTo>
                  <a:lnTo>
                    <a:pt x="292122" y="54742"/>
                  </a:lnTo>
                  <a:lnTo>
                    <a:pt x="288552" y="50849"/>
                  </a:lnTo>
                  <a:lnTo>
                    <a:pt x="284859" y="47070"/>
                  </a:lnTo>
                  <a:lnTo>
                    <a:pt x="281050" y="43410"/>
                  </a:lnTo>
                  <a:lnTo>
                    <a:pt x="277126" y="39872"/>
                  </a:lnTo>
                  <a:lnTo>
                    <a:pt x="273093" y="36460"/>
                  </a:lnTo>
                  <a:lnTo>
                    <a:pt x="268954" y="33177"/>
                  </a:lnTo>
                  <a:lnTo>
                    <a:pt x="264713" y="30026"/>
                  </a:lnTo>
                  <a:lnTo>
                    <a:pt x="260375" y="27011"/>
                  </a:lnTo>
                  <a:lnTo>
                    <a:pt x="255943" y="24135"/>
                  </a:lnTo>
                  <a:lnTo>
                    <a:pt x="251423" y="21400"/>
                  </a:lnTo>
                  <a:lnTo>
                    <a:pt x="246819" y="18809"/>
                  </a:lnTo>
                  <a:lnTo>
                    <a:pt x="242135" y="16365"/>
                  </a:lnTo>
                  <a:lnTo>
                    <a:pt x="237376" y="14070"/>
                  </a:lnTo>
                  <a:lnTo>
                    <a:pt x="232548" y="11927"/>
                  </a:lnTo>
                  <a:lnTo>
                    <a:pt x="227654" y="9938"/>
                  </a:lnTo>
                  <a:lnTo>
                    <a:pt x="222699" y="8104"/>
                  </a:lnTo>
                  <a:lnTo>
                    <a:pt x="217689" y="6427"/>
                  </a:lnTo>
                  <a:lnTo>
                    <a:pt x="212628" y="4910"/>
                  </a:lnTo>
                  <a:lnTo>
                    <a:pt x="207523" y="3553"/>
                  </a:lnTo>
                  <a:lnTo>
                    <a:pt x="202376" y="2359"/>
                  </a:lnTo>
                  <a:lnTo>
                    <a:pt x="167154" y="165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35221" cy="167167"/>
            </a:xfrm>
            <a:custGeom>
              <a:avLst/>
              <a:pathLst>
                <a:path w="35221" h="167167">
                  <a:moveTo>
                    <a:pt x="35221" y="3752"/>
                  </a:moveTo>
                  <a:lnTo>
                    <a:pt x="28254" y="2404"/>
                  </a:lnTo>
                  <a:lnTo>
                    <a:pt x="21235" y="1354"/>
                  </a:lnTo>
                  <a:lnTo>
                    <a:pt x="14178" y="602"/>
                  </a:lnTo>
                  <a:lnTo>
                    <a:pt x="7095" y="15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599" y="2633064"/>
              <a:ext cx="3148" cy="167167"/>
            </a:xfrm>
            <a:custGeom>
              <a:avLst/>
              <a:pathLst>
                <a:path w="3148" h="167167">
                  <a:moveTo>
                    <a:pt x="3148" y="0"/>
                  </a:moveTo>
                  <a:lnTo>
                    <a:pt x="0" y="29"/>
                  </a:lnTo>
                  <a:lnTo>
                    <a:pt x="3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599" y="2633093"/>
              <a:ext cx="3148" cy="167137"/>
            </a:xfrm>
            <a:custGeom>
              <a:avLst/>
              <a:pathLst>
                <a:path w="3148" h="167137">
                  <a:moveTo>
                    <a:pt x="0" y="0"/>
                  </a:moveTo>
                  <a:lnTo>
                    <a:pt x="3148" y="1671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1" y="2633093"/>
              <a:ext cx="334316" cy="334300"/>
            </a:xfrm>
            <a:custGeom>
              <a:avLst/>
              <a:pathLst>
                <a:path w="334316" h="334300">
                  <a:moveTo>
                    <a:pt x="164017" y="0"/>
                  </a:moveTo>
                  <a:lnTo>
                    <a:pt x="158736" y="183"/>
                  </a:lnTo>
                  <a:lnTo>
                    <a:pt x="153462" y="532"/>
                  </a:lnTo>
                  <a:lnTo>
                    <a:pt x="148203" y="1049"/>
                  </a:lnTo>
                  <a:lnTo>
                    <a:pt x="142962" y="1731"/>
                  </a:lnTo>
                  <a:lnTo>
                    <a:pt x="137746" y="2579"/>
                  </a:lnTo>
                  <a:lnTo>
                    <a:pt x="132559" y="3591"/>
                  </a:lnTo>
                  <a:lnTo>
                    <a:pt x="127406" y="4767"/>
                  </a:lnTo>
                  <a:lnTo>
                    <a:pt x="122294" y="6105"/>
                  </a:lnTo>
                  <a:lnTo>
                    <a:pt x="117226" y="7604"/>
                  </a:lnTo>
                  <a:lnTo>
                    <a:pt x="112208" y="9262"/>
                  </a:lnTo>
                  <a:lnTo>
                    <a:pt x="107245" y="11078"/>
                  </a:lnTo>
                  <a:lnTo>
                    <a:pt x="102342" y="13051"/>
                  </a:lnTo>
                  <a:lnTo>
                    <a:pt x="97503" y="15177"/>
                  </a:lnTo>
                  <a:lnTo>
                    <a:pt x="92735" y="17455"/>
                  </a:lnTo>
                  <a:lnTo>
                    <a:pt x="88040" y="19882"/>
                  </a:lnTo>
                  <a:lnTo>
                    <a:pt x="83425" y="22457"/>
                  </a:lnTo>
                  <a:lnTo>
                    <a:pt x="78894" y="25176"/>
                  </a:lnTo>
                  <a:lnTo>
                    <a:pt x="74450" y="28038"/>
                  </a:lnTo>
                  <a:lnTo>
                    <a:pt x="70100" y="31038"/>
                  </a:lnTo>
                  <a:lnTo>
                    <a:pt x="65846" y="34174"/>
                  </a:lnTo>
                  <a:lnTo>
                    <a:pt x="61694" y="37444"/>
                  </a:lnTo>
                  <a:lnTo>
                    <a:pt x="57647" y="40842"/>
                  </a:lnTo>
                  <a:lnTo>
                    <a:pt x="53709" y="44367"/>
                  </a:lnTo>
                  <a:lnTo>
                    <a:pt x="49885" y="48015"/>
                  </a:lnTo>
                  <a:lnTo>
                    <a:pt x="46178" y="51782"/>
                  </a:lnTo>
                  <a:lnTo>
                    <a:pt x="42592" y="55664"/>
                  </a:lnTo>
                  <a:lnTo>
                    <a:pt x="39131" y="59658"/>
                  </a:lnTo>
                  <a:lnTo>
                    <a:pt x="35797" y="63759"/>
                  </a:lnTo>
                  <a:lnTo>
                    <a:pt x="32595" y="67963"/>
                  </a:lnTo>
                  <a:lnTo>
                    <a:pt x="29527" y="72266"/>
                  </a:lnTo>
                  <a:lnTo>
                    <a:pt x="26597" y="76665"/>
                  </a:lnTo>
                  <a:lnTo>
                    <a:pt x="23808" y="81153"/>
                  </a:lnTo>
                  <a:lnTo>
                    <a:pt x="21161" y="85728"/>
                  </a:lnTo>
                  <a:lnTo>
                    <a:pt x="18661" y="90384"/>
                  </a:lnTo>
                  <a:lnTo>
                    <a:pt x="16309" y="95116"/>
                  </a:lnTo>
                  <a:lnTo>
                    <a:pt x="14108" y="99921"/>
                  </a:lnTo>
                  <a:lnTo>
                    <a:pt x="12060" y="104793"/>
                  </a:lnTo>
                  <a:lnTo>
                    <a:pt x="10166" y="109727"/>
                  </a:lnTo>
                  <a:lnTo>
                    <a:pt x="8430" y="114718"/>
                  </a:lnTo>
                  <a:lnTo>
                    <a:pt x="6852" y="119762"/>
                  </a:lnTo>
                  <a:lnTo>
                    <a:pt x="5435" y="124854"/>
                  </a:lnTo>
                  <a:lnTo>
                    <a:pt x="4179" y="129987"/>
                  </a:lnTo>
                  <a:lnTo>
                    <a:pt x="3086" y="135158"/>
                  </a:lnTo>
                  <a:lnTo>
                    <a:pt x="2157" y="140360"/>
                  </a:lnTo>
                  <a:lnTo>
                    <a:pt x="1393" y="145590"/>
                  </a:lnTo>
                  <a:lnTo>
                    <a:pt x="795" y="150841"/>
                  </a:lnTo>
                  <a:lnTo>
                    <a:pt x="363" y="156108"/>
                  </a:lnTo>
                  <a:lnTo>
                    <a:pt x="98" y="161386"/>
                  </a:lnTo>
                  <a:lnTo>
                    <a:pt x="0" y="166670"/>
                  </a:lnTo>
                  <a:lnTo>
                    <a:pt x="68" y="171954"/>
                  </a:lnTo>
                  <a:lnTo>
                    <a:pt x="304" y="177234"/>
                  </a:lnTo>
                  <a:lnTo>
                    <a:pt x="707" y="182503"/>
                  </a:lnTo>
                  <a:lnTo>
                    <a:pt x="1275" y="187758"/>
                  </a:lnTo>
                  <a:lnTo>
                    <a:pt x="2010" y="192991"/>
                  </a:lnTo>
                  <a:lnTo>
                    <a:pt x="2910" y="198199"/>
                  </a:lnTo>
                  <a:lnTo>
                    <a:pt x="3974" y="203376"/>
                  </a:lnTo>
                  <a:lnTo>
                    <a:pt x="5201" y="208516"/>
                  </a:lnTo>
                  <a:lnTo>
                    <a:pt x="6590" y="213615"/>
                  </a:lnTo>
                  <a:lnTo>
                    <a:pt x="8139" y="218668"/>
                  </a:lnTo>
                  <a:lnTo>
                    <a:pt x="9848" y="223669"/>
                  </a:lnTo>
                  <a:lnTo>
                    <a:pt x="11713" y="228613"/>
                  </a:lnTo>
                  <a:lnTo>
                    <a:pt x="13734" y="233497"/>
                  </a:lnTo>
                  <a:lnTo>
                    <a:pt x="15909" y="238314"/>
                  </a:lnTo>
                  <a:lnTo>
                    <a:pt x="18234" y="243059"/>
                  </a:lnTo>
                  <a:lnTo>
                    <a:pt x="20708" y="247729"/>
                  </a:lnTo>
                  <a:lnTo>
                    <a:pt x="23329" y="252318"/>
                  </a:lnTo>
                  <a:lnTo>
                    <a:pt x="26094" y="256823"/>
                  </a:lnTo>
                  <a:lnTo>
                    <a:pt x="28999" y="261237"/>
                  </a:lnTo>
                  <a:lnTo>
                    <a:pt x="32043" y="265558"/>
                  </a:lnTo>
                  <a:lnTo>
                    <a:pt x="35221" y="269780"/>
                  </a:lnTo>
                  <a:lnTo>
                    <a:pt x="38532" y="273899"/>
                  </a:lnTo>
                  <a:lnTo>
                    <a:pt x="41971" y="277912"/>
                  </a:lnTo>
                  <a:lnTo>
                    <a:pt x="45535" y="281814"/>
                  </a:lnTo>
                  <a:lnTo>
                    <a:pt x="49221" y="285602"/>
                  </a:lnTo>
                  <a:lnTo>
                    <a:pt x="53024" y="289271"/>
                  </a:lnTo>
                  <a:lnTo>
                    <a:pt x="56942" y="292818"/>
                  </a:lnTo>
                  <a:lnTo>
                    <a:pt x="60970" y="296239"/>
                  </a:lnTo>
                  <a:lnTo>
                    <a:pt x="65104" y="299532"/>
                  </a:lnTo>
                  <a:lnTo>
                    <a:pt x="69340" y="302692"/>
                  </a:lnTo>
                  <a:lnTo>
                    <a:pt x="73674" y="305716"/>
                  </a:lnTo>
                  <a:lnTo>
                    <a:pt x="78101" y="308602"/>
                  </a:lnTo>
                  <a:lnTo>
                    <a:pt x="82617" y="311347"/>
                  </a:lnTo>
                  <a:lnTo>
                    <a:pt x="87218" y="313948"/>
                  </a:lnTo>
                  <a:lnTo>
                    <a:pt x="91899" y="316401"/>
                  </a:lnTo>
                  <a:lnTo>
                    <a:pt x="96655" y="318706"/>
                  </a:lnTo>
                  <a:lnTo>
                    <a:pt x="101481" y="320859"/>
                  </a:lnTo>
                  <a:lnTo>
                    <a:pt x="106373" y="322859"/>
                  </a:lnTo>
                  <a:lnTo>
                    <a:pt x="111326" y="324702"/>
                  </a:lnTo>
                  <a:lnTo>
                    <a:pt x="116334" y="326389"/>
                  </a:lnTo>
                  <a:lnTo>
                    <a:pt x="121394" y="327916"/>
                  </a:lnTo>
                  <a:lnTo>
                    <a:pt x="126499" y="329283"/>
                  </a:lnTo>
                  <a:lnTo>
                    <a:pt x="131645" y="330487"/>
                  </a:lnTo>
                  <a:lnTo>
                    <a:pt x="136826" y="331528"/>
                  </a:lnTo>
                  <a:lnTo>
                    <a:pt x="142038" y="332405"/>
                  </a:lnTo>
                  <a:lnTo>
                    <a:pt x="147274" y="333117"/>
                  </a:lnTo>
                  <a:lnTo>
                    <a:pt x="152531" y="333663"/>
                  </a:lnTo>
                  <a:lnTo>
                    <a:pt x="157802" y="334042"/>
                  </a:lnTo>
                  <a:lnTo>
                    <a:pt x="163083" y="334255"/>
                  </a:lnTo>
                  <a:lnTo>
                    <a:pt x="168367" y="334300"/>
                  </a:lnTo>
                  <a:lnTo>
                    <a:pt x="173651" y="334179"/>
                  </a:lnTo>
                  <a:lnTo>
                    <a:pt x="178928" y="333890"/>
                  </a:lnTo>
                  <a:lnTo>
                    <a:pt x="184193" y="333435"/>
                  </a:lnTo>
                  <a:lnTo>
                    <a:pt x="189441" y="332814"/>
                  </a:lnTo>
                  <a:lnTo>
                    <a:pt x="194667" y="332027"/>
                  </a:lnTo>
                  <a:lnTo>
                    <a:pt x="199866" y="331075"/>
                  </a:lnTo>
                  <a:lnTo>
                    <a:pt x="205032" y="329960"/>
                  </a:lnTo>
                  <a:lnTo>
                    <a:pt x="210160" y="328681"/>
                  </a:lnTo>
                  <a:lnTo>
                    <a:pt x="215245" y="327242"/>
                  </a:lnTo>
                  <a:lnTo>
                    <a:pt x="220281" y="325642"/>
                  </a:lnTo>
                  <a:lnTo>
                    <a:pt x="225265" y="323884"/>
                  </a:lnTo>
                  <a:lnTo>
                    <a:pt x="230191" y="321969"/>
                  </a:lnTo>
                  <a:lnTo>
                    <a:pt x="235054" y="319899"/>
                  </a:lnTo>
                  <a:lnTo>
                    <a:pt x="239849" y="317677"/>
                  </a:lnTo>
                  <a:lnTo>
                    <a:pt x="244571" y="315304"/>
                  </a:lnTo>
                  <a:lnTo>
                    <a:pt x="249216" y="312783"/>
                  </a:lnTo>
                  <a:lnTo>
                    <a:pt x="253779" y="310117"/>
                  </a:lnTo>
                  <a:lnTo>
                    <a:pt x="258255" y="307308"/>
                  </a:lnTo>
                  <a:lnTo>
                    <a:pt x="262641" y="304358"/>
                  </a:lnTo>
                  <a:lnTo>
                    <a:pt x="266930" y="301272"/>
                  </a:lnTo>
                  <a:lnTo>
                    <a:pt x="271121" y="298051"/>
                  </a:lnTo>
                  <a:lnTo>
                    <a:pt x="275207" y="294700"/>
                  </a:lnTo>
                  <a:lnTo>
                    <a:pt x="279185" y="291221"/>
                  </a:lnTo>
                  <a:lnTo>
                    <a:pt x="283052" y="287618"/>
                  </a:lnTo>
                  <a:lnTo>
                    <a:pt x="286802" y="283894"/>
                  </a:lnTo>
                  <a:lnTo>
                    <a:pt x="290433" y="280054"/>
                  </a:lnTo>
                  <a:lnTo>
                    <a:pt x="293941" y="276101"/>
                  </a:lnTo>
                  <a:lnTo>
                    <a:pt x="297322" y="272040"/>
                  </a:lnTo>
                  <a:lnTo>
                    <a:pt x="300573" y="267873"/>
                  </a:lnTo>
                  <a:lnTo>
                    <a:pt x="303690" y="263606"/>
                  </a:lnTo>
                  <a:lnTo>
                    <a:pt x="306672" y="259242"/>
                  </a:lnTo>
                  <a:lnTo>
                    <a:pt x="309513" y="254786"/>
                  </a:lnTo>
                  <a:lnTo>
                    <a:pt x="312213" y="250243"/>
                  </a:lnTo>
                  <a:lnTo>
                    <a:pt x="314767" y="245616"/>
                  </a:lnTo>
                  <a:lnTo>
                    <a:pt x="317174" y="240911"/>
                  </a:lnTo>
                  <a:lnTo>
                    <a:pt x="319431" y="236133"/>
                  </a:lnTo>
                  <a:lnTo>
                    <a:pt x="321536" y="231285"/>
                  </a:lnTo>
                  <a:lnTo>
                    <a:pt x="323487" y="226373"/>
                  </a:lnTo>
                  <a:lnTo>
                    <a:pt x="325281" y="221402"/>
                  </a:lnTo>
                  <a:lnTo>
                    <a:pt x="326917" y="216377"/>
                  </a:lnTo>
                  <a:lnTo>
                    <a:pt x="328394" y="211303"/>
                  </a:lnTo>
                  <a:lnTo>
                    <a:pt x="329710" y="206184"/>
                  </a:lnTo>
                  <a:lnTo>
                    <a:pt x="330863" y="201027"/>
                  </a:lnTo>
                  <a:lnTo>
                    <a:pt x="331852" y="195835"/>
                  </a:lnTo>
                  <a:lnTo>
                    <a:pt x="332677" y="190615"/>
                  </a:lnTo>
                  <a:lnTo>
                    <a:pt x="333336" y="185371"/>
                  </a:lnTo>
                  <a:lnTo>
                    <a:pt x="333830" y="180110"/>
                  </a:lnTo>
                  <a:lnTo>
                    <a:pt x="334156" y="174835"/>
                  </a:lnTo>
                  <a:lnTo>
                    <a:pt x="334316" y="169552"/>
                  </a:lnTo>
                  <a:lnTo>
                    <a:pt x="334309" y="164268"/>
                  </a:lnTo>
                  <a:lnTo>
                    <a:pt x="334135" y="158986"/>
                  </a:lnTo>
                  <a:lnTo>
                    <a:pt x="333794" y="153712"/>
                  </a:lnTo>
                  <a:lnTo>
                    <a:pt x="333286" y="148451"/>
                  </a:lnTo>
                  <a:lnTo>
                    <a:pt x="332612" y="143210"/>
                  </a:lnTo>
                  <a:lnTo>
                    <a:pt x="331773" y="137992"/>
                  </a:lnTo>
                  <a:lnTo>
                    <a:pt x="330770" y="132803"/>
                  </a:lnTo>
                  <a:lnTo>
                    <a:pt x="329603" y="127649"/>
                  </a:lnTo>
                  <a:lnTo>
                    <a:pt x="328273" y="122534"/>
                  </a:lnTo>
                  <a:lnTo>
                    <a:pt x="326783" y="117463"/>
                  </a:lnTo>
                  <a:lnTo>
                    <a:pt x="325133" y="112443"/>
                  </a:lnTo>
                  <a:lnTo>
                    <a:pt x="323325" y="107477"/>
                  </a:lnTo>
                  <a:lnTo>
                    <a:pt x="321361" y="102570"/>
                  </a:lnTo>
                  <a:lnTo>
                    <a:pt x="319243" y="97728"/>
                  </a:lnTo>
                  <a:lnTo>
                    <a:pt x="316973" y="92956"/>
                  </a:lnTo>
                  <a:lnTo>
                    <a:pt x="314553" y="88257"/>
                  </a:lnTo>
                  <a:lnTo>
                    <a:pt x="311986" y="83638"/>
                  </a:lnTo>
                  <a:lnTo>
                    <a:pt x="309274" y="79102"/>
                  </a:lnTo>
                  <a:lnTo>
                    <a:pt x="306421" y="74654"/>
                  </a:lnTo>
                  <a:lnTo>
                    <a:pt x="303428" y="70298"/>
                  </a:lnTo>
                  <a:lnTo>
                    <a:pt x="300298" y="66039"/>
                  </a:lnTo>
                  <a:lnTo>
                    <a:pt x="297036" y="61881"/>
                  </a:lnTo>
                  <a:lnTo>
                    <a:pt x="293644" y="57829"/>
                  </a:lnTo>
                  <a:lnTo>
                    <a:pt x="290126" y="53885"/>
                  </a:lnTo>
                  <a:lnTo>
                    <a:pt x="286484" y="50055"/>
                  </a:lnTo>
                  <a:lnTo>
                    <a:pt x="282724" y="46342"/>
                  </a:lnTo>
                  <a:lnTo>
                    <a:pt x="278847" y="42750"/>
                  </a:lnTo>
                  <a:lnTo>
                    <a:pt x="274860" y="39282"/>
                  </a:lnTo>
                  <a:lnTo>
                    <a:pt x="270764" y="35941"/>
                  </a:lnTo>
                  <a:lnTo>
                    <a:pt x="266565" y="32732"/>
                  </a:lnTo>
                  <a:lnTo>
                    <a:pt x="262267" y="29657"/>
                  </a:lnTo>
                  <a:lnTo>
                    <a:pt x="257874" y="26720"/>
                  </a:lnTo>
                  <a:lnTo>
                    <a:pt x="253390" y="23923"/>
                  </a:lnTo>
                  <a:lnTo>
                    <a:pt x="248820" y="21269"/>
                  </a:lnTo>
                  <a:lnTo>
                    <a:pt x="167166" y="1671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81653" cy="167167"/>
            </a:xfrm>
            <a:custGeom>
              <a:avLst/>
              <a:pathLst>
                <a:path w="81653" h="167167">
                  <a:moveTo>
                    <a:pt x="81653" y="21298"/>
                  </a:moveTo>
                  <a:lnTo>
                    <a:pt x="76644" y="18605"/>
                  </a:lnTo>
                  <a:lnTo>
                    <a:pt x="71546" y="16084"/>
                  </a:lnTo>
                  <a:lnTo>
                    <a:pt x="66366" y="13738"/>
                  </a:lnTo>
                  <a:lnTo>
                    <a:pt x="61109" y="11569"/>
                  </a:lnTo>
                  <a:lnTo>
                    <a:pt x="55781" y="9581"/>
                  </a:lnTo>
                  <a:lnTo>
                    <a:pt x="50388" y="7775"/>
                  </a:lnTo>
                  <a:lnTo>
                    <a:pt x="44938" y="6153"/>
                  </a:lnTo>
                  <a:lnTo>
                    <a:pt x="39435" y="4718"/>
                  </a:lnTo>
                  <a:lnTo>
                    <a:pt x="33886" y="3470"/>
                  </a:lnTo>
                  <a:lnTo>
                    <a:pt x="28299" y="2412"/>
                  </a:lnTo>
                  <a:lnTo>
                    <a:pt x="22678" y="1545"/>
                  </a:lnTo>
                  <a:lnTo>
                    <a:pt x="17032" y="869"/>
                  </a:lnTo>
                  <a:lnTo>
                    <a:pt x="11365" y="386"/>
                  </a:lnTo>
                  <a:lnTo>
                    <a:pt x="568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695" y="3170392"/>
              <a:ext cx="16284" cy="167167"/>
            </a:xfrm>
            <a:custGeom>
              <a:avLst/>
              <a:pathLst>
                <a:path w="16284" h="167167">
                  <a:moveTo>
                    <a:pt x="16284" y="0"/>
                  </a:moveTo>
                  <a:lnTo>
                    <a:pt x="8132" y="198"/>
                  </a:lnTo>
                  <a:lnTo>
                    <a:pt x="0" y="795"/>
                  </a:lnTo>
                  <a:lnTo>
                    <a:pt x="1628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9695" y="3171187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28" y="3171187"/>
              <a:ext cx="334305" cy="333539"/>
            </a:xfrm>
            <a:custGeom>
              <a:avLst/>
              <a:pathLst>
                <a:path w="334305" h="333539">
                  <a:moveTo>
                    <a:pt x="150867" y="0"/>
                  </a:moveTo>
                  <a:lnTo>
                    <a:pt x="145596" y="600"/>
                  </a:lnTo>
                  <a:lnTo>
                    <a:pt x="140347" y="1367"/>
                  </a:lnTo>
                  <a:lnTo>
                    <a:pt x="135125" y="2301"/>
                  </a:lnTo>
                  <a:lnTo>
                    <a:pt x="129935" y="3400"/>
                  </a:lnTo>
                  <a:lnTo>
                    <a:pt x="124783" y="4663"/>
                  </a:lnTo>
                  <a:lnTo>
                    <a:pt x="119673" y="6089"/>
                  </a:lnTo>
                  <a:lnTo>
                    <a:pt x="114611" y="7676"/>
                  </a:lnTo>
                  <a:lnTo>
                    <a:pt x="109602" y="9423"/>
                  </a:lnTo>
                  <a:lnTo>
                    <a:pt x="104651" y="11328"/>
                  </a:lnTo>
                  <a:lnTo>
                    <a:pt x="99763" y="13389"/>
                  </a:lnTo>
                  <a:lnTo>
                    <a:pt x="94943" y="15604"/>
                  </a:lnTo>
                  <a:lnTo>
                    <a:pt x="90196" y="17971"/>
                  </a:lnTo>
                  <a:lnTo>
                    <a:pt x="85526" y="20488"/>
                  </a:lnTo>
                  <a:lnTo>
                    <a:pt x="80938" y="23151"/>
                  </a:lnTo>
                  <a:lnTo>
                    <a:pt x="76437" y="25959"/>
                  </a:lnTo>
                  <a:lnTo>
                    <a:pt x="72027" y="28908"/>
                  </a:lnTo>
                  <a:lnTo>
                    <a:pt x="67713" y="31996"/>
                  </a:lnTo>
                  <a:lnTo>
                    <a:pt x="63500" y="35219"/>
                  </a:lnTo>
                  <a:lnTo>
                    <a:pt x="59390" y="38573"/>
                  </a:lnTo>
                  <a:lnTo>
                    <a:pt x="55390" y="42057"/>
                  </a:lnTo>
                  <a:lnTo>
                    <a:pt x="51501" y="45666"/>
                  </a:lnTo>
                  <a:lnTo>
                    <a:pt x="47730" y="49396"/>
                  </a:lnTo>
                  <a:lnTo>
                    <a:pt x="44078" y="53244"/>
                  </a:lnTo>
                  <a:lnTo>
                    <a:pt x="40551" y="57207"/>
                  </a:lnTo>
                  <a:lnTo>
                    <a:pt x="37151" y="61279"/>
                  </a:lnTo>
                  <a:lnTo>
                    <a:pt x="33881" y="65456"/>
                  </a:lnTo>
                  <a:lnTo>
                    <a:pt x="30746" y="69736"/>
                  </a:lnTo>
                  <a:lnTo>
                    <a:pt x="27749" y="74113"/>
                  </a:lnTo>
                  <a:lnTo>
                    <a:pt x="24892" y="78582"/>
                  </a:lnTo>
                  <a:lnTo>
                    <a:pt x="22178" y="83140"/>
                  </a:lnTo>
                  <a:lnTo>
                    <a:pt x="19610" y="87782"/>
                  </a:lnTo>
                  <a:lnTo>
                    <a:pt x="17191" y="92504"/>
                  </a:lnTo>
                  <a:lnTo>
                    <a:pt x="14922" y="97299"/>
                  </a:lnTo>
                  <a:lnTo>
                    <a:pt x="12807" y="102164"/>
                  </a:lnTo>
                  <a:lnTo>
                    <a:pt x="10848" y="107094"/>
                  </a:lnTo>
                  <a:lnTo>
                    <a:pt x="9045" y="112083"/>
                  </a:lnTo>
                  <a:lnTo>
                    <a:pt x="7402" y="117127"/>
                  </a:lnTo>
                  <a:lnTo>
                    <a:pt x="5920" y="122221"/>
                  </a:lnTo>
                  <a:lnTo>
                    <a:pt x="4601" y="127359"/>
                  </a:lnTo>
                  <a:lnTo>
                    <a:pt x="3445" y="132536"/>
                  </a:lnTo>
                  <a:lnTo>
                    <a:pt x="2453" y="137748"/>
                  </a:lnTo>
                  <a:lnTo>
                    <a:pt x="1628" y="142988"/>
                  </a:lnTo>
                  <a:lnTo>
                    <a:pt x="969" y="148252"/>
                  </a:lnTo>
                  <a:lnTo>
                    <a:pt x="478" y="153534"/>
                  </a:lnTo>
                  <a:lnTo>
                    <a:pt x="155" y="158829"/>
                  </a:lnTo>
                  <a:lnTo>
                    <a:pt x="0" y="164132"/>
                  </a:lnTo>
                  <a:lnTo>
                    <a:pt x="13" y="169436"/>
                  </a:lnTo>
                  <a:lnTo>
                    <a:pt x="194" y="174738"/>
                  </a:lnTo>
                  <a:lnTo>
                    <a:pt x="544" y="180032"/>
                  </a:lnTo>
                  <a:lnTo>
                    <a:pt x="1061" y="185311"/>
                  </a:lnTo>
                  <a:lnTo>
                    <a:pt x="1745" y="190572"/>
                  </a:lnTo>
                  <a:lnTo>
                    <a:pt x="2597" y="195808"/>
                  </a:lnTo>
                  <a:lnTo>
                    <a:pt x="3613" y="201014"/>
                  </a:lnTo>
                  <a:lnTo>
                    <a:pt x="4795" y="206186"/>
                  </a:lnTo>
                  <a:lnTo>
                    <a:pt x="6140" y="211318"/>
                  </a:lnTo>
                  <a:lnTo>
                    <a:pt x="7647" y="216404"/>
                  </a:lnTo>
                  <a:lnTo>
                    <a:pt x="9315" y="221440"/>
                  </a:lnTo>
                  <a:lnTo>
                    <a:pt x="11142" y="226420"/>
                  </a:lnTo>
                  <a:lnTo>
                    <a:pt x="13126" y="231340"/>
                  </a:lnTo>
                  <a:lnTo>
                    <a:pt x="15265" y="236195"/>
                  </a:lnTo>
                  <a:lnTo>
                    <a:pt x="17557" y="240979"/>
                  </a:lnTo>
                  <a:lnTo>
                    <a:pt x="19999" y="245688"/>
                  </a:lnTo>
                  <a:lnTo>
                    <a:pt x="22590" y="250317"/>
                  </a:lnTo>
                  <a:lnTo>
                    <a:pt x="25326" y="254862"/>
                  </a:lnTo>
                  <a:lnTo>
                    <a:pt x="28206" y="259317"/>
                  </a:lnTo>
                  <a:lnTo>
                    <a:pt x="31225" y="263679"/>
                  </a:lnTo>
                  <a:lnTo>
                    <a:pt x="34381" y="267943"/>
                  </a:lnTo>
                  <a:lnTo>
                    <a:pt x="37670" y="272105"/>
                  </a:lnTo>
                  <a:lnTo>
                    <a:pt x="41091" y="276160"/>
                  </a:lnTo>
                  <a:lnTo>
                    <a:pt x="44638" y="280105"/>
                  </a:lnTo>
                  <a:lnTo>
                    <a:pt x="48308" y="283935"/>
                  </a:lnTo>
                  <a:lnTo>
                    <a:pt x="52098" y="287647"/>
                  </a:lnTo>
                  <a:lnTo>
                    <a:pt x="56004" y="291236"/>
                  </a:lnTo>
                  <a:lnTo>
                    <a:pt x="60022" y="294700"/>
                  </a:lnTo>
                  <a:lnTo>
                    <a:pt x="64148" y="298035"/>
                  </a:lnTo>
                  <a:lnTo>
                    <a:pt x="68377" y="301237"/>
                  </a:lnTo>
                  <a:lnTo>
                    <a:pt x="72706" y="304303"/>
                  </a:lnTo>
                  <a:lnTo>
                    <a:pt x="77130" y="307230"/>
                  </a:lnTo>
                  <a:lnTo>
                    <a:pt x="81645" y="310016"/>
                  </a:lnTo>
                  <a:lnTo>
                    <a:pt x="86246" y="312657"/>
                  </a:lnTo>
                  <a:lnTo>
                    <a:pt x="90928" y="315150"/>
                  </a:lnTo>
                  <a:lnTo>
                    <a:pt x="95688" y="317494"/>
                  </a:lnTo>
                  <a:lnTo>
                    <a:pt x="100519" y="319685"/>
                  </a:lnTo>
                  <a:lnTo>
                    <a:pt x="105417" y="321722"/>
                  </a:lnTo>
                  <a:lnTo>
                    <a:pt x="110377" y="323603"/>
                  </a:lnTo>
                  <a:lnTo>
                    <a:pt x="115395" y="325325"/>
                  </a:lnTo>
                  <a:lnTo>
                    <a:pt x="120464" y="326887"/>
                  </a:lnTo>
                  <a:lnTo>
                    <a:pt x="125581" y="328288"/>
                  </a:lnTo>
                  <a:lnTo>
                    <a:pt x="130739" y="329525"/>
                  </a:lnTo>
                  <a:lnTo>
                    <a:pt x="135935" y="330599"/>
                  </a:lnTo>
                  <a:lnTo>
                    <a:pt x="141161" y="331506"/>
                  </a:lnTo>
                  <a:lnTo>
                    <a:pt x="146414" y="332248"/>
                  </a:lnTo>
                  <a:lnTo>
                    <a:pt x="151688" y="332822"/>
                  </a:lnTo>
                  <a:lnTo>
                    <a:pt x="156977" y="333229"/>
                  </a:lnTo>
                  <a:lnTo>
                    <a:pt x="162277" y="333468"/>
                  </a:lnTo>
                  <a:lnTo>
                    <a:pt x="167581" y="333539"/>
                  </a:lnTo>
                  <a:lnTo>
                    <a:pt x="172885" y="333441"/>
                  </a:lnTo>
                  <a:lnTo>
                    <a:pt x="178183" y="333175"/>
                  </a:lnTo>
                  <a:lnTo>
                    <a:pt x="183470" y="332741"/>
                  </a:lnTo>
                  <a:lnTo>
                    <a:pt x="188741" y="332139"/>
                  </a:lnTo>
                  <a:lnTo>
                    <a:pt x="193990" y="331371"/>
                  </a:lnTo>
                  <a:lnTo>
                    <a:pt x="199212" y="330436"/>
                  </a:lnTo>
                  <a:lnTo>
                    <a:pt x="204401" y="329336"/>
                  </a:lnTo>
                  <a:lnTo>
                    <a:pt x="209553" y="328072"/>
                  </a:lnTo>
                  <a:lnTo>
                    <a:pt x="214663" y="326646"/>
                  </a:lnTo>
                  <a:lnTo>
                    <a:pt x="219724" y="325057"/>
                  </a:lnTo>
                  <a:lnTo>
                    <a:pt x="224733" y="323309"/>
                  </a:lnTo>
                  <a:lnTo>
                    <a:pt x="229684" y="321403"/>
                  </a:lnTo>
                  <a:lnTo>
                    <a:pt x="234571" y="319341"/>
                  </a:lnTo>
                  <a:lnTo>
                    <a:pt x="239391" y="317125"/>
                  </a:lnTo>
                  <a:lnTo>
                    <a:pt x="244138" y="314757"/>
                  </a:lnTo>
                  <a:lnTo>
                    <a:pt x="248808" y="312239"/>
                  </a:lnTo>
                  <a:lnTo>
                    <a:pt x="253395" y="309575"/>
                  </a:lnTo>
                  <a:lnTo>
                    <a:pt x="257895" y="306766"/>
                  </a:lnTo>
                  <a:lnTo>
                    <a:pt x="262304" y="303816"/>
                  </a:lnTo>
                  <a:lnTo>
                    <a:pt x="266617" y="300728"/>
                  </a:lnTo>
                  <a:lnTo>
                    <a:pt x="270831" y="297504"/>
                  </a:lnTo>
                  <a:lnTo>
                    <a:pt x="274939" y="294149"/>
                  </a:lnTo>
                  <a:lnTo>
                    <a:pt x="278939" y="290664"/>
                  </a:lnTo>
                  <a:lnTo>
                    <a:pt x="282827" y="287054"/>
                  </a:lnTo>
                  <a:lnTo>
                    <a:pt x="286598" y="283323"/>
                  </a:lnTo>
                  <a:lnTo>
                    <a:pt x="290248" y="279474"/>
                  </a:lnTo>
                  <a:lnTo>
                    <a:pt x="293775" y="275512"/>
                  </a:lnTo>
                  <a:lnTo>
                    <a:pt x="297174" y="271439"/>
                  </a:lnTo>
                  <a:lnTo>
                    <a:pt x="300443" y="267260"/>
                  </a:lnTo>
                  <a:lnTo>
                    <a:pt x="303577" y="262980"/>
                  </a:lnTo>
                  <a:lnTo>
                    <a:pt x="306574" y="258603"/>
                  </a:lnTo>
                  <a:lnTo>
                    <a:pt x="309430" y="254133"/>
                  </a:lnTo>
                  <a:lnTo>
                    <a:pt x="312143" y="249574"/>
                  </a:lnTo>
                  <a:lnTo>
                    <a:pt x="314710" y="244932"/>
                  </a:lnTo>
                  <a:lnTo>
                    <a:pt x="317128" y="240210"/>
                  </a:lnTo>
                  <a:lnTo>
                    <a:pt x="319396" y="235414"/>
                  </a:lnTo>
                  <a:lnTo>
                    <a:pt x="321510" y="230549"/>
                  </a:lnTo>
                  <a:lnTo>
                    <a:pt x="323468" y="225619"/>
                  </a:lnTo>
                  <a:lnTo>
                    <a:pt x="325269" y="220629"/>
                  </a:lnTo>
                  <a:lnTo>
                    <a:pt x="326911" y="215584"/>
                  </a:lnTo>
                  <a:lnTo>
                    <a:pt x="328392" y="210490"/>
                  </a:lnTo>
                  <a:lnTo>
                    <a:pt x="329711" y="205352"/>
                  </a:lnTo>
                  <a:lnTo>
                    <a:pt x="330866" y="200174"/>
                  </a:lnTo>
                  <a:lnTo>
                    <a:pt x="331856" y="194963"/>
                  </a:lnTo>
                  <a:lnTo>
                    <a:pt x="332681" y="189722"/>
                  </a:lnTo>
                  <a:lnTo>
                    <a:pt x="333338" y="184458"/>
                  </a:lnTo>
                  <a:lnTo>
                    <a:pt x="333828" y="179176"/>
                  </a:lnTo>
                  <a:lnTo>
                    <a:pt x="334151" y="173881"/>
                  </a:lnTo>
                  <a:lnTo>
                    <a:pt x="334305" y="168578"/>
                  </a:lnTo>
                  <a:lnTo>
                    <a:pt x="334291" y="163274"/>
                  </a:lnTo>
                  <a:lnTo>
                    <a:pt x="334108" y="157972"/>
                  </a:lnTo>
                  <a:lnTo>
                    <a:pt x="333758" y="152679"/>
                  </a:lnTo>
                  <a:lnTo>
                    <a:pt x="333239" y="147399"/>
                  </a:lnTo>
                  <a:lnTo>
                    <a:pt x="332554" y="142139"/>
                  </a:lnTo>
                  <a:lnTo>
                    <a:pt x="331701" y="136903"/>
                  </a:lnTo>
                  <a:lnTo>
                    <a:pt x="330683" y="131696"/>
                  </a:lnTo>
                  <a:lnTo>
                    <a:pt x="329501" y="126525"/>
                  </a:lnTo>
                  <a:lnTo>
                    <a:pt x="328155" y="121394"/>
                  </a:lnTo>
                  <a:lnTo>
                    <a:pt x="326647" y="116308"/>
                  </a:lnTo>
                  <a:lnTo>
                    <a:pt x="324978" y="111272"/>
                  </a:lnTo>
                  <a:lnTo>
                    <a:pt x="323150" y="106292"/>
                  </a:lnTo>
                  <a:lnTo>
                    <a:pt x="321165" y="101373"/>
                  </a:lnTo>
                  <a:lnTo>
                    <a:pt x="319025" y="96518"/>
                  </a:lnTo>
                  <a:lnTo>
                    <a:pt x="316732" y="91735"/>
                  </a:lnTo>
                  <a:lnTo>
                    <a:pt x="314289" y="87026"/>
                  </a:lnTo>
                  <a:lnTo>
                    <a:pt x="311697" y="82397"/>
                  </a:lnTo>
                  <a:lnTo>
                    <a:pt x="308960" y="77853"/>
                  </a:lnTo>
                  <a:lnTo>
                    <a:pt x="306080" y="73398"/>
                  </a:lnTo>
                  <a:lnTo>
                    <a:pt x="303060" y="69037"/>
                  </a:lnTo>
                  <a:lnTo>
                    <a:pt x="299903" y="64774"/>
                  </a:lnTo>
                  <a:lnTo>
                    <a:pt x="296612" y="60613"/>
                  </a:lnTo>
                  <a:lnTo>
                    <a:pt x="293191" y="56558"/>
                  </a:lnTo>
                  <a:lnTo>
                    <a:pt x="289643" y="52614"/>
                  </a:lnTo>
                  <a:lnTo>
                    <a:pt x="167152" y="1663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22491" cy="167167"/>
            </a:xfrm>
            <a:custGeom>
              <a:avLst/>
              <a:pathLst>
                <a:path w="122491" h="167167">
                  <a:moveTo>
                    <a:pt x="122491" y="53409"/>
                  </a:moveTo>
                  <a:lnTo>
                    <a:pt x="118683" y="49442"/>
                  </a:lnTo>
                  <a:lnTo>
                    <a:pt x="114747" y="45603"/>
                  </a:lnTo>
                  <a:lnTo>
                    <a:pt x="110687" y="41895"/>
                  </a:lnTo>
                  <a:lnTo>
                    <a:pt x="106508" y="38322"/>
                  </a:lnTo>
                  <a:lnTo>
                    <a:pt x="102212" y="34889"/>
                  </a:lnTo>
                  <a:lnTo>
                    <a:pt x="97807" y="31599"/>
                  </a:lnTo>
                  <a:lnTo>
                    <a:pt x="93295" y="28456"/>
                  </a:lnTo>
                  <a:lnTo>
                    <a:pt x="88683" y="25462"/>
                  </a:lnTo>
                  <a:lnTo>
                    <a:pt x="83975" y="22622"/>
                  </a:lnTo>
                  <a:lnTo>
                    <a:pt x="79175" y="19939"/>
                  </a:lnTo>
                  <a:lnTo>
                    <a:pt x="74290" y="17414"/>
                  </a:lnTo>
                  <a:lnTo>
                    <a:pt x="69325" y="15052"/>
                  </a:lnTo>
                  <a:lnTo>
                    <a:pt x="64285" y="12854"/>
                  </a:lnTo>
                  <a:lnTo>
                    <a:pt x="59175" y="10824"/>
                  </a:lnTo>
                  <a:lnTo>
                    <a:pt x="54001" y="8962"/>
                  </a:lnTo>
                  <a:lnTo>
                    <a:pt x="48769" y="7272"/>
                  </a:lnTo>
                  <a:lnTo>
                    <a:pt x="43484" y="5754"/>
                  </a:lnTo>
                  <a:lnTo>
                    <a:pt x="38152" y="4411"/>
                  </a:lnTo>
                  <a:lnTo>
                    <a:pt x="32779" y="3245"/>
                  </a:lnTo>
                  <a:lnTo>
                    <a:pt x="27370" y="2255"/>
                  </a:lnTo>
                  <a:lnTo>
                    <a:pt x="21931" y="1444"/>
                  </a:lnTo>
                  <a:lnTo>
                    <a:pt x="16469" y="813"/>
                  </a:lnTo>
                  <a:lnTo>
                    <a:pt x="10989" y="361"/>
                  </a:lnTo>
                  <a:lnTo>
                    <a:pt x="549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397" y="3707720"/>
              <a:ext cx="3350" cy="167167"/>
            </a:xfrm>
            <a:custGeom>
              <a:avLst/>
              <a:pathLst>
                <a:path w="3350" h="167167">
                  <a:moveTo>
                    <a:pt x="3350" y="0"/>
                  </a:moveTo>
                  <a:lnTo>
                    <a:pt x="0" y="33"/>
                  </a:lnTo>
                  <a:lnTo>
                    <a:pt x="33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397" y="3707754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2" y="3707754"/>
              <a:ext cx="334330" cy="334291"/>
            </a:xfrm>
            <a:custGeom>
              <a:avLst/>
              <a:pathLst>
                <a:path w="334330" h="334291">
                  <a:moveTo>
                    <a:pt x="163815" y="0"/>
                  </a:moveTo>
                  <a:lnTo>
                    <a:pt x="158512" y="190"/>
                  </a:lnTo>
                  <a:lnTo>
                    <a:pt x="153219" y="549"/>
                  </a:lnTo>
                  <a:lnTo>
                    <a:pt x="147939" y="1075"/>
                  </a:lnTo>
                  <a:lnTo>
                    <a:pt x="142679" y="1769"/>
                  </a:lnTo>
                  <a:lnTo>
                    <a:pt x="137444" y="2629"/>
                  </a:lnTo>
                  <a:lnTo>
                    <a:pt x="132238" y="3655"/>
                  </a:lnTo>
                  <a:lnTo>
                    <a:pt x="127068" y="4846"/>
                  </a:lnTo>
                  <a:lnTo>
                    <a:pt x="121938" y="6200"/>
                  </a:lnTo>
                  <a:lnTo>
                    <a:pt x="116853" y="7717"/>
                  </a:lnTo>
                  <a:lnTo>
                    <a:pt x="111820" y="9394"/>
                  </a:lnTo>
                  <a:lnTo>
                    <a:pt x="106842" y="11229"/>
                  </a:lnTo>
                  <a:lnTo>
                    <a:pt x="101924" y="13222"/>
                  </a:lnTo>
                  <a:lnTo>
                    <a:pt x="97073" y="15370"/>
                  </a:lnTo>
                  <a:lnTo>
                    <a:pt x="92292" y="17671"/>
                  </a:lnTo>
                  <a:lnTo>
                    <a:pt x="87587" y="20122"/>
                  </a:lnTo>
                  <a:lnTo>
                    <a:pt x="82961" y="22722"/>
                  </a:lnTo>
                  <a:lnTo>
                    <a:pt x="78421" y="25467"/>
                  </a:lnTo>
                  <a:lnTo>
                    <a:pt x="73970" y="28355"/>
                  </a:lnTo>
                  <a:lnTo>
                    <a:pt x="69613" y="31382"/>
                  </a:lnTo>
                  <a:lnTo>
                    <a:pt x="65354" y="34546"/>
                  </a:lnTo>
                  <a:lnTo>
                    <a:pt x="61197" y="37844"/>
                  </a:lnTo>
                  <a:lnTo>
                    <a:pt x="57148" y="41272"/>
                  </a:lnTo>
                  <a:lnTo>
                    <a:pt x="53209" y="44827"/>
                  </a:lnTo>
                  <a:lnTo>
                    <a:pt x="49385" y="48505"/>
                  </a:lnTo>
                  <a:lnTo>
                    <a:pt x="45680" y="52302"/>
                  </a:lnTo>
                  <a:lnTo>
                    <a:pt x="42097" y="56215"/>
                  </a:lnTo>
                  <a:lnTo>
                    <a:pt x="38640" y="60240"/>
                  </a:lnTo>
                  <a:lnTo>
                    <a:pt x="35312" y="64373"/>
                  </a:lnTo>
                  <a:lnTo>
                    <a:pt x="32118" y="68609"/>
                  </a:lnTo>
                  <a:lnTo>
                    <a:pt x="29059" y="72944"/>
                  </a:lnTo>
                  <a:lnTo>
                    <a:pt x="26139" y="77374"/>
                  </a:lnTo>
                  <a:lnTo>
                    <a:pt x="23362" y="81895"/>
                  </a:lnTo>
                  <a:lnTo>
                    <a:pt x="20729" y="86502"/>
                  </a:lnTo>
                  <a:lnTo>
                    <a:pt x="18244" y="91189"/>
                  </a:lnTo>
                  <a:lnTo>
                    <a:pt x="15909" y="95953"/>
                  </a:lnTo>
                  <a:lnTo>
                    <a:pt x="13727" y="100789"/>
                  </a:lnTo>
                  <a:lnTo>
                    <a:pt x="11698" y="105692"/>
                  </a:lnTo>
                  <a:lnTo>
                    <a:pt x="9827" y="110657"/>
                  </a:lnTo>
                  <a:lnTo>
                    <a:pt x="8114" y="115678"/>
                  </a:lnTo>
                  <a:lnTo>
                    <a:pt x="6561" y="120752"/>
                  </a:lnTo>
                  <a:lnTo>
                    <a:pt x="5170" y="125872"/>
                  </a:lnTo>
                  <a:lnTo>
                    <a:pt x="3942" y="131034"/>
                  </a:lnTo>
                  <a:lnTo>
                    <a:pt x="2879" y="136232"/>
                  </a:lnTo>
                  <a:lnTo>
                    <a:pt x="1981" y="141461"/>
                  </a:lnTo>
                  <a:lnTo>
                    <a:pt x="1249" y="146716"/>
                  </a:lnTo>
                  <a:lnTo>
                    <a:pt x="685" y="151991"/>
                  </a:lnTo>
                  <a:lnTo>
                    <a:pt x="288" y="157282"/>
                  </a:lnTo>
                  <a:lnTo>
                    <a:pt x="60" y="162583"/>
                  </a:lnTo>
                  <a:lnTo>
                    <a:pt x="0" y="167888"/>
                  </a:lnTo>
                  <a:lnTo>
                    <a:pt x="108" y="173193"/>
                  </a:lnTo>
                  <a:lnTo>
                    <a:pt x="384" y="178491"/>
                  </a:lnTo>
                  <a:lnTo>
                    <a:pt x="829" y="183778"/>
                  </a:lnTo>
                  <a:lnTo>
                    <a:pt x="1441" y="189049"/>
                  </a:lnTo>
                  <a:lnTo>
                    <a:pt x="2220" y="194297"/>
                  </a:lnTo>
                  <a:lnTo>
                    <a:pt x="3165" y="199518"/>
                  </a:lnTo>
                  <a:lnTo>
                    <a:pt x="4275" y="204706"/>
                  </a:lnTo>
                  <a:lnTo>
                    <a:pt x="5549" y="209856"/>
                  </a:lnTo>
                  <a:lnTo>
                    <a:pt x="6987" y="214964"/>
                  </a:lnTo>
                  <a:lnTo>
                    <a:pt x="8585" y="220023"/>
                  </a:lnTo>
                  <a:lnTo>
                    <a:pt x="10343" y="225029"/>
                  </a:lnTo>
                  <a:lnTo>
                    <a:pt x="12260" y="229976"/>
                  </a:lnTo>
                  <a:lnTo>
                    <a:pt x="14332" y="234861"/>
                  </a:lnTo>
                  <a:lnTo>
                    <a:pt x="16558" y="239677"/>
                  </a:lnTo>
                  <a:lnTo>
                    <a:pt x="18936" y="244420"/>
                  </a:lnTo>
                  <a:lnTo>
                    <a:pt x="21464" y="249085"/>
                  </a:lnTo>
                  <a:lnTo>
                    <a:pt x="24138" y="253667"/>
                  </a:lnTo>
                  <a:lnTo>
                    <a:pt x="26956" y="258163"/>
                  </a:lnTo>
                  <a:lnTo>
                    <a:pt x="29915" y="262566"/>
                  </a:lnTo>
                  <a:lnTo>
                    <a:pt x="33013" y="266874"/>
                  </a:lnTo>
                  <a:lnTo>
                    <a:pt x="36246" y="271081"/>
                  </a:lnTo>
                  <a:lnTo>
                    <a:pt x="39611" y="275183"/>
                  </a:lnTo>
                  <a:lnTo>
                    <a:pt x="43104" y="279177"/>
                  </a:lnTo>
                  <a:lnTo>
                    <a:pt x="46722" y="283057"/>
                  </a:lnTo>
                  <a:lnTo>
                    <a:pt x="50461" y="286821"/>
                  </a:lnTo>
                  <a:lnTo>
                    <a:pt x="54318" y="290464"/>
                  </a:lnTo>
                  <a:lnTo>
                    <a:pt x="58289" y="293983"/>
                  </a:lnTo>
                  <a:lnTo>
                    <a:pt x="62370" y="297375"/>
                  </a:lnTo>
                  <a:lnTo>
                    <a:pt x="66556" y="300635"/>
                  </a:lnTo>
                  <a:lnTo>
                    <a:pt x="70843" y="303760"/>
                  </a:lnTo>
                  <a:lnTo>
                    <a:pt x="75227" y="306748"/>
                  </a:lnTo>
                  <a:lnTo>
                    <a:pt x="79704" y="309596"/>
                  </a:lnTo>
                  <a:lnTo>
                    <a:pt x="84269" y="312299"/>
                  </a:lnTo>
                  <a:lnTo>
                    <a:pt x="88918" y="314857"/>
                  </a:lnTo>
                  <a:lnTo>
                    <a:pt x="93645" y="317266"/>
                  </a:lnTo>
                  <a:lnTo>
                    <a:pt x="98447" y="319523"/>
                  </a:lnTo>
                  <a:lnTo>
                    <a:pt x="103317" y="321627"/>
                  </a:lnTo>
                  <a:lnTo>
                    <a:pt x="108252" y="323576"/>
                  </a:lnTo>
                  <a:lnTo>
                    <a:pt x="113247" y="325367"/>
                  </a:lnTo>
                  <a:lnTo>
                    <a:pt x="118295" y="326998"/>
                  </a:lnTo>
                  <a:lnTo>
                    <a:pt x="123393" y="328468"/>
                  </a:lnTo>
                  <a:lnTo>
                    <a:pt x="128535" y="329776"/>
                  </a:lnTo>
                  <a:lnTo>
                    <a:pt x="133716" y="330920"/>
                  </a:lnTo>
                  <a:lnTo>
                    <a:pt x="138931" y="331899"/>
                  </a:lnTo>
                  <a:lnTo>
                    <a:pt x="144174" y="332712"/>
                  </a:lnTo>
                  <a:lnTo>
                    <a:pt x="149440" y="333358"/>
                  </a:lnTo>
                  <a:lnTo>
                    <a:pt x="154724" y="333837"/>
                  </a:lnTo>
                  <a:lnTo>
                    <a:pt x="160021" y="334148"/>
                  </a:lnTo>
                  <a:lnTo>
                    <a:pt x="165324" y="334291"/>
                  </a:lnTo>
                  <a:lnTo>
                    <a:pt x="170630" y="334265"/>
                  </a:lnTo>
                  <a:lnTo>
                    <a:pt x="175932" y="334071"/>
                  </a:lnTo>
                  <a:lnTo>
                    <a:pt x="181225" y="333708"/>
                  </a:lnTo>
                  <a:lnTo>
                    <a:pt x="186505" y="333178"/>
                  </a:lnTo>
                  <a:lnTo>
                    <a:pt x="191764" y="332481"/>
                  </a:lnTo>
                  <a:lnTo>
                    <a:pt x="196999" y="331617"/>
                  </a:lnTo>
                  <a:lnTo>
                    <a:pt x="202204" y="330587"/>
                  </a:lnTo>
                  <a:lnTo>
                    <a:pt x="207373" y="329393"/>
                  </a:lnTo>
                  <a:lnTo>
                    <a:pt x="212503" y="328035"/>
                  </a:lnTo>
                  <a:lnTo>
                    <a:pt x="217586" y="326516"/>
                  </a:lnTo>
                  <a:lnTo>
                    <a:pt x="222618" y="324835"/>
                  </a:lnTo>
                  <a:lnTo>
                    <a:pt x="227595" y="322996"/>
                  </a:lnTo>
                  <a:lnTo>
                    <a:pt x="232511" y="321000"/>
                  </a:lnTo>
                  <a:lnTo>
                    <a:pt x="237361" y="318849"/>
                  </a:lnTo>
                  <a:lnTo>
                    <a:pt x="242140" y="316545"/>
                  </a:lnTo>
                  <a:lnTo>
                    <a:pt x="246844" y="314090"/>
                  </a:lnTo>
                  <a:lnTo>
                    <a:pt x="251468" y="311487"/>
                  </a:lnTo>
                  <a:lnTo>
                    <a:pt x="256006" y="308739"/>
                  </a:lnTo>
                  <a:lnTo>
                    <a:pt x="260455" y="305849"/>
                  </a:lnTo>
                  <a:lnTo>
                    <a:pt x="264810" y="302818"/>
                  </a:lnTo>
                  <a:lnTo>
                    <a:pt x="269067" y="299651"/>
                  </a:lnTo>
                  <a:lnTo>
                    <a:pt x="273221" y="296351"/>
                  </a:lnTo>
                  <a:lnTo>
                    <a:pt x="277268" y="292920"/>
                  </a:lnTo>
                  <a:lnTo>
                    <a:pt x="281205" y="289362"/>
                  </a:lnTo>
                  <a:lnTo>
                    <a:pt x="285026" y="285682"/>
                  </a:lnTo>
                  <a:lnTo>
                    <a:pt x="288729" y="281882"/>
                  </a:lnTo>
                  <a:lnTo>
                    <a:pt x="292309" y="277966"/>
                  </a:lnTo>
                  <a:lnTo>
                    <a:pt x="295764" y="273939"/>
                  </a:lnTo>
                  <a:lnTo>
                    <a:pt x="299088" y="269804"/>
                  </a:lnTo>
                  <a:lnTo>
                    <a:pt x="302280" y="265566"/>
                  </a:lnTo>
                  <a:lnTo>
                    <a:pt x="305336" y="261228"/>
                  </a:lnTo>
                  <a:lnTo>
                    <a:pt x="308252" y="256796"/>
                  </a:lnTo>
                  <a:lnTo>
                    <a:pt x="311027" y="252274"/>
                  </a:lnTo>
                  <a:lnTo>
                    <a:pt x="313656" y="247665"/>
                  </a:lnTo>
                  <a:lnTo>
                    <a:pt x="316138" y="242976"/>
                  </a:lnTo>
                  <a:lnTo>
                    <a:pt x="318470" y="238210"/>
                  </a:lnTo>
                  <a:lnTo>
                    <a:pt x="320649" y="233373"/>
                  </a:lnTo>
                  <a:lnTo>
                    <a:pt x="322674" y="228468"/>
                  </a:lnTo>
                  <a:lnTo>
                    <a:pt x="324542" y="223503"/>
                  </a:lnTo>
                  <a:lnTo>
                    <a:pt x="326252" y="218480"/>
                  </a:lnTo>
                  <a:lnTo>
                    <a:pt x="327801" y="213405"/>
                  </a:lnTo>
                  <a:lnTo>
                    <a:pt x="329189" y="208284"/>
                  </a:lnTo>
                  <a:lnTo>
                    <a:pt x="330413" y="203122"/>
                  </a:lnTo>
                  <a:lnTo>
                    <a:pt x="331473" y="197923"/>
                  </a:lnTo>
                  <a:lnTo>
                    <a:pt x="332367" y="192693"/>
                  </a:lnTo>
                  <a:lnTo>
                    <a:pt x="333095" y="187438"/>
                  </a:lnTo>
                  <a:lnTo>
                    <a:pt x="333656" y="182162"/>
                  </a:lnTo>
                  <a:lnTo>
                    <a:pt x="334049" y="176871"/>
                  </a:lnTo>
                  <a:lnTo>
                    <a:pt x="334274" y="171570"/>
                  </a:lnTo>
                  <a:lnTo>
                    <a:pt x="334330" y="166264"/>
                  </a:lnTo>
                  <a:lnTo>
                    <a:pt x="334219" y="160960"/>
                  </a:lnTo>
                  <a:lnTo>
                    <a:pt x="333939" y="155662"/>
                  </a:lnTo>
                  <a:lnTo>
                    <a:pt x="333491" y="150375"/>
                  </a:lnTo>
                  <a:lnTo>
                    <a:pt x="332875" y="145105"/>
                  </a:lnTo>
                  <a:lnTo>
                    <a:pt x="332092" y="139857"/>
                  </a:lnTo>
                  <a:lnTo>
                    <a:pt x="331144" y="134637"/>
                  </a:lnTo>
                  <a:lnTo>
                    <a:pt x="330030" y="129450"/>
                  </a:lnTo>
                  <a:lnTo>
                    <a:pt x="328752" y="124300"/>
                  </a:lnTo>
                  <a:lnTo>
                    <a:pt x="327311" y="119194"/>
                  </a:lnTo>
                  <a:lnTo>
                    <a:pt x="325709" y="114136"/>
                  </a:lnTo>
                  <a:lnTo>
                    <a:pt x="323948" y="109131"/>
                  </a:lnTo>
                  <a:lnTo>
                    <a:pt x="322028" y="104185"/>
                  </a:lnTo>
                  <a:lnTo>
                    <a:pt x="319952" y="99302"/>
                  </a:lnTo>
                  <a:lnTo>
                    <a:pt x="317723" y="94487"/>
                  </a:lnTo>
                  <a:lnTo>
                    <a:pt x="315341" y="89746"/>
                  </a:lnTo>
                  <a:lnTo>
                    <a:pt x="312811" y="85083"/>
                  </a:lnTo>
                  <a:lnTo>
                    <a:pt x="310134" y="80502"/>
                  </a:lnTo>
                  <a:lnTo>
                    <a:pt x="307312" y="76009"/>
                  </a:lnTo>
                  <a:lnTo>
                    <a:pt x="304350" y="71607"/>
                  </a:lnTo>
                  <a:lnTo>
                    <a:pt x="301249" y="67302"/>
                  </a:lnTo>
                  <a:lnTo>
                    <a:pt x="298014" y="63097"/>
                  </a:lnTo>
                  <a:lnTo>
                    <a:pt x="294646" y="58997"/>
                  </a:lnTo>
                  <a:lnTo>
                    <a:pt x="291150" y="55006"/>
                  </a:lnTo>
                  <a:lnTo>
                    <a:pt x="287530" y="51127"/>
                  </a:lnTo>
                  <a:lnTo>
                    <a:pt x="283787" y="47366"/>
                  </a:lnTo>
                  <a:lnTo>
                    <a:pt x="279928" y="43725"/>
                  </a:lnTo>
                  <a:lnTo>
                    <a:pt x="275955" y="40209"/>
                  </a:lnTo>
                  <a:lnTo>
                    <a:pt x="271872" y="36821"/>
                  </a:lnTo>
                  <a:lnTo>
                    <a:pt x="267684" y="33563"/>
                  </a:lnTo>
                  <a:lnTo>
                    <a:pt x="263394" y="30441"/>
                  </a:lnTo>
                  <a:lnTo>
                    <a:pt x="259008" y="27456"/>
                  </a:lnTo>
                  <a:lnTo>
                    <a:pt x="254529" y="24611"/>
                  </a:lnTo>
                  <a:lnTo>
                    <a:pt x="249962" y="21911"/>
                  </a:lnTo>
                  <a:lnTo>
                    <a:pt x="245312" y="19356"/>
                  </a:lnTo>
                  <a:lnTo>
                    <a:pt x="240583" y="16951"/>
                  </a:lnTo>
                  <a:lnTo>
                    <a:pt x="235780" y="14697"/>
                  </a:lnTo>
                  <a:lnTo>
                    <a:pt x="230908" y="12596"/>
                  </a:lnTo>
                  <a:lnTo>
                    <a:pt x="225971" y="10651"/>
                  </a:lnTo>
                  <a:lnTo>
                    <a:pt x="220976" y="8863"/>
                  </a:lnTo>
                  <a:lnTo>
                    <a:pt x="167165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53810" cy="167167"/>
            </a:xfrm>
            <a:custGeom>
              <a:avLst/>
              <a:pathLst>
                <a:path w="53810" h="167167">
                  <a:moveTo>
                    <a:pt x="53810" y="8897"/>
                  </a:moveTo>
                  <a:lnTo>
                    <a:pt x="48012" y="7043"/>
                  </a:lnTo>
                  <a:lnTo>
                    <a:pt x="42151" y="5401"/>
                  </a:lnTo>
                  <a:lnTo>
                    <a:pt x="36234" y="3974"/>
                  </a:lnTo>
                  <a:lnTo>
                    <a:pt x="30268" y="2763"/>
                  </a:lnTo>
                  <a:lnTo>
                    <a:pt x="24263" y="1770"/>
                  </a:lnTo>
                  <a:lnTo>
                    <a:pt x="18225" y="996"/>
                  </a:lnTo>
                  <a:lnTo>
                    <a:pt x="12163" y="443"/>
                  </a:lnTo>
                  <a:lnTo>
                    <a:pt x="608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937" y="4213821"/>
              <a:ext cx="3350" cy="167167"/>
            </a:xfrm>
            <a:custGeom>
              <a:avLst/>
              <a:pathLst>
                <a:path w="3350" h="167167">
                  <a:moveTo>
                    <a:pt x="3350" y="0"/>
                  </a:moveTo>
                  <a:lnTo>
                    <a:pt x="0" y="33"/>
                  </a:lnTo>
                  <a:lnTo>
                    <a:pt x="33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937" y="4213855"/>
              <a:ext cx="3350" cy="167133"/>
            </a:xfrm>
            <a:custGeom>
              <a:avLst/>
              <a:pathLst>
                <a:path w="3350" h="167133">
                  <a:moveTo>
                    <a:pt x="0" y="0"/>
                  </a:moveTo>
                  <a:lnTo>
                    <a:pt x="3350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2" y="4213855"/>
              <a:ext cx="334330" cy="334291"/>
            </a:xfrm>
            <a:custGeom>
              <a:avLst/>
              <a:pathLst>
                <a:path w="334330" h="334291">
                  <a:moveTo>
                    <a:pt x="163815" y="0"/>
                  </a:moveTo>
                  <a:lnTo>
                    <a:pt x="158512" y="190"/>
                  </a:lnTo>
                  <a:lnTo>
                    <a:pt x="153219" y="549"/>
                  </a:lnTo>
                  <a:lnTo>
                    <a:pt x="147939" y="1075"/>
                  </a:lnTo>
                  <a:lnTo>
                    <a:pt x="142679" y="1769"/>
                  </a:lnTo>
                  <a:lnTo>
                    <a:pt x="137444" y="2629"/>
                  </a:lnTo>
                  <a:lnTo>
                    <a:pt x="132238" y="3655"/>
                  </a:lnTo>
                  <a:lnTo>
                    <a:pt x="127068" y="4846"/>
                  </a:lnTo>
                  <a:lnTo>
                    <a:pt x="121938" y="6200"/>
                  </a:lnTo>
                  <a:lnTo>
                    <a:pt x="116853" y="7717"/>
                  </a:lnTo>
                  <a:lnTo>
                    <a:pt x="111820" y="9394"/>
                  </a:lnTo>
                  <a:lnTo>
                    <a:pt x="106842" y="11229"/>
                  </a:lnTo>
                  <a:lnTo>
                    <a:pt x="101924" y="13222"/>
                  </a:lnTo>
                  <a:lnTo>
                    <a:pt x="97073" y="15370"/>
                  </a:lnTo>
                  <a:lnTo>
                    <a:pt x="92292" y="17671"/>
                  </a:lnTo>
                  <a:lnTo>
                    <a:pt x="87587" y="20122"/>
                  </a:lnTo>
                  <a:lnTo>
                    <a:pt x="82961" y="22722"/>
                  </a:lnTo>
                  <a:lnTo>
                    <a:pt x="78421" y="25467"/>
                  </a:lnTo>
                  <a:lnTo>
                    <a:pt x="73970" y="28355"/>
                  </a:lnTo>
                  <a:lnTo>
                    <a:pt x="69613" y="31382"/>
                  </a:lnTo>
                  <a:lnTo>
                    <a:pt x="65354" y="34546"/>
                  </a:lnTo>
                  <a:lnTo>
                    <a:pt x="61197" y="37844"/>
                  </a:lnTo>
                  <a:lnTo>
                    <a:pt x="57148" y="41272"/>
                  </a:lnTo>
                  <a:lnTo>
                    <a:pt x="53209" y="44827"/>
                  </a:lnTo>
                  <a:lnTo>
                    <a:pt x="49385" y="48505"/>
                  </a:lnTo>
                  <a:lnTo>
                    <a:pt x="45680" y="52302"/>
                  </a:lnTo>
                  <a:lnTo>
                    <a:pt x="42097" y="56215"/>
                  </a:lnTo>
                  <a:lnTo>
                    <a:pt x="38640" y="60240"/>
                  </a:lnTo>
                  <a:lnTo>
                    <a:pt x="35312" y="64373"/>
                  </a:lnTo>
                  <a:lnTo>
                    <a:pt x="32118" y="68609"/>
                  </a:lnTo>
                  <a:lnTo>
                    <a:pt x="29059" y="72944"/>
                  </a:lnTo>
                  <a:lnTo>
                    <a:pt x="26139" y="77374"/>
                  </a:lnTo>
                  <a:lnTo>
                    <a:pt x="23362" y="81895"/>
                  </a:lnTo>
                  <a:lnTo>
                    <a:pt x="20729" y="86502"/>
                  </a:lnTo>
                  <a:lnTo>
                    <a:pt x="18244" y="91189"/>
                  </a:lnTo>
                  <a:lnTo>
                    <a:pt x="15909" y="95953"/>
                  </a:lnTo>
                  <a:lnTo>
                    <a:pt x="13727" y="100789"/>
                  </a:lnTo>
                  <a:lnTo>
                    <a:pt x="11698" y="105692"/>
                  </a:lnTo>
                  <a:lnTo>
                    <a:pt x="9827" y="110657"/>
                  </a:lnTo>
                  <a:lnTo>
                    <a:pt x="8114" y="115678"/>
                  </a:lnTo>
                  <a:lnTo>
                    <a:pt x="6561" y="120752"/>
                  </a:lnTo>
                  <a:lnTo>
                    <a:pt x="5170" y="125872"/>
                  </a:lnTo>
                  <a:lnTo>
                    <a:pt x="3942" y="131034"/>
                  </a:lnTo>
                  <a:lnTo>
                    <a:pt x="2879" y="136232"/>
                  </a:lnTo>
                  <a:lnTo>
                    <a:pt x="1981" y="141461"/>
                  </a:lnTo>
                  <a:lnTo>
                    <a:pt x="1249" y="146716"/>
                  </a:lnTo>
                  <a:lnTo>
                    <a:pt x="685" y="151991"/>
                  </a:lnTo>
                  <a:lnTo>
                    <a:pt x="288" y="157282"/>
                  </a:lnTo>
                  <a:lnTo>
                    <a:pt x="60" y="162583"/>
                  </a:lnTo>
                  <a:lnTo>
                    <a:pt x="0" y="167888"/>
                  </a:lnTo>
                  <a:lnTo>
                    <a:pt x="108" y="173193"/>
                  </a:lnTo>
                  <a:lnTo>
                    <a:pt x="384" y="178491"/>
                  </a:lnTo>
                  <a:lnTo>
                    <a:pt x="829" y="183778"/>
                  </a:lnTo>
                  <a:lnTo>
                    <a:pt x="1441" y="189049"/>
                  </a:lnTo>
                  <a:lnTo>
                    <a:pt x="2220" y="194297"/>
                  </a:lnTo>
                  <a:lnTo>
                    <a:pt x="3165" y="199518"/>
                  </a:lnTo>
                  <a:lnTo>
                    <a:pt x="4275" y="204706"/>
                  </a:lnTo>
                  <a:lnTo>
                    <a:pt x="5549" y="209856"/>
                  </a:lnTo>
                  <a:lnTo>
                    <a:pt x="6987" y="214964"/>
                  </a:lnTo>
                  <a:lnTo>
                    <a:pt x="8585" y="220023"/>
                  </a:lnTo>
                  <a:lnTo>
                    <a:pt x="10343" y="225029"/>
                  </a:lnTo>
                  <a:lnTo>
                    <a:pt x="12260" y="229976"/>
                  </a:lnTo>
                  <a:lnTo>
                    <a:pt x="14332" y="234861"/>
                  </a:lnTo>
                  <a:lnTo>
                    <a:pt x="16558" y="239677"/>
                  </a:lnTo>
                  <a:lnTo>
                    <a:pt x="18936" y="244420"/>
                  </a:lnTo>
                  <a:lnTo>
                    <a:pt x="21464" y="249085"/>
                  </a:lnTo>
                  <a:lnTo>
                    <a:pt x="24138" y="253667"/>
                  </a:lnTo>
                  <a:lnTo>
                    <a:pt x="26956" y="258163"/>
                  </a:lnTo>
                  <a:lnTo>
                    <a:pt x="29915" y="262566"/>
                  </a:lnTo>
                  <a:lnTo>
                    <a:pt x="33013" y="266874"/>
                  </a:lnTo>
                  <a:lnTo>
                    <a:pt x="36246" y="271081"/>
                  </a:lnTo>
                  <a:lnTo>
                    <a:pt x="39611" y="275183"/>
                  </a:lnTo>
                  <a:lnTo>
                    <a:pt x="43104" y="279177"/>
                  </a:lnTo>
                  <a:lnTo>
                    <a:pt x="46722" y="283057"/>
                  </a:lnTo>
                  <a:lnTo>
                    <a:pt x="50461" y="286821"/>
                  </a:lnTo>
                  <a:lnTo>
                    <a:pt x="54318" y="290464"/>
                  </a:lnTo>
                  <a:lnTo>
                    <a:pt x="58289" y="293983"/>
                  </a:lnTo>
                  <a:lnTo>
                    <a:pt x="62370" y="297375"/>
                  </a:lnTo>
                  <a:lnTo>
                    <a:pt x="66556" y="300635"/>
                  </a:lnTo>
                  <a:lnTo>
                    <a:pt x="70843" y="303760"/>
                  </a:lnTo>
                  <a:lnTo>
                    <a:pt x="75227" y="306748"/>
                  </a:lnTo>
                  <a:lnTo>
                    <a:pt x="79704" y="309596"/>
                  </a:lnTo>
                  <a:lnTo>
                    <a:pt x="84269" y="312299"/>
                  </a:lnTo>
                  <a:lnTo>
                    <a:pt x="88918" y="314857"/>
                  </a:lnTo>
                  <a:lnTo>
                    <a:pt x="93645" y="317266"/>
                  </a:lnTo>
                  <a:lnTo>
                    <a:pt x="98447" y="319523"/>
                  </a:lnTo>
                  <a:lnTo>
                    <a:pt x="103317" y="321627"/>
                  </a:lnTo>
                  <a:lnTo>
                    <a:pt x="108252" y="323576"/>
                  </a:lnTo>
                  <a:lnTo>
                    <a:pt x="113247" y="325367"/>
                  </a:lnTo>
                  <a:lnTo>
                    <a:pt x="118295" y="326998"/>
                  </a:lnTo>
                  <a:lnTo>
                    <a:pt x="123393" y="328468"/>
                  </a:lnTo>
                  <a:lnTo>
                    <a:pt x="128535" y="329776"/>
                  </a:lnTo>
                  <a:lnTo>
                    <a:pt x="133716" y="330920"/>
                  </a:lnTo>
                  <a:lnTo>
                    <a:pt x="138931" y="331899"/>
                  </a:lnTo>
                  <a:lnTo>
                    <a:pt x="144174" y="332712"/>
                  </a:lnTo>
                  <a:lnTo>
                    <a:pt x="149440" y="333358"/>
                  </a:lnTo>
                  <a:lnTo>
                    <a:pt x="154724" y="333837"/>
                  </a:lnTo>
                  <a:lnTo>
                    <a:pt x="160021" y="334148"/>
                  </a:lnTo>
                  <a:lnTo>
                    <a:pt x="165324" y="334291"/>
                  </a:lnTo>
                  <a:lnTo>
                    <a:pt x="170630" y="334265"/>
                  </a:lnTo>
                  <a:lnTo>
                    <a:pt x="175932" y="334071"/>
                  </a:lnTo>
                  <a:lnTo>
                    <a:pt x="181225" y="333708"/>
                  </a:lnTo>
                  <a:lnTo>
                    <a:pt x="186505" y="333178"/>
                  </a:lnTo>
                  <a:lnTo>
                    <a:pt x="191764" y="332481"/>
                  </a:lnTo>
                  <a:lnTo>
                    <a:pt x="196999" y="331617"/>
                  </a:lnTo>
                  <a:lnTo>
                    <a:pt x="202204" y="330587"/>
                  </a:lnTo>
                  <a:lnTo>
                    <a:pt x="207373" y="329393"/>
                  </a:lnTo>
                  <a:lnTo>
                    <a:pt x="212503" y="328035"/>
                  </a:lnTo>
                  <a:lnTo>
                    <a:pt x="217586" y="326516"/>
                  </a:lnTo>
                  <a:lnTo>
                    <a:pt x="222618" y="324835"/>
                  </a:lnTo>
                  <a:lnTo>
                    <a:pt x="227595" y="322996"/>
                  </a:lnTo>
                  <a:lnTo>
                    <a:pt x="232511" y="321000"/>
                  </a:lnTo>
                  <a:lnTo>
                    <a:pt x="237361" y="318849"/>
                  </a:lnTo>
                  <a:lnTo>
                    <a:pt x="242140" y="316545"/>
                  </a:lnTo>
                  <a:lnTo>
                    <a:pt x="246844" y="314090"/>
                  </a:lnTo>
                  <a:lnTo>
                    <a:pt x="251468" y="311487"/>
                  </a:lnTo>
                  <a:lnTo>
                    <a:pt x="256006" y="308739"/>
                  </a:lnTo>
                  <a:lnTo>
                    <a:pt x="260455" y="305849"/>
                  </a:lnTo>
                  <a:lnTo>
                    <a:pt x="264810" y="302818"/>
                  </a:lnTo>
                  <a:lnTo>
                    <a:pt x="269067" y="299651"/>
                  </a:lnTo>
                  <a:lnTo>
                    <a:pt x="273221" y="296351"/>
                  </a:lnTo>
                  <a:lnTo>
                    <a:pt x="277268" y="292920"/>
                  </a:lnTo>
                  <a:lnTo>
                    <a:pt x="281205" y="289362"/>
                  </a:lnTo>
                  <a:lnTo>
                    <a:pt x="285026" y="285682"/>
                  </a:lnTo>
                  <a:lnTo>
                    <a:pt x="288729" y="281882"/>
                  </a:lnTo>
                  <a:lnTo>
                    <a:pt x="292309" y="277966"/>
                  </a:lnTo>
                  <a:lnTo>
                    <a:pt x="295764" y="273939"/>
                  </a:lnTo>
                  <a:lnTo>
                    <a:pt x="299088" y="269804"/>
                  </a:lnTo>
                  <a:lnTo>
                    <a:pt x="302280" y="265566"/>
                  </a:lnTo>
                  <a:lnTo>
                    <a:pt x="305336" y="261228"/>
                  </a:lnTo>
                  <a:lnTo>
                    <a:pt x="308252" y="256796"/>
                  </a:lnTo>
                  <a:lnTo>
                    <a:pt x="311027" y="252274"/>
                  </a:lnTo>
                  <a:lnTo>
                    <a:pt x="313656" y="247665"/>
                  </a:lnTo>
                  <a:lnTo>
                    <a:pt x="316138" y="242976"/>
                  </a:lnTo>
                  <a:lnTo>
                    <a:pt x="318470" y="238210"/>
                  </a:lnTo>
                  <a:lnTo>
                    <a:pt x="320649" y="233373"/>
                  </a:lnTo>
                  <a:lnTo>
                    <a:pt x="322674" y="228468"/>
                  </a:lnTo>
                  <a:lnTo>
                    <a:pt x="324542" y="223503"/>
                  </a:lnTo>
                  <a:lnTo>
                    <a:pt x="326252" y="218480"/>
                  </a:lnTo>
                  <a:lnTo>
                    <a:pt x="327801" y="213405"/>
                  </a:lnTo>
                  <a:lnTo>
                    <a:pt x="329189" y="208284"/>
                  </a:lnTo>
                  <a:lnTo>
                    <a:pt x="330413" y="203122"/>
                  </a:lnTo>
                  <a:lnTo>
                    <a:pt x="331473" y="197923"/>
                  </a:lnTo>
                  <a:lnTo>
                    <a:pt x="332367" y="192693"/>
                  </a:lnTo>
                  <a:lnTo>
                    <a:pt x="333095" y="187438"/>
                  </a:lnTo>
                  <a:lnTo>
                    <a:pt x="333656" y="182162"/>
                  </a:lnTo>
                  <a:lnTo>
                    <a:pt x="334049" y="176871"/>
                  </a:lnTo>
                  <a:lnTo>
                    <a:pt x="334274" y="171570"/>
                  </a:lnTo>
                  <a:lnTo>
                    <a:pt x="334330" y="166264"/>
                  </a:lnTo>
                  <a:lnTo>
                    <a:pt x="334219" y="160960"/>
                  </a:lnTo>
                  <a:lnTo>
                    <a:pt x="333939" y="155662"/>
                  </a:lnTo>
                  <a:lnTo>
                    <a:pt x="333491" y="150375"/>
                  </a:lnTo>
                  <a:lnTo>
                    <a:pt x="332875" y="145105"/>
                  </a:lnTo>
                  <a:lnTo>
                    <a:pt x="332092" y="139857"/>
                  </a:lnTo>
                  <a:lnTo>
                    <a:pt x="331144" y="134637"/>
                  </a:lnTo>
                  <a:lnTo>
                    <a:pt x="330030" y="129450"/>
                  </a:lnTo>
                  <a:lnTo>
                    <a:pt x="328752" y="124300"/>
                  </a:lnTo>
                  <a:lnTo>
                    <a:pt x="327311" y="119194"/>
                  </a:lnTo>
                  <a:lnTo>
                    <a:pt x="325709" y="114136"/>
                  </a:lnTo>
                  <a:lnTo>
                    <a:pt x="323948" y="109131"/>
                  </a:lnTo>
                  <a:lnTo>
                    <a:pt x="322028" y="104185"/>
                  </a:lnTo>
                  <a:lnTo>
                    <a:pt x="319952" y="99302"/>
                  </a:lnTo>
                  <a:lnTo>
                    <a:pt x="317723" y="94487"/>
                  </a:lnTo>
                  <a:lnTo>
                    <a:pt x="315341" y="89746"/>
                  </a:lnTo>
                  <a:lnTo>
                    <a:pt x="312811" y="85083"/>
                  </a:lnTo>
                  <a:lnTo>
                    <a:pt x="310134" y="80502"/>
                  </a:lnTo>
                  <a:lnTo>
                    <a:pt x="307312" y="76009"/>
                  </a:lnTo>
                  <a:lnTo>
                    <a:pt x="304350" y="71607"/>
                  </a:lnTo>
                  <a:lnTo>
                    <a:pt x="301249" y="67302"/>
                  </a:lnTo>
                  <a:lnTo>
                    <a:pt x="298014" y="63097"/>
                  </a:lnTo>
                  <a:lnTo>
                    <a:pt x="294646" y="58997"/>
                  </a:lnTo>
                  <a:lnTo>
                    <a:pt x="291150" y="55006"/>
                  </a:lnTo>
                  <a:lnTo>
                    <a:pt x="287530" y="51127"/>
                  </a:lnTo>
                  <a:lnTo>
                    <a:pt x="283787" y="47366"/>
                  </a:lnTo>
                  <a:lnTo>
                    <a:pt x="279928" y="43725"/>
                  </a:lnTo>
                  <a:lnTo>
                    <a:pt x="275955" y="40209"/>
                  </a:lnTo>
                  <a:lnTo>
                    <a:pt x="271872" y="36821"/>
                  </a:lnTo>
                  <a:lnTo>
                    <a:pt x="267684" y="33563"/>
                  </a:lnTo>
                  <a:lnTo>
                    <a:pt x="263394" y="30441"/>
                  </a:lnTo>
                  <a:lnTo>
                    <a:pt x="259008" y="27456"/>
                  </a:lnTo>
                  <a:lnTo>
                    <a:pt x="254529" y="24611"/>
                  </a:lnTo>
                  <a:lnTo>
                    <a:pt x="249962" y="21911"/>
                  </a:lnTo>
                  <a:lnTo>
                    <a:pt x="245312" y="19356"/>
                  </a:lnTo>
                  <a:lnTo>
                    <a:pt x="240583" y="16951"/>
                  </a:lnTo>
                  <a:lnTo>
                    <a:pt x="235780" y="14697"/>
                  </a:lnTo>
                  <a:lnTo>
                    <a:pt x="230908" y="12596"/>
                  </a:lnTo>
                  <a:lnTo>
                    <a:pt x="225971" y="10651"/>
                  </a:lnTo>
                  <a:lnTo>
                    <a:pt x="220976" y="8863"/>
                  </a:lnTo>
                  <a:lnTo>
                    <a:pt x="167165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53810" cy="167167"/>
            </a:xfrm>
            <a:custGeom>
              <a:avLst/>
              <a:pathLst>
                <a:path w="53810" h="167167">
                  <a:moveTo>
                    <a:pt x="53810" y="8897"/>
                  </a:moveTo>
                  <a:lnTo>
                    <a:pt x="48012" y="7043"/>
                  </a:lnTo>
                  <a:lnTo>
                    <a:pt x="42151" y="5401"/>
                  </a:lnTo>
                  <a:lnTo>
                    <a:pt x="36234" y="3974"/>
                  </a:lnTo>
                  <a:lnTo>
                    <a:pt x="30268" y="2763"/>
                  </a:lnTo>
                  <a:lnTo>
                    <a:pt x="24263" y="1770"/>
                  </a:lnTo>
                  <a:lnTo>
                    <a:pt x="18225" y="996"/>
                  </a:lnTo>
                  <a:lnTo>
                    <a:pt x="12163" y="443"/>
                  </a:lnTo>
                  <a:lnTo>
                    <a:pt x="608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717" y="4659281"/>
              <a:ext cx="807" cy="167167"/>
            </a:xfrm>
            <a:custGeom>
              <a:avLst/>
              <a:pathLst>
                <a:path w="807" h="167167">
                  <a:moveTo>
                    <a:pt x="807" y="0"/>
                  </a:moveTo>
                  <a:lnTo>
                    <a:pt x="0" y="1"/>
                  </a:lnTo>
                  <a:lnTo>
                    <a:pt x="80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717" y="4659283"/>
              <a:ext cx="807" cy="167165"/>
            </a:xfrm>
            <a:custGeom>
              <a:avLst/>
              <a:pathLst>
                <a:path w="807" h="167165">
                  <a:moveTo>
                    <a:pt x="0" y="0"/>
                  </a:moveTo>
                  <a:lnTo>
                    <a:pt x="807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21394" y="4659283"/>
              <a:ext cx="165130" cy="167165"/>
            </a:xfrm>
            <a:custGeom>
              <a:avLst/>
              <a:pathLst>
                <a:path w="165130" h="167165">
                  <a:moveTo>
                    <a:pt x="164323" y="0"/>
                  </a:moveTo>
                  <a:lnTo>
                    <a:pt x="158844" y="116"/>
                  </a:lnTo>
                  <a:lnTo>
                    <a:pt x="153372" y="412"/>
                  </a:lnTo>
                  <a:lnTo>
                    <a:pt x="147912" y="887"/>
                  </a:lnTo>
                  <a:lnTo>
                    <a:pt x="142471" y="1540"/>
                  </a:lnTo>
                  <a:lnTo>
                    <a:pt x="137054" y="2372"/>
                  </a:lnTo>
                  <a:lnTo>
                    <a:pt x="131668" y="3381"/>
                  </a:lnTo>
                  <a:lnTo>
                    <a:pt x="126317" y="4566"/>
                  </a:lnTo>
                  <a:lnTo>
                    <a:pt x="121009" y="5925"/>
                  </a:lnTo>
                  <a:lnTo>
                    <a:pt x="115747" y="7458"/>
                  </a:lnTo>
                  <a:lnTo>
                    <a:pt x="110539" y="9163"/>
                  </a:lnTo>
                  <a:lnTo>
                    <a:pt x="105389" y="11037"/>
                  </a:lnTo>
                  <a:lnTo>
                    <a:pt x="100304" y="13079"/>
                  </a:lnTo>
                  <a:lnTo>
                    <a:pt x="95288" y="15287"/>
                  </a:lnTo>
                  <a:lnTo>
                    <a:pt x="90347" y="17658"/>
                  </a:lnTo>
                  <a:lnTo>
                    <a:pt x="85487" y="20189"/>
                  </a:lnTo>
                  <a:lnTo>
                    <a:pt x="80712" y="22879"/>
                  </a:lnTo>
                  <a:lnTo>
                    <a:pt x="76028" y="25723"/>
                  </a:lnTo>
                  <a:lnTo>
                    <a:pt x="71440" y="28720"/>
                  </a:lnTo>
                  <a:lnTo>
                    <a:pt x="66952" y="31865"/>
                  </a:lnTo>
                  <a:lnTo>
                    <a:pt x="62570" y="35156"/>
                  </a:lnTo>
                  <a:lnTo>
                    <a:pt x="58298" y="38589"/>
                  </a:lnTo>
                  <a:lnTo>
                    <a:pt x="54141" y="42160"/>
                  </a:lnTo>
                  <a:lnTo>
                    <a:pt x="50103" y="45865"/>
                  </a:lnTo>
                  <a:lnTo>
                    <a:pt x="46189" y="49700"/>
                  </a:lnTo>
                  <a:lnTo>
                    <a:pt x="42403" y="53662"/>
                  </a:lnTo>
                  <a:lnTo>
                    <a:pt x="38748" y="57746"/>
                  </a:lnTo>
                  <a:lnTo>
                    <a:pt x="35230" y="61947"/>
                  </a:lnTo>
                  <a:lnTo>
                    <a:pt x="31851" y="66262"/>
                  </a:lnTo>
                  <a:lnTo>
                    <a:pt x="28615" y="70684"/>
                  </a:lnTo>
                  <a:lnTo>
                    <a:pt x="25526" y="75211"/>
                  </a:lnTo>
                  <a:lnTo>
                    <a:pt x="22587" y="79836"/>
                  </a:lnTo>
                  <a:lnTo>
                    <a:pt x="19801" y="84556"/>
                  </a:lnTo>
                  <a:lnTo>
                    <a:pt x="17171" y="89364"/>
                  </a:lnTo>
                  <a:lnTo>
                    <a:pt x="14700" y="94255"/>
                  </a:lnTo>
                  <a:lnTo>
                    <a:pt x="12391" y="99225"/>
                  </a:lnTo>
                  <a:lnTo>
                    <a:pt x="10247" y="104268"/>
                  </a:lnTo>
                  <a:lnTo>
                    <a:pt x="8268" y="109379"/>
                  </a:lnTo>
                  <a:lnTo>
                    <a:pt x="6458" y="114551"/>
                  </a:lnTo>
                  <a:lnTo>
                    <a:pt x="4819" y="119781"/>
                  </a:lnTo>
                  <a:lnTo>
                    <a:pt x="3352" y="125061"/>
                  </a:lnTo>
                  <a:lnTo>
                    <a:pt x="2059" y="130386"/>
                  </a:lnTo>
                  <a:lnTo>
                    <a:pt x="941" y="135751"/>
                  </a:lnTo>
                  <a:lnTo>
                    <a:pt x="0" y="141150"/>
                  </a:lnTo>
                  <a:lnTo>
                    <a:pt x="165130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58" y="4659281"/>
              <a:ext cx="334323" cy="334328"/>
            </a:xfrm>
            <a:custGeom>
              <a:avLst/>
              <a:pathLst>
                <a:path w="334323" h="334328">
                  <a:moveTo>
                    <a:pt x="2036" y="141152"/>
                  </a:moveTo>
                  <a:lnTo>
                    <a:pt x="1291" y="146419"/>
                  </a:lnTo>
                  <a:lnTo>
                    <a:pt x="715" y="151707"/>
                  </a:lnTo>
                  <a:lnTo>
                    <a:pt x="308" y="157010"/>
                  </a:lnTo>
                  <a:lnTo>
                    <a:pt x="69" y="162324"/>
                  </a:lnTo>
                  <a:lnTo>
                    <a:pt x="0" y="167643"/>
                  </a:lnTo>
                  <a:lnTo>
                    <a:pt x="99" y="172961"/>
                  </a:lnTo>
                  <a:lnTo>
                    <a:pt x="368" y="178274"/>
                  </a:lnTo>
                  <a:lnTo>
                    <a:pt x="806" y="183575"/>
                  </a:lnTo>
                  <a:lnTo>
                    <a:pt x="1412" y="188860"/>
                  </a:lnTo>
                  <a:lnTo>
                    <a:pt x="2186" y="194122"/>
                  </a:lnTo>
                  <a:lnTo>
                    <a:pt x="3127" y="199357"/>
                  </a:lnTo>
                  <a:lnTo>
                    <a:pt x="4235" y="204560"/>
                  </a:lnTo>
                  <a:lnTo>
                    <a:pt x="5507" y="209725"/>
                  </a:lnTo>
                  <a:lnTo>
                    <a:pt x="6943" y="214847"/>
                  </a:lnTo>
                  <a:lnTo>
                    <a:pt x="8541" y="219920"/>
                  </a:lnTo>
                  <a:lnTo>
                    <a:pt x="10300" y="224940"/>
                  </a:lnTo>
                  <a:lnTo>
                    <a:pt x="12217" y="229902"/>
                  </a:lnTo>
                  <a:lnTo>
                    <a:pt x="14291" y="234800"/>
                  </a:lnTo>
                  <a:lnTo>
                    <a:pt x="16521" y="239630"/>
                  </a:lnTo>
                  <a:lnTo>
                    <a:pt x="18902" y="244386"/>
                  </a:lnTo>
                  <a:lnTo>
                    <a:pt x="21434" y="249064"/>
                  </a:lnTo>
                  <a:lnTo>
                    <a:pt x="24114" y="253659"/>
                  </a:lnTo>
                  <a:lnTo>
                    <a:pt x="26938" y="258167"/>
                  </a:lnTo>
                  <a:lnTo>
                    <a:pt x="29904" y="262582"/>
                  </a:lnTo>
                  <a:lnTo>
                    <a:pt x="33009" y="266901"/>
                  </a:lnTo>
                  <a:lnTo>
                    <a:pt x="36250" y="271119"/>
                  </a:lnTo>
                  <a:lnTo>
                    <a:pt x="39624" y="275231"/>
                  </a:lnTo>
                  <a:lnTo>
                    <a:pt x="43127" y="279235"/>
                  </a:lnTo>
                  <a:lnTo>
                    <a:pt x="46755" y="283124"/>
                  </a:lnTo>
                  <a:lnTo>
                    <a:pt x="50505" y="286896"/>
                  </a:lnTo>
                  <a:lnTo>
                    <a:pt x="54374" y="290548"/>
                  </a:lnTo>
                  <a:lnTo>
                    <a:pt x="58356" y="294074"/>
                  </a:lnTo>
                  <a:lnTo>
                    <a:pt x="62449" y="297471"/>
                  </a:lnTo>
                  <a:lnTo>
                    <a:pt x="66648" y="300737"/>
                  </a:lnTo>
                  <a:lnTo>
                    <a:pt x="70948" y="303867"/>
                  </a:lnTo>
                  <a:lnTo>
                    <a:pt x="75346" y="306860"/>
                  </a:lnTo>
                  <a:lnTo>
                    <a:pt x="79837" y="309710"/>
                  </a:lnTo>
                  <a:lnTo>
                    <a:pt x="84416" y="312416"/>
                  </a:lnTo>
                  <a:lnTo>
                    <a:pt x="89080" y="314976"/>
                  </a:lnTo>
                  <a:lnTo>
                    <a:pt x="93822" y="317385"/>
                  </a:lnTo>
                  <a:lnTo>
                    <a:pt x="98638" y="319643"/>
                  </a:lnTo>
                  <a:lnTo>
                    <a:pt x="103524" y="321746"/>
                  </a:lnTo>
                  <a:lnTo>
                    <a:pt x="108474" y="323692"/>
                  </a:lnTo>
                  <a:lnTo>
                    <a:pt x="113484" y="325480"/>
                  </a:lnTo>
                  <a:lnTo>
                    <a:pt x="118548" y="327108"/>
                  </a:lnTo>
                  <a:lnTo>
                    <a:pt x="123661" y="328574"/>
                  </a:lnTo>
                  <a:lnTo>
                    <a:pt x="128819" y="329877"/>
                  </a:lnTo>
                  <a:lnTo>
                    <a:pt x="134015" y="331014"/>
                  </a:lnTo>
                  <a:lnTo>
                    <a:pt x="139245" y="331986"/>
                  </a:lnTo>
                  <a:lnTo>
                    <a:pt x="144503" y="332791"/>
                  </a:lnTo>
                  <a:lnTo>
                    <a:pt x="149784" y="333428"/>
                  </a:lnTo>
                  <a:lnTo>
                    <a:pt x="155082" y="333897"/>
                  </a:lnTo>
                  <a:lnTo>
                    <a:pt x="160393" y="334197"/>
                  </a:lnTo>
                  <a:lnTo>
                    <a:pt x="165710" y="334328"/>
                  </a:lnTo>
                  <a:lnTo>
                    <a:pt x="171030" y="334290"/>
                  </a:lnTo>
                  <a:lnTo>
                    <a:pt x="176345" y="334082"/>
                  </a:lnTo>
                  <a:lnTo>
                    <a:pt x="181651" y="333706"/>
                  </a:lnTo>
                  <a:lnTo>
                    <a:pt x="186942" y="333161"/>
                  </a:lnTo>
                  <a:lnTo>
                    <a:pt x="192213" y="332447"/>
                  </a:lnTo>
                  <a:lnTo>
                    <a:pt x="197459" y="331567"/>
                  </a:lnTo>
                  <a:lnTo>
                    <a:pt x="202674" y="330520"/>
                  </a:lnTo>
                  <a:lnTo>
                    <a:pt x="207853" y="329307"/>
                  </a:lnTo>
                  <a:lnTo>
                    <a:pt x="212991" y="327931"/>
                  </a:lnTo>
                  <a:lnTo>
                    <a:pt x="218083" y="326391"/>
                  </a:lnTo>
                  <a:lnTo>
                    <a:pt x="223123" y="324691"/>
                  </a:lnTo>
                  <a:lnTo>
                    <a:pt x="228107" y="322831"/>
                  </a:lnTo>
                  <a:lnTo>
                    <a:pt x="233028" y="320813"/>
                  </a:lnTo>
                  <a:lnTo>
                    <a:pt x="237883" y="318640"/>
                  </a:lnTo>
                  <a:lnTo>
                    <a:pt x="242667" y="316313"/>
                  </a:lnTo>
                  <a:lnTo>
                    <a:pt x="247374" y="313836"/>
                  </a:lnTo>
                  <a:lnTo>
                    <a:pt x="252000" y="311209"/>
                  </a:lnTo>
                  <a:lnTo>
                    <a:pt x="256539" y="308438"/>
                  </a:lnTo>
                  <a:lnTo>
                    <a:pt x="260989" y="305523"/>
                  </a:lnTo>
                  <a:lnTo>
                    <a:pt x="265343" y="302467"/>
                  </a:lnTo>
                  <a:lnTo>
                    <a:pt x="269598" y="299275"/>
                  </a:lnTo>
                  <a:lnTo>
                    <a:pt x="273750" y="295950"/>
                  </a:lnTo>
                  <a:lnTo>
                    <a:pt x="277793" y="292493"/>
                  </a:lnTo>
                  <a:lnTo>
                    <a:pt x="281724" y="288910"/>
                  </a:lnTo>
                  <a:lnTo>
                    <a:pt x="285540" y="285204"/>
                  </a:lnTo>
                  <a:lnTo>
                    <a:pt x="289235" y="281378"/>
                  </a:lnTo>
                  <a:lnTo>
                    <a:pt x="292807" y="277436"/>
                  </a:lnTo>
                  <a:lnTo>
                    <a:pt x="296252" y="273383"/>
                  </a:lnTo>
                  <a:lnTo>
                    <a:pt x="299566" y="269222"/>
                  </a:lnTo>
                  <a:lnTo>
                    <a:pt x="302746" y="264958"/>
                  </a:lnTo>
                  <a:lnTo>
                    <a:pt x="305788" y="260595"/>
                  </a:lnTo>
                  <a:lnTo>
                    <a:pt x="308691" y="256138"/>
                  </a:lnTo>
                  <a:lnTo>
                    <a:pt x="311450" y="251590"/>
                  </a:lnTo>
                  <a:lnTo>
                    <a:pt x="314063" y="246957"/>
                  </a:lnTo>
                  <a:lnTo>
                    <a:pt x="316527" y="242242"/>
                  </a:lnTo>
                  <a:lnTo>
                    <a:pt x="318840" y="237452"/>
                  </a:lnTo>
                  <a:lnTo>
                    <a:pt x="320999" y="232591"/>
                  </a:lnTo>
                  <a:lnTo>
                    <a:pt x="323003" y="227664"/>
                  </a:lnTo>
                  <a:lnTo>
                    <a:pt x="324849" y="222675"/>
                  </a:lnTo>
                  <a:lnTo>
                    <a:pt x="326535" y="217630"/>
                  </a:lnTo>
                  <a:lnTo>
                    <a:pt x="328060" y="212534"/>
                  </a:lnTo>
                  <a:lnTo>
                    <a:pt x="329422" y="207392"/>
                  </a:lnTo>
                  <a:lnTo>
                    <a:pt x="330620" y="202210"/>
                  </a:lnTo>
                  <a:lnTo>
                    <a:pt x="331652" y="196991"/>
                  </a:lnTo>
                  <a:lnTo>
                    <a:pt x="332517" y="191743"/>
                  </a:lnTo>
                  <a:lnTo>
                    <a:pt x="333216" y="186470"/>
                  </a:lnTo>
                  <a:lnTo>
                    <a:pt x="333746" y="181177"/>
                  </a:lnTo>
                  <a:lnTo>
                    <a:pt x="334107" y="175870"/>
                  </a:lnTo>
                  <a:lnTo>
                    <a:pt x="334299" y="170554"/>
                  </a:lnTo>
                  <a:lnTo>
                    <a:pt x="334323" y="165235"/>
                  </a:lnTo>
                  <a:lnTo>
                    <a:pt x="334176" y="159918"/>
                  </a:lnTo>
                  <a:lnTo>
                    <a:pt x="333861" y="154608"/>
                  </a:lnTo>
                  <a:lnTo>
                    <a:pt x="333377" y="149311"/>
                  </a:lnTo>
                  <a:lnTo>
                    <a:pt x="332725" y="144032"/>
                  </a:lnTo>
                  <a:lnTo>
                    <a:pt x="331905" y="138776"/>
                  </a:lnTo>
                  <a:lnTo>
                    <a:pt x="330918" y="133549"/>
                  </a:lnTo>
                  <a:lnTo>
                    <a:pt x="329766" y="128356"/>
                  </a:lnTo>
                  <a:lnTo>
                    <a:pt x="328449" y="123203"/>
                  </a:lnTo>
                  <a:lnTo>
                    <a:pt x="326968" y="118094"/>
                  </a:lnTo>
                  <a:lnTo>
                    <a:pt x="325326" y="113034"/>
                  </a:lnTo>
                  <a:lnTo>
                    <a:pt x="323524" y="108030"/>
                  </a:lnTo>
                  <a:lnTo>
                    <a:pt x="321563" y="103085"/>
                  </a:lnTo>
                  <a:lnTo>
                    <a:pt x="319446" y="98205"/>
                  </a:lnTo>
                  <a:lnTo>
                    <a:pt x="317175" y="93395"/>
                  </a:lnTo>
                  <a:lnTo>
                    <a:pt x="314752" y="88660"/>
                  </a:lnTo>
                  <a:lnTo>
                    <a:pt x="312180" y="84004"/>
                  </a:lnTo>
                  <a:lnTo>
                    <a:pt x="309460" y="79432"/>
                  </a:lnTo>
                  <a:lnTo>
                    <a:pt x="306597" y="74949"/>
                  </a:lnTo>
                  <a:lnTo>
                    <a:pt x="303592" y="70560"/>
                  </a:lnTo>
                  <a:lnTo>
                    <a:pt x="300450" y="66268"/>
                  </a:lnTo>
                  <a:lnTo>
                    <a:pt x="297172" y="62079"/>
                  </a:lnTo>
                  <a:lnTo>
                    <a:pt x="293763" y="57996"/>
                  </a:lnTo>
                  <a:lnTo>
                    <a:pt x="290225" y="54023"/>
                  </a:lnTo>
                  <a:lnTo>
                    <a:pt x="286563" y="50165"/>
                  </a:lnTo>
                  <a:lnTo>
                    <a:pt x="282780" y="46426"/>
                  </a:lnTo>
                  <a:lnTo>
                    <a:pt x="278880" y="42809"/>
                  </a:lnTo>
                  <a:lnTo>
                    <a:pt x="274867" y="39317"/>
                  </a:lnTo>
                  <a:lnTo>
                    <a:pt x="270745" y="35956"/>
                  </a:lnTo>
                  <a:lnTo>
                    <a:pt x="266518" y="32727"/>
                  </a:lnTo>
                  <a:lnTo>
                    <a:pt x="262190" y="29634"/>
                  </a:lnTo>
                  <a:lnTo>
                    <a:pt x="257766" y="26680"/>
                  </a:lnTo>
                  <a:lnTo>
                    <a:pt x="253251" y="23869"/>
                  </a:lnTo>
                  <a:lnTo>
                    <a:pt x="248648" y="21202"/>
                  </a:lnTo>
                  <a:lnTo>
                    <a:pt x="243963" y="18684"/>
                  </a:lnTo>
                  <a:lnTo>
                    <a:pt x="239200" y="16316"/>
                  </a:lnTo>
                  <a:lnTo>
                    <a:pt x="234364" y="14100"/>
                  </a:lnTo>
                  <a:lnTo>
                    <a:pt x="229460" y="12040"/>
                  </a:lnTo>
                  <a:lnTo>
                    <a:pt x="224493" y="10136"/>
                  </a:lnTo>
                  <a:lnTo>
                    <a:pt x="219468" y="8392"/>
                  </a:lnTo>
                  <a:lnTo>
                    <a:pt x="214390" y="6808"/>
                  </a:lnTo>
                  <a:lnTo>
                    <a:pt x="209264" y="5387"/>
                  </a:lnTo>
                  <a:lnTo>
                    <a:pt x="204095" y="4130"/>
                  </a:lnTo>
                  <a:lnTo>
                    <a:pt x="198890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0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3" y="5018213"/>
              <a:ext cx="334324" cy="334324"/>
            </a:xfrm>
            <a:custGeom>
              <a:avLst/>
              <a:pathLst>
                <a:path w="334324" h="334324">
                  <a:moveTo>
                    <a:pt x="166996" y="0"/>
                  </a:moveTo>
                  <a:lnTo>
                    <a:pt x="161712" y="88"/>
                  </a:lnTo>
                  <a:lnTo>
                    <a:pt x="156434" y="344"/>
                  </a:lnTo>
                  <a:lnTo>
                    <a:pt x="151166" y="766"/>
                  </a:lnTo>
                  <a:lnTo>
                    <a:pt x="145914" y="1355"/>
                  </a:lnTo>
                  <a:lnTo>
                    <a:pt x="140684" y="2109"/>
                  </a:lnTo>
                  <a:lnTo>
                    <a:pt x="135480" y="3028"/>
                  </a:lnTo>
                  <a:lnTo>
                    <a:pt x="130308" y="4111"/>
                  </a:lnTo>
                  <a:lnTo>
                    <a:pt x="125172" y="5358"/>
                  </a:lnTo>
                  <a:lnTo>
                    <a:pt x="120079" y="6765"/>
                  </a:lnTo>
                  <a:lnTo>
                    <a:pt x="115033" y="8334"/>
                  </a:lnTo>
                  <a:lnTo>
                    <a:pt x="110038" y="10061"/>
                  </a:lnTo>
                  <a:lnTo>
                    <a:pt x="105101" y="11944"/>
                  </a:lnTo>
                  <a:lnTo>
                    <a:pt x="100226" y="13984"/>
                  </a:lnTo>
                  <a:lnTo>
                    <a:pt x="95417" y="16176"/>
                  </a:lnTo>
                  <a:lnTo>
                    <a:pt x="90681" y="18519"/>
                  </a:lnTo>
                  <a:lnTo>
                    <a:pt x="86020" y="21010"/>
                  </a:lnTo>
                  <a:lnTo>
                    <a:pt x="81441" y="23648"/>
                  </a:lnTo>
                  <a:lnTo>
                    <a:pt x="76948" y="26429"/>
                  </a:lnTo>
                  <a:lnTo>
                    <a:pt x="72544" y="29350"/>
                  </a:lnTo>
                  <a:lnTo>
                    <a:pt x="68236" y="32410"/>
                  </a:lnTo>
                  <a:lnTo>
                    <a:pt x="64026" y="35604"/>
                  </a:lnTo>
                  <a:lnTo>
                    <a:pt x="59919" y="38929"/>
                  </a:lnTo>
                  <a:lnTo>
                    <a:pt x="55919" y="42383"/>
                  </a:lnTo>
                  <a:lnTo>
                    <a:pt x="52030" y="45961"/>
                  </a:lnTo>
                  <a:lnTo>
                    <a:pt x="48257" y="49661"/>
                  </a:lnTo>
                  <a:lnTo>
                    <a:pt x="44602" y="53478"/>
                  </a:lnTo>
                  <a:lnTo>
                    <a:pt x="41070" y="57408"/>
                  </a:lnTo>
                  <a:lnTo>
                    <a:pt x="37664" y="61448"/>
                  </a:lnTo>
                  <a:lnTo>
                    <a:pt x="34387" y="65594"/>
                  </a:lnTo>
                  <a:lnTo>
                    <a:pt x="31243" y="69842"/>
                  </a:lnTo>
                  <a:lnTo>
                    <a:pt x="28234" y="74186"/>
                  </a:lnTo>
                  <a:lnTo>
                    <a:pt x="25365" y="78624"/>
                  </a:lnTo>
                  <a:lnTo>
                    <a:pt x="22637" y="83150"/>
                  </a:lnTo>
                  <a:lnTo>
                    <a:pt x="20054" y="87760"/>
                  </a:lnTo>
                  <a:lnTo>
                    <a:pt x="17617" y="92449"/>
                  </a:lnTo>
                  <a:lnTo>
                    <a:pt x="15330" y="97213"/>
                  </a:lnTo>
                  <a:lnTo>
                    <a:pt x="13195" y="102047"/>
                  </a:lnTo>
                  <a:lnTo>
                    <a:pt x="11214" y="106946"/>
                  </a:lnTo>
                  <a:lnTo>
                    <a:pt x="9388" y="111905"/>
                  </a:lnTo>
                  <a:lnTo>
                    <a:pt x="7720" y="116919"/>
                  </a:lnTo>
                  <a:lnTo>
                    <a:pt x="6212" y="121984"/>
                  </a:lnTo>
                  <a:lnTo>
                    <a:pt x="4864" y="127094"/>
                  </a:lnTo>
                  <a:lnTo>
                    <a:pt x="3678" y="132243"/>
                  </a:lnTo>
                  <a:lnTo>
                    <a:pt x="2656" y="137428"/>
                  </a:lnTo>
                  <a:lnTo>
                    <a:pt x="1798" y="142642"/>
                  </a:lnTo>
                  <a:lnTo>
                    <a:pt x="1106" y="147881"/>
                  </a:lnTo>
                  <a:lnTo>
                    <a:pt x="579" y="153139"/>
                  </a:lnTo>
                  <a:lnTo>
                    <a:pt x="219" y="158412"/>
                  </a:lnTo>
                  <a:lnTo>
                    <a:pt x="26" y="163693"/>
                  </a:lnTo>
                  <a:lnTo>
                    <a:pt x="0" y="168977"/>
                  </a:lnTo>
                  <a:lnTo>
                    <a:pt x="140" y="174260"/>
                  </a:lnTo>
                  <a:lnTo>
                    <a:pt x="448" y="179535"/>
                  </a:lnTo>
                  <a:lnTo>
                    <a:pt x="922" y="184798"/>
                  </a:lnTo>
                  <a:lnTo>
                    <a:pt x="1562" y="190044"/>
                  </a:lnTo>
                  <a:lnTo>
                    <a:pt x="2368" y="195266"/>
                  </a:lnTo>
                  <a:lnTo>
                    <a:pt x="3339" y="200461"/>
                  </a:lnTo>
                  <a:lnTo>
                    <a:pt x="4473" y="205622"/>
                  </a:lnTo>
                  <a:lnTo>
                    <a:pt x="5770" y="210745"/>
                  </a:lnTo>
                  <a:lnTo>
                    <a:pt x="7228" y="215825"/>
                  </a:lnTo>
                  <a:lnTo>
                    <a:pt x="8846" y="220855"/>
                  </a:lnTo>
                  <a:lnTo>
                    <a:pt x="10622" y="225832"/>
                  </a:lnTo>
                  <a:lnTo>
                    <a:pt x="12554" y="230751"/>
                  </a:lnTo>
                  <a:lnTo>
                    <a:pt x="14641" y="235606"/>
                  </a:lnTo>
                  <a:lnTo>
                    <a:pt x="16881" y="240392"/>
                  </a:lnTo>
                  <a:lnTo>
                    <a:pt x="19270" y="245106"/>
                  </a:lnTo>
                  <a:lnTo>
                    <a:pt x="21808" y="249741"/>
                  </a:lnTo>
                  <a:lnTo>
                    <a:pt x="24490" y="254294"/>
                  </a:lnTo>
                  <a:lnTo>
                    <a:pt x="27316" y="258760"/>
                  </a:lnTo>
                  <a:lnTo>
                    <a:pt x="30280" y="263134"/>
                  </a:lnTo>
                  <a:lnTo>
                    <a:pt x="33382" y="267413"/>
                  </a:lnTo>
                  <a:lnTo>
                    <a:pt x="36618" y="271591"/>
                  </a:lnTo>
                  <a:lnTo>
                    <a:pt x="39983" y="275665"/>
                  </a:lnTo>
                  <a:lnTo>
                    <a:pt x="43476" y="279630"/>
                  </a:lnTo>
                  <a:lnTo>
                    <a:pt x="47093" y="283483"/>
                  </a:lnTo>
                  <a:lnTo>
                    <a:pt x="50829" y="287220"/>
                  </a:lnTo>
                  <a:lnTo>
                    <a:pt x="54682" y="290837"/>
                  </a:lnTo>
                  <a:lnTo>
                    <a:pt x="58647" y="294330"/>
                  </a:lnTo>
                  <a:lnTo>
                    <a:pt x="62721" y="297697"/>
                  </a:lnTo>
                  <a:lnTo>
                    <a:pt x="66899" y="300932"/>
                  </a:lnTo>
                  <a:lnTo>
                    <a:pt x="71177" y="304035"/>
                  </a:lnTo>
                  <a:lnTo>
                    <a:pt x="75551" y="307000"/>
                  </a:lnTo>
                  <a:lnTo>
                    <a:pt x="80017" y="309826"/>
                  </a:lnTo>
                  <a:lnTo>
                    <a:pt x="84569" y="312509"/>
                  </a:lnTo>
                  <a:lnTo>
                    <a:pt x="89205" y="315046"/>
                  </a:lnTo>
                  <a:lnTo>
                    <a:pt x="93918" y="317436"/>
                  </a:lnTo>
                  <a:lnTo>
                    <a:pt x="98704" y="319676"/>
                  </a:lnTo>
                  <a:lnTo>
                    <a:pt x="103559" y="321764"/>
                  </a:lnTo>
                  <a:lnTo>
                    <a:pt x="108477" y="323697"/>
                  </a:lnTo>
                  <a:lnTo>
                    <a:pt x="113454" y="325473"/>
                  </a:lnTo>
                  <a:lnTo>
                    <a:pt x="118484" y="327092"/>
                  </a:lnTo>
                  <a:lnTo>
                    <a:pt x="123564" y="328550"/>
                  </a:lnTo>
                  <a:lnTo>
                    <a:pt x="128686" y="329847"/>
                  </a:lnTo>
                  <a:lnTo>
                    <a:pt x="133848" y="330982"/>
                  </a:lnTo>
                  <a:lnTo>
                    <a:pt x="139042" y="331953"/>
                  </a:lnTo>
                  <a:lnTo>
                    <a:pt x="144265" y="332759"/>
                  </a:lnTo>
                  <a:lnTo>
                    <a:pt x="149510" y="333400"/>
                  </a:lnTo>
                  <a:lnTo>
                    <a:pt x="154773" y="333875"/>
                  </a:lnTo>
                  <a:lnTo>
                    <a:pt x="160049" y="334183"/>
                  </a:lnTo>
                  <a:lnTo>
                    <a:pt x="165331" y="334324"/>
                  </a:lnTo>
                  <a:lnTo>
                    <a:pt x="170616" y="334299"/>
                  </a:lnTo>
                  <a:lnTo>
                    <a:pt x="175897" y="334106"/>
                  </a:lnTo>
                  <a:lnTo>
                    <a:pt x="181169" y="333746"/>
                  </a:lnTo>
                  <a:lnTo>
                    <a:pt x="186427" y="333220"/>
                  </a:lnTo>
                  <a:lnTo>
                    <a:pt x="191666" y="332528"/>
                  </a:lnTo>
                  <a:lnTo>
                    <a:pt x="196881" y="331671"/>
                  </a:lnTo>
                  <a:lnTo>
                    <a:pt x="202065" y="330649"/>
                  </a:lnTo>
                  <a:lnTo>
                    <a:pt x="207215" y="329464"/>
                  </a:lnTo>
                  <a:lnTo>
                    <a:pt x="212325" y="328117"/>
                  </a:lnTo>
                  <a:lnTo>
                    <a:pt x="217390" y="326608"/>
                  </a:lnTo>
                  <a:lnTo>
                    <a:pt x="222404" y="324941"/>
                  </a:lnTo>
                  <a:lnTo>
                    <a:pt x="227364" y="323116"/>
                  </a:lnTo>
                  <a:lnTo>
                    <a:pt x="232263" y="321135"/>
                  </a:lnTo>
                  <a:lnTo>
                    <a:pt x="237097" y="319000"/>
                  </a:lnTo>
                  <a:lnTo>
                    <a:pt x="241861" y="316714"/>
                  </a:lnTo>
                  <a:lnTo>
                    <a:pt x="246551" y="314278"/>
                  </a:lnTo>
                  <a:lnTo>
                    <a:pt x="251161" y="311695"/>
                  </a:lnTo>
                  <a:lnTo>
                    <a:pt x="255687" y="308967"/>
                  </a:lnTo>
                  <a:lnTo>
                    <a:pt x="260125" y="306098"/>
                  </a:lnTo>
                  <a:lnTo>
                    <a:pt x="264470" y="303090"/>
                  </a:lnTo>
                  <a:lnTo>
                    <a:pt x="268717" y="299947"/>
                  </a:lnTo>
                  <a:lnTo>
                    <a:pt x="272864" y="296670"/>
                  </a:lnTo>
                  <a:lnTo>
                    <a:pt x="276904" y="293264"/>
                  </a:lnTo>
                  <a:lnTo>
                    <a:pt x="280835" y="289732"/>
                  </a:lnTo>
                  <a:lnTo>
                    <a:pt x="284652" y="286078"/>
                  </a:lnTo>
                  <a:lnTo>
                    <a:pt x="288352" y="282305"/>
                  </a:lnTo>
                  <a:lnTo>
                    <a:pt x="291931" y="278417"/>
                  </a:lnTo>
                  <a:lnTo>
                    <a:pt x="295385" y="274417"/>
                  </a:lnTo>
                  <a:lnTo>
                    <a:pt x="298711" y="270311"/>
                  </a:lnTo>
                  <a:lnTo>
                    <a:pt x="301905" y="266101"/>
                  </a:lnTo>
                  <a:lnTo>
                    <a:pt x="304965" y="261792"/>
                  </a:lnTo>
                  <a:lnTo>
                    <a:pt x="307887" y="257389"/>
                  </a:lnTo>
                  <a:lnTo>
                    <a:pt x="310668" y="252896"/>
                  </a:lnTo>
                  <a:lnTo>
                    <a:pt x="313306" y="248317"/>
                  </a:lnTo>
                  <a:lnTo>
                    <a:pt x="315798" y="243657"/>
                  </a:lnTo>
                  <a:lnTo>
                    <a:pt x="318142" y="238921"/>
                  </a:lnTo>
                  <a:lnTo>
                    <a:pt x="320334" y="234113"/>
                  </a:lnTo>
                  <a:lnTo>
                    <a:pt x="322374" y="229237"/>
                  </a:lnTo>
                  <a:lnTo>
                    <a:pt x="324258" y="224300"/>
                  </a:lnTo>
                  <a:lnTo>
                    <a:pt x="325985" y="219306"/>
                  </a:lnTo>
                  <a:lnTo>
                    <a:pt x="327554" y="214260"/>
                  </a:lnTo>
                  <a:lnTo>
                    <a:pt x="328963" y="209167"/>
                  </a:lnTo>
                  <a:lnTo>
                    <a:pt x="330209" y="204031"/>
                  </a:lnTo>
                  <a:lnTo>
                    <a:pt x="331293" y="198859"/>
                  </a:lnTo>
                  <a:lnTo>
                    <a:pt x="332213" y="193655"/>
                  </a:lnTo>
                  <a:lnTo>
                    <a:pt x="332967" y="188425"/>
                  </a:lnTo>
                  <a:lnTo>
                    <a:pt x="333556" y="183173"/>
                  </a:lnTo>
                  <a:lnTo>
                    <a:pt x="333979" y="177906"/>
                  </a:lnTo>
                  <a:lnTo>
                    <a:pt x="334235" y="172628"/>
                  </a:lnTo>
                  <a:lnTo>
                    <a:pt x="334324" y="167344"/>
                  </a:lnTo>
                  <a:lnTo>
                    <a:pt x="334247" y="162060"/>
                  </a:lnTo>
                  <a:lnTo>
                    <a:pt x="334002" y="156781"/>
                  </a:lnTo>
                  <a:lnTo>
                    <a:pt x="333590" y="151513"/>
                  </a:lnTo>
                  <a:lnTo>
                    <a:pt x="333012" y="146260"/>
                  </a:lnTo>
                  <a:lnTo>
                    <a:pt x="332268" y="141028"/>
                  </a:lnTo>
                  <a:lnTo>
                    <a:pt x="331360" y="135822"/>
                  </a:lnTo>
                  <a:lnTo>
                    <a:pt x="330287" y="130648"/>
                  </a:lnTo>
                  <a:lnTo>
                    <a:pt x="329051" y="125510"/>
                  </a:lnTo>
                  <a:lnTo>
                    <a:pt x="327654" y="120414"/>
                  </a:lnTo>
                  <a:lnTo>
                    <a:pt x="326096" y="115364"/>
                  </a:lnTo>
                  <a:lnTo>
                    <a:pt x="324379" y="110366"/>
                  </a:lnTo>
                  <a:lnTo>
                    <a:pt x="322505" y="105425"/>
                  </a:lnTo>
                  <a:lnTo>
                    <a:pt x="320476" y="100546"/>
                  </a:lnTo>
                  <a:lnTo>
                    <a:pt x="318293" y="95733"/>
                  </a:lnTo>
                  <a:lnTo>
                    <a:pt x="315960" y="90992"/>
                  </a:lnTo>
                  <a:lnTo>
                    <a:pt x="313478" y="86326"/>
                  </a:lnTo>
                  <a:lnTo>
                    <a:pt x="310850" y="81742"/>
                  </a:lnTo>
                  <a:lnTo>
                    <a:pt x="308078" y="77243"/>
                  </a:lnTo>
                  <a:lnTo>
                    <a:pt x="305165" y="72833"/>
                  </a:lnTo>
                  <a:lnTo>
                    <a:pt x="302114" y="68518"/>
                  </a:lnTo>
                  <a:lnTo>
                    <a:pt x="298929" y="64302"/>
                  </a:lnTo>
                  <a:lnTo>
                    <a:pt x="295612" y="60188"/>
                  </a:lnTo>
                  <a:lnTo>
                    <a:pt x="292166" y="56182"/>
                  </a:lnTo>
                  <a:lnTo>
                    <a:pt x="288596" y="52286"/>
                  </a:lnTo>
                  <a:lnTo>
                    <a:pt x="284904" y="48505"/>
                  </a:lnTo>
                  <a:lnTo>
                    <a:pt x="281094" y="44842"/>
                  </a:lnTo>
                  <a:lnTo>
                    <a:pt x="277171" y="41302"/>
                  </a:lnTo>
                  <a:lnTo>
                    <a:pt x="273138" y="37888"/>
                  </a:lnTo>
                  <a:lnTo>
                    <a:pt x="268998" y="34603"/>
                  </a:lnTo>
                  <a:lnTo>
                    <a:pt x="264757" y="31450"/>
                  </a:lnTo>
                  <a:lnTo>
                    <a:pt x="260419" y="28433"/>
                  </a:lnTo>
                  <a:lnTo>
                    <a:pt x="255987" y="25554"/>
                  </a:lnTo>
                  <a:lnTo>
                    <a:pt x="251467" y="22817"/>
                  </a:lnTo>
                  <a:lnTo>
                    <a:pt x="246862" y="20224"/>
                  </a:lnTo>
                  <a:lnTo>
                    <a:pt x="242178" y="17779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75020" cy="167167"/>
            </a:xfrm>
            <a:custGeom>
              <a:avLst/>
              <a:pathLst>
                <a:path w="75020" h="167167">
                  <a:moveTo>
                    <a:pt x="75020" y="17779"/>
                  </a:moveTo>
                  <a:lnTo>
                    <a:pt x="69625" y="15189"/>
                  </a:lnTo>
                  <a:lnTo>
                    <a:pt x="64141" y="12795"/>
                  </a:lnTo>
                  <a:lnTo>
                    <a:pt x="58575" y="10598"/>
                  </a:lnTo>
                  <a:lnTo>
                    <a:pt x="52933" y="8602"/>
                  </a:lnTo>
                  <a:lnTo>
                    <a:pt x="47224" y="6809"/>
                  </a:lnTo>
                  <a:lnTo>
                    <a:pt x="41454" y="5221"/>
                  </a:lnTo>
                  <a:lnTo>
                    <a:pt x="35631" y="3841"/>
                  </a:lnTo>
                  <a:lnTo>
                    <a:pt x="29763" y="2670"/>
                  </a:lnTo>
                  <a:lnTo>
                    <a:pt x="23856" y="1711"/>
                  </a:lnTo>
                  <a:lnTo>
                    <a:pt x="17919" y="963"/>
                  </a:lnTo>
                  <a:lnTo>
                    <a:pt x="11958" y="428"/>
                  </a:lnTo>
                  <a:lnTo>
                    <a:pt x="598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8333" y="5269756"/>
              <a:ext cx="166167" cy="167167"/>
            </a:xfrm>
            <a:custGeom>
              <a:avLst/>
              <a:pathLst>
                <a:path w="166167" h="167167">
                  <a:moveTo>
                    <a:pt x="166167" y="0"/>
                  </a:moveTo>
                  <a:lnTo>
                    <a:pt x="160740" y="88"/>
                  </a:lnTo>
                  <a:lnTo>
                    <a:pt x="155317" y="352"/>
                  </a:lnTo>
                  <a:lnTo>
                    <a:pt x="149907" y="792"/>
                  </a:lnTo>
                  <a:lnTo>
                    <a:pt x="144513" y="1408"/>
                  </a:lnTo>
                  <a:lnTo>
                    <a:pt x="139142" y="2198"/>
                  </a:lnTo>
                  <a:lnTo>
                    <a:pt x="133800" y="3163"/>
                  </a:lnTo>
                  <a:lnTo>
                    <a:pt x="128492" y="4300"/>
                  </a:lnTo>
                  <a:lnTo>
                    <a:pt x="123224" y="5610"/>
                  </a:lnTo>
                  <a:lnTo>
                    <a:pt x="118001" y="7089"/>
                  </a:lnTo>
                  <a:lnTo>
                    <a:pt x="112828" y="8737"/>
                  </a:lnTo>
                  <a:lnTo>
                    <a:pt x="107712" y="10553"/>
                  </a:lnTo>
                  <a:lnTo>
                    <a:pt x="102658" y="12533"/>
                  </a:lnTo>
                  <a:lnTo>
                    <a:pt x="97671" y="14677"/>
                  </a:lnTo>
                  <a:lnTo>
                    <a:pt x="92755" y="16982"/>
                  </a:lnTo>
                  <a:lnTo>
                    <a:pt x="87918" y="19444"/>
                  </a:lnTo>
                  <a:lnTo>
                    <a:pt x="83163" y="22063"/>
                  </a:lnTo>
                  <a:lnTo>
                    <a:pt x="78495" y="24835"/>
                  </a:lnTo>
                  <a:lnTo>
                    <a:pt x="73920" y="27756"/>
                  </a:lnTo>
                  <a:lnTo>
                    <a:pt x="69442" y="30825"/>
                  </a:lnTo>
                  <a:lnTo>
                    <a:pt x="65066" y="34038"/>
                  </a:lnTo>
                  <a:lnTo>
                    <a:pt x="60796" y="37391"/>
                  </a:lnTo>
                  <a:lnTo>
                    <a:pt x="56638" y="40881"/>
                  </a:lnTo>
                  <a:lnTo>
                    <a:pt x="52595" y="44504"/>
                  </a:lnTo>
                  <a:lnTo>
                    <a:pt x="48672" y="48256"/>
                  </a:lnTo>
                  <a:lnTo>
                    <a:pt x="44873" y="52134"/>
                  </a:lnTo>
                  <a:lnTo>
                    <a:pt x="41202" y="56133"/>
                  </a:lnTo>
                  <a:lnTo>
                    <a:pt x="37663" y="60249"/>
                  </a:lnTo>
                  <a:lnTo>
                    <a:pt x="34259" y="64478"/>
                  </a:lnTo>
                  <a:lnTo>
                    <a:pt x="30994" y="68815"/>
                  </a:lnTo>
                  <a:lnTo>
                    <a:pt x="27872" y="73256"/>
                  </a:lnTo>
                  <a:lnTo>
                    <a:pt x="24896" y="77796"/>
                  </a:lnTo>
                  <a:lnTo>
                    <a:pt x="22068" y="82430"/>
                  </a:lnTo>
                  <a:lnTo>
                    <a:pt x="19393" y="87153"/>
                  </a:lnTo>
                  <a:lnTo>
                    <a:pt x="16872" y="91961"/>
                  </a:lnTo>
                  <a:lnTo>
                    <a:pt x="14509" y="96848"/>
                  </a:lnTo>
                  <a:lnTo>
                    <a:pt x="12306" y="101810"/>
                  </a:lnTo>
                  <a:lnTo>
                    <a:pt x="10265" y="106840"/>
                  </a:lnTo>
                  <a:lnTo>
                    <a:pt x="8388" y="111934"/>
                  </a:lnTo>
                  <a:lnTo>
                    <a:pt x="6678" y="117086"/>
                  </a:lnTo>
                  <a:lnTo>
                    <a:pt x="5136" y="122291"/>
                  </a:lnTo>
                  <a:lnTo>
                    <a:pt x="3764" y="127543"/>
                  </a:lnTo>
                  <a:lnTo>
                    <a:pt x="2563" y="132837"/>
                  </a:lnTo>
                  <a:lnTo>
                    <a:pt x="1535" y="138168"/>
                  </a:lnTo>
                  <a:lnTo>
                    <a:pt x="680" y="143529"/>
                  </a:lnTo>
                  <a:lnTo>
                    <a:pt x="0" y="148914"/>
                  </a:lnTo>
                  <a:lnTo>
                    <a:pt x="166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50" y="5269756"/>
              <a:ext cx="334298" cy="334334"/>
            </a:xfrm>
            <a:custGeom>
              <a:avLst/>
              <a:pathLst>
                <a:path w="334298" h="334334">
                  <a:moveTo>
                    <a:pt x="982" y="148914"/>
                  </a:moveTo>
                  <a:lnTo>
                    <a:pt x="487" y="154194"/>
                  </a:lnTo>
                  <a:lnTo>
                    <a:pt x="159" y="159487"/>
                  </a:lnTo>
                  <a:lnTo>
                    <a:pt x="0" y="164787"/>
                  </a:lnTo>
                  <a:lnTo>
                    <a:pt x="8" y="170090"/>
                  </a:lnTo>
                  <a:lnTo>
                    <a:pt x="185" y="175389"/>
                  </a:lnTo>
                  <a:lnTo>
                    <a:pt x="530" y="180681"/>
                  </a:lnTo>
                  <a:lnTo>
                    <a:pt x="1042" y="185959"/>
                  </a:lnTo>
                  <a:lnTo>
                    <a:pt x="1722" y="191218"/>
                  </a:lnTo>
                  <a:lnTo>
                    <a:pt x="2568" y="196453"/>
                  </a:lnTo>
                  <a:lnTo>
                    <a:pt x="3579" y="201658"/>
                  </a:lnTo>
                  <a:lnTo>
                    <a:pt x="4756" y="206828"/>
                  </a:lnTo>
                  <a:lnTo>
                    <a:pt x="6095" y="211959"/>
                  </a:lnTo>
                  <a:lnTo>
                    <a:pt x="7597" y="217045"/>
                  </a:lnTo>
                  <a:lnTo>
                    <a:pt x="9259" y="222080"/>
                  </a:lnTo>
                  <a:lnTo>
                    <a:pt x="11080" y="227060"/>
                  </a:lnTo>
                  <a:lnTo>
                    <a:pt x="13059" y="231980"/>
                  </a:lnTo>
                  <a:lnTo>
                    <a:pt x="15192" y="236835"/>
                  </a:lnTo>
                  <a:lnTo>
                    <a:pt x="17478" y="241620"/>
                  </a:lnTo>
                  <a:lnTo>
                    <a:pt x="19915" y="246329"/>
                  </a:lnTo>
                  <a:lnTo>
                    <a:pt x="22499" y="250959"/>
                  </a:lnTo>
                  <a:lnTo>
                    <a:pt x="25230" y="255505"/>
                  </a:lnTo>
                  <a:lnTo>
                    <a:pt x="28103" y="259962"/>
                  </a:lnTo>
                  <a:lnTo>
                    <a:pt x="31116" y="264325"/>
                  </a:lnTo>
                  <a:lnTo>
                    <a:pt x="34266" y="268591"/>
                  </a:lnTo>
                  <a:lnTo>
                    <a:pt x="37550" y="272755"/>
                  </a:lnTo>
                  <a:lnTo>
                    <a:pt x="40964" y="276812"/>
                  </a:lnTo>
                  <a:lnTo>
                    <a:pt x="44505" y="280759"/>
                  </a:lnTo>
                  <a:lnTo>
                    <a:pt x="48170" y="284592"/>
                  </a:lnTo>
                  <a:lnTo>
                    <a:pt x="51954" y="288307"/>
                  </a:lnTo>
                  <a:lnTo>
                    <a:pt x="55854" y="291899"/>
                  </a:lnTo>
                  <a:lnTo>
                    <a:pt x="59866" y="295367"/>
                  </a:lnTo>
                  <a:lnTo>
                    <a:pt x="63986" y="298705"/>
                  </a:lnTo>
                  <a:lnTo>
                    <a:pt x="68210" y="301911"/>
                  </a:lnTo>
                  <a:lnTo>
                    <a:pt x="72534" y="304981"/>
                  </a:lnTo>
                  <a:lnTo>
                    <a:pt x="76952" y="307913"/>
                  </a:lnTo>
                  <a:lnTo>
                    <a:pt x="81462" y="310703"/>
                  </a:lnTo>
                  <a:lnTo>
                    <a:pt x="86057" y="313348"/>
                  </a:lnTo>
                  <a:lnTo>
                    <a:pt x="90735" y="315847"/>
                  </a:lnTo>
                  <a:lnTo>
                    <a:pt x="95489" y="318195"/>
                  </a:lnTo>
                  <a:lnTo>
                    <a:pt x="100315" y="320392"/>
                  </a:lnTo>
                  <a:lnTo>
                    <a:pt x="105208" y="322435"/>
                  </a:lnTo>
                  <a:lnTo>
                    <a:pt x="110164" y="324322"/>
                  </a:lnTo>
                  <a:lnTo>
                    <a:pt x="115177" y="326050"/>
                  </a:lnTo>
                  <a:lnTo>
                    <a:pt x="120243" y="327618"/>
                  </a:lnTo>
                  <a:lnTo>
                    <a:pt x="125355" y="329025"/>
                  </a:lnTo>
                  <a:lnTo>
                    <a:pt x="130510" y="330270"/>
                  </a:lnTo>
                  <a:lnTo>
                    <a:pt x="135702" y="331350"/>
                  </a:lnTo>
                  <a:lnTo>
                    <a:pt x="140925" y="332264"/>
                  </a:lnTo>
                  <a:lnTo>
                    <a:pt x="146175" y="333013"/>
                  </a:lnTo>
                  <a:lnTo>
                    <a:pt x="151445" y="333595"/>
                  </a:lnTo>
                  <a:lnTo>
                    <a:pt x="156732" y="334009"/>
                  </a:lnTo>
                  <a:lnTo>
                    <a:pt x="162029" y="334256"/>
                  </a:lnTo>
                  <a:lnTo>
                    <a:pt x="167331" y="334334"/>
                  </a:lnTo>
                  <a:lnTo>
                    <a:pt x="172633" y="334244"/>
                  </a:lnTo>
                  <a:lnTo>
                    <a:pt x="177929" y="333986"/>
                  </a:lnTo>
                  <a:lnTo>
                    <a:pt x="183215" y="333561"/>
                  </a:lnTo>
                  <a:lnTo>
                    <a:pt x="188484" y="332967"/>
                  </a:lnTo>
                  <a:lnTo>
                    <a:pt x="193732" y="332207"/>
                  </a:lnTo>
                  <a:lnTo>
                    <a:pt x="198953" y="331281"/>
                  </a:lnTo>
                  <a:lnTo>
                    <a:pt x="204143" y="330190"/>
                  </a:lnTo>
                  <a:lnTo>
                    <a:pt x="209295" y="328935"/>
                  </a:lnTo>
                  <a:lnTo>
                    <a:pt x="214404" y="327517"/>
                  </a:lnTo>
                  <a:lnTo>
                    <a:pt x="219466" y="325937"/>
                  </a:lnTo>
                  <a:lnTo>
                    <a:pt x="224476" y="324198"/>
                  </a:lnTo>
                  <a:lnTo>
                    <a:pt x="229427" y="322301"/>
                  </a:lnTo>
                  <a:lnTo>
                    <a:pt x="234316" y="320247"/>
                  </a:lnTo>
                  <a:lnTo>
                    <a:pt x="239138" y="318040"/>
                  </a:lnTo>
                  <a:lnTo>
                    <a:pt x="243887" y="315681"/>
                  </a:lnTo>
                  <a:lnTo>
                    <a:pt x="248559" y="313172"/>
                  </a:lnTo>
                  <a:lnTo>
                    <a:pt x="253149" y="310517"/>
                  </a:lnTo>
                  <a:lnTo>
                    <a:pt x="257652" y="307717"/>
                  </a:lnTo>
                  <a:lnTo>
                    <a:pt x="262064" y="304776"/>
                  </a:lnTo>
                  <a:lnTo>
                    <a:pt x="266381" y="301696"/>
                  </a:lnTo>
                  <a:lnTo>
                    <a:pt x="270598" y="298481"/>
                  </a:lnTo>
                  <a:lnTo>
                    <a:pt x="274711" y="295134"/>
                  </a:lnTo>
                  <a:lnTo>
                    <a:pt x="278716" y="291658"/>
                  </a:lnTo>
                  <a:lnTo>
                    <a:pt x="282608" y="288057"/>
                  </a:lnTo>
                  <a:lnTo>
                    <a:pt x="286384" y="284334"/>
                  </a:lnTo>
                  <a:lnTo>
                    <a:pt x="290040" y="280494"/>
                  </a:lnTo>
                  <a:lnTo>
                    <a:pt x="293573" y="276539"/>
                  </a:lnTo>
                  <a:lnTo>
                    <a:pt x="296978" y="272474"/>
                  </a:lnTo>
                  <a:lnTo>
                    <a:pt x="300253" y="268303"/>
                  </a:lnTo>
                  <a:lnTo>
                    <a:pt x="303394" y="264031"/>
                  </a:lnTo>
                  <a:lnTo>
                    <a:pt x="306397" y="259661"/>
                  </a:lnTo>
                  <a:lnTo>
                    <a:pt x="309261" y="255198"/>
                  </a:lnTo>
                  <a:lnTo>
                    <a:pt x="311982" y="250646"/>
                  </a:lnTo>
                  <a:lnTo>
                    <a:pt x="314556" y="246011"/>
                  </a:lnTo>
                  <a:lnTo>
                    <a:pt x="316983" y="241296"/>
                  </a:lnTo>
                  <a:lnTo>
                    <a:pt x="319259" y="236506"/>
                  </a:lnTo>
                  <a:lnTo>
                    <a:pt x="321381" y="231647"/>
                  </a:lnTo>
                  <a:lnTo>
                    <a:pt x="323349" y="226723"/>
                  </a:lnTo>
                  <a:lnTo>
                    <a:pt x="325159" y="221738"/>
                  </a:lnTo>
                  <a:lnTo>
                    <a:pt x="326811" y="216699"/>
                  </a:lnTo>
                  <a:lnTo>
                    <a:pt x="328301" y="211611"/>
                  </a:lnTo>
                  <a:lnTo>
                    <a:pt x="329630" y="206477"/>
                  </a:lnTo>
                  <a:lnTo>
                    <a:pt x="330795" y="201304"/>
                  </a:lnTo>
                  <a:lnTo>
                    <a:pt x="331795" y="196096"/>
                  </a:lnTo>
                  <a:lnTo>
                    <a:pt x="332630" y="190860"/>
                  </a:lnTo>
                  <a:lnTo>
                    <a:pt x="333298" y="185599"/>
                  </a:lnTo>
                  <a:lnTo>
                    <a:pt x="333799" y="180320"/>
                  </a:lnTo>
                  <a:lnTo>
                    <a:pt x="334133" y="175028"/>
                  </a:lnTo>
                  <a:lnTo>
                    <a:pt x="334298" y="169728"/>
                  </a:lnTo>
                  <a:lnTo>
                    <a:pt x="334295" y="164425"/>
                  </a:lnTo>
                  <a:lnTo>
                    <a:pt x="334124" y="159125"/>
                  </a:lnTo>
                  <a:lnTo>
                    <a:pt x="333785" y="153833"/>
                  </a:lnTo>
                  <a:lnTo>
                    <a:pt x="333278" y="148555"/>
                  </a:lnTo>
                  <a:lnTo>
                    <a:pt x="332604" y="143295"/>
                  </a:lnTo>
                  <a:lnTo>
                    <a:pt x="331764" y="138059"/>
                  </a:lnTo>
                  <a:lnTo>
                    <a:pt x="330758" y="132853"/>
                  </a:lnTo>
                  <a:lnTo>
                    <a:pt x="329587" y="127681"/>
                  </a:lnTo>
                  <a:lnTo>
                    <a:pt x="328253" y="122549"/>
                  </a:lnTo>
                  <a:lnTo>
                    <a:pt x="326757" y="117462"/>
                  </a:lnTo>
                  <a:lnTo>
                    <a:pt x="325100" y="112424"/>
                  </a:lnTo>
                  <a:lnTo>
                    <a:pt x="323284" y="107442"/>
                  </a:lnTo>
                  <a:lnTo>
                    <a:pt x="321311" y="102520"/>
                  </a:lnTo>
                  <a:lnTo>
                    <a:pt x="319184" y="97663"/>
                  </a:lnTo>
                  <a:lnTo>
                    <a:pt x="316903" y="92876"/>
                  </a:lnTo>
                  <a:lnTo>
                    <a:pt x="314471" y="88164"/>
                  </a:lnTo>
                  <a:lnTo>
                    <a:pt x="311891" y="83531"/>
                  </a:lnTo>
                  <a:lnTo>
                    <a:pt x="309166" y="78982"/>
                  </a:lnTo>
                  <a:lnTo>
                    <a:pt x="306297" y="74522"/>
                  </a:lnTo>
                  <a:lnTo>
                    <a:pt x="303289" y="70156"/>
                  </a:lnTo>
                  <a:lnTo>
                    <a:pt x="300143" y="65887"/>
                  </a:lnTo>
                  <a:lnTo>
                    <a:pt x="296864" y="61719"/>
                  </a:lnTo>
                  <a:lnTo>
                    <a:pt x="293454" y="57658"/>
                  </a:lnTo>
                  <a:lnTo>
                    <a:pt x="289918" y="53707"/>
                  </a:lnTo>
                  <a:lnTo>
                    <a:pt x="286257" y="49871"/>
                  </a:lnTo>
                  <a:lnTo>
                    <a:pt x="282477" y="46152"/>
                  </a:lnTo>
                  <a:lnTo>
                    <a:pt x="278581" y="42555"/>
                  </a:lnTo>
                  <a:lnTo>
                    <a:pt x="274572" y="39083"/>
                  </a:lnTo>
                  <a:lnTo>
                    <a:pt x="270456" y="35741"/>
                  </a:lnTo>
                  <a:lnTo>
                    <a:pt x="266235" y="32530"/>
                  </a:lnTo>
                  <a:lnTo>
                    <a:pt x="261915" y="29455"/>
                  </a:lnTo>
                  <a:lnTo>
                    <a:pt x="257500" y="26519"/>
                  </a:lnTo>
                  <a:lnTo>
                    <a:pt x="252993" y="23724"/>
                  </a:lnTo>
                  <a:lnTo>
                    <a:pt x="248401" y="21074"/>
                  </a:lnTo>
                  <a:lnTo>
                    <a:pt x="243726" y="18570"/>
                  </a:lnTo>
                  <a:lnTo>
                    <a:pt x="238975" y="16216"/>
                  </a:lnTo>
                  <a:lnTo>
                    <a:pt x="234151" y="14014"/>
                  </a:lnTo>
                  <a:lnTo>
                    <a:pt x="229260" y="11966"/>
                  </a:lnTo>
                  <a:lnTo>
                    <a:pt x="224306" y="10074"/>
                  </a:lnTo>
                  <a:lnTo>
                    <a:pt x="219294" y="8340"/>
                  </a:lnTo>
                  <a:lnTo>
                    <a:pt x="214231" y="6766"/>
                  </a:lnTo>
                  <a:lnTo>
                    <a:pt x="209120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421" y="5399291"/>
              <a:ext cx="3794" cy="167167"/>
            </a:xfrm>
            <a:custGeom>
              <a:avLst/>
              <a:pathLst>
                <a:path w="3794" h="167167">
                  <a:moveTo>
                    <a:pt x="3794" y="0"/>
                  </a:moveTo>
                  <a:lnTo>
                    <a:pt x="0" y="43"/>
                  </a:lnTo>
                  <a:lnTo>
                    <a:pt x="37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421" y="5399334"/>
              <a:ext cx="3794" cy="167124"/>
            </a:xfrm>
            <a:custGeom>
              <a:avLst/>
              <a:pathLst>
                <a:path w="3794" h="167124">
                  <a:moveTo>
                    <a:pt x="0" y="0"/>
                  </a:moveTo>
                  <a:lnTo>
                    <a:pt x="3794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48" y="5399334"/>
              <a:ext cx="334320" cy="334284"/>
            </a:xfrm>
            <a:custGeom>
              <a:avLst/>
              <a:pathLst>
                <a:path w="334320" h="334284">
                  <a:moveTo>
                    <a:pt x="163372" y="0"/>
                  </a:moveTo>
                  <a:lnTo>
                    <a:pt x="158094" y="203"/>
                  </a:lnTo>
                  <a:lnTo>
                    <a:pt x="152825" y="573"/>
                  </a:lnTo>
                  <a:lnTo>
                    <a:pt x="147570" y="1109"/>
                  </a:lnTo>
                  <a:lnTo>
                    <a:pt x="142334" y="1811"/>
                  </a:lnTo>
                  <a:lnTo>
                    <a:pt x="137124" y="2678"/>
                  </a:lnTo>
                  <a:lnTo>
                    <a:pt x="131943" y="3710"/>
                  </a:lnTo>
                  <a:lnTo>
                    <a:pt x="126798" y="4904"/>
                  </a:lnTo>
                  <a:lnTo>
                    <a:pt x="121693" y="6260"/>
                  </a:lnTo>
                  <a:lnTo>
                    <a:pt x="116633" y="7777"/>
                  </a:lnTo>
                  <a:lnTo>
                    <a:pt x="111624" y="9454"/>
                  </a:lnTo>
                  <a:lnTo>
                    <a:pt x="106670" y="11287"/>
                  </a:lnTo>
                  <a:lnTo>
                    <a:pt x="101777" y="13276"/>
                  </a:lnTo>
                  <a:lnTo>
                    <a:pt x="96948" y="15419"/>
                  </a:lnTo>
                  <a:lnTo>
                    <a:pt x="92190" y="17713"/>
                  </a:lnTo>
                  <a:lnTo>
                    <a:pt x="87507" y="20157"/>
                  </a:lnTo>
                  <a:lnTo>
                    <a:pt x="82904" y="22747"/>
                  </a:lnTo>
                  <a:lnTo>
                    <a:pt x="78384" y="25481"/>
                  </a:lnTo>
                  <a:lnTo>
                    <a:pt x="73953" y="28357"/>
                  </a:lnTo>
                  <a:lnTo>
                    <a:pt x="69616" y="31371"/>
                  </a:lnTo>
                  <a:lnTo>
                    <a:pt x="65375" y="34521"/>
                  </a:lnTo>
                  <a:lnTo>
                    <a:pt x="61237" y="37804"/>
                  </a:lnTo>
                  <a:lnTo>
                    <a:pt x="57204" y="41215"/>
                  </a:lnTo>
                  <a:lnTo>
                    <a:pt x="53281" y="44752"/>
                  </a:lnTo>
                  <a:lnTo>
                    <a:pt x="49471" y="48411"/>
                  </a:lnTo>
                  <a:lnTo>
                    <a:pt x="45779" y="52189"/>
                  </a:lnTo>
                  <a:lnTo>
                    <a:pt x="42209" y="56082"/>
                  </a:lnTo>
                  <a:lnTo>
                    <a:pt x="38763" y="60085"/>
                  </a:lnTo>
                  <a:lnTo>
                    <a:pt x="35445" y="64195"/>
                  </a:lnTo>
                  <a:lnTo>
                    <a:pt x="32259" y="68408"/>
                  </a:lnTo>
                  <a:lnTo>
                    <a:pt x="29207" y="72720"/>
                  </a:lnTo>
                  <a:lnTo>
                    <a:pt x="26293" y="77126"/>
                  </a:lnTo>
                  <a:lnTo>
                    <a:pt x="23520" y="81622"/>
                  </a:lnTo>
                  <a:lnTo>
                    <a:pt x="20891" y="86203"/>
                  </a:lnTo>
                  <a:lnTo>
                    <a:pt x="18407" y="90865"/>
                  </a:lnTo>
                  <a:lnTo>
                    <a:pt x="16072" y="95603"/>
                  </a:lnTo>
                  <a:lnTo>
                    <a:pt x="13888" y="100412"/>
                  </a:lnTo>
                  <a:lnTo>
                    <a:pt x="11856" y="105289"/>
                  </a:lnTo>
                  <a:lnTo>
                    <a:pt x="9980" y="110226"/>
                  </a:lnTo>
                  <a:lnTo>
                    <a:pt x="8261" y="115221"/>
                  </a:lnTo>
                  <a:lnTo>
                    <a:pt x="6701" y="120267"/>
                  </a:lnTo>
                  <a:lnTo>
                    <a:pt x="5300" y="125361"/>
                  </a:lnTo>
                  <a:lnTo>
                    <a:pt x="4062" y="130496"/>
                  </a:lnTo>
                  <a:lnTo>
                    <a:pt x="2986" y="135667"/>
                  </a:lnTo>
                  <a:lnTo>
                    <a:pt x="2074" y="140870"/>
                  </a:lnTo>
                  <a:lnTo>
                    <a:pt x="1327" y="146099"/>
                  </a:lnTo>
                  <a:lnTo>
                    <a:pt x="745" y="151349"/>
                  </a:lnTo>
                  <a:lnTo>
                    <a:pt x="330" y="156615"/>
                  </a:lnTo>
                  <a:lnTo>
                    <a:pt x="81" y="161892"/>
                  </a:lnTo>
                  <a:lnTo>
                    <a:pt x="0" y="167173"/>
                  </a:lnTo>
                  <a:lnTo>
                    <a:pt x="85" y="172455"/>
                  </a:lnTo>
                  <a:lnTo>
                    <a:pt x="336" y="177731"/>
                  </a:lnTo>
                  <a:lnTo>
                    <a:pt x="755" y="182997"/>
                  </a:lnTo>
                  <a:lnTo>
                    <a:pt x="1339" y="188246"/>
                  </a:lnTo>
                  <a:lnTo>
                    <a:pt x="2089" y="193475"/>
                  </a:lnTo>
                  <a:lnTo>
                    <a:pt x="3004" y="198678"/>
                  </a:lnTo>
                  <a:lnTo>
                    <a:pt x="4083" y="203848"/>
                  </a:lnTo>
                  <a:lnTo>
                    <a:pt x="5325" y="208983"/>
                  </a:lnTo>
                  <a:lnTo>
                    <a:pt x="6728" y="214075"/>
                  </a:lnTo>
                  <a:lnTo>
                    <a:pt x="8292" y="219121"/>
                  </a:lnTo>
                  <a:lnTo>
                    <a:pt x="10014" y="224114"/>
                  </a:lnTo>
                  <a:lnTo>
                    <a:pt x="11893" y="229051"/>
                  </a:lnTo>
                  <a:lnTo>
                    <a:pt x="13927" y="233926"/>
                  </a:lnTo>
                  <a:lnTo>
                    <a:pt x="16114" y="238734"/>
                  </a:lnTo>
                  <a:lnTo>
                    <a:pt x="18452" y="243471"/>
                  </a:lnTo>
                  <a:lnTo>
                    <a:pt x="20938" y="248131"/>
                  </a:lnTo>
                  <a:lnTo>
                    <a:pt x="23571" y="252711"/>
                  </a:lnTo>
                  <a:lnTo>
                    <a:pt x="26347" y="257205"/>
                  </a:lnTo>
                  <a:lnTo>
                    <a:pt x="29263" y="261609"/>
                  </a:lnTo>
                  <a:lnTo>
                    <a:pt x="32317" y="265919"/>
                  </a:lnTo>
                  <a:lnTo>
                    <a:pt x="35506" y="270130"/>
                  </a:lnTo>
                  <a:lnTo>
                    <a:pt x="38826" y="274238"/>
                  </a:lnTo>
                  <a:lnTo>
                    <a:pt x="42274" y="278240"/>
                  </a:lnTo>
                  <a:lnTo>
                    <a:pt x="45847" y="282130"/>
                  </a:lnTo>
                  <a:lnTo>
                    <a:pt x="49541" y="285906"/>
                  </a:lnTo>
                  <a:lnTo>
                    <a:pt x="53353" y="289563"/>
                  </a:lnTo>
                  <a:lnTo>
                    <a:pt x="57278" y="293098"/>
                  </a:lnTo>
                  <a:lnTo>
                    <a:pt x="61313" y="296507"/>
                  </a:lnTo>
                  <a:lnTo>
                    <a:pt x="65454" y="299786"/>
                  </a:lnTo>
                  <a:lnTo>
                    <a:pt x="69696" y="302934"/>
                  </a:lnTo>
                  <a:lnTo>
                    <a:pt x="74035" y="305946"/>
                  </a:lnTo>
                  <a:lnTo>
                    <a:pt x="78468" y="308819"/>
                  </a:lnTo>
                  <a:lnTo>
                    <a:pt x="82989" y="311550"/>
                  </a:lnTo>
                  <a:lnTo>
                    <a:pt x="87594" y="314138"/>
                  </a:lnTo>
                  <a:lnTo>
                    <a:pt x="92279" y="316579"/>
                  </a:lnTo>
                  <a:lnTo>
                    <a:pt x="97038" y="318870"/>
                  </a:lnTo>
                  <a:lnTo>
                    <a:pt x="101867" y="321010"/>
                  </a:lnTo>
                  <a:lnTo>
                    <a:pt x="106762" y="322996"/>
                  </a:lnTo>
                  <a:lnTo>
                    <a:pt x="111717" y="324827"/>
                  </a:lnTo>
                  <a:lnTo>
                    <a:pt x="116727" y="326500"/>
                  </a:lnTo>
                  <a:lnTo>
                    <a:pt x="121788" y="328014"/>
                  </a:lnTo>
                  <a:lnTo>
                    <a:pt x="126894" y="329368"/>
                  </a:lnTo>
                  <a:lnTo>
                    <a:pt x="132040" y="330559"/>
                  </a:lnTo>
                  <a:lnTo>
                    <a:pt x="137221" y="331587"/>
                  </a:lnTo>
                  <a:lnTo>
                    <a:pt x="142432" y="332451"/>
                  </a:lnTo>
                  <a:lnTo>
                    <a:pt x="147668" y="333150"/>
                  </a:lnTo>
                  <a:lnTo>
                    <a:pt x="152923" y="333683"/>
                  </a:lnTo>
                  <a:lnTo>
                    <a:pt x="158192" y="334050"/>
                  </a:lnTo>
                  <a:lnTo>
                    <a:pt x="163471" y="334250"/>
                  </a:lnTo>
                  <a:lnTo>
                    <a:pt x="168753" y="334284"/>
                  </a:lnTo>
                  <a:lnTo>
                    <a:pt x="174034" y="334150"/>
                  </a:lnTo>
                  <a:lnTo>
                    <a:pt x="179307" y="333850"/>
                  </a:lnTo>
                  <a:lnTo>
                    <a:pt x="184569" y="333383"/>
                  </a:lnTo>
                  <a:lnTo>
                    <a:pt x="189813" y="332750"/>
                  </a:lnTo>
                  <a:lnTo>
                    <a:pt x="195035" y="331952"/>
                  </a:lnTo>
                  <a:lnTo>
                    <a:pt x="200228" y="330989"/>
                  </a:lnTo>
                  <a:lnTo>
                    <a:pt x="205389" y="329863"/>
                  </a:lnTo>
                  <a:lnTo>
                    <a:pt x="210512" y="328574"/>
                  </a:lnTo>
                  <a:lnTo>
                    <a:pt x="215591" y="327124"/>
                  </a:lnTo>
                  <a:lnTo>
                    <a:pt x="220622" y="325514"/>
                  </a:lnTo>
                  <a:lnTo>
                    <a:pt x="225600" y="323746"/>
                  </a:lnTo>
                  <a:lnTo>
                    <a:pt x="230519" y="321822"/>
                  </a:lnTo>
                  <a:lnTo>
                    <a:pt x="235375" y="319743"/>
                  </a:lnTo>
                  <a:lnTo>
                    <a:pt x="240163" y="317512"/>
                  </a:lnTo>
                  <a:lnTo>
                    <a:pt x="244878" y="315131"/>
                  </a:lnTo>
                  <a:lnTo>
                    <a:pt x="249515" y="312602"/>
                  </a:lnTo>
                  <a:lnTo>
                    <a:pt x="254070" y="309927"/>
                  </a:lnTo>
                  <a:lnTo>
                    <a:pt x="258539" y="307110"/>
                  </a:lnTo>
                  <a:lnTo>
                    <a:pt x="262916" y="304153"/>
                  </a:lnTo>
                  <a:lnTo>
                    <a:pt x="267197" y="301060"/>
                  </a:lnTo>
                  <a:lnTo>
                    <a:pt x="271379" y="297833"/>
                  </a:lnTo>
                  <a:lnTo>
                    <a:pt x="275457" y="294475"/>
                  </a:lnTo>
                  <a:lnTo>
                    <a:pt x="279426" y="290990"/>
                  </a:lnTo>
                  <a:lnTo>
                    <a:pt x="283284" y="287381"/>
                  </a:lnTo>
                  <a:lnTo>
                    <a:pt x="287025" y="283653"/>
                  </a:lnTo>
                  <a:lnTo>
                    <a:pt x="290647" y="279808"/>
                  </a:lnTo>
                  <a:lnTo>
                    <a:pt x="294146" y="275850"/>
                  </a:lnTo>
                  <a:lnTo>
                    <a:pt x="297517" y="271784"/>
                  </a:lnTo>
                  <a:lnTo>
                    <a:pt x="300759" y="267613"/>
                  </a:lnTo>
                  <a:lnTo>
                    <a:pt x="303867" y="263342"/>
                  </a:lnTo>
                  <a:lnTo>
                    <a:pt x="306839" y="258975"/>
                  </a:lnTo>
                  <a:lnTo>
                    <a:pt x="309671" y="254517"/>
                  </a:lnTo>
                  <a:lnTo>
                    <a:pt x="312361" y="249971"/>
                  </a:lnTo>
                  <a:lnTo>
                    <a:pt x="314906" y="245342"/>
                  </a:lnTo>
                  <a:lnTo>
                    <a:pt x="317304" y="240635"/>
                  </a:lnTo>
                  <a:lnTo>
                    <a:pt x="319551" y="235855"/>
                  </a:lnTo>
                  <a:lnTo>
                    <a:pt x="321647" y="231006"/>
                  </a:lnTo>
                  <a:lnTo>
                    <a:pt x="323588" y="226093"/>
                  </a:lnTo>
                  <a:lnTo>
                    <a:pt x="325373" y="221122"/>
                  </a:lnTo>
                  <a:lnTo>
                    <a:pt x="327000" y="216097"/>
                  </a:lnTo>
                  <a:lnTo>
                    <a:pt x="328468" y="211022"/>
                  </a:lnTo>
                  <a:lnTo>
                    <a:pt x="329774" y="205904"/>
                  </a:lnTo>
                  <a:lnTo>
                    <a:pt x="330918" y="200747"/>
                  </a:lnTo>
                  <a:lnTo>
                    <a:pt x="331899" y="195557"/>
                  </a:lnTo>
                  <a:lnTo>
                    <a:pt x="332715" y="190338"/>
                  </a:lnTo>
                  <a:lnTo>
                    <a:pt x="333365" y="185096"/>
                  </a:lnTo>
                  <a:lnTo>
                    <a:pt x="333850" y="179836"/>
                  </a:lnTo>
                  <a:lnTo>
                    <a:pt x="334169" y="174563"/>
                  </a:lnTo>
                  <a:lnTo>
                    <a:pt x="334320" y="169283"/>
                  </a:lnTo>
                  <a:lnTo>
                    <a:pt x="334305" y="164001"/>
                  </a:lnTo>
                  <a:lnTo>
                    <a:pt x="334123" y="158722"/>
                  </a:lnTo>
                  <a:lnTo>
                    <a:pt x="333774" y="153451"/>
                  </a:lnTo>
                  <a:lnTo>
                    <a:pt x="333259" y="148194"/>
                  </a:lnTo>
                  <a:lnTo>
                    <a:pt x="332578" y="142956"/>
                  </a:lnTo>
                  <a:lnTo>
                    <a:pt x="331732" y="137742"/>
                  </a:lnTo>
                  <a:lnTo>
                    <a:pt x="330722" y="132558"/>
                  </a:lnTo>
                  <a:lnTo>
                    <a:pt x="329548" y="127407"/>
                  </a:lnTo>
                  <a:lnTo>
                    <a:pt x="328212" y="122297"/>
                  </a:lnTo>
                  <a:lnTo>
                    <a:pt x="326715" y="117231"/>
                  </a:lnTo>
                  <a:lnTo>
                    <a:pt x="325059" y="112215"/>
                  </a:lnTo>
                  <a:lnTo>
                    <a:pt x="323246" y="107254"/>
                  </a:lnTo>
                  <a:lnTo>
                    <a:pt x="321276" y="102353"/>
                  </a:lnTo>
                  <a:lnTo>
                    <a:pt x="319153" y="97516"/>
                  </a:lnTo>
                  <a:lnTo>
                    <a:pt x="316878" y="92749"/>
                  </a:lnTo>
                  <a:lnTo>
                    <a:pt x="314453" y="88056"/>
                  </a:lnTo>
                  <a:lnTo>
                    <a:pt x="311881" y="83442"/>
                  </a:lnTo>
                  <a:lnTo>
                    <a:pt x="309165" y="78912"/>
                  </a:lnTo>
                  <a:lnTo>
                    <a:pt x="306307" y="74469"/>
                  </a:lnTo>
                  <a:lnTo>
                    <a:pt x="303311" y="70119"/>
                  </a:lnTo>
                  <a:lnTo>
                    <a:pt x="300178" y="65866"/>
                  </a:lnTo>
                  <a:lnTo>
                    <a:pt x="296912" y="61715"/>
                  </a:lnTo>
                  <a:lnTo>
                    <a:pt x="293517" y="57668"/>
                  </a:lnTo>
                  <a:lnTo>
                    <a:pt x="289996" y="53731"/>
                  </a:lnTo>
                  <a:lnTo>
                    <a:pt x="286352" y="49906"/>
                  </a:lnTo>
                  <a:lnTo>
                    <a:pt x="282589" y="46199"/>
                  </a:lnTo>
                  <a:lnTo>
                    <a:pt x="278711" y="42613"/>
                  </a:lnTo>
                  <a:lnTo>
                    <a:pt x="274721" y="39151"/>
                  </a:lnTo>
                  <a:lnTo>
                    <a:pt x="270624" y="35817"/>
                  </a:lnTo>
                  <a:lnTo>
                    <a:pt x="266424" y="32614"/>
                  </a:lnTo>
                  <a:lnTo>
                    <a:pt x="262125" y="29545"/>
                  </a:lnTo>
                  <a:lnTo>
                    <a:pt x="257731" y="26613"/>
                  </a:lnTo>
                  <a:lnTo>
                    <a:pt x="253246" y="23822"/>
                  </a:lnTo>
                  <a:lnTo>
                    <a:pt x="248675" y="21174"/>
                  </a:lnTo>
                  <a:lnTo>
                    <a:pt x="244024" y="18672"/>
                  </a:lnTo>
                  <a:lnTo>
                    <a:pt x="239295" y="16318"/>
                  </a:lnTo>
                  <a:lnTo>
                    <a:pt x="234494" y="14114"/>
                  </a:lnTo>
                  <a:lnTo>
                    <a:pt x="229626" y="12063"/>
                  </a:lnTo>
                  <a:lnTo>
                    <a:pt x="224696" y="10167"/>
                  </a:lnTo>
                  <a:lnTo>
                    <a:pt x="219708" y="8428"/>
                  </a:lnTo>
                  <a:lnTo>
                    <a:pt x="214668" y="6847"/>
                  </a:lnTo>
                  <a:lnTo>
                    <a:pt x="167167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7501" cy="167167"/>
            </a:xfrm>
            <a:custGeom>
              <a:avLst/>
              <a:pathLst>
                <a:path w="47501" h="167167">
                  <a:moveTo>
                    <a:pt x="47501" y="6890"/>
                  </a:moveTo>
                  <a:lnTo>
                    <a:pt x="41699" y="5284"/>
                  </a:lnTo>
                  <a:lnTo>
                    <a:pt x="35843" y="3887"/>
                  </a:lnTo>
                  <a:lnTo>
                    <a:pt x="29940" y="2703"/>
                  </a:lnTo>
                  <a:lnTo>
                    <a:pt x="23999" y="1731"/>
                  </a:lnTo>
                  <a:lnTo>
                    <a:pt x="18026" y="974"/>
                  </a:lnTo>
                  <a:lnTo>
                    <a:pt x="12030" y="433"/>
                  </a:lnTo>
                  <a:lnTo>
                    <a:pt x="6019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66951" y="5399291"/>
              <a:ext cx="56592" cy="167167"/>
            </a:xfrm>
            <a:custGeom>
              <a:avLst/>
              <a:pathLst>
                <a:path w="56592" h="167167">
                  <a:moveTo>
                    <a:pt x="56592" y="0"/>
                  </a:moveTo>
                  <a:lnTo>
                    <a:pt x="50179" y="123"/>
                  </a:lnTo>
                  <a:lnTo>
                    <a:pt x="43775" y="492"/>
                  </a:lnTo>
                  <a:lnTo>
                    <a:pt x="37390" y="1106"/>
                  </a:lnTo>
                  <a:lnTo>
                    <a:pt x="31033" y="1965"/>
                  </a:lnTo>
                  <a:lnTo>
                    <a:pt x="24714" y="3067"/>
                  </a:lnTo>
                  <a:lnTo>
                    <a:pt x="18442" y="4411"/>
                  </a:lnTo>
                  <a:lnTo>
                    <a:pt x="12226" y="5994"/>
                  </a:lnTo>
                  <a:lnTo>
                    <a:pt x="6076" y="7815"/>
                  </a:lnTo>
                  <a:lnTo>
                    <a:pt x="0" y="9870"/>
                  </a:lnTo>
                  <a:lnTo>
                    <a:pt x="565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6951" y="5409162"/>
              <a:ext cx="56592" cy="157296"/>
            </a:xfrm>
            <a:custGeom>
              <a:avLst/>
              <a:pathLst>
                <a:path w="56592" h="157296">
                  <a:moveTo>
                    <a:pt x="0" y="0"/>
                  </a:moveTo>
                  <a:lnTo>
                    <a:pt x="56592" y="157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6951" y="5409162"/>
              <a:ext cx="56592" cy="157296"/>
            </a:xfrm>
            <a:custGeom>
              <a:avLst/>
              <a:pathLst>
                <a:path w="56592" h="157296">
                  <a:moveTo>
                    <a:pt x="0" y="0"/>
                  </a:moveTo>
                  <a:lnTo>
                    <a:pt x="56592" y="157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6951" y="5409162"/>
              <a:ext cx="56592" cy="157296"/>
            </a:xfrm>
            <a:custGeom>
              <a:avLst/>
              <a:pathLst>
                <a:path w="56592" h="157296">
                  <a:moveTo>
                    <a:pt x="0" y="0"/>
                  </a:moveTo>
                  <a:lnTo>
                    <a:pt x="56592" y="1572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6951" y="5409162"/>
              <a:ext cx="56592" cy="157296"/>
            </a:xfrm>
            <a:custGeom>
              <a:avLst/>
              <a:pathLst>
                <a:path w="56592" h="157296">
                  <a:moveTo>
                    <a:pt x="0" y="0"/>
                  </a:moveTo>
                  <a:lnTo>
                    <a:pt x="56592" y="1572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6951" y="5409162"/>
              <a:ext cx="56592" cy="157296"/>
            </a:xfrm>
            <a:custGeom>
              <a:avLst/>
              <a:pathLst>
                <a:path w="56592" h="157296">
                  <a:moveTo>
                    <a:pt x="0" y="0"/>
                  </a:moveTo>
                  <a:lnTo>
                    <a:pt x="56592" y="1572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91" y="5409162"/>
              <a:ext cx="179656" cy="324453"/>
            </a:xfrm>
            <a:custGeom>
              <a:avLst/>
              <a:pathLst>
                <a:path w="179656" h="324453">
                  <a:moveTo>
                    <a:pt x="110560" y="0"/>
                  </a:moveTo>
                  <a:lnTo>
                    <a:pt x="105572" y="1885"/>
                  </a:lnTo>
                  <a:lnTo>
                    <a:pt x="100646" y="3928"/>
                  </a:lnTo>
                  <a:lnTo>
                    <a:pt x="95788" y="6127"/>
                  </a:lnTo>
                  <a:lnTo>
                    <a:pt x="91003" y="8480"/>
                  </a:lnTo>
                  <a:lnTo>
                    <a:pt x="86295" y="10985"/>
                  </a:lnTo>
                  <a:lnTo>
                    <a:pt x="81669" y="13638"/>
                  </a:lnTo>
                  <a:lnTo>
                    <a:pt x="77131" y="16438"/>
                  </a:lnTo>
                  <a:lnTo>
                    <a:pt x="72684" y="19381"/>
                  </a:lnTo>
                  <a:lnTo>
                    <a:pt x="68333" y="22464"/>
                  </a:lnTo>
                  <a:lnTo>
                    <a:pt x="64083" y="25685"/>
                  </a:lnTo>
                  <a:lnTo>
                    <a:pt x="59937" y="29039"/>
                  </a:lnTo>
                  <a:lnTo>
                    <a:pt x="55901" y="32524"/>
                  </a:lnTo>
                  <a:lnTo>
                    <a:pt x="51978" y="36136"/>
                  </a:lnTo>
                  <a:lnTo>
                    <a:pt x="48172" y="39871"/>
                  </a:lnTo>
                  <a:lnTo>
                    <a:pt x="44487" y="43726"/>
                  </a:lnTo>
                  <a:lnTo>
                    <a:pt x="40927" y="47696"/>
                  </a:lnTo>
                  <a:lnTo>
                    <a:pt x="37496" y="51778"/>
                  </a:lnTo>
                  <a:lnTo>
                    <a:pt x="34196" y="55967"/>
                  </a:lnTo>
                  <a:lnTo>
                    <a:pt x="31032" y="60260"/>
                  </a:lnTo>
                  <a:lnTo>
                    <a:pt x="28006" y="64651"/>
                  </a:lnTo>
                  <a:lnTo>
                    <a:pt x="25122" y="69136"/>
                  </a:lnTo>
                  <a:lnTo>
                    <a:pt x="22382" y="73711"/>
                  </a:lnTo>
                  <a:lnTo>
                    <a:pt x="19790" y="78371"/>
                  </a:lnTo>
                  <a:lnTo>
                    <a:pt x="17347" y="83111"/>
                  </a:lnTo>
                  <a:lnTo>
                    <a:pt x="15057" y="87927"/>
                  </a:lnTo>
                  <a:lnTo>
                    <a:pt x="12922" y="92814"/>
                  </a:lnTo>
                  <a:lnTo>
                    <a:pt x="10944" y="97766"/>
                  </a:lnTo>
                  <a:lnTo>
                    <a:pt x="9125" y="102778"/>
                  </a:lnTo>
                  <a:lnTo>
                    <a:pt x="7466" y="107847"/>
                  </a:lnTo>
                  <a:lnTo>
                    <a:pt x="5970" y="112965"/>
                  </a:lnTo>
                  <a:lnTo>
                    <a:pt x="4638" y="118129"/>
                  </a:lnTo>
                  <a:lnTo>
                    <a:pt x="3472" y="123332"/>
                  </a:lnTo>
                  <a:lnTo>
                    <a:pt x="2472" y="128570"/>
                  </a:lnTo>
                  <a:lnTo>
                    <a:pt x="1639" y="133837"/>
                  </a:lnTo>
                  <a:lnTo>
                    <a:pt x="975" y="139128"/>
                  </a:lnTo>
                  <a:lnTo>
                    <a:pt x="480" y="144438"/>
                  </a:lnTo>
                  <a:lnTo>
                    <a:pt x="155" y="149761"/>
                  </a:lnTo>
                  <a:lnTo>
                    <a:pt x="0" y="155091"/>
                  </a:lnTo>
                  <a:lnTo>
                    <a:pt x="14" y="160424"/>
                  </a:lnTo>
                  <a:lnTo>
                    <a:pt x="199" y="165753"/>
                  </a:lnTo>
                  <a:lnTo>
                    <a:pt x="554" y="171074"/>
                  </a:lnTo>
                  <a:lnTo>
                    <a:pt x="1078" y="176380"/>
                  </a:lnTo>
                  <a:lnTo>
                    <a:pt x="1771" y="181668"/>
                  </a:lnTo>
                  <a:lnTo>
                    <a:pt x="2633" y="186930"/>
                  </a:lnTo>
                  <a:lnTo>
                    <a:pt x="3662" y="192163"/>
                  </a:lnTo>
                  <a:lnTo>
                    <a:pt x="4857" y="197360"/>
                  </a:lnTo>
                  <a:lnTo>
                    <a:pt x="6217" y="202516"/>
                  </a:lnTo>
                  <a:lnTo>
                    <a:pt x="7741" y="207626"/>
                  </a:lnTo>
                  <a:lnTo>
                    <a:pt x="9428" y="212685"/>
                  </a:lnTo>
                  <a:lnTo>
                    <a:pt x="11275" y="217687"/>
                  </a:lnTo>
                  <a:lnTo>
                    <a:pt x="13280" y="222629"/>
                  </a:lnTo>
                  <a:lnTo>
                    <a:pt x="15442" y="227503"/>
                  </a:lnTo>
                  <a:lnTo>
                    <a:pt x="17759" y="232306"/>
                  </a:lnTo>
                  <a:lnTo>
                    <a:pt x="20227" y="237033"/>
                  </a:lnTo>
                  <a:lnTo>
                    <a:pt x="22845" y="241679"/>
                  </a:lnTo>
                  <a:lnTo>
                    <a:pt x="25610" y="246239"/>
                  </a:lnTo>
                  <a:lnTo>
                    <a:pt x="28519" y="250708"/>
                  </a:lnTo>
                  <a:lnTo>
                    <a:pt x="31569" y="255082"/>
                  </a:lnTo>
                  <a:lnTo>
                    <a:pt x="34757" y="259357"/>
                  </a:lnTo>
                  <a:lnTo>
                    <a:pt x="38080" y="263528"/>
                  </a:lnTo>
                  <a:lnTo>
                    <a:pt x="41534" y="267591"/>
                  </a:lnTo>
                  <a:lnTo>
                    <a:pt x="45116" y="271541"/>
                  </a:lnTo>
                  <a:lnTo>
                    <a:pt x="48822" y="275376"/>
                  </a:lnTo>
                  <a:lnTo>
                    <a:pt x="52648" y="279090"/>
                  </a:lnTo>
                  <a:lnTo>
                    <a:pt x="56591" y="282680"/>
                  </a:lnTo>
                  <a:lnTo>
                    <a:pt x="60646" y="286143"/>
                  </a:lnTo>
                  <a:lnTo>
                    <a:pt x="64810" y="289474"/>
                  </a:lnTo>
                  <a:lnTo>
                    <a:pt x="69078" y="292671"/>
                  </a:lnTo>
                  <a:lnTo>
                    <a:pt x="73446" y="295731"/>
                  </a:lnTo>
                  <a:lnTo>
                    <a:pt x="77909" y="298649"/>
                  </a:lnTo>
                  <a:lnTo>
                    <a:pt x="82463" y="301423"/>
                  </a:lnTo>
                  <a:lnTo>
                    <a:pt x="87103" y="304051"/>
                  </a:lnTo>
                  <a:lnTo>
                    <a:pt x="91825" y="306530"/>
                  </a:lnTo>
                  <a:lnTo>
                    <a:pt x="96623" y="308857"/>
                  </a:lnTo>
                  <a:lnTo>
                    <a:pt x="101493" y="311029"/>
                  </a:lnTo>
                  <a:lnTo>
                    <a:pt x="106430" y="313045"/>
                  </a:lnTo>
                  <a:lnTo>
                    <a:pt x="111429" y="314903"/>
                  </a:lnTo>
                  <a:lnTo>
                    <a:pt x="116484" y="316600"/>
                  </a:lnTo>
                  <a:lnTo>
                    <a:pt x="121591" y="318135"/>
                  </a:lnTo>
                  <a:lnTo>
                    <a:pt x="126744" y="319506"/>
                  </a:lnTo>
                  <a:lnTo>
                    <a:pt x="131938" y="320713"/>
                  </a:lnTo>
                  <a:lnTo>
                    <a:pt x="137169" y="321753"/>
                  </a:lnTo>
                  <a:lnTo>
                    <a:pt x="142429" y="322625"/>
                  </a:lnTo>
                  <a:lnTo>
                    <a:pt x="147715" y="323330"/>
                  </a:lnTo>
                  <a:lnTo>
                    <a:pt x="153021" y="323865"/>
                  </a:lnTo>
                  <a:lnTo>
                    <a:pt x="158341" y="324231"/>
                  </a:lnTo>
                  <a:lnTo>
                    <a:pt x="163670" y="324427"/>
                  </a:lnTo>
                  <a:lnTo>
                    <a:pt x="169002" y="324453"/>
                  </a:lnTo>
                  <a:lnTo>
                    <a:pt x="174333" y="324309"/>
                  </a:lnTo>
                  <a:lnTo>
                    <a:pt x="179656" y="323995"/>
                  </a:lnTo>
                  <a:lnTo>
                    <a:pt x="167152" y="1572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167164" cy="333866"/>
            </a:xfrm>
            <a:custGeom>
              <a:avLst/>
              <a:pathLst>
                <a:path w="167164" h="333866">
                  <a:moveTo>
                    <a:pt x="12503" y="333866"/>
                  </a:moveTo>
                  <a:lnTo>
                    <a:pt x="17821" y="333382"/>
                  </a:lnTo>
                  <a:lnTo>
                    <a:pt x="23121" y="332728"/>
                  </a:lnTo>
                  <a:lnTo>
                    <a:pt x="28397" y="331905"/>
                  </a:lnTo>
                  <a:lnTo>
                    <a:pt x="33644" y="330914"/>
                  </a:lnTo>
                  <a:lnTo>
                    <a:pt x="38857" y="329755"/>
                  </a:lnTo>
                  <a:lnTo>
                    <a:pt x="44030" y="328431"/>
                  </a:lnTo>
                  <a:lnTo>
                    <a:pt x="49159" y="326943"/>
                  </a:lnTo>
                  <a:lnTo>
                    <a:pt x="54237" y="325291"/>
                  </a:lnTo>
                  <a:lnTo>
                    <a:pt x="59260" y="323478"/>
                  </a:lnTo>
                  <a:lnTo>
                    <a:pt x="64222" y="321506"/>
                  </a:lnTo>
                  <a:lnTo>
                    <a:pt x="69119" y="319376"/>
                  </a:lnTo>
                  <a:lnTo>
                    <a:pt x="73945" y="317090"/>
                  </a:lnTo>
                  <a:lnTo>
                    <a:pt x="78696" y="314652"/>
                  </a:lnTo>
                  <a:lnTo>
                    <a:pt x="83366" y="312063"/>
                  </a:lnTo>
                  <a:lnTo>
                    <a:pt x="87951" y="309327"/>
                  </a:lnTo>
                  <a:lnTo>
                    <a:pt x="92447" y="306445"/>
                  </a:lnTo>
                  <a:lnTo>
                    <a:pt x="96848" y="303421"/>
                  </a:lnTo>
                  <a:lnTo>
                    <a:pt x="101151" y="300258"/>
                  </a:lnTo>
                  <a:lnTo>
                    <a:pt x="105350" y="296960"/>
                  </a:lnTo>
                  <a:lnTo>
                    <a:pt x="109442" y="293529"/>
                  </a:lnTo>
                  <a:lnTo>
                    <a:pt x="113422" y="289969"/>
                  </a:lnTo>
                  <a:lnTo>
                    <a:pt x="117286" y="286283"/>
                  </a:lnTo>
                  <a:lnTo>
                    <a:pt x="121031" y="282476"/>
                  </a:lnTo>
                  <a:lnTo>
                    <a:pt x="124652" y="278552"/>
                  </a:lnTo>
                  <a:lnTo>
                    <a:pt x="128146" y="274514"/>
                  </a:lnTo>
                  <a:lnTo>
                    <a:pt x="131510" y="270366"/>
                  </a:lnTo>
                  <a:lnTo>
                    <a:pt x="134739" y="266113"/>
                  </a:lnTo>
                  <a:lnTo>
                    <a:pt x="137830" y="261759"/>
                  </a:lnTo>
                  <a:lnTo>
                    <a:pt x="140781" y="257308"/>
                  </a:lnTo>
                  <a:lnTo>
                    <a:pt x="143588" y="252766"/>
                  </a:lnTo>
                  <a:lnTo>
                    <a:pt x="146249" y="248136"/>
                  </a:lnTo>
                  <a:lnTo>
                    <a:pt x="148761" y="243424"/>
                  </a:lnTo>
                  <a:lnTo>
                    <a:pt x="151120" y="238633"/>
                  </a:lnTo>
                  <a:lnTo>
                    <a:pt x="153326" y="233770"/>
                  </a:lnTo>
                  <a:lnTo>
                    <a:pt x="155375" y="228839"/>
                  </a:lnTo>
                  <a:lnTo>
                    <a:pt x="157265" y="223845"/>
                  </a:lnTo>
                  <a:lnTo>
                    <a:pt x="158995" y="218793"/>
                  </a:lnTo>
                  <a:lnTo>
                    <a:pt x="160563" y="213688"/>
                  </a:lnTo>
                  <a:lnTo>
                    <a:pt x="161967" y="208536"/>
                  </a:lnTo>
                  <a:lnTo>
                    <a:pt x="163206" y="203342"/>
                  </a:lnTo>
                  <a:lnTo>
                    <a:pt x="164278" y="198111"/>
                  </a:lnTo>
                  <a:lnTo>
                    <a:pt x="165183" y="192848"/>
                  </a:lnTo>
                  <a:lnTo>
                    <a:pt x="165919" y="187559"/>
                  </a:lnTo>
                  <a:lnTo>
                    <a:pt x="166485" y="182249"/>
                  </a:lnTo>
                  <a:lnTo>
                    <a:pt x="166882" y="176924"/>
                  </a:lnTo>
                  <a:lnTo>
                    <a:pt x="167108" y="171589"/>
                  </a:lnTo>
                  <a:lnTo>
                    <a:pt x="167164" y="166249"/>
                  </a:lnTo>
                  <a:lnTo>
                    <a:pt x="167050" y="160911"/>
                  </a:lnTo>
                  <a:lnTo>
                    <a:pt x="166765" y="155578"/>
                  </a:lnTo>
                  <a:lnTo>
                    <a:pt x="166310" y="150258"/>
                  </a:lnTo>
                  <a:lnTo>
                    <a:pt x="165685" y="144955"/>
                  </a:lnTo>
                  <a:lnTo>
                    <a:pt x="164891" y="139674"/>
                  </a:lnTo>
                  <a:lnTo>
                    <a:pt x="163928" y="134421"/>
                  </a:lnTo>
                  <a:lnTo>
                    <a:pt x="162799" y="129202"/>
                  </a:lnTo>
                  <a:lnTo>
                    <a:pt x="161503" y="124022"/>
                  </a:lnTo>
                  <a:lnTo>
                    <a:pt x="160043" y="118886"/>
                  </a:lnTo>
                  <a:lnTo>
                    <a:pt x="158419" y="113798"/>
                  </a:lnTo>
                  <a:lnTo>
                    <a:pt x="156634" y="108766"/>
                  </a:lnTo>
                  <a:lnTo>
                    <a:pt x="154688" y="103793"/>
                  </a:lnTo>
                  <a:lnTo>
                    <a:pt x="152585" y="98884"/>
                  </a:lnTo>
                  <a:lnTo>
                    <a:pt x="150327" y="94046"/>
                  </a:lnTo>
                  <a:lnTo>
                    <a:pt x="147914" y="89282"/>
                  </a:lnTo>
                  <a:lnTo>
                    <a:pt x="145351" y="84597"/>
                  </a:lnTo>
                  <a:lnTo>
                    <a:pt x="142640" y="79997"/>
                  </a:lnTo>
                  <a:lnTo>
                    <a:pt x="139783" y="75485"/>
                  </a:lnTo>
                  <a:lnTo>
                    <a:pt x="136783" y="71067"/>
                  </a:lnTo>
                  <a:lnTo>
                    <a:pt x="133644" y="66748"/>
                  </a:lnTo>
                  <a:lnTo>
                    <a:pt x="130369" y="62530"/>
                  </a:lnTo>
                  <a:lnTo>
                    <a:pt x="126960" y="58420"/>
                  </a:lnTo>
                  <a:lnTo>
                    <a:pt x="123422" y="54420"/>
                  </a:lnTo>
                  <a:lnTo>
                    <a:pt x="119758" y="50536"/>
                  </a:lnTo>
                  <a:lnTo>
                    <a:pt x="115972" y="46770"/>
                  </a:lnTo>
                  <a:lnTo>
                    <a:pt x="112067" y="43127"/>
                  </a:lnTo>
                  <a:lnTo>
                    <a:pt x="108048" y="39611"/>
                  </a:lnTo>
                  <a:lnTo>
                    <a:pt x="103919" y="36225"/>
                  </a:lnTo>
                  <a:lnTo>
                    <a:pt x="99684" y="32973"/>
                  </a:lnTo>
                  <a:lnTo>
                    <a:pt x="95347" y="29858"/>
                  </a:lnTo>
                  <a:lnTo>
                    <a:pt x="90912" y="26882"/>
                  </a:lnTo>
                  <a:lnTo>
                    <a:pt x="86385" y="24050"/>
                  </a:lnTo>
                  <a:lnTo>
                    <a:pt x="81770" y="21364"/>
                  </a:lnTo>
                  <a:lnTo>
                    <a:pt x="77072" y="18827"/>
                  </a:lnTo>
                  <a:lnTo>
                    <a:pt x="72294" y="16441"/>
                  </a:lnTo>
                  <a:lnTo>
                    <a:pt x="67443" y="14209"/>
                  </a:lnTo>
                  <a:lnTo>
                    <a:pt x="62524" y="12132"/>
                  </a:lnTo>
                  <a:lnTo>
                    <a:pt x="57540" y="10215"/>
                  </a:lnTo>
                  <a:lnTo>
                    <a:pt x="52498" y="8457"/>
                  </a:lnTo>
                  <a:lnTo>
                    <a:pt x="47402" y="6861"/>
                  </a:lnTo>
                  <a:lnTo>
                    <a:pt x="42257" y="5429"/>
                  </a:lnTo>
                  <a:lnTo>
                    <a:pt x="37070" y="4162"/>
                  </a:lnTo>
                  <a:lnTo>
                    <a:pt x="31845" y="3061"/>
                  </a:lnTo>
                  <a:lnTo>
                    <a:pt x="26587" y="2127"/>
                  </a:lnTo>
                  <a:lnTo>
                    <a:pt x="21302" y="1362"/>
                  </a:lnTo>
                  <a:lnTo>
                    <a:pt x="15995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973" y="5269756"/>
              <a:ext cx="16284" cy="167167"/>
            </a:xfrm>
            <a:custGeom>
              <a:avLst/>
              <a:pathLst>
                <a:path w="16284" h="167167">
                  <a:moveTo>
                    <a:pt x="16284" y="0"/>
                  </a:moveTo>
                  <a:lnTo>
                    <a:pt x="8132" y="198"/>
                  </a:lnTo>
                  <a:lnTo>
                    <a:pt x="0" y="795"/>
                  </a:lnTo>
                  <a:lnTo>
                    <a:pt x="1628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8973" y="5270551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8973" y="5270551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8973" y="5270551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8973" y="5270551"/>
              <a:ext cx="16284" cy="166372"/>
            </a:xfrm>
            <a:custGeom>
              <a:avLst/>
              <a:pathLst>
                <a:path w="16284" h="166372">
                  <a:moveTo>
                    <a:pt x="0" y="0"/>
                  </a:moveTo>
                  <a:lnTo>
                    <a:pt x="16284" y="1663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97010" y="5270551"/>
              <a:ext cx="148248" cy="166372"/>
            </a:xfrm>
            <a:custGeom>
              <a:avLst/>
              <a:pathLst>
                <a:path w="148248" h="166372">
                  <a:moveTo>
                    <a:pt x="131963" y="0"/>
                  </a:moveTo>
                  <a:lnTo>
                    <a:pt x="126467" y="629"/>
                  </a:lnTo>
                  <a:lnTo>
                    <a:pt x="120994" y="1441"/>
                  </a:lnTo>
                  <a:lnTo>
                    <a:pt x="115552" y="2433"/>
                  </a:lnTo>
                  <a:lnTo>
                    <a:pt x="110145" y="3605"/>
                  </a:lnTo>
                  <a:lnTo>
                    <a:pt x="104780" y="4955"/>
                  </a:lnTo>
                  <a:lnTo>
                    <a:pt x="99463" y="6481"/>
                  </a:lnTo>
                  <a:lnTo>
                    <a:pt x="94199" y="8183"/>
                  </a:lnTo>
                  <a:lnTo>
                    <a:pt x="88994" y="10058"/>
                  </a:lnTo>
                  <a:lnTo>
                    <a:pt x="83854" y="12104"/>
                  </a:lnTo>
                  <a:lnTo>
                    <a:pt x="78785" y="14320"/>
                  </a:lnTo>
                  <a:lnTo>
                    <a:pt x="73792" y="16701"/>
                  </a:lnTo>
                  <a:lnTo>
                    <a:pt x="68880" y="19247"/>
                  </a:lnTo>
                  <a:lnTo>
                    <a:pt x="64055" y="21954"/>
                  </a:lnTo>
                  <a:lnTo>
                    <a:pt x="59323" y="24819"/>
                  </a:lnTo>
                  <a:lnTo>
                    <a:pt x="54687" y="27839"/>
                  </a:lnTo>
                  <a:lnTo>
                    <a:pt x="50155" y="31010"/>
                  </a:lnTo>
                  <a:lnTo>
                    <a:pt x="45729" y="34330"/>
                  </a:lnTo>
                  <a:lnTo>
                    <a:pt x="41416" y="37795"/>
                  </a:lnTo>
                  <a:lnTo>
                    <a:pt x="37220" y="41400"/>
                  </a:lnTo>
                  <a:lnTo>
                    <a:pt x="33146" y="45143"/>
                  </a:lnTo>
                  <a:lnTo>
                    <a:pt x="29198" y="49018"/>
                  </a:lnTo>
                  <a:lnTo>
                    <a:pt x="25380" y="53021"/>
                  </a:lnTo>
                  <a:lnTo>
                    <a:pt x="21696" y="57149"/>
                  </a:lnTo>
                  <a:lnTo>
                    <a:pt x="18152" y="61396"/>
                  </a:lnTo>
                  <a:lnTo>
                    <a:pt x="14749" y="65758"/>
                  </a:lnTo>
                  <a:lnTo>
                    <a:pt x="11493" y="70231"/>
                  </a:lnTo>
                  <a:lnTo>
                    <a:pt x="8387" y="74809"/>
                  </a:lnTo>
                  <a:lnTo>
                    <a:pt x="5434" y="79487"/>
                  </a:lnTo>
                  <a:lnTo>
                    <a:pt x="2637" y="84260"/>
                  </a:lnTo>
                  <a:lnTo>
                    <a:pt x="0" y="89123"/>
                  </a:lnTo>
                  <a:lnTo>
                    <a:pt x="148248" y="1663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3" y="5269756"/>
              <a:ext cx="334319" cy="334330"/>
            </a:xfrm>
            <a:custGeom>
              <a:avLst/>
              <a:pathLst>
                <a:path w="334319" h="334330">
                  <a:moveTo>
                    <a:pt x="18916" y="89918"/>
                  </a:moveTo>
                  <a:lnTo>
                    <a:pt x="16545" y="94650"/>
                  </a:lnTo>
                  <a:lnTo>
                    <a:pt x="14325" y="99455"/>
                  </a:lnTo>
                  <a:lnTo>
                    <a:pt x="12258" y="104327"/>
                  </a:lnTo>
                  <a:lnTo>
                    <a:pt x="10346" y="109263"/>
                  </a:lnTo>
                  <a:lnTo>
                    <a:pt x="8591" y="114256"/>
                  </a:lnTo>
                  <a:lnTo>
                    <a:pt x="6996" y="119303"/>
                  </a:lnTo>
                  <a:lnTo>
                    <a:pt x="5561" y="124397"/>
                  </a:lnTo>
                  <a:lnTo>
                    <a:pt x="4288" y="129535"/>
                  </a:lnTo>
                  <a:lnTo>
                    <a:pt x="3178" y="134710"/>
                  </a:lnTo>
                  <a:lnTo>
                    <a:pt x="2233" y="139918"/>
                  </a:lnTo>
                  <a:lnTo>
                    <a:pt x="1453" y="145153"/>
                  </a:lnTo>
                  <a:lnTo>
                    <a:pt x="839" y="150410"/>
                  </a:lnTo>
                  <a:lnTo>
                    <a:pt x="392" y="155684"/>
                  </a:lnTo>
                  <a:lnTo>
                    <a:pt x="112" y="160969"/>
                  </a:lnTo>
                  <a:lnTo>
                    <a:pt x="0" y="166261"/>
                  </a:lnTo>
                  <a:lnTo>
                    <a:pt x="55" y="171553"/>
                  </a:lnTo>
                  <a:lnTo>
                    <a:pt x="277" y="176841"/>
                  </a:lnTo>
                  <a:lnTo>
                    <a:pt x="667" y="182120"/>
                  </a:lnTo>
                  <a:lnTo>
                    <a:pt x="1224" y="187383"/>
                  </a:lnTo>
                  <a:lnTo>
                    <a:pt x="1947" y="192627"/>
                  </a:lnTo>
                  <a:lnTo>
                    <a:pt x="2836" y="197844"/>
                  </a:lnTo>
                  <a:lnTo>
                    <a:pt x="3890" y="203031"/>
                  </a:lnTo>
                  <a:lnTo>
                    <a:pt x="5107" y="208182"/>
                  </a:lnTo>
                  <a:lnTo>
                    <a:pt x="6486" y="213292"/>
                  </a:lnTo>
                  <a:lnTo>
                    <a:pt x="8027" y="218356"/>
                  </a:lnTo>
                  <a:lnTo>
                    <a:pt x="9727" y="223368"/>
                  </a:lnTo>
                  <a:lnTo>
                    <a:pt x="11586" y="228324"/>
                  </a:lnTo>
                  <a:lnTo>
                    <a:pt x="13600" y="233218"/>
                  </a:lnTo>
                  <a:lnTo>
                    <a:pt x="15768" y="238047"/>
                  </a:lnTo>
                  <a:lnTo>
                    <a:pt x="18087" y="242804"/>
                  </a:lnTo>
                  <a:lnTo>
                    <a:pt x="20557" y="247486"/>
                  </a:lnTo>
                  <a:lnTo>
                    <a:pt x="23173" y="252087"/>
                  </a:lnTo>
                  <a:lnTo>
                    <a:pt x="25933" y="256603"/>
                  </a:lnTo>
                  <a:lnTo>
                    <a:pt x="28836" y="261029"/>
                  </a:lnTo>
                  <a:lnTo>
                    <a:pt x="31876" y="265361"/>
                  </a:lnTo>
                  <a:lnTo>
                    <a:pt x="35053" y="269595"/>
                  </a:lnTo>
                  <a:lnTo>
                    <a:pt x="38362" y="273726"/>
                  </a:lnTo>
                  <a:lnTo>
                    <a:pt x="41800" y="277750"/>
                  </a:lnTo>
                  <a:lnTo>
                    <a:pt x="45363" y="281663"/>
                  </a:lnTo>
                  <a:lnTo>
                    <a:pt x="49049" y="285462"/>
                  </a:lnTo>
                  <a:lnTo>
                    <a:pt x="52853" y="289142"/>
                  </a:lnTo>
                  <a:lnTo>
                    <a:pt x="56772" y="292700"/>
                  </a:lnTo>
                  <a:lnTo>
                    <a:pt x="60801" y="296132"/>
                  </a:lnTo>
                  <a:lnTo>
                    <a:pt x="64938" y="299434"/>
                  </a:lnTo>
                  <a:lnTo>
                    <a:pt x="69176" y="302604"/>
                  </a:lnTo>
                  <a:lnTo>
                    <a:pt x="73513" y="305638"/>
                  </a:lnTo>
                  <a:lnTo>
                    <a:pt x="77943" y="308534"/>
                  </a:lnTo>
                  <a:lnTo>
                    <a:pt x="82464" y="311287"/>
                  </a:lnTo>
                  <a:lnTo>
                    <a:pt x="87069" y="313897"/>
                  </a:lnTo>
                  <a:lnTo>
                    <a:pt x="91754" y="316359"/>
                  </a:lnTo>
                  <a:lnTo>
                    <a:pt x="96515" y="318671"/>
                  </a:lnTo>
                  <a:lnTo>
                    <a:pt x="101346" y="320832"/>
                  </a:lnTo>
                  <a:lnTo>
                    <a:pt x="106244" y="322839"/>
                  </a:lnTo>
                  <a:lnTo>
                    <a:pt x="111203" y="324689"/>
                  </a:lnTo>
                  <a:lnTo>
                    <a:pt x="116218" y="326382"/>
                  </a:lnTo>
                  <a:lnTo>
                    <a:pt x="121284" y="327915"/>
                  </a:lnTo>
                  <a:lnTo>
                    <a:pt x="126396" y="329287"/>
                  </a:lnTo>
                  <a:lnTo>
                    <a:pt x="131548" y="330496"/>
                  </a:lnTo>
                  <a:lnTo>
                    <a:pt x="136737" y="331542"/>
                  </a:lnTo>
                  <a:lnTo>
                    <a:pt x="141956" y="332423"/>
                  </a:lnTo>
                  <a:lnTo>
                    <a:pt x="147200" y="333138"/>
                  </a:lnTo>
                  <a:lnTo>
                    <a:pt x="152465" y="333687"/>
                  </a:lnTo>
                  <a:lnTo>
                    <a:pt x="157744" y="334069"/>
                  </a:lnTo>
                  <a:lnTo>
                    <a:pt x="163032" y="334283"/>
                  </a:lnTo>
                  <a:lnTo>
                    <a:pt x="168325" y="334330"/>
                  </a:lnTo>
                  <a:lnTo>
                    <a:pt x="173616" y="334210"/>
                  </a:lnTo>
                  <a:lnTo>
                    <a:pt x="178901" y="333922"/>
                  </a:lnTo>
                  <a:lnTo>
                    <a:pt x="184174" y="333467"/>
                  </a:lnTo>
                  <a:lnTo>
                    <a:pt x="189431" y="332845"/>
                  </a:lnTo>
                  <a:lnTo>
                    <a:pt x="194664" y="332057"/>
                  </a:lnTo>
                  <a:lnTo>
                    <a:pt x="199871" y="331104"/>
                  </a:lnTo>
                  <a:lnTo>
                    <a:pt x="205044" y="329986"/>
                  </a:lnTo>
                  <a:lnTo>
                    <a:pt x="210180" y="328705"/>
                  </a:lnTo>
                  <a:lnTo>
                    <a:pt x="215272" y="327263"/>
                  </a:lnTo>
                  <a:lnTo>
                    <a:pt x="220316" y="325659"/>
                  </a:lnTo>
                  <a:lnTo>
                    <a:pt x="225307" y="323897"/>
                  </a:lnTo>
                  <a:lnTo>
                    <a:pt x="230240" y="321978"/>
                  </a:lnTo>
                  <a:lnTo>
                    <a:pt x="235109" y="319904"/>
                  </a:lnTo>
                  <a:lnTo>
                    <a:pt x="239910" y="317676"/>
                  </a:lnTo>
                  <a:lnTo>
                    <a:pt x="244639" y="315298"/>
                  </a:lnTo>
                  <a:lnTo>
                    <a:pt x="249289" y="312771"/>
                  </a:lnTo>
                  <a:lnTo>
                    <a:pt x="253858" y="310098"/>
                  </a:lnTo>
                  <a:lnTo>
                    <a:pt x="258339" y="307282"/>
                  </a:lnTo>
                  <a:lnTo>
                    <a:pt x="262729" y="304325"/>
                  </a:lnTo>
                  <a:lnTo>
                    <a:pt x="267023" y="301231"/>
                  </a:lnTo>
                  <a:lnTo>
                    <a:pt x="271218" y="298002"/>
                  </a:lnTo>
                  <a:lnTo>
                    <a:pt x="275307" y="294643"/>
                  </a:lnTo>
                  <a:lnTo>
                    <a:pt x="279289" y="291155"/>
                  </a:lnTo>
                  <a:lnTo>
                    <a:pt x="283158" y="287543"/>
                  </a:lnTo>
                  <a:lnTo>
                    <a:pt x="286910" y="283811"/>
                  </a:lnTo>
                  <a:lnTo>
                    <a:pt x="290543" y="279962"/>
                  </a:lnTo>
                  <a:lnTo>
                    <a:pt x="294052" y="275999"/>
                  </a:lnTo>
                  <a:lnTo>
                    <a:pt x="297434" y="271928"/>
                  </a:lnTo>
                  <a:lnTo>
                    <a:pt x="300685" y="267751"/>
                  </a:lnTo>
                  <a:lnTo>
                    <a:pt x="303803" y="263474"/>
                  </a:lnTo>
                  <a:lnTo>
                    <a:pt x="306783" y="259100"/>
                  </a:lnTo>
                  <a:lnTo>
                    <a:pt x="309623" y="254634"/>
                  </a:lnTo>
                  <a:lnTo>
                    <a:pt x="312321" y="250080"/>
                  </a:lnTo>
                  <a:lnTo>
                    <a:pt x="314873" y="245443"/>
                  </a:lnTo>
                  <a:lnTo>
                    <a:pt x="317277" y="240728"/>
                  </a:lnTo>
                  <a:lnTo>
                    <a:pt x="319531" y="235939"/>
                  </a:lnTo>
                  <a:lnTo>
                    <a:pt x="321631" y="231080"/>
                  </a:lnTo>
                  <a:lnTo>
                    <a:pt x="323577" y="226158"/>
                  </a:lnTo>
                  <a:lnTo>
                    <a:pt x="325366" y="221177"/>
                  </a:lnTo>
                  <a:lnTo>
                    <a:pt x="326997" y="216142"/>
                  </a:lnTo>
                  <a:lnTo>
                    <a:pt x="328467" y="211057"/>
                  </a:lnTo>
                  <a:lnTo>
                    <a:pt x="329776" y="205929"/>
                  </a:lnTo>
                  <a:lnTo>
                    <a:pt x="330922" y="200761"/>
                  </a:lnTo>
                  <a:lnTo>
                    <a:pt x="331903" y="195560"/>
                  </a:lnTo>
                  <a:lnTo>
                    <a:pt x="332719" y="190331"/>
                  </a:lnTo>
                  <a:lnTo>
                    <a:pt x="333370" y="185078"/>
                  </a:lnTo>
                  <a:lnTo>
                    <a:pt x="333853" y="179807"/>
                  </a:lnTo>
                  <a:lnTo>
                    <a:pt x="334170" y="174524"/>
                  </a:lnTo>
                  <a:lnTo>
                    <a:pt x="334319" y="169233"/>
                  </a:lnTo>
                  <a:lnTo>
                    <a:pt x="334301" y="163941"/>
                  </a:lnTo>
                  <a:lnTo>
                    <a:pt x="334115" y="158651"/>
                  </a:lnTo>
                  <a:lnTo>
                    <a:pt x="333762" y="153370"/>
                  </a:lnTo>
                  <a:lnTo>
                    <a:pt x="333241" y="148103"/>
                  </a:lnTo>
                  <a:lnTo>
                    <a:pt x="332555" y="142855"/>
                  </a:lnTo>
                  <a:lnTo>
                    <a:pt x="331702" y="137631"/>
                  </a:lnTo>
                  <a:lnTo>
                    <a:pt x="330684" y="132437"/>
                  </a:lnTo>
                  <a:lnTo>
                    <a:pt x="329503" y="127278"/>
                  </a:lnTo>
                  <a:lnTo>
                    <a:pt x="328159" y="122158"/>
                  </a:lnTo>
                  <a:lnTo>
                    <a:pt x="326653" y="117084"/>
                  </a:lnTo>
                  <a:lnTo>
                    <a:pt x="324988" y="112060"/>
                  </a:lnTo>
                  <a:lnTo>
                    <a:pt x="323164" y="107091"/>
                  </a:lnTo>
                  <a:lnTo>
                    <a:pt x="321184" y="102183"/>
                  </a:lnTo>
                  <a:lnTo>
                    <a:pt x="319050" y="97340"/>
                  </a:lnTo>
                  <a:lnTo>
                    <a:pt x="316763" y="92566"/>
                  </a:lnTo>
                  <a:lnTo>
                    <a:pt x="314326" y="87868"/>
                  </a:lnTo>
                  <a:lnTo>
                    <a:pt x="311742" y="83249"/>
                  </a:lnTo>
                  <a:lnTo>
                    <a:pt x="309013" y="78714"/>
                  </a:lnTo>
                  <a:lnTo>
                    <a:pt x="306141" y="74267"/>
                  </a:lnTo>
                  <a:lnTo>
                    <a:pt x="303131" y="69914"/>
                  </a:lnTo>
                  <a:lnTo>
                    <a:pt x="299984" y="65658"/>
                  </a:lnTo>
                  <a:lnTo>
                    <a:pt x="296704" y="61505"/>
                  </a:lnTo>
                  <a:lnTo>
                    <a:pt x="293294" y="57457"/>
                  </a:lnTo>
                  <a:lnTo>
                    <a:pt x="289757" y="53519"/>
                  </a:lnTo>
                  <a:lnTo>
                    <a:pt x="286098" y="49695"/>
                  </a:lnTo>
                  <a:lnTo>
                    <a:pt x="282320" y="45988"/>
                  </a:lnTo>
                  <a:lnTo>
                    <a:pt x="278426" y="42403"/>
                  </a:lnTo>
                  <a:lnTo>
                    <a:pt x="274420" y="38944"/>
                  </a:lnTo>
                  <a:lnTo>
                    <a:pt x="270307" y="35612"/>
                  </a:lnTo>
                  <a:lnTo>
                    <a:pt x="266091" y="32413"/>
                  </a:lnTo>
                  <a:lnTo>
                    <a:pt x="261775" y="29349"/>
                  </a:lnTo>
                  <a:lnTo>
                    <a:pt x="257364" y="26423"/>
                  </a:lnTo>
                  <a:lnTo>
                    <a:pt x="252864" y="23638"/>
                  </a:lnTo>
                  <a:lnTo>
                    <a:pt x="248277" y="20997"/>
                  </a:lnTo>
                  <a:lnTo>
                    <a:pt x="243609" y="18502"/>
                  </a:lnTo>
                  <a:lnTo>
                    <a:pt x="238864" y="16157"/>
                  </a:lnTo>
                  <a:lnTo>
                    <a:pt x="234047" y="13962"/>
                  </a:lnTo>
                  <a:lnTo>
                    <a:pt x="229164" y="11922"/>
                  </a:lnTo>
                  <a:lnTo>
                    <a:pt x="224218" y="10037"/>
                  </a:lnTo>
                  <a:lnTo>
                    <a:pt x="219215" y="8309"/>
                  </a:lnTo>
                  <a:lnTo>
                    <a:pt x="214160" y="6741"/>
                  </a:lnTo>
                  <a:lnTo>
                    <a:pt x="209057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89099" y="5018213"/>
              <a:ext cx="31939" cy="167167"/>
            </a:xfrm>
            <a:custGeom>
              <a:avLst/>
              <a:pathLst>
                <a:path w="31939" h="167167">
                  <a:moveTo>
                    <a:pt x="31939" y="0"/>
                  </a:moveTo>
                  <a:lnTo>
                    <a:pt x="25513" y="123"/>
                  </a:lnTo>
                  <a:lnTo>
                    <a:pt x="19097" y="494"/>
                  </a:lnTo>
                  <a:lnTo>
                    <a:pt x="12699" y="1110"/>
                  </a:lnTo>
                  <a:lnTo>
                    <a:pt x="6331" y="1973"/>
                  </a:lnTo>
                  <a:lnTo>
                    <a:pt x="0" y="3079"/>
                  </a:lnTo>
                  <a:lnTo>
                    <a:pt x="319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9099" y="5021292"/>
              <a:ext cx="31939" cy="164087"/>
            </a:xfrm>
            <a:custGeom>
              <a:avLst/>
              <a:pathLst>
                <a:path w="31939" h="164087">
                  <a:moveTo>
                    <a:pt x="0" y="0"/>
                  </a:moveTo>
                  <a:lnTo>
                    <a:pt x="31939" y="164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9099" y="5021292"/>
              <a:ext cx="31939" cy="164087"/>
            </a:xfrm>
            <a:custGeom>
              <a:avLst/>
              <a:pathLst>
                <a:path w="31939" h="164087">
                  <a:moveTo>
                    <a:pt x="0" y="0"/>
                  </a:moveTo>
                  <a:lnTo>
                    <a:pt x="31939" y="164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9099" y="5021292"/>
              <a:ext cx="31939" cy="164087"/>
            </a:xfrm>
            <a:custGeom>
              <a:avLst/>
              <a:pathLst>
                <a:path w="31939" h="164087">
                  <a:moveTo>
                    <a:pt x="0" y="0"/>
                  </a:moveTo>
                  <a:lnTo>
                    <a:pt x="31939" y="164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82" y="5021292"/>
              <a:ext cx="167156" cy="194639"/>
            </a:xfrm>
            <a:custGeom>
              <a:avLst/>
              <a:pathLst>
                <a:path w="167156" h="194639">
                  <a:moveTo>
                    <a:pt x="135217" y="0"/>
                  </a:moveTo>
                  <a:lnTo>
                    <a:pt x="129894" y="1126"/>
                  </a:lnTo>
                  <a:lnTo>
                    <a:pt x="124610" y="2425"/>
                  </a:lnTo>
                  <a:lnTo>
                    <a:pt x="119372" y="3895"/>
                  </a:lnTo>
                  <a:lnTo>
                    <a:pt x="114184" y="5535"/>
                  </a:lnTo>
                  <a:lnTo>
                    <a:pt x="109052" y="7343"/>
                  </a:lnTo>
                  <a:lnTo>
                    <a:pt x="103982" y="9317"/>
                  </a:lnTo>
                  <a:lnTo>
                    <a:pt x="98979" y="11454"/>
                  </a:lnTo>
                  <a:lnTo>
                    <a:pt x="94048" y="13754"/>
                  </a:lnTo>
                  <a:lnTo>
                    <a:pt x="89194" y="16213"/>
                  </a:lnTo>
                  <a:lnTo>
                    <a:pt x="84423" y="18828"/>
                  </a:lnTo>
                  <a:lnTo>
                    <a:pt x="79740" y="21598"/>
                  </a:lnTo>
                  <a:lnTo>
                    <a:pt x="75149" y="24518"/>
                  </a:lnTo>
                  <a:lnTo>
                    <a:pt x="70656" y="27586"/>
                  </a:lnTo>
                  <a:lnTo>
                    <a:pt x="66264" y="30799"/>
                  </a:lnTo>
                  <a:lnTo>
                    <a:pt x="61980" y="34153"/>
                  </a:lnTo>
                  <a:lnTo>
                    <a:pt x="57808" y="37644"/>
                  </a:lnTo>
                  <a:lnTo>
                    <a:pt x="53751" y="41270"/>
                  </a:lnTo>
                  <a:lnTo>
                    <a:pt x="49814" y="45025"/>
                  </a:lnTo>
                  <a:lnTo>
                    <a:pt x="46001" y="48907"/>
                  </a:lnTo>
                  <a:lnTo>
                    <a:pt x="42317" y="52911"/>
                  </a:lnTo>
                  <a:lnTo>
                    <a:pt x="38765" y="57032"/>
                  </a:lnTo>
                  <a:lnTo>
                    <a:pt x="35349" y="61267"/>
                  </a:lnTo>
                  <a:lnTo>
                    <a:pt x="32073" y="65611"/>
                  </a:lnTo>
                  <a:lnTo>
                    <a:pt x="28940" y="70059"/>
                  </a:lnTo>
                  <a:lnTo>
                    <a:pt x="25953" y="74607"/>
                  </a:lnTo>
                  <a:lnTo>
                    <a:pt x="23116" y="79250"/>
                  </a:lnTo>
                  <a:lnTo>
                    <a:pt x="20431" y="83982"/>
                  </a:lnTo>
                  <a:lnTo>
                    <a:pt x="17902" y="88799"/>
                  </a:lnTo>
                  <a:lnTo>
                    <a:pt x="15531" y="93696"/>
                  </a:lnTo>
                  <a:lnTo>
                    <a:pt x="13321" y="98668"/>
                  </a:lnTo>
                  <a:lnTo>
                    <a:pt x="11273" y="103709"/>
                  </a:lnTo>
                  <a:lnTo>
                    <a:pt x="9391" y="108814"/>
                  </a:lnTo>
                  <a:lnTo>
                    <a:pt x="7676" y="113977"/>
                  </a:lnTo>
                  <a:lnTo>
                    <a:pt x="6129" y="119194"/>
                  </a:lnTo>
                  <a:lnTo>
                    <a:pt x="4754" y="124458"/>
                  </a:lnTo>
                  <a:lnTo>
                    <a:pt x="3550" y="129764"/>
                  </a:lnTo>
                  <a:lnTo>
                    <a:pt x="2520" y="135106"/>
                  </a:lnTo>
                  <a:lnTo>
                    <a:pt x="1664" y="140479"/>
                  </a:lnTo>
                  <a:lnTo>
                    <a:pt x="983" y="145878"/>
                  </a:lnTo>
                  <a:lnTo>
                    <a:pt x="479" y="151295"/>
                  </a:lnTo>
                  <a:lnTo>
                    <a:pt x="151" y="156726"/>
                  </a:lnTo>
                  <a:lnTo>
                    <a:pt x="0" y="162165"/>
                  </a:lnTo>
                  <a:lnTo>
                    <a:pt x="25" y="167605"/>
                  </a:lnTo>
                  <a:lnTo>
                    <a:pt x="228" y="173043"/>
                  </a:lnTo>
                  <a:lnTo>
                    <a:pt x="608" y="178470"/>
                  </a:lnTo>
                  <a:lnTo>
                    <a:pt x="1165" y="183882"/>
                  </a:lnTo>
                  <a:lnTo>
                    <a:pt x="1897" y="189274"/>
                  </a:lnTo>
                  <a:lnTo>
                    <a:pt x="2804" y="194639"/>
                  </a:lnTo>
                  <a:lnTo>
                    <a:pt x="167156" y="164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6687" y="5018213"/>
              <a:ext cx="331506" cy="334331"/>
            </a:xfrm>
            <a:custGeom>
              <a:avLst/>
              <a:pathLst>
                <a:path w="331506" h="334331">
                  <a:moveTo>
                    <a:pt x="0" y="197718"/>
                  </a:moveTo>
                  <a:lnTo>
                    <a:pt x="1049" y="202907"/>
                  </a:lnTo>
                  <a:lnTo>
                    <a:pt x="2263" y="208059"/>
                  </a:lnTo>
                  <a:lnTo>
                    <a:pt x="3639" y="213171"/>
                  </a:lnTo>
                  <a:lnTo>
                    <a:pt x="5176" y="218237"/>
                  </a:lnTo>
                  <a:lnTo>
                    <a:pt x="6873" y="223251"/>
                  </a:lnTo>
                  <a:lnTo>
                    <a:pt x="8728" y="228209"/>
                  </a:lnTo>
                  <a:lnTo>
                    <a:pt x="10739" y="233106"/>
                  </a:lnTo>
                  <a:lnTo>
                    <a:pt x="12903" y="237937"/>
                  </a:lnTo>
                  <a:lnTo>
                    <a:pt x="15220" y="242697"/>
                  </a:lnTo>
                  <a:lnTo>
                    <a:pt x="17686" y="247381"/>
                  </a:lnTo>
                  <a:lnTo>
                    <a:pt x="20300" y="251985"/>
                  </a:lnTo>
                  <a:lnTo>
                    <a:pt x="23058" y="256503"/>
                  </a:lnTo>
                  <a:lnTo>
                    <a:pt x="25957" y="260932"/>
                  </a:lnTo>
                  <a:lnTo>
                    <a:pt x="28995" y="265267"/>
                  </a:lnTo>
                  <a:lnTo>
                    <a:pt x="32170" y="269504"/>
                  </a:lnTo>
                  <a:lnTo>
                    <a:pt x="35476" y="273638"/>
                  </a:lnTo>
                  <a:lnTo>
                    <a:pt x="38912" y="277665"/>
                  </a:lnTo>
                  <a:lnTo>
                    <a:pt x="42474" y="281582"/>
                  </a:lnTo>
                  <a:lnTo>
                    <a:pt x="46157" y="285383"/>
                  </a:lnTo>
                  <a:lnTo>
                    <a:pt x="49960" y="289066"/>
                  </a:lnTo>
                  <a:lnTo>
                    <a:pt x="53877" y="292627"/>
                  </a:lnTo>
                  <a:lnTo>
                    <a:pt x="57905" y="296062"/>
                  </a:lnTo>
                  <a:lnTo>
                    <a:pt x="62039" y="299368"/>
                  </a:lnTo>
                  <a:lnTo>
                    <a:pt x="66277" y="302542"/>
                  </a:lnTo>
                  <a:lnTo>
                    <a:pt x="70612" y="305579"/>
                  </a:lnTo>
                  <a:lnTo>
                    <a:pt x="75042" y="308478"/>
                  </a:lnTo>
                  <a:lnTo>
                    <a:pt x="79561" y="311235"/>
                  </a:lnTo>
                  <a:lnTo>
                    <a:pt x="84165" y="313847"/>
                  </a:lnTo>
                  <a:lnTo>
                    <a:pt x="88850" y="316313"/>
                  </a:lnTo>
                  <a:lnTo>
                    <a:pt x="93610" y="318628"/>
                  </a:lnTo>
                  <a:lnTo>
                    <a:pt x="98441" y="320792"/>
                  </a:lnTo>
                  <a:lnTo>
                    <a:pt x="103338" y="322802"/>
                  </a:lnTo>
                  <a:lnTo>
                    <a:pt x="108297" y="324656"/>
                  </a:lnTo>
                  <a:lnTo>
                    <a:pt x="113312" y="326352"/>
                  </a:lnTo>
                  <a:lnTo>
                    <a:pt x="118378" y="327888"/>
                  </a:lnTo>
                  <a:lnTo>
                    <a:pt x="123490" y="329263"/>
                  </a:lnTo>
                  <a:lnTo>
                    <a:pt x="128643" y="330476"/>
                  </a:lnTo>
                  <a:lnTo>
                    <a:pt x="133831" y="331525"/>
                  </a:lnTo>
                  <a:lnTo>
                    <a:pt x="139051" y="332409"/>
                  </a:lnTo>
                  <a:lnTo>
                    <a:pt x="144296" y="333127"/>
                  </a:lnTo>
                  <a:lnTo>
                    <a:pt x="149560" y="333679"/>
                  </a:lnTo>
                  <a:lnTo>
                    <a:pt x="154840" y="334064"/>
                  </a:lnTo>
                  <a:lnTo>
                    <a:pt x="160129" y="334281"/>
                  </a:lnTo>
                  <a:lnTo>
                    <a:pt x="165423" y="334331"/>
                  </a:lnTo>
                  <a:lnTo>
                    <a:pt x="170715" y="334213"/>
                  </a:lnTo>
                  <a:lnTo>
                    <a:pt x="176001" y="333928"/>
                  </a:lnTo>
                  <a:lnTo>
                    <a:pt x="181276" y="333475"/>
                  </a:lnTo>
                  <a:lnTo>
                    <a:pt x="186533" y="332856"/>
                  </a:lnTo>
                  <a:lnTo>
                    <a:pt x="191768" y="332071"/>
                  </a:lnTo>
                  <a:lnTo>
                    <a:pt x="196976" y="331120"/>
                  </a:lnTo>
                  <a:lnTo>
                    <a:pt x="202151" y="330005"/>
                  </a:lnTo>
                  <a:lnTo>
                    <a:pt x="207288" y="328726"/>
                  </a:lnTo>
                  <a:lnTo>
                    <a:pt x="212382" y="327286"/>
                  </a:lnTo>
                  <a:lnTo>
                    <a:pt x="217428" y="325685"/>
                  </a:lnTo>
                  <a:lnTo>
                    <a:pt x="222420" y="323925"/>
                  </a:lnTo>
                  <a:lnTo>
                    <a:pt x="227354" y="322007"/>
                  </a:lnTo>
                  <a:lnTo>
                    <a:pt x="232226" y="319935"/>
                  </a:lnTo>
                  <a:lnTo>
                    <a:pt x="237029" y="317709"/>
                  </a:lnTo>
                  <a:lnTo>
                    <a:pt x="241759" y="315333"/>
                  </a:lnTo>
                  <a:lnTo>
                    <a:pt x="246412" y="312807"/>
                  </a:lnTo>
                  <a:lnTo>
                    <a:pt x="250982" y="310136"/>
                  </a:lnTo>
                  <a:lnTo>
                    <a:pt x="255465" y="307321"/>
                  </a:lnTo>
                  <a:lnTo>
                    <a:pt x="259857" y="304366"/>
                  </a:lnTo>
                  <a:lnTo>
                    <a:pt x="264154" y="301273"/>
                  </a:lnTo>
                  <a:lnTo>
                    <a:pt x="268350" y="298046"/>
                  </a:lnTo>
                  <a:lnTo>
                    <a:pt x="272442" y="294687"/>
                  </a:lnTo>
                  <a:lnTo>
                    <a:pt x="276425" y="291201"/>
                  </a:lnTo>
                  <a:lnTo>
                    <a:pt x="280296" y="287590"/>
                  </a:lnTo>
                  <a:lnTo>
                    <a:pt x="284051" y="283859"/>
                  </a:lnTo>
                  <a:lnTo>
                    <a:pt x="287686" y="280010"/>
                  </a:lnTo>
                  <a:lnTo>
                    <a:pt x="291197" y="276048"/>
                  </a:lnTo>
                  <a:lnTo>
                    <a:pt x="294581" y="271977"/>
                  </a:lnTo>
                  <a:lnTo>
                    <a:pt x="297834" y="267801"/>
                  </a:lnTo>
                  <a:lnTo>
                    <a:pt x="300954" y="263524"/>
                  </a:lnTo>
                  <a:lnTo>
                    <a:pt x="303936" y="259151"/>
                  </a:lnTo>
                  <a:lnTo>
                    <a:pt x="306779" y="254685"/>
                  </a:lnTo>
                  <a:lnTo>
                    <a:pt x="309479" y="250131"/>
                  </a:lnTo>
                  <a:lnTo>
                    <a:pt x="312033" y="245495"/>
                  </a:lnTo>
                  <a:lnTo>
                    <a:pt x="314439" y="240779"/>
                  </a:lnTo>
                  <a:lnTo>
                    <a:pt x="316694" y="235990"/>
                  </a:lnTo>
                  <a:lnTo>
                    <a:pt x="318797" y="231132"/>
                  </a:lnTo>
                  <a:lnTo>
                    <a:pt x="320745" y="226210"/>
                  </a:lnTo>
                  <a:lnTo>
                    <a:pt x="322536" y="221228"/>
                  </a:lnTo>
                  <a:lnTo>
                    <a:pt x="324168" y="216192"/>
                  </a:lnTo>
                  <a:lnTo>
                    <a:pt x="325641" y="211107"/>
                  </a:lnTo>
                  <a:lnTo>
                    <a:pt x="326951" y="205978"/>
                  </a:lnTo>
                  <a:lnTo>
                    <a:pt x="328098" y="200811"/>
                  </a:lnTo>
                  <a:lnTo>
                    <a:pt x="329082" y="195609"/>
                  </a:lnTo>
                  <a:lnTo>
                    <a:pt x="329900" y="190379"/>
                  </a:lnTo>
                  <a:lnTo>
                    <a:pt x="330552" y="185125"/>
                  </a:lnTo>
                  <a:lnTo>
                    <a:pt x="331037" y="179854"/>
                  </a:lnTo>
                  <a:lnTo>
                    <a:pt x="331355" y="174570"/>
                  </a:lnTo>
                  <a:lnTo>
                    <a:pt x="331506" y="169278"/>
                  </a:lnTo>
                  <a:lnTo>
                    <a:pt x="331489" y="163984"/>
                  </a:lnTo>
                  <a:lnTo>
                    <a:pt x="331304" y="158694"/>
                  </a:lnTo>
                  <a:lnTo>
                    <a:pt x="330952" y="153412"/>
                  </a:lnTo>
                  <a:lnTo>
                    <a:pt x="330433" y="148144"/>
                  </a:lnTo>
                  <a:lnTo>
                    <a:pt x="329747" y="142895"/>
                  </a:lnTo>
                  <a:lnTo>
                    <a:pt x="328896" y="137670"/>
                  </a:lnTo>
                  <a:lnTo>
                    <a:pt x="327879" y="132475"/>
                  </a:lnTo>
                  <a:lnTo>
                    <a:pt x="326699" y="127314"/>
                  </a:lnTo>
                  <a:lnTo>
                    <a:pt x="325356" y="122194"/>
                  </a:lnTo>
                  <a:lnTo>
                    <a:pt x="323851" y="117118"/>
                  </a:lnTo>
                  <a:lnTo>
                    <a:pt x="322186" y="112093"/>
                  </a:lnTo>
                  <a:lnTo>
                    <a:pt x="320363" y="107123"/>
                  </a:lnTo>
                  <a:lnTo>
                    <a:pt x="318384" y="102213"/>
                  </a:lnTo>
                  <a:lnTo>
                    <a:pt x="316250" y="97369"/>
                  </a:lnTo>
                  <a:lnTo>
                    <a:pt x="313964" y="92594"/>
                  </a:lnTo>
                  <a:lnTo>
                    <a:pt x="311528" y="87894"/>
                  </a:lnTo>
                  <a:lnTo>
                    <a:pt x="308944" y="83274"/>
                  </a:lnTo>
                  <a:lnTo>
                    <a:pt x="306215" y="78738"/>
                  </a:lnTo>
                  <a:lnTo>
                    <a:pt x="303344" y="74290"/>
                  </a:lnTo>
                  <a:lnTo>
                    <a:pt x="300333" y="69936"/>
                  </a:lnTo>
                  <a:lnTo>
                    <a:pt x="297187" y="65679"/>
                  </a:lnTo>
                  <a:lnTo>
                    <a:pt x="293907" y="61524"/>
                  </a:lnTo>
                  <a:lnTo>
                    <a:pt x="290497" y="57475"/>
                  </a:lnTo>
                  <a:lnTo>
                    <a:pt x="286960" y="53536"/>
                  </a:lnTo>
                  <a:lnTo>
                    <a:pt x="283301" y="49711"/>
                  </a:lnTo>
                  <a:lnTo>
                    <a:pt x="279522" y="46003"/>
                  </a:lnTo>
                  <a:lnTo>
                    <a:pt x="275628" y="42417"/>
                  </a:lnTo>
                  <a:lnTo>
                    <a:pt x="271622" y="38956"/>
                  </a:lnTo>
                  <a:lnTo>
                    <a:pt x="267509" y="35624"/>
                  </a:lnTo>
                  <a:lnTo>
                    <a:pt x="263292" y="32424"/>
                  </a:lnTo>
                  <a:lnTo>
                    <a:pt x="258976" y="29359"/>
                  </a:lnTo>
                  <a:lnTo>
                    <a:pt x="254565" y="26432"/>
                  </a:lnTo>
                  <a:lnTo>
                    <a:pt x="250064" y="23646"/>
                  </a:lnTo>
                  <a:lnTo>
                    <a:pt x="245476" y="21004"/>
                  </a:lnTo>
                  <a:lnTo>
                    <a:pt x="240808" y="18508"/>
                  </a:lnTo>
                  <a:lnTo>
                    <a:pt x="236062" y="16162"/>
                  </a:lnTo>
                  <a:lnTo>
                    <a:pt x="231245" y="13967"/>
                  </a:lnTo>
                  <a:lnTo>
                    <a:pt x="226361" y="11926"/>
                  </a:lnTo>
                  <a:lnTo>
                    <a:pt x="221414" y="10040"/>
                  </a:lnTo>
                  <a:lnTo>
                    <a:pt x="216410" y="8312"/>
                  </a:lnTo>
                  <a:lnTo>
                    <a:pt x="211355" y="6744"/>
                  </a:lnTo>
                  <a:lnTo>
                    <a:pt x="206251" y="5336"/>
                  </a:lnTo>
                  <a:lnTo>
                    <a:pt x="201106" y="4090"/>
                  </a:lnTo>
                  <a:lnTo>
                    <a:pt x="195924" y="3008"/>
                  </a:lnTo>
                  <a:lnTo>
                    <a:pt x="190711" y="2091"/>
                  </a:lnTo>
                  <a:lnTo>
                    <a:pt x="185471" y="1339"/>
                  </a:lnTo>
                  <a:lnTo>
                    <a:pt x="180209" y="753"/>
                  </a:lnTo>
                  <a:lnTo>
                    <a:pt x="174932" y="335"/>
                  </a:lnTo>
                  <a:lnTo>
                    <a:pt x="169645" y="83"/>
                  </a:lnTo>
                  <a:lnTo>
                    <a:pt x="164351" y="0"/>
                  </a:lnTo>
                  <a:lnTo>
                    <a:pt x="1643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8709" y="4659281"/>
              <a:ext cx="84525" cy="167167"/>
            </a:xfrm>
            <a:custGeom>
              <a:avLst/>
              <a:pathLst>
                <a:path w="84525" h="167167">
                  <a:moveTo>
                    <a:pt x="84525" y="0"/>
                  </a:moveTo>
                  <a:lnTo>
                    <a:pt x="78619" y="104"/>
                  </a:lnTo>
                  <a:lnTo>
                    <a:pt x="72719" y="417"/>
                  </a:lnTo>
                  <a:lnTo>
                    <a:pt x="66835" y="938"/>
                  </a:lnTo>
                  <a:lnTo>
                    <a:pt x="60972" y="1667"/>
                  </a:lnTo>
                  <a:lnTo>
                    <a:pt x="55139" y="2603"/>
                  </a:lnTo>
                  <a:lnTo>
                    <a:pt x="49343" y="3744"/>
                  </a:lnTo>
                  <a:lnTo>
                    <a:pt x="43591" y="5089"/>
                  </a:lnTo>
                  <a:lnTo>
                    <a:pt x="37889" y="6637"/>
                  </a:lnTo>
                  <a:lnTo>
                    <a:pt x="32246" y="8385"/>
                  </a:lnTo>
                  <a:lnTo>
                    <a:pt x="26668" y="10331"/>
                  </a:lnTo>
                  <a:lnTo>
                    <a:pt x="21163" y="12473"/>
                  </a:lnTo>
                  <a:lnTo>
                    <a:pt x="15737" y="14809"/>
                  </a:lnTo>
                  <a:lnTo>
                    <a:pt x="10396" y="17334"/>
                  </a:lnTo>
                  <a:lnTo>
                    <a:pt x="5148" y="20047"/>
                  </a:lnTo>
                  <a:lnTo>
                    <a:pt x="0" y="22944"/>
                  </a:lnTo>
                  <a:lnTo>
                    <a:pt x="8452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8709" y="4682226"/>
              <a:ext cx="84525" cy="144223"/>
            </a:xfrm>
            <a:custGeom>
              <a:avLst/>
              <a:pathLst>
                <a:path w="84525" h="144223">
                  <a:moveTo>
                    <a:pt x="0" y="0"/>
                  </a:moveTo>
                  <a:lnTo>
                    <a:pt x="84525" y="1442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8709" y="4682226"/>
              <a:ext cx="84525" cy="144223"/>
            </a:xfrm>
            <a:custGeom>
              <a:avLst/>
              <a:pathLst>
                <a:path w="84525" h="144223">
                  <a:moveTo>
                    <a:pt x="0" y="0"/>
                  </a:moveTo>
                  <a:lnTo>
                    <a:pt x="84525" y="1442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70" y="4682226"/>
              <a:ext cx="277264" cy="311381"/>
            </a:xfrm>
            <a:custGeom>
              <a:avLst/>
              <a:pathLst>
                <a:path w="277264" h="311381">
                  <a:moveTo>
                    <a:pt x="82638" y="0"/>
                  </a:moveTo>
                  <a:lnTo>
                    <a:pt x="78107" y="2753"/>
                  </a:lnTo>
                  <a:lnTo>
                    <a:pt x="73665" y="5648"/>
                  </a:lnTo>
                  <a:lnTo>
                    <a:pt x="69317" y="8683"/>
                  </a:lnTo>
                  <a:lnTo>
                    <a:pt x="65068" y="11854"/>
                  </a:lnTo>
                  <a:lnTo>
                    <a:pt x="60922" y="15159"/>
                  </a:lnTo>
                  <a:lnTo>
                    <a:pt x="56882" y="18593"/>
                  </a:lnTo>
                  <a:lnTo>
                    <a:pt x="52953" y="22153"/>
                  </a:lnTo>
                  <a:lnTo>
                    <a:pt x="49140" y="25837"/>
                  </a:lnTo>
                  <a:lnTo>
                    <a:pt x="45445" y="29639"/>
                  </a:lnTo>
                  <a:lnTo>
                    <a:pt x="41872" y="33557"/>
                  </a:lnTo>
                  <a:lnTo>
                    <a:pt x="38425" y="37586"/>
                  </a:lnTo>
                  <a:lnTo>
                    <a:pt x="35108" y="41722"/>
                  </a:lnTo>
                  <a:lnTo>
                    <a:pt x="31924" y="45962"/>
                  </a:lnTo>
                  <a:lnTo>
                    <a:pt x="28876" y="50300"/>
                  </a:lnTo>
                  <a:lnTo>
                    <a:pt x="25967" y="54733"/>
                  </a:lnTo>
                  <a:lnTo>
                    <a:pt x="23200" y="59256"/>
                  </a:lnTo>
                  <a:lnTo>
                    <a:pt x="20578" y="63864"/>
                  </a:lnTo>
                  <a:lnTo>
                    <a:pt x="18103" y="68553"/>
                  </a:lnTo>
                  <a:lnTo>
                    <a:pt x="15778" y="73319"/>
                  </a:lnTo>
                  <a:lnTo>
                    <a:pt x="13606" y="78155"/>
                  </a:lnTo>
                  <a:lnTo>
                    <a:pt x="11588" y="83058"/>
                  </a:lnTo>
                  <a:lnTo>
                    <a:pt x="9726" y="88023"/>
                  </a:lnTo>
                  <a:lnTo>
                    <a:pt x="8023" y="93044"/>
                  </a:lnTo>
                  <a:lnTo>
                    <a:pt x="6480" y="98117"/>
                  </a:lnTo>
                  <a:lnTo>
                    <a:pt x="5099" y="103236"/>
                  </a:lnTo>
                  <a:lnTo>
                    <a:pt x="3881" y="108396"/>
                  </a:lnTo>
                  <a:lnTo>
                    <a:pt x="2827" y="113592"/>
                  </a:lnTo>
                  <a:lnTo>
                    <a:pt x="1938" y="118819"/>
                  </a:lnTo>
                  <a:lnTo>
                    <a:pt x="1215" y="124072"/>
                  </a:lnTo>
                  <a:lnTo>
                    <a:pt x="660" y="129345"/>
                  </a:lnTo>
                  <a:lnTo>
                    <a:pt x="272" y="134633"/>
                  </a:lnTo>
                  <a:lnTo>
                    <a:pt x="52" y="139930"/>
                  </a:lnTo>
                  <a:lnTo>
                    <a:pt x="0" y="145232"/>
                  </a:lnTo>
                  <a:lnTo>
                    <a:pt x="116" y="150533"/>
                  </a:lnTo>
                  <a:lnTo>
                    <a:pt x="400" y="155827"/>
                  </a:lnTo>
                  <a:lnTo>
                    <a:pt x="852" y="161110"/>
                  </a:lnTo>
                  <a:lnTo>
                    <a:pt x="1471" y="166376"/>
                  </a:lnTo>
                  <a:lnTo>
                    <a:pt x="2257" y="171619"/>
                  </a:lnTo>
                  <a:lnTo>
                    <a:pt x="3209" y="176835"/>
                  </a:lnTo>
                  <a:lnTo>
                    <a:pt x="4325" y="182019"/>
                  </a:lnTo>
                  <a:lnTo>
                    <a:pt x="5606" y="187164"/>
                  </a:lnTo>
                  <a:lnTo>
                    <a:pt x="7049" y="192266"/>
                  </a:lnTo>
                  <a:lnTo>
                    <a:pt x="8653" y="197319"/>
                  </a:lnTo>
                  <a:lnTo>
                    <a:pt x="10417" y="202319"/>
                  </a:lnTo>
                  <a:lnTo>
                    <a:pt x="12338" y="207261"/>
                  </a:lnTo>
                  <a:lnTo>
                    <a:pt x="14415" y="212140"/>
                  </a:lnTo>
                  <a:lnTo>
                    <a:pt x="16646" y="216950"/>
                  </a:lnTo>
                  <a:lnTo>
                    <a:pt x="19028" y="221686"/>
                  </a:lnTo>
                  <a:lnTo>
                    <a:pt x="21559" y="226345"/>
                  </a:lnTo>
                  <a:lnTo>
                    <a:pt x="24237" y="230922"/>
                  </a:lnTo>
                  <a:lnTo>
                    <a:pt x="27058" y="235411"/>
                  </a:lnTo>
                  <a:lnTo>
                    <a:pt x="30020" y="239808"/>
                  </a:lnTo>
                  <a:lnTo>
                    <a:pt x="33121" y="244109"/>
                  </a:lnTo>
                  <a:lnTo>
                    <a:pt x="36356" y="248310"/>
                  </a:lnTo>
                  <a:lnTo>
                    <a:pt x="39722" y="252406"/>
                  </a:lnTo>
                  <a:lnTo>
                    <a:pt x="43217" y="256393"/>
                  </a:lnTo>
                  <a:lnTo>
                    <a:pt x="46837" y="260267"/>
                  </a:lnTo>
                  <a:lnTo>
                    <a:pt x="50578" y="264025"/>
                  </a:lnTo>
                  <a:lnTo>
                    <a:pt x="54436" y="267662"/>
                  </a:lnTo>
                  <a:lnTo>
                    <a:pt x="58407" y="271175"/>
                  </a:lnTo>
                  <a:lnTo>
                    <a:pt x="62488" y="274560"/>
                  </a:lnTo>
                  <a:lnTo>
                    <a:pt x="66674" y="277814"/>
                  </a:lnTo>
                  <a:lnTo>
                    <a:pt x="70961" y="280934"/>
                  </a:lnTo>
                  <a:lnTo>
                    <a:pt x="75345" y="283916"/>
                  </a:lnTo>
                  <a:lnTo>
                    <a:pt x="79821" y="286758"/>
                  </a:lnTo>
                  <a:lnTo>
                    <a:pt x="84386" y="289456"/>
                  </a:lnTo>
                  <a:lnTo>
                    <a:pt x="89033" y="292008"/>
                  </a:lnTo>
                  <a:lnTo>
                    <a:pt x="93759" y="294412"/>
                  </a:lnTo>
                  <a:lnTo>
                    <a:pt x="98559" y="296664"/>
                  </a:lnTo>
                  <a:lnTo>
                    <a:pt x="103428" y="298763"/>
                  </a:lnTo>
                  <a:lnTo>
                    <a:pt x="108361" y="300706"/>
                  </a:lnTo>
                  <a:lnTo>
                    <a:pt x="113353" y="302493"/>
                  </a:lnTo>
                  <a:lnTo>
                    <a:pt x="118400" y="304119"/>
                  </a:lnTo>
                  <a:lnTo>
                    <a:pt x="123495" y="305586"/>
                  </a:lnTo>
                  <a:lnTo>
                    <a:pt x="128634" y="306889"/>
                  </a:lnTo>
                  <a:lnTo>
                    <a:pt x="133812" y="308029"/>
                  </a:lnTo>
                  <a:lnTo>
                    <a:pt x="139024" y="309005"/>
                  </a:lnTo>
                  <a:lnTo>
                    <a:pt x="144264" y="309814"/>
                  </a:lnTo>
                  <a:lnTo>
                    <a:pt x="149527" y="310457"/>
                  </a:lnTo>
                  <a:lnTo>
                    <a:pt x="154808" y="310933"/>
                  </a:lnTo>
                  <a:lnTo>
                    <a:pt x="160101" y="311241"/>
                  </a:lnTo>
                  <a:lnTo>
                    <a:pt x="165401" y="311381"/>
                  </a:lnTo>
                  <a:lnTo>
                    <a:pt x="170703" y="311353"/>
                  </a:lnTo>
                  <a:lnTo>
                    <a:pt x="176001" y="311156"/>
                  </a:lnTo>
                  <a:lnTo>
                    <a:pt x="181291" y="310792"/>
                  </a:lnTo>
                  <a:lnTo>
                    <a:pt x="186566" y="310260"/>
                  </a:lnTo>
                  <a:lnTo>
                    <a:pt x="191822" y="309561"/>
                  </a:lnTo>
                  <a:lnTo>
                    <a:pt x="197053" y="308696"/>
                  </a:lnTo>
                  <a:lnTo>
                    <a:pt x="202254" y="307666"/>
                  </a:lnTo>
                  <a:lnTo>
                    <a:pt x="207420" y="306471"/>
                  </a:lnTo>
                  <a:lnTo>
                    <a:pt x="212545" y="305112"/>
                  </a:lnTo>
                  <a:lnTo>
                    <a:pt x="217625" y="303592"/>
                  </a:lnTo>
                  <a:lnTo>
                    <a:pt x="222653" y="301912"/>
                  </a:lnTo>
                  <a:lnTo>
                    <a:pt x="227626" y="300073"/>
                  </a:lnTo>
                  <a:lnTo>
                    <a:pt x="232538" y="298077"/>
                  </a:lnTo>
                  <a:lnTo>
                    <a:pt x="237385" y="295926"/>
                  </a:lnTo>
                  <a:lnTo>
                    <a:pt x="242160" y="293623"/>
                  </a:lnTo>
                  <a:lnTo>
                    <a:pt x="246861" y="291169"/>
                  </a:lnTo>
                  <a:lnTo>
                    <a:pt x="251481" y="288568"/>
                  </a:lnTo>
                  <a:lnTo>
                    <a:pt x="256016" y="285822"/>
                  </a:lnTo>
                  <a:lnTo>
                    <a:pt x="260462" y="282933"/>
                  </a:lnTo>
                  <a:lnTo>
                    <a:pt x="264814" y="279904"/>
                  </a:lnTo>
                  <a:lnTo>
                    <a:pt x="269068" y="276739"/>
                  </a:lnTo>
                  <a:lnTo>
                    <a:pt x="273219" y="273441"/>
                  </a:lnTo>
                  <a:lnTo>
                    <a:pt x="277264" y="270012"/>
                  </a:lnTo>
                  <a:lnTo>
                    <a:pt x="167164" y="144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0" cy="292956"/>
            </a:xfrm>
            <a:custGeom>
              <a:avLst/>
              <a:pathLst>
                <a:path w="167160" h="292956">
                  <a:moveTo>
                    <a:pt x="110099" y="292956"/>
                  </a:moveTo>
                  <a:lnTo>
                    <a:pt x="114052" y="289384"/>
                  </a:lnTo>
                  <a:lnTo>
                    <a:pt x="117890" y="285687"/>
                  </a:lnTo>
                  <a:lnTo>
                    <a:pt x="121607" y="281869"/>
                  </a:lnTo>
                  <a:lnTo>
                    <a:pt x="125201" y="277935"/>
                  </a:lnTo>
                  <a:lnTo>
                    <a:pt x="128668" y="273888"/>
                  </a:lnTo>
                  <a:lnTo>
                    <a:pt x="132004" y="269733"/>
                  </a:lnTo>
                  <a:lnTo>
                    <a:pt x="135205" y="265474"/>
                  </a:lnTo>
                  <a:lnTo>
                    <a:pt x="138270" y="261115"/>
                  </a:lnTo>
                  <a:lnTo>
                    <a:pt x="141194" y="256661"/>
                  </a:lnTo>
                  <a:lnTo>
                    <a:pt x="143974" y="252115"/>
                  </a:lnTo>
                  <a:lnTo>
                    <a:pt x="146609" y="247483"/>
                  </a:lnTo>
                  <a:lnTo>
                    <a:pt x="149094" y="242770"/>
                  </a:lnTo>
                  <a:lnTo>
                    <a:pt x="151428" y="237980"/>
                  </a:lnTo>
                  <a:lnTo>
                    <a:pt x="153608" y="233118"/>
                  </a:lnTo>
                  <a:lnTo>
                    <a:pt x="155632" y="228188"/>
                  </a:lnTo>
                  <a:lnTo>
                    <a:pt x="157497" y="223197"/>
                  </a:lnTo>
                  <a:lnTo>
                    <a:pt x="159203" y="218149"/>
                  </a:lnTo>
                  <a:lnTo>
                    <a:pt x="160747" y="213049"/>
                  </a:lnTo>
                  <a:lnTo>
                    <a:pt x="162128" y="207903"/>
                  </a:lnTo>
                  <a:lnTo>
                    <a:pt x="163344" y="202715"/>
                  </a:lnTo>
                  <a:lnTo>
                    <a:pt x="164394" y="197491"/>
                  </a:lnTo>
                  <a:lnTo>
                    <a:pt x="165277" y="192236"/>
                  </a:lnTo>
                  <a:lnTo>
                    <a:pt x="165992" y="186956"/>
                  </a:lnTo>
                  <a:lnTo>
                    <a:pt x="166538" y="181655"/>
                  </a:lnTo>
                  <a:lnTo>
                    <a:pt x="166915" y="176340"/>
                  </a:lnTo>
                  <a:lnTo>
                    <a:pt x="167123" y="171016"/>
                  </a:lnTo>
                  <a:lnTo>
                    <a:pt x="167160" y="165688"/>
                  </a:lnTo>
                  <a:lnTo>
                    <a:pt x="167028" y="160361"/>
                  </a:lnTo>
                  <a:lnTo>
                    <a:pt x="166727" y="155041"/>
                  </a:lnTo>
                  <a:lnTo>
                    <a:pt x="166255" y="149733"/>
                  </a:lnTo>
                  <a:lnTo>
                    <a:pt x="165615" y="144443"/>
                  </a:lnTo>
                  <a:lnTo>
                    <a:pt x="164807" y="139176"/>
                  </a:lnTo>
                  <a:lnTo>
                    <a:pt x="163831" y="133938"/>
                  </a:lnTo>
                  <a:lnTo>
                    <a:pt x="162689" y="128733"/>
                  </a:lnTo>
                  <a:lnTo>
                    <a:pt x="161381" y="123568"/>
                  </a:lnTo>
                  <a:lnTo>
                    <a:pt x="159910" y="118447"/>
                  </a:lnTo>
                  <a:lnTo>
                    <a:pt x="158276" y="113375"/>
                  </a:lnTo>
                  <a:lnTo>
                    <a:pt x="156481" y="108358"/>
                  </a:lnTo>
                  <a:lnTo>
                    <a:pt x="154527" y="103400"/>
                  </a:lnTo>
                  <a:lnTo>
                    <a:pt x="152416" y="98508"/>
                  </a:lnTo>
                  <a:lnTo>
                    <a:pt x="150151" y="93685"/>
                  </a:lnTo>
                  <a:lnTo>
                    <a:pt x="147732" y="88937"/>
                  </a:lnTo>
                  <a:lnTo>
                    <a:pt x="145164" y="84268"/>
                  </a:lnTo>
                  <a:lnTo>
                    <a:pt x="142448" y="79684"/>
                  </a:lnTo>
                  <a:lnTo>
                    <a:pt x="139588" y="75188"/>
                  </a:lnTo>
                  <a:lnTo>
                    <a:pt x="136585" y="70786"/>
                  </a:lnTo>
                  <a:lnTo>
                    <a:pt x="133444" y="66482"/>
                  </a:lnTo>
                  <a:lnTo>
                    <a:pt x="130167" y="62280"/>
                  </a:lnTo>
                  <a:lnTo>
                    <a:pt x="126759" y="58185"/>
                  </a:lnTo>
                  <a:lnTo>
                    <a:pt x="123221" y="54200"/>
                  </a:lnTo>
                  <a:lnTo>
                    <a:pt x="119558" y="50330"/>
                  </a:lnTo>
                  <a:lnTo>
                    <a:pt x="115773" y="46579"/>
                  </a:lnTo>
                  <a:lnTo>
                    <a:pt x="111871" y="42951"/>
                  </a:lnTo>
                  <a:lnTo>
                    <a:pt x="107856" y="39448"/>
                  </a:lnTo>
                  <a:lnTo>
                    <a:pt x="103730" y="36076"/>
                  </a:lnTo>
                  <a:lnTo>
                    <a:pt x="99500" y="32836"/>
                  </a:lnTo>
                  <a:lnTo>
                    <a:pt x="95168" y="29733"/>
                  </a:lnTo>
                  <a:lnTo>
                    <a:pt x="90739" y="26770"/>
                  </a:lnTo>
                  <a:lnTo>
                    <a:pt x="86219" y="23950"/>
                  </a:lnTo>
                  <a:lnTo>
                    <a:pt x="81610" y="21274"/>
                  </a:lnTo>
                  <a:lnTo>
                    <a:pt x="76919" y="18747"/>
                  </a:lnTo>
                  <a:lnTo>
                    <a:pt x="72150" y="16371"/>
                  </a:lnTo>
                  <a:lnTo>
                    <a:pt x="67307" y="14148"/>
                  </a:lnTo>
                  <a:lnTo>
                    <a:pt x="62396" y="12081"/>
                  </a:lnTo>
                  <a:lnTo>
                    <a:pt x="57421" y="10171"/>
                  </a:lnTo>
                  <a:lnTo>
                    <a:pt x="52389" y="8421"/>
                  </a:lnTo>
                  <a:lnTo>
                    <a:pt x="47303" y="6832"/>
                  </a:lnTo>
                  <a:lnTo>
                    <a:pt x="42169" y="5406"/>
                  </a:lnTo>
                  <a:lnTo>
                    <a:pt x="36992" y="4144"/>
                  </a:lnTo>
                  <a:lnTo>
                    <a:pt x="31777" y="3048"/>
                  </a:lnTo>
                  <a:lnTo>
                    <a:pt x="26530" y="2118"/>
                  </a:lnTo>
                  <a:lnTo>
                    <a:pt x="21257" y="1357"/>
                  </a:lnTo>
                  <a:lnTo>
                    <a:pt x="15961" y="763"/>
                  </a:lnTo>
                  <a:lnTo>
                    <a:pt x="10650" y="339"/>
                  </a:lnTo>
                  <a:lnTo>
                    <a:pt x="5327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3817" y="4213821"/>
              <a:ext cx="104655" cy="167167"/>
            </a:xfrm>
            <a:custGeom>
              <a:avLst/>
              <a:pathLst>
                <a:path w="104655" h="167167">
                  <a:moveTo>
                    <a:pt x="104655" y="0"/>
                  </a:moveTo>
                  <a:lnTo>
                    <a:pt x="99001" y="95"/>
                  </a:lnTo>
                  <a:lnTo>
                    <a:pt x="93355" y="382"/>
                  </a:lnTo>
                  <a:lnTo>
                    <a:pt x="87721" y="859"/>
                  </a:lnTo>
                  <a:lnTo>
                    <a:pt x="82106" y="1527"/>
                  </a:lnTo>
                  <a:lnTo>
                    <a:pt x="76518" y="2384"/>
                  </a:lnTo>
                  <a:lnTo>
                    <a:pt x="70961" y="3430"/>
                  </a:lnTo>
                  <a:lnTo>
                    <a:pt x="65444" y="4663"/>
                  </a:lnTo>
                  <a:lnTo>
                    <a:pt x="59971" y="6082"/>
                  </a:lnTo>
                  <a:lnTo>
                    <a:pt x="54549" y="7685"/>
                  </a:lnTo>
                  <a:lnTo>
                    <a:pt x="49184" y="9471"/>
                  </a:lnTo>
                  <a:lnTo>
                    <a:pt x="43883" y="11437"/>
                  </a:lnTo>
                  <a:lnTo>
                    <a:pt x="38651" y="13581"/>
                  </a:lnTo>
                  <a:lnTo>
                    <a:pt x="33495" y="15901"/>
                  </a:lnTo>
                  <a:lnTo>
                    <a:pt x="28421" y="18394"/>
                  </a:lnTo>
                  <a:lnTo>
                    <a:pt x="23433" y="21057"/>
                  </a:lnTo>
                  <a:lnTo>
                    <a:pt x="18538" y="23888"/>
                  </a:lnTo>
                  <a:lnTo>
                    <a:pt x="13742" y="26882"/>
                  </a:lnTo>
                  <a:lnTo>
                    <a:pt x="9050" y="30036"/>
                  </a:lnTo>
                  <a:lnTo>
                    <a:pt x="4468" y="33348"/>
                  </a:lnTo>
                  <a:lnTo>
                    <a:pt x="0" y="36812"/>
                  </a:lnTo>
                  <a:lnTo>
                    <a:pt x="10465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3817" y="4250634"/>
              <a:ext cx="104655" cy="130354"/>
            </a:xfrm>
            <a:custGeom>
              <a:avLst/>
              <a:pathLst>
                <a:path w="104655" h="130354">
                  <a:moveTo>
                    <a:pt x="0" y="0"/>
                  </a:moveTo>
                  <a:lnTo>
                    <a:pt x="104655" y="1303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05" y="4250634"/>
              <a:ext cx="334328" cy="297507"/>
            </a:xfrm>
            <a:custGeom>
              <a:avLst/>
              <a:pathLst>
                <a:path w="334328" h="297507">
                  <a:moveTo>
                    <a:pt x="62511" y="0"/>
                  </a:moveTo>
                  <a:lnTo>
                    <a:pt x="58414" y="3398"/>
                  </a:lnTo>
                  <a:lnTo>
                    <a:pt x="54427" y="6925"/>
                  </a:lnTo>
                  <a:lnTo>
                    <a:pt x="50554" y="10577"/>
                  </a:lnTo>
                  <a:lnTo>
                    <a:pt x="46799" y="14351"/>
                  </a:lnTo>
                  <a:lnTo>
                    <a:pt x="43166" y="18243"/>
                  </a:lnTo>
                  <a:lnTo>
                    <a:pt x="39659" y="22248"/>
                  </a:lnTo>
                  <a:lnTo>
                    <a:pt x="36282" y="26363"/>
                  </a:lnTo>
                  <a:lnTo>
                    <a:pt x="33037" y="30583"/>
                  </a:lnTo>
                  <a:lnTo>
                    <a:pt x="29928" y="34904"/>
                  </a:lnTo>
                  <a:lnTo>
                    <a:pt x="26959" y="39322"/>
                  </a:lnTo>
                  <a:lnTo>
                    <a:pt x="24131" y="43833"/>
                  </a:lnTo>
                  <a:lnTo>
                    <a:pt x="21449" y="48431"/>
                  </a:lnTo>
                  <a:lnTo>
                    <a:pt x="18914" y="53113"/>
                  </a:lnTo>
                  <a:lnTo>
                    <a:pt x="16530" y="57872"/>
                  </a:lnTo>
                  <a:lnTo>
                    <a:pt x="14298" y="62705"/>
                  </a:lnTo>
                  <a:lnTo>
                    <a:pt x="12222" y="67607"/>
                  </a:lnTo>
                  <a:lnTo>
                    <a:pt x="10302" y="72573"/>
                  </a:lnTo>
                  <a:lnTo>
                    <a:pt x="8542" y="77597"/>
                  </a:lnTo>
                  <a:lnTo>
                    <a:pt x="6943" y="82674"/>
                  </a:lnTo>
                  <a:lnTo>
                    <a:pt x="5506" y="87800"/>
                  </a:lnTo>
                  <a:lnTo>
                    <a:pt x="4233" y="92969"/>
                  </a:lnTo>
                  <a:lnTo>
                    <a:pt x="3125" y="98176"/>
                  </a:lnTo>
                  <a:lnTo>
                    <a:pt x="2184" y="103416"/>
                  </a:lnTo>
                  <a:lnTo>
                    <a:pt x="1410" y="108682"/>
                  </a:lnTo>
                  <a:lnTo>
                    <a:pt x="804" y="113971"/>
                  </a:lnTo>
                  <a:lnTo>
                    <a:pt x="366" y="119277"/>
                  </a:lnTo>
                  <a:lnTo>
                    <a:pt x="98" y="124593"/>
                  </a:lnTo>
                  <a:lnTo>
                    <a:pt x="0" y="129916"/>
                  </a:lnTo>
                  <a:lnTo>
                    <a:pt x="70" y="135239"/>
                  </a:lnTo>
                  <a:lnTo>
                    <a:pt x="311" y="140557"/>
                  </a:lnTo>
                  <a:lnTo>
                    <a:pt x="720" y="145865"/>
                  </a:lnTo>
                  <a:lnTo>
                    <a:pt x="1298" y="151157"/>
                  </a:lnTo>
                  <a:lnTo>
                    <a:pt x="2045" y="156428"/>
                  </a:lnTo>
                  <a:lnTo>
                    <a:pt x="2959" y="161672"/>
                  </a:lnTo>
                  <a:lnTo>
                    <a:pt x="4039" y="166885"/>
                  </a:lnTo>
                  <a:lnTo>
                    <a:pt x="5285" y="172060"/>
                  </a:lnTo>
                  <a:lnTo>
                    <a:pt x="6695" y="177194"/>
                  </a:lnTo>
                  <a:lnTo>
                    <a:pt x="8268" y="182279"/>
                  </a:lnTo>
                  <a:lnTo>
                    <a:pt x="10002" y="187313"/>
                  </a:lnTo>
                  <a:lnTo>
                    <a:pt x="11895" y="192288"/>
                  </a:lnTo>
                  <a:lnTo>
                    <a:pt x="13946" y="197201"/>
                  </a:lnTo>
                  <a:lnTo>
                    <a:pt x="16152" y="202045"/>
                  </a:lnTo>
                  <a:lnTo>
                    <a:pt x="18511" y="206817"/>
                  </a:lnTo>
                  <a:lnTo>
                    <a:pt x="21022" y="211512"/>
                  </a:lnTo>
                  <a:lnTo>
                    <a:pt x="23680" y="216124"/>
                  </a:lnTo>
                  <a:lnTo>
                    <a:pt x="26484" y="220650"/>
                  </a:lnTo>
                  <a:lnTo>
                    <a:pt x="29430" y="225083"/>
                  </a:lnTo>
                  <a:lnTo>
                    <a:pt x="32516" y="229421"/>
                  </a:lnTo>
                  <a:lnTo>
                    <a:pt x="35739" y="233658"/>
                  </a:lnTo>
                  <a:lnTo>
                    <a:pt x="39095" y="237790"/>
                  </a:lnTo>
                  <a:lnTo>
                    <a:pt x="42581" y="241814"/>
                  </a:lnTo>
                  <a:lnTo>
                    <a:pt x="46193" y="245724"/>
                  </a:lnTo>
                  <a:lnTo>
                    <a:pt x="49928" y="249518"/>
                  </a:lnTo>
                  <a:lnTo>
                    <a:pt x="53781" y="253190"/>
                  </a:lnTo>
                  <a:lnTo>
                    <a:pt x="57750" y="256738"/>
                  </a:lnTo>
                  <a:lnTo>
                    <a:pt x="61830" y="260158"/>
                  </a:lnTo>
                  <a:lnTo>
                    <a:pt x="66016" y="263446"/>
                  </a:lnTo>
                  <a:lnTo>
                    <a:pt x="70305" y="266600"/>
                  </a:lnTo>
                  <a:lnTo>
                    <a:pt x="74693" y="269615"/>
                  </a:lnTo>
                  <a:lnTo>
                    <a:pt x="79174" y="272489"/>
                  </a:lnTo>
                  <a:lnTo>
                    <a:pt x="83744" y="275218"/>
                  </a:lnTo>
                  <a:lnTo>
                    <a:pt x="88399" y="277801"/>
                  </a:lnTo>
                  <a:lnTo>
                    <a:pt x="93134" y="280234"/>
                  </a:lnTo>
                  <a:lnTo>
                    <a:pt x="97944" y="282516"/>
                  </a:lnTo>
                  <a:lnTo>
                    <a:pt x="102824" y="284643"/>
                  </a:lnTo>
                  <a:lnTo>
                    <a:pt x="107769" y="286613"/>
                  </a:lnTo>
                  <a:lnTo>
                    <a:pt x="112775" y="288425"/>
                  </a:lnTo>
                  <a:lnTo>
                    <a:pt x="117836" y="290077"/>
                  </a:lnTo>
                  <a:lnTo>
                    <a:pt x="122946" y="291567"/>
                  </a:lnTo>
                  <a:lnTo>
                    <a:pt x="128102" y="292893"/>
                  </a:lnTo>
                  <a:lnTo>
                    <a:pt x="133297" y="294054"/>
                  </a:lnTo>
                  <a:lnTo>
                    <a:pt x="138527" y="295050"/>
                  </a:lnTo>
                  <a:lnTo>
                    <a:pt x="143785" y="295878"/>
                  </a:lnTo>
                  <a:lnTo>
                    <a:pt x="149068" y="296539"/>
                  </a:lnTo>
                  <a:lnTo>
                    <a:pt x="154368" y="297031"/>
                  </a:lnTo>
                  <a:lnTo>
                    <a:pt x="159682" y="297354"/>
                  </a:lnTo>
                  <a:lnTo>
                    <a:pt x="165003" y="297507"/>
                  </a:lnTo>
                  <a:lnTo>
                    <a:pt x="170327" y="297492"/>
                  </a:lnTo>
                  <a:lnTo>
                    <a:pt x="175647" y="297306"/>
                  </a:lnTo>
                  <a:lnTo>
                    <a:pt x="180959" y="296951"/>
                  </a:lnTo>
                  <a:lnTo>
                    <a:pt x="186256" y="296428"/>
                  </a:lnTo>
                  <a:lnTo>
                    <a:pt x="191534" y="295736"/>
                  </a:lnTo>
                  <a:lnTo>
                    <a:pt x="196788" y="294876"/>
                  </a:lnTo>
                  <a:lnTo>
                    <a:pt x="202012" y="293849"/>
                  </a:lnTo>
                  <a:lnTo>
                    <a:pt x="207200" y="292657"/>
                  </a:lnTo>
                  <a:lnTo>
                    <a:pt x="212347" y="291300"/>
                  </a:lnTo>
                  <a:lnTo>
                    <a:pt x="217449" y="289780"/>
                  </a:lnTo>
                  <a:lnTo>
                    <a:pt x="222500" y="288098"/>
                  </a:lnTo>
                  <a:lnTo>
                    <a:pt x="227495" y="286256"/>
                  </a:lnTo>
                  <a:lnTo>
                    <a:pt x="232428" y="284256"/>
                  </a:lnTo>
                  <a:lnTo>
                    <a:pt x="237295" y="282100"/>
                  </a:lnTo>
                  <a:lnTo>
                    <a:pt x="242092" y="279790"/>
                  </a:lnTo>
                  <a:lnTo>
                    <a:pt x="246812" y="277329"/>
                  </a:lnTo>
                  <a:lnTo>
                    <a:pt x="251451" y="274718"/>
                  </a:lnTo>
                  <a:lnTo>
                    <a:pt x="256005" y="271961"/>
                  </a:lnTo>
                  <a:lnTo>
                    <a:pt x="260469" y="269061"/>
                  </a:lnTo>
                  <a:lnTo>
                    <a:pt x="264838" y="266019"/>
                  </a:lnTo>
                  <a:lnTo>
                    <a:pt x="269109" y="262841"/>
                  </a:lnTo>
                  <a:lnTo>
                    <a:pt x="273275" y="259528"/>
                  </a:lnTo>
                  <a:lnTo>
                    <a:pt x="277335" y="256083"/>
                  </a:lnTo>
                  <a:lnTo>
                    <a:pt x="281282" y="252512"/>
                  </a:lnTo>
                  <a:lnTo>
                    <a:pt x="285114" y="248816"/>
                  </a:lnTo>
                  <a:lnTo>
                    <a:pt x="288826" y="245001"/>
                  </a:lnTo>
                  <a:lnTo>
                    <a:pt x="292415" y="241069"/>
                  </a:lnTo>
                  <a:lnTo>
                    <a:pt x="295877" y="237025"/>
                  </a:lnTo>
                  <a:lnTo>
                    <a:pt x="299208" y="232872"/>
                  </a:lnTo>
                  <a:lnTo>
                    <a:pt x="302405" y="228616"/>
                  </a:lnTo>
                  <a:lnTo>
                    <a:pt x="305465" y="224260"/>
                  </a:lnTo>
                  <a:lnTo>
                    <a:pt x="308385" y="219809"/>
                  </a:lnTo>
                  <a:lnTo>
                    <a:pt x="311162" y="215267"/>
                  </a:lnTo>
                  <a:lnTo>
                    <a:pt x="313793" y="210639"/>
                  </a:lnTo>
                  <a:lnTo>
                    <a:pt x="316275" y="205929"/>
                  </a:lnTo>
                  <a:lnTo>
                    <a:pt x="318606" y="201143"/>
                  </a:lnTo>
                  <a:lnTo>
                    <a:pt x="320783" y="196285"/>
                  </a:lnTo>
                  <a:lnTo>
                    <a:pt x="322804" y="191361"/>
                  </a:lnTo>
                  <a:lnTo>
                    <a:pt x="324668" y="186374"/>
                  </a:lnTo>
                  <a:lnTo>
                    <a:pt x="326372" y="181331"/>
                  </a:lnTo>
                  <a:lnTo>
                    <a:pt x="327914" y="176235"/>
                  </a:lnTo>
                  <a:lnTo>
                    <a:pt x="329294" y="171094"/>
                  </a:lnTo>
                  <a:lnTo>
                    <a:pt x="330509" y="165911"/>
                  </a:lnTo>
                  <a:lnTo>
                    <a:pt x="331558" y="160692"/>
                  </a:lnTo>
                  <a:lnTo>
                    <a:pt x="332441" y="155442"/>
                  </a:lnTo>
                  <a:lnTo>
                    <a:pt x="333156" y="150167"/>
                  </a:lnTo>
                  <a:lnTo>
                    <a:pt x="333702" y="144871"/>
                  </a:lnTo>
                  <a:lnTo>
                    <a:pt x="334080" y="139561"/>
                  </a:lnTo>
                  <a:lnTo>
                    <a:pt x="334289" y="134242"/>
                  </a:lnTo>
                  <a:lnTo>
                    <a:pt x="334328" y="128919"/>
                  </a:lnTo>
                  <a:lnTo>
                    <a:pt x="334197" y="123597"/>
                  </a:lnTo>
                  <a:lnTo>
                    <a:pt x="333897" y="118282"/>
                  </a:lnTo>
                  <a:lnTo>
                    <a:pt x="333428" y="112979"/>
                  </a:lnTo>
                  <a:lnTo>
                    <a:pt x="332791" y="107694"/>
                  </a:lnTo>
                  <a:lnTo>
                    <a:pt x="167166" y="130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65624" cy="167167"/>
            </a:xfrm>
            <a:custGeom>
              <a:avLst/>
              <a:pathLst>
                <a:path w="165624" h="167167">
                  <a:moveTo>
                    <a:pt x="165624" y="144507"/>
                  </a:moveTo>
                  <a:lnTo>
                    <a:pt x="164797" y="139119"/>
                  </a:lnTo>
                  <a:lnTo>
                    <a:pt x="163795" y="133761"/>
                  </a:lnTo>
                  <a:lnTo>
                    <a:pt x="162619" y="128438"/>
                  </a:lnTo>
                  <a:lnTo>
                    <a:pt x="161270" y="123157"/>
                  </a:lnTo>
                  <a:lnTo>
                    <a:pt x="159749" y="117922"/>
                  </a:lnTo>
                  <a:lnTo>
                    <a:pt x="158059" y="112740"/>
                  </a:lnTo>
                  <a:lnTo>
                    <a:pt x="156200" y="107615"/>
                  </a:lnTo>
                  <a:lnTo>
                    <a:pt x="154175" y="102554"/>
                  </a:lnTo>
                  <a:lnTo>
                    <a:pt x="151987" y="97562"/>
                  </a:lnTo>
                  <a:lnTo>
                    <a:pt x="149637" y="92644"/>
                  </a:lnTo>
                  <a:lnTo>
                    <a:pt x="147127" y="87805"/>
                  </a:lnTo>
                  <a:lnTo>
                    <a:pt x="144461" y="83050"/>
                  </a:lnTo>
                  <a:lnTo>
                    <a:pt x="141642" y="78384"/>
                  </a:lnTo>
                  <a:lnTo>
                    <a:pt x="138672" y="73814"/>
                  </a:lnTo>
                  <a:lnTo>
                    <a:pt x="135555" y="69342"/>
                  </a:lnTo>
                  <a:lnTo>
                    <a:pt x="132293" y="64974"/>
                  </a:lnTo>
                  <a:lnTo>
                    <a:pt x="128891" y="60715"/>
                  </a:lnTo>
                  <a:lnTo>
                    <a:pt x="125352" y="56570"/>
                  </a:lnTo>
                  <a:lnTo>
                    <a:pt x="121679" y="52541"/>
                  </a:lnTo>
                  <a:lnTo>
                    <a:pt x="117877" y="48635"/>
                  </a:lnTo>
                  <a:lnTo>
                    <a:pt x="113950" y="44855"/>
                  </a:lnTo>
                  <a:lnTo>
                    <a:pt x="109902" y="41205"/>
                  </a:lnTo>
                  <a:lnTo>
                    <a:pt x="105736" y="37688"/>
                  </a:lnTo>
                  <a:lnTo>
                    <a:pt x="101459" y="34310"/>
                  </a:lnTo>
                  <a:lnTo>
                    <a:pt x="97073" y="31073"/>
                  </a:lnTo>
                  <a:lnTo>
                    <a:pt x="92584" y="27980"/>
                  </a:lnTo>
                  <a:lnTo>
                    <a:pt x="87997" y="25035"/>
                  </a:lnTo>
                  <a:lnTo>
                    <a:pt x="83316" y="22242"/>
                  </a:lnTo>
                  <a:lnTo>
                    <a:pt x="78547" y="19602"/>
                  </a:lnTo>
                  <a:lnTo>
                    <a:pt x="73694" y="17120"/>
                  </a:lnTo>
                  <a:lnTo>
                    <a:pt x="68762" y="14797"/>
                  </a:lnTo>
                  <a:lnTo>
                    <a:pt x="63758" y="12636"/>
                  </a:lnTo>
                  <a:lnTo>
                    <a:pt x="58686" y="10639"/>
                  </a:lnTo>
                  <a:lnTo>
                    <a:pt x="53551" y="8809"/>
                  </a:lnTo>
                  <a:lnTo>
                    <a:pt x="48360" y="7147"/>
                  </a:lnTo>
                  <a:lnTo>
                    <a:pt x="43117" y="5656"/>
                  </a:lnTo>
                  <a:lnTo>
                    <a:pt x="37828" y="4336"/>
                  </a:lnTo>
                  <a:lnTo>
                    <a:pt x="32499" y="3189"/>
                  </a:lnTo>
                  <a:lnTo>
                    <a:pt x="27135" y="2217"/>
                  </a:lnTo>
                  <a:lnTo>
                    <a:pt x="21743" y="1420"/>
                  </a:lnTo>
                  <a:lnTo>
                    <a:pt x="16327" y="799"/>
                  </a:lnTo>
                  <a:lnTo>
                    <a:pt x="10894" y="355"/>
                  </a:lnTo>
                  <a:lnTo>
                    <a:pt x="545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6580" y="3707720"/>
              <a:ext cx="162430" cy="167167"/>
            </a:xfrm>
            <a:custGeom>
              <a:avLst/>
              <a:pathLst>
                <a:path w="162430" h="167167">
                  <a:moveTo>
                    <a:pt x="162430" y="0"/>
                  </a:moveTo>
                  <a:lnTo>
                    <a:pt x="157000" y="88"/>
                  </a:lnTo>
                  <a:lnTo>
                    <a:pt x="151575" y="352"/>
                  </a:lnTo>
                  <a:lnTo>
                    <a:pt x="146161" y="793"/>
                  </a:lnTo>
                  <a:lnTo>
                    <a:pt x="140765" y="1409"/>
                  </a:lnTo>
                  <a:lnTo>
                    <a:pt x="135392" y="2201"/>
                  </a:lnTo>
                  <a:lnTo>
                    <a:pt x="130047" y="3166"/>
                  </a:lnTo>
                  <a:lnTo>
                    <a:pt x="124736" y="4305"/>
                  </a:lnTo>
                  <a:lnTo>
                    <a:pt x="119465" y="5615"/>
                  </a:lnTo>
                  <a:lnTo>
                    <a:pt x="114239" y="7096"/>
                  </a:lnTo>
                  <a:lnTo>
                    <a:pt x="109065" y="8746"/>
                  </a:lnTo>
                  <a:lnTo>
                    <a:pt x="103946" y="10564"/>
                  </a:lnTo>
                  <a:lnTo>
                    <a:pt x="98890" y="12546"/>
                  </a:lnTo>
                  <a:lnTo>
                    <a:pt x="93900" y="14692"/>
                  </a:lnTo>
                  <a:lnTo>
                    <a:pt x="88983" y="16999"/>
                  </a:lnTo>
                  <a:lnTo>
                    <a:pt x="84143" y="19464"/>
                  </a:lnTo>
                  <a:lnTo>
                    <a:pt x="79386" y="22086"/>
                  </a:lnTo>
                  <a:lnTo>
                    <a:pt x="74717" y="24860"/>
                  </a:lnTo>
                  <a:lnTo>
                    <a:pt x="70140" y="27785"/>
                  </a:lnTo>
                  <a:lnTo>
                    <a:pt x="65661" y="30856"/>
                  </a:lnTo>
                  <a:lnTo>
                    <a:pt x="61284" y="34072"/>
                  </a:lnTo>
                  <a:lnTo>
                    <a:pt x="57013" y="37428"/>
                  </a:lnTo>
                  <a:lnTo>
                    <a:pt x="52854" y="40921"/>
                  </a:lnTo>
                  <a:lnTo>
                    <a:pt x="48811" y="44548"/>
                  </a:lnTo>
                  <a:lnTo>
                    <a:pt x="44887" y="48303"/>
                  </a:lnTo>
                  <a:lnTo>
                    <a:pt x="41088" y="52185"/>
                  </a:lnTo>
                  <a:lnTo>
                    <a:pt x="37416" y="56187"/>
                  </a:lnTo>
                  <a:lnTo>
                    <a:pt x="33877" y="60307"/>
                  </a:lnTo>
                  <a:lnTo>
                    <a:pt x="30473" y="64540"/>
                  </a:lnTo>
                  <a:lnTo>
                    <a:pt x="27209" y="68881"/>
                  </a:lnTo>
                  <a:lnTo>
                    <a:pt x="24088" y="73326"/>
                  </a:lnTo>
                  <a:lnTo>
                    <a:pt x="21112" y="77870"/>
                  </a:lnTo>
                  <a:lnTo>
                    <a:pt x="18286" y="82508"/>
                  </a:lnTo>
                  <a:lnTo>
                    <a:pt x="15611" y="87235"/>
                  </a:lnTo>
                  <a:lnTo>
                    <a:pt x="13092" y="92047"/>
                  </a:lnTo>
                  <a:lnTo>
                    <a:pt x="10731" y="96938"/>
                  </a:lnTo>
                  <a:lnTo>
                    <a:pt x="8529" y="101903"/>
                  </a:lnTo>
                  <a:lnTo>
                    <a:pt x="6490" y="106937"/>
                  </a:lnTo>
                  <a:lnTo>
                    <a:pt x="4616" y="112035"/>
                  </a:lnTo>
                  <a:lnTo>
                    <a:pt x="2908" y="117191"/>
                  </a:lnTo>
                  <a:lnTo>
                    <a:pt x="1369" y="122400"/>
                  </a:lnTo>
                  <a:lnTo>
                    <a:pt x="0" y="127656"/>
                  </a:lnTo>
                  <a:lnTo>
                    <a:pt x="16243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61" y="3707732"/>
              <a:ext cx="334312" cy="334320"/>
            </a:xfrm>
            <a:custGeom>
              <a:avLst/>
              <a:pathLst>
                <a:path w="334312" h="334320">
                  <a:moveTo>
                    <a:pt x="4718" y="127644"/>
                  </a:moveTo>
                  <a:lnTo>
                    <a:pt x="3549" y="132805"/>
                  </a:lnTo>
                  <a:lnTo>
                    <a:pt x="2543" y="138001"/>
                  </a:lnTo>
                  <a:lnTo>
                    <a:pt x="1703" y="143226"/>
                  </a:lnTo>
                  <a:lnTo>
                    <a:pt x="1028" y="148475"/>
                  </a:lnTo>
                  <a:lnTo>
                    <a:pt x="520" y="153743"/>
                  </a:lnTo>
                  <a:lnTo>
                    <a:pt x="179" y="159024"/>
                  </a:lnTo>
                  <a:lnTo>
                    <a:pt x="6" y="164314"/>
                  </a:lnTo>
                  <a:lnTo>
                    <a:pt x="0" y="169606"/>
                  </a:lnTo>
                  <a:lnTo>
                    <a:pt x="161" y="174896"/>
                  </a:lnTo>
                  <a:lnTo>
                    <a:pt x="490" y="180178"/>
                  </a:lnTo>
                  <a:lnTo>
                    <a:pt x="985" y="185447"/>
                  </a:lnTo>
                  <a:lnTo>
                    <a:pt x="1648" y="190698"/>
                  </a:lnTo>
                  <a:lnTo>
                    <a:pt x="2476" y="195925"/>
                  </a:lnTo>
                  <a:lnTo>
                    <a:pt x="3469" y="201123"/>
                  </a:lnTo>
                  <a:lnTo>
                    <a:pt x="4626" y="206287"/>
                  </a:lnTo>
                  <a:lnTo>
                    <a:pt x="5946" y="211412"/>
                  </a:lnTo>
                  <a:lnTo>
                    <a:pt x="7428" y="216493"/>
                  </a:lnTo>
                  <a:lnTo>
                    <a:pt x="9070" y="221524"/>
                  </a:lnTo>
                  <a:lnTo>
                    <a:pt x="10870" y="226500"/>
                  </a:lnTo>
                  <a:lnTo>
                    <a:pt x="12827" y="231418"/>
                  </a:lnTo>
                  <a:lnTo>
                    <a:pt x="14939" y="236270"/>
                  </a:lnTo>
                  <a:lnTo>
                    <a:pt x="17203" y="241054"/>
                  </a:lnTo>
                  <a:lnTo>
                    <a:pt x="19617" y="245763"/>
                  </a:lnTo>
                  <a:lnTo>
                    <a:pt x="22179" y="250394"/>
                  </a:lnTo>
                  <a:lnTo>
                    <a:pt x="24887" y="254941"/>
                  </a:lnTo>
                  <a:lnTo>
                    <a:pt x="27737" y="259400"/>
                  </a:lnTo>
                  <a:lnTo>
                    <a:pt x="30727" y="263767"/>
                  </a:lnTo>
                  <a:lnTo>
                    <a:pt x="33853" y="268037"/>
                  </a:lnTo>
                  <a:lnTo>
                    <a:pt x="37114" y="272206"/>
                  </a:lnTo>
                  <a:lnTo>
                    <a:pt x="40504" y="276270"/>
                  </a:lnTo>
                  <a:lnTo>
                    <a:pt x="44022" y="280224"/>
                  </a:lnTo>
                  <a:lnTo>
                    <a:pt x="47662" y="284065"/>
                  </a:lnTo>
                  <a:lnTo>
                    <a:pt x="51423" y="287788"/>
                  </a:lnTo>
                  <a:lnTo>
                    <a:pt x="55300" y="291391"/>
                  </a:lnTo>
                  <a:lnTo>
                    <a:pt x="59288" y="294869"/>
                  </a:lnTo>
                  <a:lnTo>
                    <a:pt x="63385" y="298220"/>
                  </a:lnTo>
                  <a:lnTo>
                    <a:pt x="67586" y="301439"/>
                  </a:lnTo>
                  <a:lnTo>
                    <a:pt x="71887" y="304523"/>
                  </a:lnTo>
                  <a:lnTo>
                    <a:pt x="76283" y="307470"/>
                  </a:lnTo>
                  <a:lnTo>
                    <a:pt x="80770" y="310276"/>
                  </a:lnTo>
                  <a:lnTo>
                    <a:pt x="85343" y="312938"/>
                  </a:lnTo>
                  <a:lnTo>
                    <a:pt x="89999" y="315455"/>
                  </a:lnTo>
                  <a:lnTo>
                    <a:pt x="94732" y="317822"/>
                  </a:lnTo>
                  <a:lnTo>
                    <a:pt x="99538" y="320039"/>
                  </a:lnTo>
                  <a:lnTo>
                    <a:pt x="104411" y="322103"/>
                  </a:lnTo>
                  <a:lnTo>
                    <a:pt x="109347" y="324011"/>
                  </a:lnTo>
                  <a:lnTo>
                    <a:pt x="114342" y="325762"/>
                  </a:lnTo>
                  <a:lnTo>
                    <a:pt x="119389" y="327354"/>
                  </a:lnTo>
                  <a:lnTo>
                    <a:pt x="124484" y="328786"/>
                  </a:lnTo>
                  <a:lnTo>
                    <a:pt x="129621" y="330055"/>
                  </a:lnTo>
                  <a:lnTo>
                    <a:pt x="134797" y="331162"/>
                  </a:lnTo>
                  <a:lnTo>
                    <a:pt x="140004" y="332104"/>
                  </a:lnTo>
                  <a:lnTo>
                    <a:pt x="145239" y="332880"/>
                  </a:lnTo>
                  <a:lnTo>
                    <a:pt x="150496" y="333491"/>
                  </a:lnTo>
                  <a:lnTo>
                    <a:pt x="155770" y="333934"/>
                  </a:lnTo>
                  <a:lnTo>
                    <a:pt x="161055" y="334211"/>
                  </a:lnTo>
                  <a:lnTo>
                    <a:pt x="166346" y="334320"/>
                  </a:lnTo>
                  <a:lnTo>
                    <a:pt x="171638" y="334262"/>
                  </a:lnTo>
                  <a:lnTo>
                    <a:pt x="176926" y="334036"/>
                  </a:lnTo>
                  <a:lnTo>
                    <a:pt x="182203" y="333643"/>
                  </a:lnTo>
                  <a:lnTo>
                    <a:pt x="187466" y="333083"/>
                  </a:lnTo>
                  <a:lnTo>
                    <a:pt x="192708" y="332357"/>
                  </a:lnTo>
                  <a:lnTo>
                    <a:pt x="197925" y="331465"/>
                  </a:lnTo>
                  <a:lnTo>
                    <a:pt x="203110" y="330408"/>
                  </a:lnTo>
                  <a:lnTo>
                    <a:pt x="208260" y="329188"/>
                  </a:lnTo>
                  <a:lnTo>
                    <a:pt x="213368" y="327806"/>
                  </a:lnTo>
                  <a:lnTo>
                    <a:pt x="218431" y="326262"/>
                  </a:lnTo>
                  <a:lnTo>
                    <a:pt x="223441" y="324559"/>
                  </a:lnTo>
                  <a:lnTo>
                    <a:pt x="228396" y="322698"/>
                  </a:lnTo>
                  <a:lnTo>
                    <a:pt x="233289" y="320682"/>
                  </a:lnTo>
                  <a:lnTo>
                    <a:pt x="238115" y="318511"/>
                  </a:lnTo>
                  <a:lnTo>
                    <a:pt x="242871" y="316189"/>
                  </a:lnTo>
                  <a:lnTo>
                    <a:pt x="247551" y="313717"/>
                  </a:lnTo>
                  <a:lnTo>
                    <a:pt x="252150" y="311099"/>
                  </a:lnTo>
                  <a:lnTo>
                    <a:pt x="256663" y="308336"/>
                  </a:lnTo>
                  <a:lnTo>
                    <a:pt x="261088" y="305432"/>
                  </a:lnTo>
                  <a:lnTo>
                    <a:pt x="265418" y="302389"/>
                  </a:lnTo>
                  <a:lnTo>
                    <a:pt x="269649" y="299210"/>
                  </a:lnTo>
                  <a:lnTo>
                    <a:pt x="273778" y="295900"/>
                  </a:lnTo>
                  <a:lnTo>
                    <a:pt x="277800" y="292460"/>
                  </a:lnTo>
                  <a:lnTo>
                    <a:pt x="281711" y="288894"/>
                  </a:lnTo>
                  <a:lnTo>
                    <a:pt x="285507" y="285207"/>
                  </a:lnTo>
                  <a:lnTo>
                    <a:pt x="289185" y="281401"/>
                  </a:lnTo>
                  <a:lnTo>
                    <a:pt x="292740" y="277481"/>
                  </a:lnTo>
                  <a:lnTo>
                    <a:pt x="296169" y="273450"/>
                  </a:lnTo>
                  <a:lnTo>
                    <a:pt x="299469" y="269313"/>
                  </a:lnTo>
                  <a:lnTo>
                    <a:pt x="302637" y="265073"/>
                  </a:lnTo>
                  <a:lnTo>
                    <a:pt x="305668" y="260735"/>
                  </a:lnTo>
                  <a:lnTo>
                    <a:pt x="308561" y="256304"/>
                  </a:lnTo>
                  <a:lnTo>
                    <a:pt x="311312" y="251783"/>
                  </a:lnTo>
                  <a:lnTo>
                    <a:pt x="313919" y="247177"/>
                  </a:lnTo>
                  <a:lnTo>
                    <a:pt x="316379" y="242491"/>
                  </a:lnTo>
                  <a:lnTo>
                    <a:pt x="318688" y="237729"/>
                  </a:lnTo>
                  <a:lnTo>
                    <a:pt x="320847" y="232897"/>
                  </a:lnTo>
                  <a:lnTo>
                    <a:pt x="322851" y="227999"/>
                  </a:lnTo>
                  <a:lnTo>
                    <a:pt x="324698" y="223040"/>
                  </a:lnTo>
                  <a:lnTo>
                    <a:pt x="326389" y="218024"/>
                  </a:lnTo>
                  <a:lnTo>
                    <a:pt x="327919" y="212958"/>
                  </a:lnTo>
                  <a:lnTo>
                    <a:pt x="329288" y="207846"/>
                  </a:lnTo>
                  <a:lnTo>
                    <a:pt x="330495" y="202693"/>
                  </a:lnTo>
                  <a:lnTo>
                    <a:pt x="331538" y="197505"/>
                  </a:lnTo>
                  <a:lnTo>
                    <a:pt x="332417" y="192286"/>
                  </a:lnTo>
                  <a:lnTo>
                    <a:pt x="333129" y="187042"/>
                  </a:lnTo>
                  <a:lnTo>
                    <a:pt x="333676" y="181778"/>
                  </a:lnTo>
                  <a:lnTo>
                    <a:pt x="334055" y="176499"/>
                  </a:lnTo>
                  <a:lnTo>
                    <a:pt x="334267" y="171211"/>
                  </a:lnTo>
                  <a:lnTo>
                    <a:pt x="334312" y="165919"/>
                  </a:lnTo>
                  <a:lnTo>
                    <a:pt x="334189" y="160628"/>
                  </a:lnTo>
                  <a:lnTo>
                    <a:pt x="333899" y="155344"/>
                  </a:lnTo>
                  <a:lnTo>
                    <a:pt x="333441" y="150072"/>
                  </a:lnTo>
                  <a:lnTo>
                    <a:pt x="332817" y="144816"/>
                  </a:lnTo>
                  <a:lnTo>
                    <a:pt x="332027" y="139583"/>
                  </a:lnTo>
                  <a:lnTo>
                    <a:pt x="331072" y="134378"/>
                  </a:lnTo>
                  <a:lnTo>
                    <a:pt x="329952" y="129206"/>
                  </a:lnTo>
                  <a:lnTo>
                    <a:pt x="328669" y="124071"/>
                  </a:lnTo>
                  <a:lnTo>
                    <a:pt x="327224" y="118980"/>
                  </a:lnTo>
                  <a:lnTo>
                    <a:pt x="325619" y="113937"/>
                  </a:lnTo>
                  <a:lnTo>
                    <a:pt x="323855" y="108947"/>
                  </a:lnTo>
                  <a:lnTo>
                    <a:pt x="321934" y="104016"/>
                  </a:lnTo>
                  <a:lnTo>
                    <a:pt x="319858" y="99148"/>
                  </a:lnTo>
                  <a:lnTo>
                    <a:pt x="317629" y="94348"/>
                  </a:lnTo>
                  <a:lnTo>
                    <a:pt x="315249" y="89621"/>
                  </a:lnTo>
                  <a:lnTo>
                    <a:pt x="312720" y="84972"/>
                  </a:lnTo>
                  <a:lnTo>
                    <a:pt x="310046" y="80405"/>
                  </a:lnTo>
                  <a:lnTo>
                    <a:pt x="307228" y="75925"/>
                  </a:lnTo>
                  <a:lnTo>
                    <a:pt x="304270" y="71537"/>
                  </a:lnTo>
                  <a:lnTo>
                    <a:pt x="301175" y="67244"/>
                  </a:lnTo>
                  <a:lnTo>
                    <a:pt x="297945" y="63052"/>
                  </a:lnTo>
                  <a:lnTo>
                    <a:pt x="294584" y="58964"/>
                  </a:lnTo>
                  <a:lnTo>
                    <a:pt x="291095" y="54984"/>
                  </a:lnTo>
                  <a:lnTo>
                    <a:pt x="287483" y="51117"/>
                  </a:lnTo>
                  <a:lnTo>
                    <a:pt x="283749" y="47366"/>
                  </a:lnTo>
                  <a:lnTo>
                    <a:pt x="279899" y="43735"/>
                  </a:lnTo>
                  <a:lnTo>
                    <a:pt x="275936" y="40228"/>
                  </a:lnTo>
                  <a:lnTo>
                    <a:pt x="271863" y="36848"/>
                  </a:lnTo>
                  <a:lnTo>
                    <a:pt x="267686" y="33599"/>
                  </a:lnTo>
                  <a:lnTo>
                    <a:pt x="263408" y="30483"/>
                  </a:lnTo>
                  <a:lnTo>
                    <a:pt x="259033" y="27505"/>
                  </a:lnTo>
                  <a:lnTo>
                    <a:pt x="254567" y="24666"/>
                  </a:lnTo>
                  <a:lnTo>
                    <a:pt x="250013" y="21970"/>
                  </a:lnTo>
                  <a:lnTo>
                    <a:pt x="245375" y="19420"/>
                  </a:lnTo>
                  <a:lnTo>
                    <a:pt x="240660" y="17018"/>
                  </a:lnTo>
                  <a:lnTo>
                    <a:pt x="235870" y="14766"/>
                  </a:lnTo>
                  <a:lnTo>
                    <a:pt x="231012" y="12667"/>
                  </a:lnTo>
                  <a:lnTo>
                    <a:pt x="226090" y="10723"/>
                  </a:lnTo>
                  <a:lnTo>
                    <a:pt x="221109" y="8936"/>
                  </a:lnTo>
                  <a:lnTo>
                    <a:pt x="216073" y="7307"/>
                  </a:lnTo>
                  <a:lnTo>
                    <a:pt x="210989" y="5838"/>
                  </a:lnTo>
                  <a:lnTo>
                    <a:pt x="205860" y="4531"/>
                  </a:lnTo>
                  <a:lnTo>
                    <a:pt x="200693" y="3387"/>
                  </a:lnTo>
                  <a:lnTo>
                    <a:pt x="195492" y="2408"/>
                  </a:lnTo>
                  <a:lnTo>
                    <a:pt x="190263" y="1593"/>
                  </a:lnTo>
                  <a:lnTo>
                    <a:pt x="185011" y="944"/>
                  </a:lnTo>
                  <a:lnTo>
                    <a:pt x="179741" y="462"/>
                  </a:lnTo>
                  <a:lnTo>
                    <a:pt x="174458" y="147"/>
                  </a:lnTo>
                  <a:lnTo>
                    <a:pt x="169168" y="0"/>
                  </a:lnTo>
                  <a:lnTo>
                    <a:pt x="167149" y="167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018" cy="167167"/>
            </a:xfrm>
            <a:custGeom>
              <a:avLst/>
              <a:pathLst>
                <a:path w="2018" h="167167">
                  <a:moveTo>
                    <a:pt x="2018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2025-06-06T02:05:27Z</dcterms:modified>
  <cp:category/>
</cp:coreProperties>
</file>