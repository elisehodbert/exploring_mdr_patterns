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44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26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9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335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05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32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48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81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146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12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5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97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11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116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085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19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89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35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30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28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9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24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99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300" y="3170392"/>
              <a:ext cx="1478" cy="167167"/>
            </a:xfrm>
            <a:custGeom>
              <a:avLst/>
              <a:pathLst>
                <a:path w="1478" h="167167">
                  <a:moveTo>
                    <a:pt x="1478" y="0"/>
                  </a:moveTo>
                  <a:lnTo>
                    <a:pt x="0" y="6"/>
                  </a:lnTo>
                  <a:lnTo>
                    <a:pt x="14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300" y="3170399"/>
              <a:ext cx="1478" cy="167160"/>
            </a:xfrm>
            <a:custGeom>
              <a:avLst/>
              <a:pathLst>
                <a:path w="1478" h="167160">
                  <a:moveTo>
                    <a:pt x="0" y="0"/>
                  </a:moveTo>
                  <a:lnTo>
                    <a:pt x="1478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16629" y="3170399"/>
              <a:ext cx="334317" cy="334325"/>
            </a:xfrm>
            <a:custGeom>
              <a:avLst/>
              <a:pathLst>
                <a:path w="334317" h="334325">
                  <a:moveTo>
                    <a:pt x="165671" y="0"/>
                  </a:moveTo>
                  <a:lnTo>
                    <a:pt x="160393" y="130"/>
                  </a:lnTo>
                  <a:lnTo>
                    <a:pt x="155122" y="426"/>
                  </a:lnTo>
                  <a:lnTo>
                    <a:pt x="149863" y="889"/>
                  </a:lnTo>
                  <a:lnTo>
                    <a:pt x="144621" y="1518"/>
                  </a:lnTo>
                  <a:lnTo>
                    <a:pt x="139402" y="2312"/>
                  </a:lnTo>
                  <a:lnTo>
                    <a:pt x="134210" y="3270"/>
                  </a:lnTo>
                  <a:lnTo>
                    <a:pt x="129051" y="4392"/>
                  </a:lnTo>
                  <a:lnTo>
                    <a:pt x="123930" y="5677"/>
                  </a:lnTo>
                  <a:lnTo>
                    <a:pt x="118853" y="7122"/>
                  </a:lnTo>
                  <a:lnTo>
                    <a:pt x="113823" y="8727"/>
                  </a:lnTo>
                  <a:lnTo>
                    <a:pt x="108847" y="10490"/>
                  </a:lnTo>
                  <a:lnTo>
                    <a:pt x="103929" y="12409"/>
                  </a:lnTo>
                  <a:lnTo>
                    <a:pt x="99073" y="14482"/>
                  </a:lnTo>
                  <a:lnTo>
                    <a:pt x="94286" y="16708"/>
                  </a:lnTo>
                  <a:lnTo>
                    <a:pt x="89572" y="19084"/>
                  </a:lnTo>
                  <a:lnTo>
                    <a:pt x="84934" y="21608"/>
                  </a:lnTo>
                  <a:lnTo>
                    <a:pt x="80379" y="24276"/>
                  </a:lnTo>
                  <a:lnTo>
                    <a:pt x="75911" y="27088"/>
                  </a:lnTo>
                  <a:lnTo>
                    <a:pt x="71533" y="30039"/>
                  </a:lnTo>
                  <a:lnTo>
                    <a:pt x="67251" y="33126"/>
                  </a:lnTo>
                  <a:lnTo>
                    <a:pt x="63068" y="36348"/>
                  </a:lnTo>
                  <a:lnTo>
                    <a:pt x="58989" y="39700"/>
                  </a:lnTo>
                  <a:lnTo>
                    <a:pt x="55018" y="43179"/>
                  </a:lnTo>
                  <a:lnTo>
                    <a:pt x="51159" y="46781"/>
                  </a:lnTo>
                  <a:lnTo>
                    <a:pt x="47416" y="50504"/>
                  </a:lnTo>
                  <a:lnTo>
                    <a:pt x="43792" y="54343"/>
                  </a:lnTo>
                  <a:lnTo>
                    <a:pt x="40291" y="58295"/>
                  </a:lnTo>
                  <a:lnTo>
                    <a:pt x="36916" y="62355"/>
                  </a:lnTo>
                  <a:lnTo>
                    <a:pt x="33672" y="66520"/>
                  </a:lnTo>
                  <a:lnTo>
                    <a:pt x="30560" y="70785"/>
                  </a:lnTo>
                  <a:lnTo>
                    <a:pt x="27585" y="75146"/>
                  </a:lnTo>
                  <a:lnTo>
                    <a:pt x="24749" y="79599"/>
                  </a:lnTo>
                  <a:lnTo>
                    <a:pt x="22055" y="84139"/>
                  </a:lnTo>
                  <a:lnTo>
                    <a:pt x="19506" y="88762"/>
                  </a:lnTo>
                  <a:lnTo>
                    <a:pt x="17104" y="93464"/>
                  </a:lnTo>
                  <a:lnTo>
                    <a:pt x="14851" y="98239"/>
                  </a:lnTo>
                  <a:lnTo>
                    <a:pt x="12751" y="103082"/>
                  </a:lnTo>
                  <a:lnTo>
                    <a:pt x="10805" y="107990"/>
                  </a:lnTo>
                  <a:lnTo>
                    <a:pt x="9014" y="112956"/>
                  </a:lnTo>
                  <a:lnTo>
                    <a:pt x="7381" y="117977"/>
                  </a:lnTo>
                  <a:lnTo>
                    <a:pt x="5908" y="123046"/>
                  </a:lnTo>
                  <a:lnTo>
                    <a:pt x="4595" y="128160"/>
                  </a:lnTo>
                  <a:lnTo>
                    <a:pt x="3445" y="133313"/>
                  </a:lnTo>
                  <a:lnTo>
                    <a:pt x="2458" y="138499"/>
                  </a:lnTo>
                  <a:lnTo>
                    <a:pt x="1635" y="143714"/>
                  </a:lnTo>
                  <a:lnTo>
                    <a:pt x="977" y="148952"/>
                  </a:lnTo>
                  <a:lnTo>
                    <a:pt x="485" y="154208"/>
                  </a:lnTo>
                  <a:lnTo>
                    <a:pt x="159" y="159478"/>
                  </a:lnTo>
                  <a:lnTo>
                    <a:pt x="0" y="164755"/>
                  </a:lnTo>
                  <a:lnTo>
                    <a:pt x="7" y="170034"/>
                  </a:lnTo>
                  <a:lnTo>
                    <a:pt x="181" y="175311"/>
                  </a:lnTo>
                  <a:lnTo>
                    <a:pt x="522" y="180579"/>
                  </a:lnTo>
                  <a:lnTo>
                    <a:pt x="1028" y="185834"/>
                  </a:lnTo>
                  <a:lnTo>
                    <a:pt x="1701" y="191070"/>
                  </a:lnTo>
                  <a:lnTo>
                    <a:pt x="2538" y="196283"/>
                  </a:lnTo>
                  <a:lnTo>
                    <a:pt x="3540" y="201466"/>
                  </a:lnTo>
                  <a:lnTo>
                    <a:pt x="4705" y="206616"/>
                  </a:lnTo>
                  <a:lnTo>
                    <a:pt x="6032" y="211726"/>
                  </a:lnTo>
                  <a:lnTo>
                    <a:pt x="7520" y="216791"/>
                  </a:lnTo>
                  <a:lnTo>
                    <a:pt x="9166" y="221807"/>
                  </a:lnTo>
                  <a:lnTo>
                    <a:pt x="10971" y="226769"/>
                  </a:lnTo>
                  <a:lnTo>
                    <a:pt x="12931" y="231671"/>
                  </a:lnTo>
                  <a:lnTo>
                    <a:pt x="15045" y="236508"/>
                  </a:lnTo>
                  <a:lnTo>
                    <a:pt x="17311" y="241277"/>
                  </a:lnTo>
                  <a:lnTo>
                    <a:pt x="19726" y="245971"/>
                  </a:lnTo>
                  <a:lnTo>
                    <a:pt x="22288" y="250587"/>
                  </a:lnTo>
                  <a:lnTo>
                    <a:pt x="24995" y="255120"/>
                  </a:lnTo>
                  <a:lnTo>
                    <a:pt x="27843" y="259565"/>
                  </a:lnTo>
                  <a:lnTo>
                    <a:pt x="30830" y="263918"/>
                  </a:lnTo>
                  <a:lnTo>
                    <a:pt x="33954" y="268174"/>
                  </a:lnTo>
                  <a:lnTo>
                    <a:pt x="37210" y="272330"/>
                  </a:lnTo>
                  <a:lnTo>
                    <a:pt x="40596" y="276381"/>
                  </a:lnTo>
                  <a:lnTo>
                    <a:pt x="44108" y="280323"/>
                  </a:lnTo>
                  <a:lnTo>
                    <a:pt x="47743" y="284151"/>
                  </a:lnTo>
                  <a:lnTo>
                    <a:pt x="51496" y="287864"/>
                  </a:lnTo>
                  <a:lnTo>
                    <a:pt x="55366" y="291456"/>
                  </a:lnTo>
                  <a:lnTo>
                    <a:pt x="59346" y="294923"/>
                  </a:lnTo>
                  <a:lnTo>
                    <a:pt x="63434" y="298264"/>
                  </a:lnTo>
                  <a:lnTo>
                    <a:pt x="67626" y="301474"/>
                  </a:lnTo>
                  <a:lnTo>
                    <a:pt x="71917" y="304549"/>
                  </a:lnTo>
                  <a:lnTo>
                    <a:pt x="76303" y="307488"/>
                  </a:lnTo>
                  <a:lnTo>
                    <a:pt x="80779" y="310287"/>
                  </a:lnTo>
                  <a:lnTo>
                    <a:pt x="85342" y="312943"/>
                  </a:lnTo>
                  <a:lnTo>
                    <a:pt x="89986" y="315453"/>
                  </a:lnTo>
                  <a:lnTo>
                    <a:pt x="94708" y="317816"/>
                  </a:lnTo>
                  <a:lnTo>
                    <a:pt x="99501" y="320028"/>
                  </a:lnTo>
                  <a:lnTo>
                    <a:pt x="104362" y="322088"/>
                  </a:lnTo>
                  <a:lnTo>
                    <a:pt x="109286" y="323994"/>
                  </a:lnTo>
                  <a:lnTo>
                    <a:pt x="114267" y="325743"/>
                  </a:lnTo>
                  <a:lnTo>
                    <a:pt x="119301" y="327334"/>
                  </a:lnTo>
                  <a:lnTo>
                    <a:pt x="124383" y="328765"/>
                  </a:lnTo>
                  <a:lnTo>
                    <a:pt x="129507" y="330035"/>
                  </a:lnTo>
                  <a:lnTo>
                    <a:pt x="134669" y="331142"/>
                  </a:lnTo>
                  <a:lnTo>
                    <a:pt x="139863" y="332086"/>
                  </a:lnTo>
                  <a:lnTo>
                    <a:pt x="145085" y="332865"/>
                  </a:lnTo>
                  <a:lnTo>
                    <a:pt x="150328" y="333479"/>
                  </a:lnTo>
                  <a:lnTo>
                    <a:pt x="155589" y="333928"/>
                  </a:lnTo>
                  <a:lnTo>
                    <a:pt x="160861" y="334209"/>
                  </a:lnTo>
                  <a:lnTo>
                    <a:pt x="166139" y="334325"/>
                  </a:lnTo>
                  <a:lnTo>
                    <a:pt x="171418" y="334273"/>
                  </a:lnTo>
                  <a:lnTo>
                    <a:pt x="176693" y="334055"/>
                  </a:lnTo>
                  <a:lnTo>
                    <a:pt x="181958" y="333671"/>
                  </a:lnTo>
                  <a:lnTo>
                    <a:pt x="187209" y="333120"/>
                  </a:lnTo>
                  <a:lnTo>
                    <a:pt x="192439" y="332404"/>
                  </a:lnTo>
                  <a:lnTo>
                    <a:pt x="197645" y="331523"/>
                  </a:lnTo>
                  <a:lnTo>
                    <a:pt x="202820" y="330478"/>
                  </a:lnTo>
                  <a:lnTo>
                    <a:pt x="207959" y="329270"/>
                  </a:lnTo>
                  <a:lnTo>
                    <a:pt x="213058" y="327901"/>
                  </a:lnTo>
                  <a:lnTo>
                    <a:pt x="218111" y="326371"/>
                  </a:lnTo>
                  <a:lnTo>
                    <a:pt x="223113" y="324682"/>
                  </a:lnTo>
                  <a:lnTo>
                    <a:pt x="228059" y="322836"/>
                  </a:lnTo>
                  <a:lnTo>
                    <a:pt x="232944" y="320835"/>
                  </a:lnTo>
                  <a:lnTo>
                    <a:pt x="237764" y="318681"/>
                  </a:lnTo>
                  <a:lnTo>
                    <a:pt x="242514" y="316376"/>
                  </a:lnTo>
                  <a:lnTo>
                    <a:pt x="247188" y="313922"/>
                  </a:lnTo>
                  <a:lnTo>
                    <a:pt x="251782" y="311321"/>
                  </a:lnTo>
                  <a:lnTo>
                    <a:pt x="256292" y="308577"/>
                  </a:lnTo>
                  <a:lnTo>
                    <a:pt x="260714" y="305691"/>
                  </a:lnTo>
                  <a:lnTo>
                    <a:pt x="265041" y="302667"/>
                  </a:lnTo>
                  <a:lnTo>
                    <a:pt x="269271" y="299509"/>
                  </a:lnTo>
                  <a:lnTo>
                    <a:pt x="273400" y="296218"/>
                  </a:lnTo>
                  <a:lnTo>
                    <a:pt x="277422" y="292798"/>
                  </a:lnTo>
                  <a:lnTo>
                    <a:pt x="281334" y="289254"/>
                  </a:lnTo>
                  <a:lnTo>
                    <a:pt x="285133" y="285587"/>
                  </a:lnTo>
                  <a:lnTo>
                    <a:pt x="288814" y="281802"/>
                  </a:lnTo>
                  <a:lnTo>
                    <a:pt x="292373" y="277903"/>
                  </a:lnTo>
                  <a:lnTo>
                    <a:pt x="295808" y="273894"/>
                  </a:lnTo>
                  <a:lnTo>
                    <a:pt x="299114" y="269778"/>
                  </a:lnTo>
                  <a:lnTo>
                    <a:pt x="302289" y="265560"/>
                  </a:lnTo>
                  <a:lnTo>
                    <a:pt x="305328" y="261243"/>
                  </a:lnTo>
                  <a:lnTo>
                    <a:pt x="308230" y="256833"/>
                  </a:lnTo>
                  <a:lnTo>
                    <a:pt x="310992" y="252333"/>
                  </a:lnTo>
                  <a:lnTo>
                    <a:pt x="313609" y="247749"/>
                  </a:lnTo>
                  <a:lnTo>
                    <a:pt x="316081" y="243084"/>
                  </a:lnTo>
                  <a:lnTo>
                    <a:pt x="318404" y="238343"/>
                  </a:lnTo>
                  <a:lnTo>
                    <a:pt x="320577" y="233531"/>
                  </a:lnTo>
                  <a:lnTo>
                    <a:pt x="322596" y="228653"/>
                  </a:lnTo>
                  <a:lnTo>
                    <a:pt x="324460" y="223714"/>
                  </a:lnTo>
                  <a:lnTo>
                    <a:pt x="326168" y="218718"/>
                  </a:lnTo>
                  <a:lnTo>
                    <a:pt x="327716" y="213671"/>
                  </a:lnTo>
                  <a:lnTo>
                    <a:pt x="329105" y="208578"/>
                  </a:lnTo>
                  <a:lnTo>
                    <a:pt x="330332" y="203443"/>
                  </a:lnTo>
                  <a:lnTo>
                    <a:pt x="331397" y="198272"/>
                  </a:lnTo>
                  <a:lnTo>
                    <a:pt x="332297" y="193070"/>
                  </a:lnTo>
                  <a:lnTo>
                    <a:pt x="333033" y="187842"/>
                  </a:lnTo>
                  <a:lnTo>
                    <a:pt x="333603" y="182593"/>
                  </a:lnTo>
                  <a:lnTo>
                    <a:pt x="334007" y="177329"/>
                  </a:lnTo>
                  <a:lnTo>
                    <a:pt x="334245" y="172055"/>
                  </a:lnTo>
                  <a:lnTo>
                    <a:pt x="334317" y="166777"/>
                  </a:lnTo>
                  <a:lnTo>
                    <a:pt x="334221" y="161498"/>
                  </a:lnTo>
                  <a:lnTo>
                    <a:pt x="333959" y="156225"/>
                  </a:lnTo>
                  <a:lnTo>
                    <a:pt x="333531" y="150963"/>
                  </a:lnTo>
                  <a:lnTo>
                    <a:pt x="332936" y="145717"/>
                  </a:lnTo>
                  <a:lnTo>
                    <a:pt x="332176" y="140493"/>
                  </a:lnTo>
                  <a:lnTo>
                    <a:pt x="331252" y="135295"/>
                  </a:lnTo>
                  <a:lnTo>
                    <a:pt x="330164" y="130129"/>
                  </a:lnTo>
                  <a:lnTo>
                    <a:pt x="328913" y="125000"/>
                  </a:lnTo>
                  <a:lnTo>
                    <a:pt x="327501" y="119913"/>
                  </a:lnTo>
                  <a:lnTo>
                    <a:pt x="325929" y="114873"/>
                  </a:lnTo>
                  <a:lnTo>
                    <a:pt x="324199" y="109885"/>
                  </a:lnTo>
                  <a:lnTo>
                    <a:pt x="322312" y="104954"/>
                  </a:lnTo>
                  <a:lnTo>
                    <a:pt x="320270" y="100086"/>
                  </a:lnTo>
                  <a:lnTo>
                    <a:pt x="318076" y="95284"/>
                  </a:lnTo>
                  <a:lnTo>
                    <a:pt x="315731" y="90554"/>
                  </a:lnTo>
                  <a:lnTo>
                    <a:pt x="313238" y="85900"/>
                  </a:lnTo>
                  <a:lnTo>
                    <a:pt x="310599" y="81328"/>
                  </a:lnTo>
                  <a:lnTo>
                    <a:pt x="307817" y="76841"/>
                  </a:lnTo>
                  <a:lnTo>
                    <a:pt x="304895" y="72444"/>
                  </a:lnTo>
                  <a:lnTo>
                    <a:pt x="301835" y="68141"/>
                  </a:lnTo>
                  <a:lnTo>
                    <a:pt x="298641" y="63938"/>
                  </a:lnTo>
                  <a:lnTo>
                    <a:pt x="295316" y="59837"/>
                  </a:lnTo>
                  <a:lnTo>
                    <a:pt x="291863" y="55843"/>
                  </a:lnTo>
                  <a:lnTo>
                    <a:pt x="288286" y="51961"/>
                  </a:lnTo>
                  <a:lnTo>
                    <a:pt x="284588" y="48193"/>
                  </a:lnTo>
                  <a:lnTo>
                    <a:pt x="280773" y="44544"/>
                  </a:lnTo>
                  <a:lnTo>
                    <a:pt x="276844" y="41017"/>
                  </a:lnTo>
                  <a:lnTo>
                    <a:pt x="272806" y="37616"/>
                  </a:lnTo>
                  <a:lnTo>
                    <a:pt x="268663" y="34344"/>
                  </a:lnTo>
                  <a:lnTo>
                    <a:pt x="264418" y="31205"/>
                  </a:lnTo>
                  <a:lnTo>
                    <a:pt x="260076" y="28201"/>
                  </a:lnTo>
                  <a:lnTo>
                    <a:pt x="255642" y="25336"/>
                  </a:lnTo>
                  <a:lnTo>
                    <a:pt x="251119" y="22613"/>
                  </a:lnTo>
                  <a:lnTo>
                    <a:pt x="246513" y="20033"/>
                  </a:lnTo>
                  <a:lnTo>
                    <a:pt x="241828" y="17600"/>
                  </a:lnTo>
                  <a:lnTo>
                    <a:pt x="237068" y="15317"/>
                  </a:lnTo>
                  <a:lnTo>
                    <a:pt x="232238" y="13185"/>
                  </a:lnTo>
                  <a:lnTo>
                    <a:pt x="227343" y="11206"/>
                  </a:lnTo>
                  <a:lnTo>
                    <a:pt x="222389" y="9383"/>
                  </a:lnTo>
                  <a:lnTo>
                    <a:pt x="217379" y="7718"/>
                  </a:lnTo>
                  <a:lnTo>
                    <a:pt x="212319" y="6211"/>
                  </a:lnTo>
                  <a:lnTo>
                    <a:pt x="207214" y="4865"/>
                  </a:lnTo>
                  <a:lnTo>
                    <a:pt x="202069" y="3681"/>
                  </a:lnTo>
                  <a:lnTo>
                    <a:pt x="196889" y="2660"/>
                  </a:lnTo>
                  <a:lnTo>
                    <a:pt x="191680" y="1803"/>
                  </a:lnTo>
                  <a:lnTo>
                    <a:pt x="186446" y="1110"/>
                  </a:lnTo>
                  <a:lnTo>
                    <a:pt x="181193" y="584"/>
                  </a:lnTo>
                  <a:lnTo>
                    <a:pt x="167150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3779" y="3170392"/>
              <a:ext cx="14043" cy="167167"/>
            </a:xfrm>
            <a:custGeom>
              <a:avLst/>
              <a:pathLst>
                <a:path w="14043" h="167167">
                  <a:moveTo>
                    <a:pt x="14043" y="59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696" y="2655501"/>
              <a:ext cx="26798" cy="167167"/>
            </a:xfrm>
            <a:custGeom>
              <a:avLst/>
              <a:pathLst>
                <a:path w="26798" h="167167">
                  <a:moveTo>
                    <a:pt x="26798" y="0"/>
                  </a:moveTo>
                  <a:lnTo>
                    <a:pt x="20071" y="135"/>
                  </a:lnTo>
                  <a:lnTo>
                    <a:pt x="13355" y="541"/>
                  </a:lnTo>
                  <a:lnTo>
                    <a:pt x="6661" y="1217"/>
                  </a:lnTo>
                  <a:lnTo>
                    <a:pt x="0" y="2161"/>
                  </a:lnTo>
                  <a:lnTo>
                    <a:pt x="2679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6696" y="2657663"/>
              <a:ext cx="26798" cy="165005"/>
            </a:xfrm>
            <a:custGeom>
              <a:avLst/>
              <a:pathLst>
                <a:path w="26798" h="165005">
                  <a:moveTo>
                    <a:pt x="0" y="0"/>
                  </a:moveTo>
                  <a:lnTo>
                    <a:pt x="26798" y="165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6341" y="2657663"/>
              <a:ext cx="334321" cy="332165"/>
            </a:xfrm>
            <a:custGeom>
              <a:avLst/>
              <a:pathLst>
                <a:path w="334321" h="332165">
                  <a:moveTo>
                    <a:pt x="140355" y="0"/>
                  </a:moveTo>
                  <a:lnTo>
                    <a:pt x="135154" y="929"/>
                  </a:lnTo>
                  <a:lnTo>
                    <a:pt x="129984" y="2022"/>
                  </a:lnTo>
                  <a:lnTo>
                    <a:pt x="124852" y="3278"/>
                  </a:lnTo>
                  <a:lnTo>
                    <a:pt x="119762" y="4696"/>
                  </a:lnTo>
                  <a:lnTo>
                    <a:pt x="114719" y="6274"/>
                  </a:lnTo>
                  <a:lnTo>
                    <a:pt x="109728" y="8010"/>
                  </a:lnTo>
                  <a:lnTo>
                    <a:pt x="104795" y="9904"/>
                  </a:lnTo>
                  <a:lnTo>
                    <a:pt x="99924" y="11952"/>
                  </a:lnTo>
                  <a:lnTo>
                    <a:pt x="95121" y="14153"/>
                  </a:lnTo>
                  <a:lnTo>
                    <a:pt x="90389" y="16505"/>
                  </a:lnTo>
                  <a:lnTo>
                    <a:pt x="85734" y="19006"/>
                  </a:lnTo>
                  <a:lnTo>
                    <a:pt x="81161" y="21652"/>
                  </a:lnTo>
                  <a:lnTo>
                    <a:pt x="76673" y="24441"/>
                  </a:lnTo>
                  <a:lnTo>
                    <a:pt x="72276" y="27371"/>
                  </a:lnTo>
                  <a:lnTo>
                    <a:pt x="67973" y="30438"/>
                  </a:lnTo>
                  <a:lnTo>
                    <a:pt x="63770" y="33640"/>
                  </a:lnTo>
                  <a:lnTo>
                    <a:pt x="59670" y="36973"/>
                  </a:lnTo>
                  <a:lnTo>
                    <a:pt x="55677" y="40434"/>
                  </a:lnTo>
                  <a:lnTo>
                    <a:pt x="51795" y="44020"/>
                  </a:lnTo>
                  <a:lnTo>
                    <a:pt x="48029" y="47726"/>
                  </a:lnTo>
                  <a:lnTo>
                    <a:pt x="44382" y="51549"/>
                  </a:lnTo>
                  <a:lnTo>
                    <a:pt x="40858" y="55486"/>
                  </a:lnTo>
                  <a:lnTo>
                    <a:pt x="37460" y="59533"/>
                  </a:lnTo>
                  <a:lnTo>
                    <a:pt x="34191" y="63684"/>
                  </a:lnTo>
                  <a:lnTo>
                    <a:pt x="31055" y="67937"/>
                  </a:lnTo>
                  <a:lnTo>
                    <a:pt x="28055" y="72287"/>
                  </a:lnTo>
                  <a:lnTo>
                    <a:pt x="25195" y="76729"/>
                  </a:lnTo>
                  <a:lnTo>
                    <a:pt x="22476" y="81260"/>
                  </a:lnTo>
                  <a:lnTo>
                    <a:pt x="19901" y="85874"/>
                  </a:lnTo>
                  <a:lnTo>
                    <a:pt x="17474" y="90568"/>
                  </a:lnTo>
                  <a:lnTo>
                    <a:pt x="15196" y="95336"/>
                  </a:lnTo>
                  <a:lnTo>
                    <a:pt x="13070" y="100173"/>
                  </a:lnTo>
                  <a:lnTo>
                    <a:pt x="11098" y="105075"/>
                  </a:lnTo>
                  <a:lnTo>
                    <a:pt x="9282" y="110037"/>
                  </a:lnTo>
                  <a:lnTo>
                    <a:pt x="7623" y="115054"/>
                  </a:lnTo>
                  <a:lnTo>
                    <a:pt x="6124" y="120121"/>
                  </a:lnTo>
                  <a:lnTo>
                    <a:pt x="4786" y="125233"/>
                  </a:lnTo>
                  <a:lnTo>
                    <a:pt x="3610" y="130384"/>
                  </a:lnTo>
                  <a:lnTo>
                    <a:pt x="2598" y="135570"/>
                  </a:lnTo>
                  <a:lnTo>
                    <a:pt x="1750" y="140786"/>
                  </a:lnTo>
                  <a:lnTo>
                    <a:pt x="1067" y="146025"/>
                  </a:lnTo>
                  <a:lnTo>
                    <a:pt x="550" y="151284"/>
                  </a:lnTo>
                  <a:lnTo>
                    <a:pt x="200" y="156556"/>
                  </a:lnTo>
                  <a:lnTo>
                    <a:pt x="16" y="161837"/>
                  </a:lnTo>
                  <a:lnTo>
                    <a:pt x="0" y="167121"/>
                  </a:lnTo>
                  <a:lnTo>
                    <a:pt x="150" y="172403"/>
                  </a:lnTo>
                  <a:lnTo>
                    <a:pt x="467" y="177677"/>
                  </a:lnTo>
                  <a:lnTo>
                    <a:pt x="951" y="182939"/>
                  </a:lnTo>
                  <a:lnTo>
                    <a:pt x="1601" y="188183"/>
                  </a:lnTo>
                  <a:lnTo>
                    <a:pt x="2416" y="193403"/>
                  </a:lnTo>
                  <a:lnTo>
                    <a:pt x="3396" y="198596"/>
                  </a:lnTo>
                  <a:lnTo>
                    <a:pt x="4539" y="203755"/>
                  </a:lnTo>
                  <a:lnTo>
                    <a:pt x="5845" y="208875"/>
                  </a:lnTo>
                  <a:lnTo>
                    <a:pt x="7312" y="213951"/>
                  </a:lnTo>
                  <a:lnTo>
                    <a:pt x="8939" y="218978"/>
                  </a:lnTo>
                  <a:lnTo>
                    <a:pt x="10724" y="223951"/>
                  </a:lnTo>
                  <a:lnTo>
                    <a:pt x="12665" y="228866"/>
                  </a:lnTo>
                  <a:lnTo>
                    <a:pt x="14760" y="233717"/>
                  </a:lnTo>
                  <a:lnTo>
                    <a:pt x="17008" y="238499"/>
                  </a:lnTo>
                  <a:lnTo>
                    <a:pt x="19406" y="243207"/>
                  </a:lnTo>
                  <a:lnTo>
                    <a:pt x="21951" y="247838"/>
                  </a:lnTo>
                  <a:lnTo>
                    <a:pt x="24642" y="252385"/>
                  </a:lnTo>
                  <a:lnTo>
                    <a:pt x="27475" y="256846"/>
                  </a:lnTo>
                  <a:lnTo>
                    <a:pt x="30447" y="261214"/>
                  </a:lnTo>
                  <a:lnTo>
                    <a:pt x="33556" y="265487"/>
                  </a:lnTo>
                  <a:lnTo>
                    <a:pt x="36798" y="269659"/>
                  </a:lnTo>
                  <a:lnTo>
                    <a:pt x="40171" y="273727"/>
                  </a:lnTo>
                  <a:lnTo>
                    <a:pt x="43671" y="277686"/>
                  </a:lnTo>
                  <a:lnTo>
                    <a:pt x="47294" y="281532"/>
                  </a:lnTo>
                  <a:lnTo>
                    <a:pt x="51036" y="285262"/>
                  </a:lnTo>
                  <a:lnTo>
                    <a:pt x="54895" y="288872"/>
                  </a:lnTo>
                  <a:lnTo>
                    <a:pt x="58866" y="292358"/>
                  </a:lnTo>
                  <a:lnTo>
                    <a:pt x="62945" y="295717"/>
                  </a:lnTo>
                  <a:lnTo>
                    <a:pt x="67128" y="298945"/>
                  </a:lnTo>
                  <a:lnTo>
                    <a:pt x="71411" y="302039"/>
                  </a:lnTo>
                  <a:lnTo>
                    <a:pt x="75790" y="304997"/>
                  </a:lnTo>
                  <a:lnTo>
                    <a:pt x="80260" y="307814"/>
                  </a:lnTo>
                  <a:lnTo>
                    <a:pt x="84817" y="310489"/>
                  </a:lnTo>
                  <a:lnTo>
                    <a:pt x="89456" y="313019"/>
                  </a:lnTo>
                  <a:lnTo>
                    <a:pt x="94173" y="315400"/>
                  </a:lnTo>
                  <a:lnTo>
                    <a:pt x="98962" y="317632"/>
                  </a:lnTo>
                  <a:lnTo>
                    <a:pt x="103820" y="319711"/>
                  </a:lnTo>
                  <a:lnTo>
                    <a:pt x="108741" y="321635"/>
                  </a:lnTo>
                  <a:lnTo>
                    <a:pt x="113721" y="323403"/>
                  </a:lnTo>
                  <a:lnTo>
                    <a:pt x="118753" y="325012"/>
                  </a:lnTo>
                  <a:lnTo>
                    <a:pt x="123835" y="326462"/>
                  </a:lnTo>
                  <a:lnTo>
                    <a:pt x="128959" y="327751"/>
                  </a:lnTo>
                  <a:lnTo>
                    <a:pt x="134122" y="328876"/>
                  </a:lnTo>
                  <a:lnTo>
                    <a:pt x="139317" y="329839"/>
                  </a:lnTo>
                  <a:lnTo>
                    <a:pt x="144541" y="330636"/>
                  </a:lnTo>
                  <a:lnTo>
                    <a:pt x="149787" y="331268"/>
                  </a:lnTo>
                  <a:lnTo>
                    <a:pt x="155050" y="331734"/>
                  </a:lnTo>
                  <a:lnTo>
                    <a:pt x="160326" y="332033"/>
                  </a:lnTo>
                  <a:lnTo>
                    <a:pt x="165608" y="332165"/>
                  </a:lnTo>
                  <a:lnTo>
                    <a:pt x="170892" y="332131"/>
                  </a:lnTo>
                  <a:lnTo>
                    <a:pt x="176172" y="331929"/>
                  </a:lnTo>
                  <a:lnTo>
                    <a:pt x="181443" y="331561"/>
                  </a:lnTo>
                  <a:lnTo>
                    <a:pt x="186700" y="331026"/>
                  </a:lnTo>
                  <a:lnTo>
                    <a:pt x="191937" y="330325"/>
                  </a:lnTo>
                  <a:lnTo>
                    <a:pt x="197150" y="329459"/>
                  </a:lnTo>
                  <a:lnTo>
                    <a:pt x="202332" y="328429"/>
                  </a:lnTo>
                  <a:lnTo>
                    <a:pt x="207480" y="327236"/>
                  </a:lnTo>
                  <a:lnTo>
                    <a:pt x="212587" y="325880"/>
                  </a:lnTo>
                  <a:lnTo>
                    <a:pt x="217648" y="324364"/>
                  </a:lnTo>
                  <a:lnTo>
                    <a:pt x="222660" y="322688"/>
                  </a:lnTo>
                  <a:lnTo>
                    <a:pt x="227616" y="320855"/>
                  </a:lnTo>
                  <a:lnTo>
                    <a:pt x="232511" y="318866"/>
                  </a:lnTo>
                  <a:lnTo>
                    <a:pt x="237341" y="316724"/>
                  </a:lnTo>
                  <a:lnTo>
                    <a:pt x="242101" y="314430"/>
                  </a:lnTo>
                  <a:lnTo>
                    <a:pt x="246786" y="311987"/>
                  </a:lnTo>
                  <a:lnTo>
                    <a:pt x="251392" y="309396"/>
                  </a:lnTo>
                  <a:lnTo>
                    <a:pt x="255913" y="306662"/>
                  </a:lnTo>
                  <a:lnTo>
                    <a:pt x="260346" y="303786"/>
                  </a:lnTo>
                  <a:lnTo>
                    <a:pt x="264685" y="300771"/>
                  </a:lnTo>
                  <a:lnTo>
                    <a:pt x="268928" y="297621"/>
                  </a:lnTo>
                  <a:lnTo>
                    <a:pt x="273068" y="294338"/>
                  </a:lnTo>
                  <a:lnTo>
                    <a:pt x="277103" y="290926"/>
                  </a:lnTo>
                  <a:lnTo>
                    <a:pt x="281027" y="287388"/>
                  </a:lnTo>
                  <a:lnTo>
                    <a:pt x="284838" y="283728"/>
                  </a:lnTo>
                  <a:lnTo>
                    <a:pt x="288532" y="279950"/>
                  </a:lnTo>
                  <a:lnTo>
                    <a:pt x="292104" y="276056"/>
                  </a:lnTo>
                  <a:lnTo>
                    <a:pt x="295551" y="272052"/>
                  </a:lnTo>
                  <a:lnTo>
                    <a:pt x="298870" y="267940"/>
                  </a:lnTo>
                  <a:lnTo>
                    <a:pt x="302058" y="263726"/>
                  </a:lnTo>
                  <a:lnTo>
                    <a:pt x="305110" y="259413"/>
                  </a:lnTo>
                  <a:lnTo>
                    <a:pt x="308025" y="255006"/>
                  </a:lnTo>
                  <a:lnTo>
                    <a:pt x="310799" y="250508"/>
                  </a:lnTo>
                  <a:lnTo>
                    <a:pt x="313430" y="245926"/>
                  </a:lnTo>
                  <a:lnTo>
                    <a:pt x="315914" y="241262"/>
                  </a:lnTo>
                  <a:lnTo>
                    <a:pt x="318250" y="236523"/>
                  </a:lnTo>
                  <a:lnTo>
                    <a:pt x="320435" y="231712"/>
                  </a:lnTo>
                  <a:lnTo>
                    <a:pt x="322467" y="226834"/>
                  </a:lnTo>
                  <a:lnTo>
                    <a:pt x="324343" y="221894"/>
                  </a:lnTo>
                  <a:lnTo>
                    <a:pt x="326063" y="216898"/>
                  </a:lnTo>
                  <a:lnTo>
                    <a:pt x="327623" y="211850"/>
                  </a:lnTo>
                  <a:lnTo>
                    <a:pt x="329024" y="206755"/>
                  </a:lnTo>
                  <a:lnTo>
                    <a:pt x="330262" y="201618"/>
                  </a:lnTo>
                  <a:lnTo>
                    <a:pt x="331338" y="196445"/>
                  </a:lnTo>
                  <a:lnTo>
                    <a:pt x="332250" y="191240"/>
                  </a:lnTo>
                  <a:lnTo>
                    <a:pt x="332996" y="186009"/>
                  </a:lnTo>
                  <a:lnTo>
                    <a:pt x="333577" y="180757"/>
                  </a:lnTo>
                  <a:lnTo>
                    <a:pt x="333992" y="175489"/>
                  </a:lnTo>
                  <a:lnTo>
                    <a:pt x="334240" y="170211"/>
                  </a:lnTo>
                  <a:lnTo>
                    <a:pt x="334321" y="164928"/>
                  </a:lnTo>
                  <a:lnTo>
                    <a:pt x="334235" y="159645"/>
                  </a:lnTo>
                  <a:lnTo>
                    <a:pt x="333982" y="154367"/>
                  </a:lnTo>
                  <a:lnTo>
                    <a:pt x="333563" y="149100"/>
                  </a:lnTo>
                  <a:lnTo>
                    <a:pt x="332977" y="143848"/>
                  </a:lnTo>
                  <a:lnTo>
                    <a:pt x="332225" y="138618"/>
                  </a:lnTo>
                  <a:lnTo>
                    <a:pt x="331309" y="133414"/>
                  </a:lnTo>
                  <a:lnTo>
                    <a:pt x="330228" y="128242"/>
                  </a:lnTo>
                  <a:lnTo>
                    <a:pt x="328985" y="123106"/>
                  </a:lnTo>
                  <a:lnTo>
                    <a:pt x="327580" y="118012"/>
                  </a:lnTo>
                  <a:lnTo>
                    <a:pt x="326015" y="112966"/>
                  </a:lnTo>
                  <a:lnTo>
                    <a:pt x="324291" y="107971"/>
                  </a:lnTo>
                  <a:lnTo>
                    <a:pt x="322410" y="103033"/>
                  </a:lnTo>
                  <a:lnTo>
                    <a:pt x="320373" y="98157"/>
                  </a:lnTo>
                  <a:lnTo>
                    <a:pt x="318184" y="93348"/>
                  </a:lnTo>
                  <a:lnTo>
                    <a:pt x="315844" y="88611"/>
                  </a:lnTo>
                  <a:lnTo>
                    <a:pt x="313355" y="83950"/>
                  </a:lnTo>
                  <a:lnTo>
                    <a:pt x="310721" y="79369"/>
                  </a:lnTo>
                  <a:lnTo>
                    <a:pt x="307942" y="74875"/>
                  </a:lnTo>
                  <a:lnTo>
                    <a:pt x="305023" y="70470"/>
                  </a:lnTo>
                  <a:lnTo>
                    <a:pt x="301967" y="66160"/>
                  </a:lnTo>
                  <a:lnTo>
                    <a:pt x="298776" y="61949"/>
                  </a:lnTo>
                  <a:lnTo>
                    <a:pt x="295453" y="57840"/>
                  </a:lnTo>
                  <a:lnTo>
                    <a:pt x="292002" y="53839"/>
                  </a:lnTo>
                  <a:lnTo>
                    <a:pt x="288426" y="49949"/>
                  </a:lnTo>
                  <a:lnTo>
                    <a:pt x="284729" y="46173"/>
                  </a:lnTo>
                  <a:lnTo>
                    <a:pt x="280915" y="42517"/>
                  </a:lnTo>
                  <a:lnTo>
                    <a:pt x="276987" y="38983"/>
                  </a:lnTo>
                  <a:lnTo>
                    <a:pt x="272949" y="35574"/>
                  </a:lnTo>
                  <a:lnTo>
                    <a:pt x="268805" y="32295"/>
                  </a:lnTo>
                  <a:lnTo>
                    <a:pt x="167154" y="165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495" y="2655501"/>
              <a:ext cx="101651" cy="167167"/>
            </a:xfrm>
            <a:custGeom>
              <a:avLst/>
              <a:pathLst>
                <a:path w="101651" h="167167">
                  <a:moveTo>
                    <a:pt x="101651" y="34457"/>
                  </a:moveTo>
                  <a:lnTo>
                    <a:pt x="97026" y="31039"/>
                  </a:lnTo>
                  <a:lnTo>
                    <a:pt x="92287" y="27783"/>
                  </a:lnTo>
                  <a:lnTo>
                    <a:pt x="87438" y="24691"/>
                  </a:lnTo>
                  <a:lnTo>
                    <a:pt x="82486" y="21768"/>
                  </a:lnTo>
                  <a:lnTo>
                    <a:pt x="77436" y="19016"/>
                  </a:lnTo>
                  <a:lnTo>
                    <a:pt x="72294" y="16441"/>
                  </a:lnTo>
                  <a:lnTo>
                    <a:pt x="67067" y="14043"/>
                  </a:lnTo>
                  <a:lnTo>
                    <a:pt x="61761" y="11827"/>
                  </a:lnTo>
                  <a:lnTo>
                    <a:pt x="56381" y="9795"/>
                  </a:lnTo>
                  <a:lnTo>
                    <a:pt x="50935" y="7948"/>
                  </a:lnTo>
                  <a:lnTo>
                    <a:pt x="45428" y="6291"/>
                  </a:lnTo>
                  <a:lnTo>
                    <a:pt x="39868" y="4823"/>
                  </a:lnTo>
                  <a:lnTo>
                    <a:pt x="34261" y="3548"/>
                  </a:lnTo>
                  <a:lnTo>
                    <a:pt x="28613" y="2466"/>
                  </a:lnTo>
                  <a:lnTo>
                    <a:pt x="22931" y="1580"/>
                  </a:lnTo>
                  <a:lnTo>
                    <a:pt x="17222" y="889"/>
                  </a:lnTo>
                  <a:lnTo>
                    <a:pt x="11492" y="395"/>
                  </a:lnTo>
                  <a:lnTo>
                    <a:pt x="574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716" y="2168369"/>
              <a:ext cx="5176" cy="167167"/>
            </a:xfrm>
            <a:custGeom>
              <a:avLst/>
              <a:pathLst>
                <a:path w="5176" h="167167">
                  <a:moveTo>
                    <a:pt x="5176" y="0"/>
                  </a:moveTo>
                  <a:lnTo>
                    <a:pt x="0" y="80"/>
                  </a:lnTo>
                  <a:lnTo>
                    <a:pt x="51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716" y="2168449"/>
              <a:ext cx="5176" cy="167087"/>
            </a:xfrm>
            <a:custGeom>
              <a:avLst/>
              <a:pathLst>
                <a:path w="5176" h="167087">
                  <a:moveTo>
                    <a:pt x="0" y="0"/>
                  </a:moveTo>
                  <a:lnTo>
                    <a:pt x="5176" y="167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78744" y="2168449"/>
              <a:ext cx="329591" cy="334254"/>
            </a:xfrm>
            <a:custGeom>
              <a:avLst/>
              <a:pathLst>
                <a:path w="329591" h="334254">
                  <a:moveTo>
                    <a:pt x="161971" y="0"/>
                  </a:moveTo>
                  <a:lnTo>
                    <a:pt x="156671" y="248"/>
                  </a:lnTo>
                  <a:lnTo>
                    <a:pt x="151383" y="664"/>
                  </a:lnTo>
                  <a:lnTo>
                    <a:pt x="146110" y="1248"/>
                  </a:lnTo>
                  <a:lnTo>
                    <a:pt x="140858" y="1999"/>
                  </a:lnTo>
                  <a:lnTo>
                    <a:pt x="135633" y="2917"/>
                  </a:lnTo>
                  <a:lnTo>
                    <a:pt x="130440" y="3999"/>
                  </a:lnTo>
                  <a:lnTo>
                    <a:pt x="125283" y="5246"/>
                  </a:lnTo>
                  <a:lnTo>
                    <a:pt x="120169" y="6656"/>
                  </a:lnTo>
                  <a:lnTo>
                    <a:pt x="115102" y="8228"/>
                  </a:lnTo>
                  <a:lnTo>
                    <a:pt x="110087" y="9959"/>
                  </a:lnTo>
                  <a:lnTo>
                    <a:pt x="105130" y="11849"/>
                  </a:lnTo>
                  <a:lnTo>
                    <a:pt x="100235" y="13895"/>
                  </a:lnTo>
                  <a:lnTo>
                    <a:pt x="95408" y="16095"/>
                  </a:lnTo>
                  <a:lnTo>
                    <a:pt x="90653" y="18448"/>
                  </a:lnTo>
                  <a:lnTo>
                    <a:pt x="85975" y="20950"/>
                  </a:lnTo>
                  <a:lnTo>
                    <a:pt x="81379" y="23599"/>
                  </a:lnTo>
                  <a:lnTo>
                    <a:pt x="76869" y="26393"/>
                  </a:lnTo>
                  <a:lnTo>
                    <a:pt x="72450" y="29328"/>
                  </a:lnTo>
                  <a:lnTo>
                    <a:pt x="68127" y="32403"/>
                  </a:lnTo>
                  <a:lnTo>
                    <a:pt x="63903" y="35612"/>
                  </a:lnTo>
                  <a:lnTo>
                    <a:pt x="59783" y="38955"/>
                  </a:lnTo>
                  <a:lnTo>
                    <a:pt x="55771" y="42426"/>
                  </a:lnTo>
                  <a:lnTo>
                    <a:pt x="51872" y="46023"/>
                  </a:lnTo>
                  <a:lnTo>
                    <a:pt x="48088" y="49742"/>
                  </a:lnTo>
                  <a:lnTo>
                    <a:pt x="44425" y="53579"/>
                  </a:lnTo>
                  <a:lnTo>
                    <a:pt x="40885" y="57530"/>
                  </a:lnTo>
                  <a:lnTo>
                    <a:pt x="37472" y="61592"/>
                  </a:lnTo>
                  <a:lnTo>
                    <a:pt x="34190" y="65760"/>
                  </a:lnTo>
                  <a:lnTo>
                    <a:pt x="31041" y="70029"/>
                  </a:lnTo>
                  <a:lnTo>
                    <a:pt x="28030" y="74397"/>
                  </a:lnTo>
                  <a:lnTo>
                    <a:pt x="25159" y="78858"/>
                  </a:lnTo>
                  <a:lnTo>
                    <a:pt x="22431" y="83408"/>
                  </a:lnTo>
                  <a:lnTo>
                    <a:pt x="19849" y="88042"/>
                  </a:lnTo>
                  <a:lnTo>
                    <a:pt x="17415" y="92756"/>
                  </a:lnTo>
                  <a:lnTo>
                    <a:pt x="15132" y="97545"/>
                  </a:lnTo>
                  <a:lnTo>
                    <a:pt x="13001" y="102403"/>
                  </a:lnTo>
                  <a:lnTo>
                    <a:pt x="11027" y="107327"/>
                  </a:lnTo>
                  <a:lnTo>
                    <a:pt x="9209" y="112311"/>
                  </a:lnTo>
                  <a:lnTo>
                    <a:pt x="7550" y="117350"/>
                  </a:lnTo>
                  <a:lnTo>
                    <a:pt x="6053" y="122439"/>
                  </a:lnTo>
                  <a:lnTo>
                    <a:pt x="4717" y="127574"/>
                  </a:lnTo>
                  <a:lnTo>
                    <a:pt x="3545" y="132748"/>
                  </a:lnTo>
                  <a:lnTo>
                    <a:pt x="2538" y="137956"/>
                  </a:lnTo>
                  <a:lnTo>
                    <a:pt x="1696" y="143194"/>
                  </a:lnTo>
                  <a:lnTo>
                    <a:pt x="1021" y="148456"/>
                  </a:lnTo>
                  <a:lnTo>
                    <a:pt x="514" y="153737"/>
                  </a:lnTo>
                  <a:lnTo>
                    <a:pt x="174" y="159031"/>
                  </a:lnTo>
                  <a:lnTo>
                    <a:pt x="3" y="164334"/>
                  </a:lnTo>
                  <a:lnTo>
                    <a:pt x="0" y="169639"/>
                  </a:lnTo>
                  <a:lnTo>
                    <a:pt x="165" y="174941"/>
                  </a:lnTo>
                  <a:lnTo>
                    <a:pt x="498" y="180236"/>
                  </a:lnTo>
                  <a:lnTo>
                    <a:pt x="999" y="185517"/>
                  </a:lnTo>
                  <a:lnTo>
                    <a:pt x="1668" y="190780"/>
                  </a:lnTo>
                  <a:lnTo>
                    <a:pt x="2503" y="196019"/>
                  </a:lnTo>
                  <a:lnTo>
                    <a:pt x="3504" y="201229"/>
                  </a:lnTo>
                  <a:lnTo>
                    <a:pt x="4669" y="206404"/>
                  </a:lnTo>
                  <a:lnTo>
                    <a:pt x="5999" y="211540"/>
                  </a:lnTo>
                  <a:lnTo>
                    <a:pt x="7491" y="216631"/>
                  </a:lnTo>
                  <a:lnTo>
                    <a:pt x="9143" y="221672"/>
                  </a:lnTo>
                  <a:lnTo>
                    <a:pt x="10955" y="226658"/>
                  </a:lnTo>
                  <a:lnTo>
                    <a:pt x="12924" y="231584"/>
                  </a:lnTo>
                  <a:lnTo>
                    <a:pt x="15048" y="236446"/>
                  </a:lnTo>
                  <a:lnTo>
                    <a:pt x="17325" y="241237"/>
                  </a:lnTo>
                  <a:lnTo>
                    <a:pt x="19754" y="245954"/>
                  </a:lnTo>
                  <a:lnTo>
                    <a:pt x="22330" y="250591"/>
                  </a:lnTo>
                  <a:lnTo>
                    <a:pt x="25053" y="255144"/>
                  </a:lnTo>
                  <a:lnTo>
                    <a:pt x="27919" y="259609"/>
                  </a:lnTo>
                  <a:lnTo>
                    <a:pt x="30925" y="263980"/>
                  </a:lnTo>
                  <a:lnTo>
                    <a:pt x="34068" y="268254"/>
                  </a:lnTo>
                  <a:lnTo>
                    <a:pt x="37345" y="272426"/>
                  </a:lnTo>
                  <a:lnTo>
                    <a:pt x="40753" y="276491"/>
                  </a:lnTo>
                  <a:lnTo>
                    <a:pt x="44288" y="280447"/>
                  </a:lnTo>
                  <a:lnTo>
                    <a:pt x="47947" y="284288"/>
                  </a:lnTo>
                  <a:lnTo>
                    <a:pt x="51726" y="288012"/>
                  </a:lnTo>
                  <a:lnTo>
                    <a:pt x="55621" y="291613"/>
                  </a:lnTo>
                  <a:lnTo>
                    <a:pt x="59629" y="295089"/>
                  </a:lnTo>
                  <a:lnTo>
                    <a:pt x="63744" y="298437"/>
                  </a:lnTo>
                  <a:lnTo>
                    <a:pt x="67964" y="301652"/>
                  </a:lnTo>
                  <a:lnTo>
                    <a:pt x="72284" y="304731"/>
                  </a:lnTo>
                  <a:lnTo>
                    <a:pt x="76700" y="307672"/>
                  </a:lnTo>
                  <a:lnTo>
                    <a:pt x="81206" y="310471"/>
                  </a:lnTo>
                  <a:lnTo>
                    <a:pt x="85799" y="313126"/>
                  </a:lnTo>
                  <a:lnTo>
                    <a:pt x="90474" y="315634"/>
                  </a:lnTo>
                  <a:lnTo>
                    <a:pt x="95226" y="317992"/>
                  </a:lnTo>
                  <a:lnTo>
                    <a:pt x="100051" y="320198"/>
                  </a:lnTo>
                  <a:lnTo>
                    <a:pt x="104943" y="322250"/>
                  </a:lnTo>
                  <a:lnTo>
                    <a:pt x="109898" y="324145"/>
                  </a:lnTo>
                  <a:lnTo>
                    <a:pt x="114910" y="325883"/>
                  </a:lnTo>
                  <a:lnTo>
                    <a:pt x="119975" y="327461"/>
                  </a:lnTo>
                  <a:lnTo>
                    <a:pt x="125088" y="328877"/>
                  </a:lnTo>
                  <a:lnTo>
                    <a:pt x="130243" y="330130"/>
                  </a:lnTo>
                  <a:lnTo>
                    <a:pt x="135435" y="331219"/>
                  </a:lnTo>
                  <a:lnTo>
                    <a:pt x="140659" y="332142"/>
                  </a:lnTo>
                  <a:lnTo>
                    <a:pt x="145910" y="332900"/>
                  </a:lnTo>
                  <a:lnTo>
                    <a:pt x="151182" y="333490"/>
                  </a:lnTo>
                  <a:lnTo>
                    <a:pt x="156470" y="333913"/>
                  </a:lnTo>
                  <a:lnTo>
                    <a:pt x="161769" y="334168"/>
                  </a:lnTo>
                  <a:lnTo>
                    <a:pt x="167074" y="334254"/>
                  </a:lnTo>
                  <a:lnTo>
                    <a:pt x="172378" y="334172"/>
                  </a:lnTo>
                  <a:lnTo>
                    <a:pt x="177677" y="333922"/>
                  </a:lnTo>
                  <a:lnTo>
                    <a:pt x="182966" y="333504"/>
                  </a:lnTo>
                  <a:lnTo>
                    <a:pt x="188239" y="332918"/>
                  </a:lnTo>
                  <a:lnTo>
                    <a:pt x="193490" y="332166"/>
                  </a:lnTo>
                  <a:lnTo>
                    <a:pt x="198715" y="331247"/>
                  </a:lnTo>
                  <a:lnTo>
                    <a:pt x="203908" y="330162"/>
                  </a:lnTo>
                  <a:lnTo>
                    <a:pt x="209064" y="328914"/>
                  </a:lnTo>
                  <a:lnTo>
                    <a:pt x="214178" y="327502"/>
                  </a:lnTo>
                  <a:lnTo>
                    <a:pt x="219244" y="325929"/>
                  </a:lnTo>
                  <a:lnTo>
                    <a:pt x="224258" y="324196"/>
                  </a:lnTo>
                  <a:lnTo>
                    <a:pt x="229215" y="322305"/>
                  </a:lnTo>
                  <a:lnTo>
                    <a:pt x="234109" y="320257"/>
                  </a:lnTo>
                  <a:lnTo>
                    <a:pt x="238935" y="318055"/>
                  </a:lnTo>
                  <a:lnTo>
                    <a:pt x="243690" y="315701"/>
                  </a:lnTo>
                  <a:lnTo>
                    <a:pt x="248367" y="313198"/>
                  </a:lnTo>
                  <a:lnTo>
                    <a:pt x="252962" y="310547"/>
                  </a:lnTo>
                  <a:lnTo>
                    <a:pt x="257471" y="307752"/>
                  </a:lnTo>
                  <a:lnTo>
                    <a:pt x="261889" y="304815"/>
                  </a:lnTo>
                  <a:lnTo>
                    <a:pt x="266212" y="301739"/>
                  </a:lnTo>
                  <a:lnTo>
                    <a:pt x="270434" y="298528"/>
                  </a:lnTo>
                  <a:lnTo>
                    <a:pt x="274553" y="295184"/>
                  </a:lnTo>
                  <a:lnTo>
                    <a:pt x="278564" y="291712"/>
                  </a:lnTo>
                  <a:lnTo>
                    <a:pt x="282462" y="288113"/>
                  </a:lnTo>
                  <a:lnTo>
                    <a:pt x="286244" y="284393"/>
                  </a:lnTo>
                  <a:lnTo>
                    <a:pt x="289907" y="280555"/>
                  </a:lnTo>
                  <a:lnTo>
                    <a:pt x="293445" y="276603"/>
                  </a:lnTo>
                  <a:lnTo>
                    <a:pt x="296857" y="272540"/>
                  </a:lnTo>
                  <a:lnTo>
                    <a:pt x="300138" y="268371"/>
                  </a:lnTo>
                  <a:lnTo>
                    <a:pt x="303285" y="264100"/>
                  </a:lnTo>
                  <a:lnTo>
                    <a:pt x="306294" y="259732"/>
                  </a:lnTo>
                  <a:lnTo>
                    <a:pt x="309164" y="255270"/>
                  </a:lnTo>
                  <a:lnTo>
                    <a:pt x="311891" y="250719"/>
                  </a:lnTo>
                  <a:lnTo>
                    <a:pt x="314472" y="246084"/>
                  </a:lnTo>
                  <a:lnTo>
                    <a:pt x="316904" y="241369"/>
                  </a:lnTo>
                  <a:lnTo>
                    <a:pt x="319186" y="236580"/>
                  </a:lnTo>
                  <a:lnTo>
                    <a:pt x="321314" y="231721"/>
                  </a:lnTo>
                  <a:lnTo>
                    <a:pt x="323288" y="226796"/>
                  </a:lnTo>
                  <a:lnTo>
                    <a:pt x="325104" y="221812"/>
                  </a:lnTo>
                  <a:lnTo>
                    <a:pt x="326761" y="216772"/>
                  </a:lnTo>
                  <a:lnTo>
                    <a:pt x="328257" y="211682"/>
                  </a:lnTo>
                  <a:lnTo>
                    <a:pt x="329591" y="206547"/>
                  </a:lnTo>
                  <a:lnTo>
                    <a:pt x="167147" y="167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5892" y="2168369"/>
              <a:ext cx="167155" cy="206628"/>
            </a:xfrm>
            <a:custGeom>
              <a:avLst/>
              <a:pathLst>
                <a:path w="167155" h="206628">
                  <a:moveTo>
                    <a:pt x="162443" y="206628"/>
                  </a:moveTo>
                  <a:lnTo>
                    <a:pt x="163633" y="201360"/>
                  </a:lnTo>
                  <a:lnTo>
                    <a:pt x="164652" y="196057"/>
                  </a:lnTo>
                  <a:lnTo>
                    <a:pt x="165499" y="190724"/>
                  </a:lnTo>
                  <a:lnTo>
                    <a:pt x="166173" y="185366"/>
                  </a:lnTo>
                  <a:lnTo>
                    <a:pt x="166674" y="179989"/>
                  </a:lnTo>
                  <a:lnTo>
                    <a:pt x="167002" y="174599"/>
                  </a:lnTo>
                  <a:lnTo>
                    <a:pt x="167155" y="169201"/>
                  </a:lnTo>
                  <a:lnTo>
                    <a:pt x="167133" y="163801"/>
                  </a:lnTo>
                  <a:lnTo>
                    <a:pt x="166937" y="158404"/>
                  </a:lnTo>
                  <a:lnTo>
                    <a:pt x="166567" y="153017"/>
                  </a:lnTo>
                  <a:lnTo>
                    <a:pt x="166023" y="147644"/>
                  </a:lnTo>
                  <a:lnTo>
                    <a:pt x="165306" y="142292"/>
                  </a:lnTo>
                  <a:lnTo>
                    <a:pt x="164416" y="136965"/>
                  </a:lnTo>
                  <a:lnTo>
                    <a:pt x="163355" y="131670"/>
                  </a:lnTo>
                  <a:lnTo>
                    <a:pt x="162123" y="126412"/>
                  </a:lnTo>
                  <a:lnTo>
                    <a:pt x="160722" y="121197"/>
                  </a:lnTo>
                  <a:lnTo>
                    <a:pt x="159153" y="116030"/>
                  </a:lnTo>
                  <a:lnTo>
                    <a:pt x="157419" y="110916"/>
                  </a:lnTo>
                  <a:lnTo>
                    <a:pt x="155520" y="105861"/>
                  </a:lnTo>
                  <a:lnTo>
                    <a:pt x="153458" y="100869"/>
                  </a:lnTo>
                  <a:lnTo>
                    <a:pt x="151237" y="95947"/>
                  </a:lnTo>
                  <a:lnTo>
                    <a:pt x="148858" y="91100"/>
                  </a:lnTo>
                  <a:lnTo>
                    <a:pt x="146323" y="86331"/>
                  </a:lnTo>
                  <a:lnTo>
                    <a:pt x="143636" y="81647"/>
                  </a:lnTo>
                  <a:lnTo>
                    <a:pt x="140798" y="77052"/>
                  </a:lnTo>
                  <a:lnTo>
                    <a:pt x="137814" y="72552"/>
                  </a:lnTo>
                  <a:lnTo>
                    <a:pt x="134686" y="68150"/>
                  </a:lnTo>
                  <a:lnTo>
                    <a:pt x="131418" y="63851"/>
                  </a:lnTo>
                  <a:lnTo>
                    <a:pt x="128012" y="59660"/>
                  </a:lnTo>
                  <a:lnTo>
                    <a:pt x="124473" y="55581"/>
                  </a:lnTo>
                  <a:lnTo>
                    <a:pt x="120804" y="51619"/>
                  </a:lnTo>
                  <a:lnTo>
                    <a:pt x="117009" y="47777"/>
                  </a:lnTo>
                  <a:lnTo>
                    <a:pt x="113091" y="44060"/>
                  </a:lnTo>
                  <a:lnTo>
                    <a:pt x="109056" y="40472"/>
                  </a:lnTo>
                  <a:lnTo>
                    <a:pt x="104907" y="37015"/>
                  </a:lnTo>
                  <a:lnTo>
                    <a:pt x="100648" y="33695"/>
                  </a:lnTo>
                  <a:lnTo>
                    <a:pt x="96285" y="30514"/>
                  </a:lnTo>
                  <a:lnTo>
                    <a:pt x="91820" y="27475"/>
                  </a:lnTo>
                  <a:lnTo>
                    <a:pt x="87260" y="24582"/>
                  </a:lnTo>
                  <a:lnTo>
                    <a:pt x="82610" y="21838"/>
                  </a:lnTo>
                  <a:lnTo>
                    <a:pt x="77872" y="19245"/>
                  </a:lnTo>
                  <a:lnTo>
                    <a:pt x="73054" y="16807"/>
                  </a:lnTo>
                  <a:lnTo>
                    <a:pt x="68159" y="14526"/>
                  </a:lnTo>
                  <a:lnTo>
                    <a:pt x="63193" y="12404"/>
                  </a:lnTo>
                  <a:lnTo>
                    <a:pt x="58162" y="10444"/>
                  </a:lnTo>
                  <a:lnTo>
                    <a:pt x="53069" y="8647"/>
                  </a:lnTo>
                  <a:lnTo>
                    <a:pt x="47921" y="7016"/>
                  </a:lnTo>
                  <a:lnTo>
                    <a:pt x="42723" y="5551"/>
                  </a:lnTo>
                  <a:lnTo>
                    <a:pt x="37481" y="4256"/>
                  </a:lnTo>
                  <a:lnTo>
                    <a:pt x="32199" y="3130"/>
                  </a:lnTo>
                  <a:lnTo>
                    <a:pt x="26884" y="2176"/>
                  </a:lnTo>
                  <a:lnTo>
                    <a:pt x="21541" y="1393"/>
                  </a:lnTo>
                  <a:lnTo>
                    <a:pt x="16175" y="784"/>
                  </a:lnTo>
                  <a:lnTo>
                    <a:pt x="10793" y="348"/>
                  </a:lnTo>
                  <a:lnTo>
                    <a:pt x="539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6892" y="1735255"/>
              <a:ext cx="13654" cy="167167"/>
            </a:xfrm>
            <a:custGeom>
              <a:avLst/>
              <a:pathLst>
                <a:path w="13654" h="167167">
                  <a:moveTo>
                    <a:pt x="13654" y="0"/>
                  </a:moveTo>
                  <a:lnTo>
                    <a:pt x="0" y="558"/>
                  </a:lnTo>
                  <a:lnTo>
                    <a:pt x="1365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6892" y="1735814"/>
              <a:ext cx="13654" cy="166608"/>
            </a:xfrm>
            <a:custGeom>
              <a:avLst/>
              <a:pathLst>
                <a:path w="13654" h="166608">
                  <a:moveTo>
                    <a:pt x="0" y="0"/>
                  </a:moveTo>
                  <a:lnTo>
                    <a:pt x="13654" y="1666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93379" y="1735814"/>
              <a:ext cx="334331" cy="333762"/>
            </a:xfrm>
            <a:custGeom>
              <a:avLst/>
              <a:pathLst>
                <a:path w="334331" h="333762">
                  <a:moveTo>
                    <a:pt x="153512" y="0"/>
                  </a:moveTo>
                  <a:lnTo>
                    <a:pt x="148242" y="516"/>
                  </a:lnTo>
                  <a:lnTo>
                    <a:pt x="142991" y="1198"/>
                  </a:lnTo>
                  <a:lnTo>
                    <a:pt x="137765" y="2047"/>
                  </a:lnTo>
                  <a:lnTo>
                    <a:pt x="132568" y="3061"/>
                  </a:lnTo>
                  <a:lnTo>
                    <a:pt x="127405" y="4238"/>
                  </a:lnTo>
                  <a:lnTo>
                    <a:pt x="122283" y="5579"/>
                  </a:lnTo>
                  <a:lnTo>
                    <a:pt x="117206" y="7081"/>
                  </a:lnTo>
                  <a:lnTo>
                    <a:pt x="112178" y="8744"/>
                  </a:lnTo>
                  <a:lnTo>
                    <a:pt x="107206" y="10565"/>
                  </a:lnTo>
                  <a:lnTo>
                    <a:pt x="102294" y="12542"/>
                  </a:lnTo>
                  <a:lnTo>
                    <a:pt x="97447" y="14674"/>
                  </a:lnTo>
                  <a:lnTo>
                    <a:pt x="92670" y="16958"/>
                  </a:lnTo>
                  <a:lnTo>
                    <a:pt x="87968" y="19392"/>
                  </a:lnTo>
                  <a:lnTo>
                    <a:pt x="83345" y="21975"/>
                  </a:lnTo>
                  <a:lnTo>
                    <a:pt x="78807" y="24702"/>
                  </a:lnTo>
                  <a:lnTo>
                    <a:pt x="74357" y="27571"/>
                  </a:lnTo>
                  <a:lnTo>
                    <a:pt x="70000" y="30581"/>
                  </a:lnTo>
                  <a:lnTo>
                    <a:pt x="65741" y="33726"/>
                  </a:lnTo>
                  <a:lnTo>
                    <a:pt x="61583" y="37005"/>
                  </a:lnTo>
                  <a:lnTo>
                    <a:pt x="57531" y="40414"/>
                  </a:lnTo>
                  <a:lnTo>
                    <a:pt x="53590" y="43950"/>
                  </a:lnTo>
                  <a:lnTo>
                    <a:pt x="49762" y="47608"/>
                  </a:lnTo>
                  <a:lnTo>
                    <a:pt x="46052" y="51386"/>
                  </a:lnTo>
                  <a:lnTo>
                    <a:pt x="42464" y="55280"/>
                  </a:lnTo>
                  <a:lnTo>
                    <a:pt x="39000" y="59285"/>
                  </a:lnTo>
                  <a:lnTo>
                    <a:pt x="35666" y="63398"/>
                  </a:lnTo>
                  <a:lnTo>
                    <a:pt x="32463" y="67615"/>
                  </a:lnTo>
                  <a:lnTo>
                    <a:pt x="29395" y="71931"/>
                  </a:lnTo>
                  <a:lnTo>
                    <a:pt x="26466" y="76341"/>
                  </a:lnTo>
                  <a:lnTo>
                    <a:pt x="23677" y="80843"/>
                  </a:lnTo>
                  <a:lnTo>
                    <a:pt x="21033" y="85430"/>
                  </a:lnTo>
                  <a:lnTo>
                    <a:pt x="18535" y="90099"/>
                  </a:lnTo>
                  <a:lnTo>
                    <a:pt x="16187" y="94845"/>
                  </a:lnTo>
                  <a:lnTo>
                    <a:pt x="13990" y="99663"/>
                  </a:lnTo>
                  <a:lnTo>
                    <a:pt x="11946" y="104547"/>
                  </a:lnTo>
                  <a:lnTo>
                    <a:pt x="10059" y="109495"/>
                  </a:lnTo>
                  <a:lnTo>
                    <a:pt x="8329" y="114499"/>
                  </a:lnTo>
                  <a:lnTo>
                    <a:pt x="6758" y="119556"/>
                  </a:lnTo>
                  <a:lnTo>
                    <a:pt x="5348" y="124660"/>
                  </a:lnTo>
                  <a:lnTo>
                    <a:pt x="4101" y="129806"/>
                  </a:lnTo>
                  <a:lnTo>
                    <a:pt x="3017" y="134988"/>
                  </a:lnTo>
                  <a:lnTo>
                    <a:pt x="2098" y="140203"/>
                  </a:lnTo>
                  <a:lnTo>
                    <a:pt x="1345" y="145444"/>
                  </a:lnTo>
                  <a:lnTo>
                    <a:pt x="758" y="150707"/>
                  </a:lnTo>
                  <a:lnTo>
                    <a:pt x="337" y="155985"/>
                  </a:lnTo>
                  <a:lnTo>
                    <a:pt x="85" y="161274"/>
                  </a:lnTo>
                  <a:lnTo>
                    <a:pt x="0" y="166568"/>
                  </a:lnTo>
                  <a:lnTo>
                    <a:pt x="82" y="171863"/>
                  </a:lnTo>
                  <a:lnTo>
                    <a:pt x="332" y="177152"/>
                  </a:lnTo>
                  <a:lnTo>
                    <a:pt x="750" y="182430"/>
                  </a:lnTo>
                  <a:lnTo>
                    <a:pt x="1334" y="187693"/>
                  </a:lnTo>
                  <a:lnTo>
                    <a:pt x="2085" y="192934"/>
                  </a:lnTo>
                  <a:lnTo>
                    <a:pt x="3002" y="198149"/>
                  </a:lnTo>
                  <a:lnTo>
                    <a:pt x="4083" y="203333"/>
                  </a:lnTo>
                  <a:lnTo>
                    <a:pt x="5328" y="208479"/>
                  </a:lnTo>
                  <a:lnTo>
                    <a:pt x="6735" y="213584"/>
                  </a:lnTo>
                  <a:lnTo>
                    <a:pt x="8304" y="218641"/>
                  </a:lnTo>
                  <a:lnTo>
                    <a:pt x="10031" y="223647"/>
                  </a:lnTo>
                  <a:lnTo>
                    <a:pt x="11917" y="228595"/>
                  </a:lnTo>
                  <a:lnTo>
                    <a:pt x="13958" y="233480"/>
                  </a:lnTo>
                  <a:lnTo>
                    <a:pt x="16152" y="238299"/>
                  </a:lnTo>
                  <a:lnTo>
                    <a:pt x="18499" y="243046"/>
                  </a:lnTo>
                  <a:lnTo>
                    <a:pt x="20994" y="247716"/>
                  </a:lnTo>
                  <a:lnTo>
                    <a:pt x="23636" y="252305"/>
                  </a:lnTo>
                  <a:lnTo>
                    <a:pt x="26422" y="256808"/>
                  </a:lnTo>
                  <a:lnTo>
                    <a:pt x="29350" y="261220"/>
                  </a:lnTo>
                  <a:lnTo>
                    <a:pt x="32415" y="265537"/>
                  </a:lnTo>
                  <a:lnTo>
                    <a:pt x="35616" y="269755"/>
                  </a:lnTo>
                  <a:lnTo>
                    <a:pt x="38949" y="273870"/>
                  </a:lnTo>
                  <a:lnTo>
                    <a:pt x="42410" y="277877"/>
                  </a:lnTo>
                  <a:lnTo>
                    <a:pt x="45997" y="281772"/>
                  </a:lnTo>
                  <a:lnTo>
                    <a:pt x="49705" y="285552"/>
                  </a:lnTo>
                  <a:lnTo>
                    <a:pt x="53531" y="289212"/>
                  </a:lnTo>
                  <a:lnTo>
                    <a:pt x="57471" y="292750"/>
                  </a:lnTo>
                  <a:lnTo>
                    <a:pt x="61521" y="296161"/>
                  </a:lnTo>
                  <a:lnTo>
                    <a:pt x="65677" y="299442"/>
                  </a:lnTo>
                  <a:lnTo>
                    <a:pt x="69935" y="302589"/>
                  </a:lnTo>
                  <a:lnTo>
                    <a:pt x="74290" y="305601"/>
                  </a:lnTo>
                  <a:lnTo>
                    <a:pt x="78739" y="308472"/>
                  </a:lnTo>
                  <a:lnTo>
                    <a:pt x="83276" y="311202"/>
                  </a:lnTo>
                  <a:lnTo>
                    <a:pt x="87897" y="313786"/>
                  </a:lnTo>
                  <a:lnTo>
                    <a:pt x="92598" y="316223"/>
                  </a:lnTo>
                  <a:lnTo>
                    <a:pt x="97374" y="318509"/>
                  </a:lnTo>
                  <a:lnTo>
                    <a:pt x="102220" y="320644"/>
                  </a:lnTo>
                  <a:lnTo>
                    <a:pt x="107131" y="322623"/>
                  </a:lnTo>
                  <a:lnTo>
                    <a:pt x="112102" y="324446"/>
                  </a:lnTo>
                  <a:lnTo>
                    <a:pt x="117129" y="326111"/>
                  </a:lnTo>
                  <a:lnTo>
                    <a:pt x="122206" y="327616"/>
                  </a:lnTo>
                  <a:lnTo>
                    <a:pt x="127327" y="328959"/>
                  </a:lnTo>
                  <a:lnTo>
                    <a:pt x="132489" y="330139"/>
                  </a:lnTo>
                  <a:lnTo>
                    <a:pt x="137686" y="331156"/>
                  </a:lnTo>
                  <a:lnTo>
                    <a:pt x="142912" y="332007"/>
                  </a:lnTo>
                  <a:lnTo>
                    <a:pt x="148162" y="332692"/>
                  </a:lnTo>
                  <a:lnTo>
                    <a:pt x="153432" y="333211"/>
                  </a:lnTo>
                  <a:lnTo>
                    <a:pt x="158715" y="333562"/>
                  </a:lnTo>
                  <a:lnTo>
                    <a:pt x="164007" y="333746"/>
                  </a:lnTo>
                  <a:lnTo>
                    <a:pt x="169302" y="333762"/>
                  </a:lnTo>
                  <a:lnTo>
                    <a:pt x="174595" y="333611"/>
                  </a:lnTo>
                  <a:lnTo>
                    <a:pt x="179880" y="333292"/>
                  </a:lnTo>
                  <a:lnTo>
                    <a:pt x="185153" y="332805"/>
                  </a:lnTo>
                  <a:lnTo>
                    <a:pt x="190408" y="332152"/>
                  </a:lnTo>
                  <a:lnTo>
                    <a:pt x="195639" y="331333"/>
                  </a:lnTo>
                  <a:lnTo>
                    <a:pt x="200842" y="330349"/>
                  </a:lnTo>
                  <a:lnTo>
                    <a:pt x="206010" y="329200"/>
                  </a:lnTo>
                  <a:lnTo>
                    <a:pt x="211140" y="327888"/>
                  </a:lnTo>
                  <a:lnTo>
                    <a:pt x="216226" y="326415"/>
                  </a:lnTo>
                  <a:lnTo>
                    <a:pt x="221263" y="324781"/>
                  </a:lnTo>
                  <a:lnTo>
                    <a:pt x="226245" y="322988"/>
                  </a:lnTo>
                  <a:lnTo>
                    <a:pt x="231168" y="321039"/>
                  </a:lnTo>
                  <a:lnTo>
                    <a:pt x="236027" y="318934"/>
                  </a:lnTo>
                  <a:lnTo>
                    <a:pt x="240817" y="316677"/>
                  </a:lnTo>
                  <a:lnTo>
                    <a:pt x="245533" y="314269"/>
                  </a:lnTo>
                  <a:lnTo>
                    <a:pt x="250170" y="311713"/>
                  </a:lnTo>
                  <a:lnTo>
                    <a:pt x="254724" y="309012"/>
                  </a:lnTo>
                  <a:lnTo>
                    <a:pt x="259190" y="306167"/>
                  </a:lnTo>
                  <a:lnTo>
                    <a:pt x="263564" y="303183"/>
                  </a:lnTo>
                  <a:lnTo>
                    <a:pt x="267841" y="300061"/>
                  </a:lnTo>
                  <a:lnTo>
                    <a:pt x="272017" y="296806"/>
                  </a:lnTo>
                  <a:lnTo>
                    <a:pt x="276088" y="293420"/>
                  </a:lnTo>
                  <a:lnTo>
                    <a:pt x="280049" y="289907"/>
                  </a:lnTo>
                  <a:lnTo>
                    <a:pt x="283898" y="286270"/>
                  </a:lnTo>
                  <a:lnTo>
                    <a:pt x="287629" y="282513"/>
                  </a:lnTo>
                  <a:lnTo>
                    <a:pt x="291239" y="278639"/>
                  </a:lnTo>
                  <a:lnTo>
                    <a:pt x="294725" y="274654"/>
                  </a:lnTo>
                  <a:lnTo>
                    <a:pt x="298083" y="270560"/>
                  </a:lnTo>
                  <a:lnTo>
                    <a:pt x="301310" y="266361"/>
                  </a:lnTo>
                  <a:lnTo>
                    <a:pt x="304402" y="262063"/>
                  </a:lnTo>
                  <a:lnTo>
                    <a:pt x="307356" y="257669"/>
                  </a:lnTo>
                  <a:lnTo>
                    <a:pt x="310170" y="253183"/>
                  </a:lnTo>
                  <a:lnTo>
                    <a:pt x="312840" y="248611"/>
                  </a:lnTo>
                  <a:lnTo>
                    <a:pt x="315364" y="243956"/>
                  </a:lnTo>
                  <a:lnTo>
                    <a:pt x="317739" y="239224"/>
                  </a:lnTo>
                  <a:lnTo>
                    <a:pt x="319963" y="234418"/>
                  </a:lnTo>
                  <a:lnTo>
                    <a:pt x="322034" y="229545"/>
                  </a:lnTo>
                  <a:lnTo>
                    <a:pt x="323950" y="224609"/>
                  </a:lnTo>
                  <a:lnTo>
                    <a:pt x="325708" y="219614"/>
                  </a:lnTo>
                  <a:lnTo>
                    <a:pt x="327307" y="214567"/>
                  </a:lnTo>
                  <a:lnTo>
                    <a:pt x="328746" y="209471"/>
                  </a:lnTo>
                  <a:lnTo>
                    <a:pt x="330022" y="204332"/>
                  </a:lnTo>
                  <a:lnTo>
                    <a:pt x="331135" y="199155"/>
                  </a:lnTo>
                  <a:lnTo>
                    <a:pt x="332084" y="193946"/>
                  </a:lnTo>
                  <a:lnTo>
                    <a:pt x="332867" y="188709"/>
                  </a:lnTo>
                  <a:lnTo>
                    <a:pt x="333484" y="183450"/>
                  </a:lnTo>
                  <a:lnTo>
                    <a:pt x="333934" y="178174"/>
                  </a:lnTo>
                  <a:lnTo>
                    <a:pt x="334216" y="172887"/>
                  </a:lnTo>
                  <a:lnTo>
                    <a:pt x="334331" y="167593"/>
                  </a:lnTo>
                  <a:lnTo>
                    <a:pt x="334279" y="162298"/>
                  </a:lnTo>
                  <a:lnTo>
                    <a:pt x="334058" y="157008"/>
                  </a:lnTo>
                  <a:lnTo>
                    <a:pt x="333671" y="151727"/>
                  </a:lnTo>
                  <a:lnTo>
                    <a:pt x="333116" y="146461"/>
                  </a:lnTo>
                  <a:lnTo>
                    <a:pt x="332395" y="141215"/>
                  </a:lnTo>
                  <a:lnTo>
                    <a:pt x="331507" y="135995"/>
                  </a:lnTo>
                  <a:lnTo>
                    <a:pt x="330455" y="130806"/>
                  </a:lnTo>
                  <a:lnTo>
                    <a:pt x="329240" y="125652"/>
                  </a:lnTo>
                  <a:lnTo>
                    <a:pt x="327861" y="120540"/>
                  </a:lnTo>
                  <a:lnTo>
                    <a:pt x="326322" y="115474"/>
                  </a:lnTo>
                  <a:lnTo>
                    <a:pt x="324622" y="110459"/>
                  </a:lnTo>
                  <a:lnTo>
                    <a:pt x="322765" y="105500"/>
                  </a:lnTo>
                  <a:lnTo>
                    <a:pt x="320752" y="100603"/>
                  </a:lnTo>
                  <a:lnTo>
                    <a:pt x="318584" y="95772"/>
                  </a:lnTo>
                  <a:lnTo>
                    <a:pt x="316265" y="91012"/>
                  </a:lnTo>
                  <a:lnTo>
                    <a:pt x="313796" y="86328"/>
                  </a:lnTo>
                  <a:lnTo>
                    <a:pt x="311180" y="81724"/>
                  </a:lnTo>
                  <a:lnTo>
                    <a:pt x="308419" y="77206"/>
                  </a:lnTo>
                  <a:lnTo>
                    <a:pt x="305517" y="72777"/>
                  </a:lnTo>
                  <a:lnTo>
                    <a:pt x="302475" y="68442"/>
                  </a:lnTo>
                  <a:lnTo>
                    <a:pt x="299299" y="64206"/>
                  </a:lnTo>
                  <a:lnTo>
                    <a:pt x="295989" y="60073"/>
                  </a:lnTo>
                  <a:lnTo>
                    <a:pt x="292550" y="56046"/>
                  </a:lnTo>
                  <a:lnTo>
                    <a:pt x="288986" y="52131"/>
                  </a:lnTo>
                  <a:lnTo>
                    <a:pt x="285299" y="48330"/>
                  </a:lnTo>
                  <a:lnTo>
                    <a:pt x="281494" y="44648"/>
                  </a:lnTo>
                  <a:lnTo>
                    <a:pt x="277574" y="41089"/>
                  </a:lnTo>
                  <a:lnTo>
                    <a:pt x="273543" y="37655"/>
                  </a:lnTo>
                  <a:lnTo>
                    <a:pt x="269406" y="34350"/>
                  </a:lnTo>
                  <a:lnTo>
                    <a:pt x="265166" y="31179"/>
                  </a:lnTo>
                  <a:lnTo>
                    <a:pt x="260828" y="28143"/>
                  </a:lnTo>
                  <a:lnTo>
                    <a:pt x="256395" y="25246"/>
                  </a:lnTo>
                  <a:lnTo>
                    <a:pt x="251873" y="22491"/>
                  </a:lnTo>
                  <a:lnTo>
                    <a:pt x="247267" y="19881"/>
                  </a:lnTo>
                  <a:lnTo>
                    <a:pt x="242579" y="17417"/>
                  </a:lnTo>
                  <a:lnTo>
                    <a:pt x="237817" y="15104"/>
                  </a:lnTo>
                  <a:lnTo>
                    <a:pt x="232983" y="12942"/>
                  </a:lnTo>
                  <a:lnTo>
                    <a:pt x="228083" y="10935"/>
                  </a:lnTo>
                  <a:lnTo>
                    <a:pt x="223122" y="9084"/>
                  </a:lnTo>
                  <a:lnTo>
                    <a:pt x="218105" y="7391"/>
                  </a:lnTo>
                  <a:lnTo>
                    <a:pt x="213037" y="5857"/>
                  </a:lnTo>
                  <a:lnTo>
                    <a:pt x="207923" y="4485"/>
                  </a:lnTo>
                  <a:lnTo>
                    <a:pt x="202768" y="3276"/>
                  </a:lnTo>
                  <a:lnTo>
                    <a:pt x="197577" y="2230"/>
                  </a:lnTo>
                  <a:lnTo>
                    <a:pt x="192356" y="1350"/>
                  </a:lnTo>
                  <a:lnTo>
                    <a:pt x="167167" y="1666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60546" y="1735255"/>
              <a:ext cx="25189" cy="167167"/>
            </a:xfrm>
            <a:custGeom>
              <a:avLst/>
              <a:pathLst>
                <a:path w="25189" h="167167">
                  <a:moveTo>
                    <a:pt x="25189" y="1908"/>
                  </a:moveTo>
                  <a:lnTo>
                    <a:pt x="16828" y="849"/>
                  </a:lnTo>
                  <a:lnTo>
                    <a:pt x="8424" y="2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5690" y="1379510"/>
              <a:ext cx="167150" cy="181009"/>
            </a:xfrm>
            <a:custGeom>
              <a:avLst/>
              <a:pathLst>
                <a:path w="167150" h="181009">
                  <a:moveTo>
                    <a:pt x="167150" y="0"/>
                  </a:moveTo>
                  <a:lnTo>
                    <a:pt x="161730" y="87"/>
                  </a:lnTo>
                  <a:lnTo>
                    <a:pt x="156316" y="351"/>
                  </a:lnTo>
                  <a:lnTo>
                    <a:pt x="150914" y="790"/>
                  </a:lnTo>
                  <a:lnTo>
                    <a:pt x="145528" y="1404"/>
                  </a:lnTo>
                  <a:lnTo>
                    <a:pt x="140166" y="2192"/>
                  </a:lnTo>
                  <a:lnTo>
                    <a:pt x="134832" y="3153"/>
                  </a:lnTo>
                  <a:lnTo>
                    <a:pt x="129531" y="4287"/>
                  </a:lnTo>
                  <a:lnTo>
                    <a:pt x="124271" y="5592"/>
                  </a:lnTo>
                  <a:lnTo>
                    <a:pt x="119055" y="7067"/>
                  </a:lnTo>
                  <a:lnTo>
                    <a:pt x="113890" y="8711"/>
                  </a:lnTo>
                  <a:lnTo>
                    <a:pt x="108781" y="10521"/>
                  </a:lnTo>
                  <a:lnTo>
                    <a:pt x="103733" y="12495"/>
                  </a:lnTo>
                  <a:lnTo>
                    <a:pt x="98752" y="14633"/>
                  </a:lnTo>
                  <a:lnTo>
                    <a:pt x="93843" y="16930"/>
                  </a:lnTo>
                  <a:lnTo>
                    <a:pt x="89011" y="19386"/>
                  </a:lnTo>
                  <a:lnTo>
                    <a:pt x="84261" y="21997"/>
                  </a:lnTo>
                  <a:lnTo>
                    <a:pt x="79598" y="24760"/>
                  </a:lnTo>
                  <a:lnTo>
                    <a:pt x="75027" y="27674"/>
                  </a:lnTo>
                  <a:lnTo>
                    <a:pt x="70553" y="30734"/>
                  </a:lnTo>
                  <a:lnTo>
                    <a:pt x="66181" y="33937"/>
                  </a:lnTo>
                  <a:lnTo>
                    <a:pt x="61915" y="37280"/>
                  </a:lnTo>
                  <a:lnTo>
                    <a:pt x="57759" y="40760"/>
                  </a:lnTo>
                  <a:lnTo>
                    <a:pt x="53718" y="44373"/>
                  </a:lnTo>
                  <a:lnTo>
                    <a:pt x="49797" y="48115"/>
                  </a:lnTo>
                  <a:lnTo>
                    <a:pt x="45999" y="51982"/>
                  </a:lnTo>
                  <a:lnTo>
                    <a:pt x="42329" y="55970"/>
                  </a:lnTo>
                  <a:lnTo>
                    <a:pt x="38789" y="60076"/>
                  </a:lnTo>
                  <a:lnTo>
                    <a:pt x="35385" y="64293"/>
                  </a:lnTo>
                  <a:lnTo>
                    <a:pt x="32119" y="68619"/>
                  </a:lnTo>
                  <a:lnTo>
                    <a:pt x="28995" y="73049"/>
                  </a:lnTo>
                  <a:lnTo>
                    <a:pt x="26016" y="77577"/>
                  </a:lnTo>
                  <a:lnTo>
                    <a:pt x="23186" y="82200"/>
                  </a:lnTo>
                  <a:lnTo>
                    <a:pt x="20507" y="86912"/>
                  </a:lnTo>
                  <a:lnTo>
                    <a:pt x="17982" y="91708"/>
                  </a:lnTo>
                  <a:lnTo>
                    <a:pt x="15614" y="96584"/>
                  </a:lnTo>
                  <a:lnTo>
                    <a:pt x="13406" y="101533"/>
                  </a:lnTo>
                  <a:lnTo>
                    <a:pt x="11359" y="106552"/>
                  </a:lnTo>
                  <a:lnTo>
                    <a:pt x="9476" y="111635"/>
                  </a:lnTo>
                  <a:lnTo>
                    <a:pt x="7758" y="116776"/>
                  </a:lnTo>
                  <a:lnTo>
                    <a:pt x="6208" y="121970"/>
                  </a:lnTo>
                  <a:lnTo>
                    <a:pt x="4828" y="127211"/>
                  </a:lnTo>
                  <a:lnTo>
                    <a:pt x="3617" y="132495"/>
                  </a:lnTo>
                  <a:lnTo>
                    <a:pt x="2579" y="137814"/>
                  </a:lnTo>
                  <a:lnTo>
                    <a:pt x="1714" y="143165"/>
                  </a:lnTo>
                  <a:lnTo>
                    <a:pt x="1023" y="148541"/>
                  </a:lnTo>
                  <a:lnTo>
                    <a:pt x="507" y="153937"/>
                  </a:lnTo>
                  <a:lnTo>
                    <a:pt x="165" y="159346"/>
                  </a:lnTo>
                  <a:lnTo>
                    <a:pt x="0" y="164764"/>
                  </a:lnTo>
                  <a:lnTo>
                    <a:pt x="9" y="170184"/>
                  </a:lnTo>
                  <a:lnTo>
                    <a:pt x="195" y="175601"/>
                  </a:lnTo>
                  <a:lnTo>
                    <a:pt x="556" y="18100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6247" y="1546678"/>
              <a:ext cx="166593" cy="13842"/>
            </a:xfrm>
            <a:custGeom>
              <a:avLst/>
              <a:pathLst>
                <a:path w="166593" h="13842">
                  <a:moveTo>
                    <a:pt x="0" y="13842"/>
                  </a:moveTo>
                  <a:lnTo>
                    <a:pt x="1665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6247" y="1546678"/>
              <a:ext cx="285739" cy="167159"/>
            </a:xfrm>
            <a:custGeom>
              <a:avLst/>
              <a:pathLst>
                <a:path w="285739" h="167159">
                  <a:moveTo>
                    <a:pt x="0" y="13842"/>
                  </a:moveTo>
                  <a:lnTo>
                    <a:pt x="530" y="19187"/>
                  </a:lnTo>
                  <a:lnTo>
                    <a:pt x="1232" y="24512"/>
                  </a:lnTo>
                  <a:lnTo>
                    <a:pt x="2105" y="29811"/>
                  </a:lnTo>
                  <a:lnTo>
                    <a:pt x="3148" y="35080"/>
                  </a:lnTo>
                  <a:lnTo>
                    <a:pt x="4359" y="40313"/>
                  </a:lnTo>
                  <a:lnTo>
                    <a:pt x="5738" y="45504"/>
                  </a:lnTo>
                  <a:lnTo>
                    <a:pt x="7283" y="50648"/>
                  </a:lnTo>
                  <a:lnTo>
                    <a:pt x="8992" y="55739"/>
                  </a:lnTo>
                  <a:lnTo>
                    <a:pt x="10864" y="60774"/>
                  </a:lnTo>
                  <a:lnTo>
                    <a:pt x="12897" y="65745"/>
                  </a:lnTo>
                  <a:lnTo>
                    <a:pt x="15088" y="70649"/>
                  </a:lnTo>
                  <a:lnTo>
                    <a:pt x="17436" y="75479"/>
                  </a:lnTo>
                  <a:lnTo>
                    <a:pt x="19938" y="80232"/>
                  </a:lnTo>
                  <a:lnTo>
                    <a:pt x="22591" y="84902"/>
                  </a:lnTo>
                  <a:lnTo>
                    <a:pt x="25393" y="89484"/>
                  </a:lnTo>
                  <a:lnTo>
                    <a:pt x="28340" y="93974"/>
                  </a:lnTo>
                  <a:lnTo>
                    <a:pt x="31431" y="98367"/>
                  </a:lnTo>
                  <a:lnTo>
                    <a:pt x="34661" y="102658"/>
                  </a:lnTo>
                  <a:lnTo>
                    <a:pt x="38027" y="106844"/>
                  </a:lnTo>
                  <a:lnTo>
                    <a:pt x="41525" y="110919"/>
                  </a:lnTo>
                  <a:lnTo>
                    <a:pt x="45153" y="114879"/>
                  </a:lnTo>
                  <a:lnTo>
                    <a:pt x="48906" y="118721"/>
                  </a:lnTo>
                  <a:lnTo>
                    <a:pt x="52781" y="122441"/>
                  </a:lnTo>
                  <a:lnTo>
                    <a:pt x="56773" y="126034"/>
                  </a:lnTo>
                  <a:lnTo>
                    <a:pt x="60879" y="129497"/>
                  </a:lnTo>
                  <a:lnTo>
                    <a:pt x="65094" y="132826"/>
                  </a:lnTo>
                  <a:lnTo>
                    <a:pt x="69413" y="136018"/>
                  </a:lnTo>
                  <a:lnTo>
                    <a:pt x="73833" y="139070"/>
                  </a:lnTo>
                  <a:lnTo>
                    <a:pt x="78348" y="141978"/>
                  </a:lnTo>
                  <a:lnTo>
                    <a:pt x="82955" y="144740"/>
                  </a:lnTo>
                  <a:lnTo>
                    <a:pt x="87648" y="147352"/>
                  </a:lnTo>
                  <a:lnTo>
                    <a:pt x="92423" y="149812"/>
                  </a:lnTo>
                  <a:lnTo>
                    <a:pt x="97274" y="152117"/>
                  </a:lnTo>
                  <a:lnTo>
                    <a:pt x="102196" y="154266"/>
                  </a:lnTo>
                  <a:lnTo>
                    <a:pt x="107185" y="156255"/>
                  </a:lnTo>
                  <a:lnTo>
                    <a:pt x="112236" y="158083"/>
                  </a:lnTo>
                  <a:lnTo>
                    <a:pt x="117342" y="159747"/>
                  </a:lnTo>
                  <a:lnTo>
                    <a:pt x="122500" y="161247"/>
                  </a:lnTo>
                  <a:lnTo>
                    <a:pt x="127702" y="162580"/>
                  </a:lnTo>
                  <a:lnTo>
                    <a:pt x="132945" y="163746"/>
                  </a:lnTo>
                  <a:lnTo>
                    <a:pt x="138223" y="164742"/>
                  </a:lnTo>
                  <a:lnTo>
                    <a:pt x="143530" y="165568"/>
                  </a:lnTo>
                  <a:lnTo>
                    <a:pt x="148861" y="166224"/>
                  </a:lnTo>
                  <a:lnTo>
                    <a:pt x="154210" y="166708"/>
                  </a:lnTo>
                  <a:lnTo>
                    <a:pt x="159572" y="167019"/>
                  </a:lnTo>
                  <a:lnTo>
                    <a:pt x="164941" y="167159"/>
                  </a:lnTo>
                  <a:lnTo>
                    <a:pt x="170312" y="167126"/>
                  </a:lnTo>
                  <a:lnTo>
                    <a:pt x="175679" y="166920"/>
                  </a:lnTo>
                  <a:lnTo>
                    <a:pt x="181037" y="166542"/>
                  </a:lnTo>
                  <a:lnTo>
                    <a:pt x="186380" y="165992"/>
                  </a:lnTo>
                  <a:lnTo>
                    <a:pt x="191702" y="165270"/>
                  </a:lnTo>
                  <a:lnTo>
                    <a:pt x="196998" y="164378"/>
                  </a:lnTo>
                  <a:lnTo>
                    <a:pt x="202264" y="163317"/>
                  </a:lnTo>
                  <a:lnTo>
                    <a:pt x="207492" y="162087"/>
                  </a:lnTo>
                  <a:lnTo>
                    <a:pt x="212678" y="160689"/>
                  </a:lnTo>
                  <a:lnTo>
                    <a:pt x="217816" y="159126"/>
                  </a:lnTo>
                  <a:lnTo>
                    <a:pt x="222902" y="157398"/>
                  </a:lnTo>
                  <a:lnTo>
                    <a:pt x="227929" y="155508"/>
                  </a:lnTo>
                  <a:lnTo>
                    <a:pt x="232893" y="153457"/>
                  </a:lnTo>
                  <a:lnTo>
                    <a:pt x="237789" y="151248"/>
                  </a:lnTo>
                  <a:lnTo>
                    <a:pt x="242611" y="148883"/>
                  </a:lnTo>
                  <a:lnTo>
                    <a:pt x="247355" y="146364"/>
                  </a:lnTo>
                  <a:lnTo>
                    <a:pt x="252015" y="143694"/>
                  </a:lnTo>
                  <a:lnTo>
                    <a:pt x="256587" y="140875"/>
                  </a:lnTo>
                  <a:lnTo>
                    <a:pt x="261066" y="137912"/>
                  </a:lnTo>
                  <a:lnTo>
                    <a:pt x="265448" y="134805"/>
                  </a:lnTo>
                  <a:lnTo>
                    <a:pt x="269728" y="131560"/>
                  </a:lnTo>
                  <a:lnTo>
                    <a:pt x="273901" y="128179"/>
                  </a:lnTo>
                  <a:lnTo>
                    <a:pt x="277963" y="124665"/>
                  </a:lnTo>
                  <a:lnTo>
                    <a:pt x="281911" y="121023"/>
                  </a:lnTo>
                  <a:lnTo>
                    <a:pt x="285739" y="117256"/>
                  </a:lnTo>
                  <a:lnTo>
                    <a:pt x="1665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82840" y="1379510"/>
              <a:ext cx="167165" cy="284424"/>
            </a:xfrm>
            <a:custGeom>
              <a:avLst/>
              <a:pathLst>
                <a:path w="167165" h="284424">
                  <a:moveTo>
                    <a:pt x="119146" y="284424"/>
                  </a:moveTo>
                  <a:lnTo>
                    <a:pt x="122855" y="280531"/>
                  </a:lnTo>
                  <a:lnTo>
                    <a:pt x="126438" y="276521"/>
                  </a:lnTo>
                  <a:lnTo>
                    <a:pt x="129889" y="272398"/>
                  </a:lnTo>
                  <a:lnTo>
                    <a:pt x="133206" y="268166"/>
                  </a:lnTo>
                  <a:lnTo>
                    <a:pt x="136386" y="263830"/>
                  </a:lnTo>
                  <a:lnTo>
                    <a:pt x="139424" y="259393"/>
                  </a:lnTo>
                  <a:lnTo>
                    <a:pt x="142318" y="254862"/>
                  </a:lnTo>
                  <a:lnTo>
                    <a:pt x="145065" y="250239"/>
                  </a:lnTo>
                  <a:lnTo>
                    <a:pt x="147662" y="245531"/>
                  </a:lnTo>
                  <a:lnTo>
                    <a:pt x="150106" y="240741"/>
                  </a:lnTo>
                  <a:lnTo>
                    <a:pt x="152394" y="235875"/>
                  </a:lnTo>
                  <a:lnTo>
                    <a:pt x="154525" y="230938"/>
                  </a:lnTo>
                  <a:lnTo>
                    <a:pt x="156496" y="225936"/>
                  </a:lnTo>
                  <a:lnTo>
                    <a:pt x="158305" y="220872"/>
                  </a:lnTo>
                  <a:lnTo>
                    <a:pt x="159951" y="215753"/>
                  </a:lnTo>
                  <a:lnTo>
                    <a:pt x="161430" y="210584"/>
                  </a:lnTo>
                  <a:lnTo>
                    <a:pt x="162743" y="205369"/>
                  </a:lnTo>
                  <a:lnTo>
                    <a:pt x="163888" y="200115"/>
                  </a:lnTo>
                  <a:lnTo>
                    <a:pt x="164863" y="194827"/>
                  </a:lnTo>
                  <a:lnTo>
                    <a:pt x="165667" y="189511"/>
                  </a:lnTo>
                  <a:lnTo>
                    <a:pt x="166300" y="184171"/>
                  </a:lnTo>
                  <a:lnTo>
                    <a:pt x="166761" y="178814"/>
                  </a:lnTo>
                  <a:lnTo>
                    <a:pt x="167049" y="173445"/>
                  </a:lnTo>
                  <a:lnTo>
                    <a:pt x="167165" y="168069"/>
                  </a:lnTo>
                  <a:lnTo>
                    <a:pt x="167107" y="162692"/>
                  </a:lnTo>
                  <a:lnTo>
                    <a:pt x="166877" y="157320"/>
                  </a:lnTo>
                  <a:lnTo>
                    <a:pt x="166474" y="151958"/>
                  </a:lnTo>
                  <a:lnTo>
                    <a:pt x="165898" y="146612"/>
                  </a:lnTo>
                  <a:lnTo>
                    <a:pt x="165151" y="141287"/>
                  </a:lnTo>
                  <a:lnTo>
                    <a:pt x="164234" y="135989"/>
                  </a:lnTo>
                  <a:lnTo>
                    <a:pt x="163146" y="130723"/>
                  </a:lnTo>
                  <a:lnTo>
                    <a:pt x="161889" y="125494"/>
                  </a:lnTo>
                  <a:lnTo>
                    <a:pt x="160465" y="120309"/>
                  </a:lnTo>
                  <a:lnTo>
                    <a:pt x="158875" y="115173"/>
                  </a:lnTo>
                  <a:lnTo>
                    <a:pt x="157121" y="110090"/>
                  </a:lnTo>
                  <a:lnTo>
                    <a:pt x="155204" y="105066"/>
                  </a:lnTo>
                  <a:lnTo>
                    <a:pt x="153126" y="100107"/>
                  </a:lnTo>
                  <a:lnTo>
                    <a:pt x="150891" y="95217"/>
                  </a:lnTo>
                  <a:lnTo>
                    <a:pt x="148498" y="90401"/>
                  </a:lnTo>
                  <a:lnTo>
                    <a:pt x="145953" y="85665"/>
                  </a:lnTo>
                  <a:lnTo>
                    <a:pt x="143256" y="81013"/>
                  </a:lnTo>
                  <a:lnTo>
                    <a:pt x="140411" y="76450"/>
                  </a:lnTo>
                  <a:lnTo>
                    <a:pt x="137421" y="71981"/>
                  </a:lnTo>
                  <a:lnTo>
                    <a:pt x="134288" y="67611"/>
                  </a:lnTo>
                  <a:lnTo>
                    <a:pt x="131017" y="63343"/>
                  </a:lnTo>
                  <a:lnTo>
                    <a:pt x="127610" y="59183"/>
                  </a:lnTo>
                  <a:lnTo>
                    <a:pt x="124071" y="55135"/>
                  </a:lnTo>
                  <a:lnTo>
                    <a:pt x="120404" y="51202"/>
                  </a:lnTo>
                  <a:lnTo>
                    <a:pt x="116612" y="47390"/>
                  </a:lnTo>
                  <a:lnTo>
                    <a:pt x="112699" y="43702"/>
                  </a:lnTo>
                  <a:lnTo>
                    <a:pt x="108670" y="40141"/>
                  </a:lnTo>
                  <a:lnTo>
                    <a:pt x="104529" y="36711"/>
                  </a:lnTo>
                  <a:lnTo>
                    <a:pt x="100279" y="33417"/>
                  </a:lnTo>
                  <a:lnTo>
                    <a:pt x="95925" y="30261"/>
                  </a:lnTo>
                  <a:lnTo>
                    <a:pt x="91473" y="27247"/>
                  </a:lnTo>
                  <a:lnTo>
                    <a:pt x="86925" y="24377"/>
                  </a:lnTo>
                  <a:lnTo>
                    <a:pt x="82288" y="21656"/>
                  </a:lnTo>
                  <a:lnTo>
                    <a:pt x="77565" y="19084"/>
                  </a:lnTo>
                  <a:lnTo>
                    <a:pt x="72763" y="16666"/>
                  </a:lnTo>
                  <a:lnTo>
                    <a:pt x="67885" y="14404"/>
                  </a:lnTo>
                  <a:lnTo>
                    <a:pt x="62937" y="12300"/>
                  </a:lnTo>
                  <a:lnTo>
                    <a:pt x="57923" y="10356"/>
                  </a:lnTo>
                  <a:lnTo>
                    <a:pt x="52850" y="8574"/>
                  </a:lnTo>
                  <a:lnTo>
                    <a:pt x="47722" y="6956"/>
                  </a:lnTo>
                  <a:lnTo>
                    <a:pt x="42545" y="5504"/>
                  </a:lnTo>
                  <a:lnTo>
                    <a:pt x="37323" y="4219"/>
                  </a:lnTo>
                  <a:lnTo>
                    <a:pt x="32063" y="3103"/>
                  </a:lnTo>
                  <a:lnTo>
                    <a:pt x="26770" y="2157"/>
                  </a:lnTo>
                  <a:lnTo>
                    <a:pt x="21449" y="1381"/>
                  </a:lnTo>
                  <a:lnTo>
                    <a:pt x="16106" y="777"/>
                  </a:lnTo>
                  <a:lnTo>
                    <a:pt x="10747" y="345"/>
                  </a:lnTo>
                  <a:lnTo>
                    <a:pt x="537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65974" y="1120312"/>
              <a:ext cx="167161" cy="295890"/>
            </a:xfrm>
            <a:custGeom>
              <a:avLst/>
              <a:pathLst>
                <a:path w="167161" h="295890">
                  <a:moveTo>
                    <a:pt x="167161" y="0"/>
                  </a:moveTo>
                  <a:lnTo>
                    <a:pt x="161773" y="86"/>
                  </a:lnTo>
                  <a:lnTo>
                    <a:pt x="156392" y="347"/>
                  </a:lnTo>
                  <a:lnTo>
                    <a:pt x="151021" y="780"/>
                  </a:lnTo>
                  <a:lnTo>
                    <a:pt x="145667" y="1387"/>
                  </a:lnTo>
                  <a:lnTo>
                    <a:pt x="140336" y="2166"/>
                  </a:lnTo>
                  <a:lnTo>
                    <a:pt x="135032" y="3116"/>
                  </a:lnTo>
                  <a:lnTo>
                    <a:pt x="129762" y="4237"/>
                  </a:lnTo>
                  <a:lnTo>
                    <a:pt x="124531" y="5526"/>
                  </a:lnTo>
                  <a:lnTo>
                    <a:pt x="119344" y="6984"/>
                  </a:lnTo>
                  <a:lnTo>
                    <a:pt x="114206" y="8608"/>
                  </a:lnTo>
                  <a:lnTo>
                    <a:pt x="109124" y="10397"/>
                  </a:lnTo>
                  <a:lnTo>
                    <a:pt x="104102" y="12349"/>
                  </a:lnTo>
                  <a:lnTo>
                    <a:pt x="99145" y="14462"/>
                  </a:lnTo>
                  <a:lnTo>
                    <a:pt x="94260" y="16733"/>
                  </a:lnTo>
                  <a:lnTo>
                    <a:pt x="89449" y="19161"/>
                  </a:lnTo>
                  <a:lnTo>
                    <a:pt x="84720" y="21742"/>
                  </a:lnTo>
                  <a:lnTo>
                    <a:pt x="80076" y="24474"/>
                  </a:lnTo>
                  <a:lnTo>
                    <a:pt x="75523" y="27355"/>
                  </a:lnTo>
                  <a:lnTo>
                    <a:pt x="71065" y="30381"/>
                  </a:lnTo>
                  <a:lnTo>
                    <a:pt x="66706" y="33549"/>
                  </a:lnTo>
                  <a:lnTo>
                    <a:pt x="62452" y="36855"/>
                  </a:lnTo>
                  <a:lnTo>
                    <a:pt x="58307" y="40297"/>
                  </a:lnTo>
                  <a:lnTo>
                    <a:pt x="54275" y="43871"/>
                  </a:lnTo>
                  <a:lnTo>
                    <a:pt x="50360" y="47573"/>
                  </a:lnTo>
                  <a:lnTo>
                    <a:pt x="46567" y="51400"/>
                  </a:lnTo>
                  <a:lnTo>
                    <a:pt x="42899" y="55346"/>
                  </a:lnTo>
                  <a:lnTo>
                    <a:pt x="39360" y="59409"/>
                  </a:lnTo>
                  <a:lnTo>
                    <a:pt x="35953" y="63584"/>
                  </a:lnTo>
                  <a:lnTo>
                    <a:pt x="32683" y="67866"/>
                  </a:lnTo>
                  <a:lnTo>
                    <a:pt x="29553" y="72251"/>
                  </a:lnTo>
                  <a:lnTo>
                    <a:pt x="26565" y="76735"/>
                  </a:lnTo>
                  <a:lnTo>
                    <a:pt x="23724" y="81313"/>
                  </a:lnTo>
                  <a:lnTo>
                    <a:pt x="21032" y="85980"/>
                  </a:lnTo>
                  <a:lnTo>
                    <a:pt x="18491" y="90732"/>
                  </a:lnTo>
                  <a:lnTo>
                    <a:pt x="16105" y="95563"/>
                  </a:lnTo>
                  <a:lnTo>
                    <a:pt x="13876" y="100468"/>
                  </a:lnTo>
                  <a:lnTo>
                    <a:pt x="11806" y="105442"/>
                  </a:lnTo>
                  <a:lnTo>
                    <a:pt x="9898" y="110481"/>
                  </a:lnTo>
                  <a:lnTo>
                    <a:pt x="8153" y="115579"/>
                  </a:lnTo>
                  <a:lnTo>
                    <a:pt x="6573" y="120730"/>
                  </a:lnTo>
                  <a:lnTo>
                    <a:pt x="5160" y="125929"/>
                  </a:lnTo>
                  <a:lnTo>
                    <a:pt x="3915" y="131171"/>
                  </a:lnTo>
                  <a:lnTo>
                    <a:pt x="2839" y="136451"/>
                  </a:lnTo>
                  <a:lnTo>
                    <a:pt x="1935" y="141763"/>
                  </a:lnTo>
                  <a:lnTo>
                    <a:pt x="1202" y="147101"/>
                  </a:lnTo>
                  <a:lnTo>
                    <a:pt x="642" y="152459"/>
                  </a:lnTo>
                  <a:lnTo>
                    <a:pt x="254" y="157833"/>
                  </a:lnTo>
                  <a:lnTo>
                    <a:pt x="40" y="163217"/>
                  </a:lnTo>
                  <a:lnTo>
                    <a:pt x="0" y="168605"/>
                  </a:lnTo>
                  <a:lnTo>
                    <a:pt x="133" y="173991"/>
                  </a:lnTo>
                  <a:lnTo>
                    <a:pt x="439" y="179371"/>
                  </a:lnTo>
                  <a:lnTo>
                    <a:pt x="919" y="184737"/>
                  </a:lnTo>
                  <a:lnTo>
                    <a:pt x="1572" y="190086"/>
                  </a:lnTo>
                  <a:lnTo>
                    <a:pt x="2396" y="195410"/>
                  </a:lnTo>
                  <a:lnTo>
                    <a:pt x="3392" y="200705"/>
                  </a:lnTo>
                  <a:lnTo>
                    <a:pt x="4558" y="205966"/>
                  </a:lnTo>
                  <a:lnTo>
                    <a:pt x="5893" y="211186"/>
                  </a:lnTo>
                  <a:lnTo>
                    <a:pt x="7395" y="216360"/>
                  </a:lnTo>
                  <a:lnTo>
                    <a:pt x="9064" y="221483"/>
                  </a:lnTo>
                  <a:lnTo>
                    <a:pt x="10896" y="226550"/>
                  </a:lnTo>
                  <a:lnTo>
                    <a:pt x="12891" y="231555"/>
                  </a:lnTo>
                  <a:lnTo>
                    <a:pt x="15046" y="236493"/>
                  </a:lnTo>
                  <a:lnTo>
                    <a:pt x="17360" y="241360"/>
                  </a:lnTo>
                  <a:lnTo>
                    <a:pt x="19828" y="246149"/>
                  </a:lnTo>
                  <a:lnTo>
                    <a:pt x="22450" y="250856"/>
                  </a:lnTo>
                  <a:lnTo>
                    <a:pt x="25222" y="255476"/>
                  </a:lnTo>
                  <a:lnTo>
                    <a:pt x="28142" y="260004"/>
                  </a:lnTo>
                  <a:lnTo>
                    <a:pt x="31206" y="264436"/>
                  </a:lnTo>
                  <a:lnTo>
                    <a:pt x="34412" y="268767"/>
                  </a:lnTo>
                  <a:lnTo>
                    <a:pt x="37755" y="272993"/>
                  </a:lnTo>
                  <a:lnTo>
                    <a:pt x="41232" y="277108"/>
                  </a:lnTo>
                  <a:lnTo>
                    <a:pt x="44841" y="281109"/>
                  </a:lnTo>
                  <a:lnTo>
                    <a:pt x="48577" y="284992"/>
                  </a:lnTo>
                  <a:lnTo>
                    <a:pt x="52435" y="288752"/>
                  </a:lnTo>
                  <a:lnTo>
                    <a:pt x="56413" y="292386"/>
                  </a:lnTo>
                  <a:lnTo>
                    <a:pt x="60506" y="29589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6481" y="1287480"/>
              <a:ext cx="106654" cy="128723"/>
            </a:xfrm>
            <a:custGeom>
              <a:avLst/>
              <a:pathLst>
                <a:path w="106654" h="128723">
                  <a:moveTo>
                    <a:pt x="0" y="128723"/>
                  </a:moveTo>
                  <a:lnTo>
                    <a:pt x="1066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6481" y="1140769"/>
              <a:ext cx="273815" cy="313874"/>
            </a:xfrm>
            <a:custGeom>
              <a:avLst/>
              <a:pathLst>
                <a:path w="273815" h="313874">
                  <a:moveTo>
                    <a:pt x="0" y="275434"/>
                  </a:moveTo>
                  <a:lnTo>
                    <a:pt x="4139" y="278754"/>
                  </a:lnTo>
                  <a:lnTo>
                    <a:pt x="8383" y="281942"/>
                  </a:lnTo>
                  <a:lnTo>
                    <a:pt x="12725" y="284993"/>
                  </a:lnTo>
                  <a:lnTo>
                    <a:pt x="17162" y="287905"/>
                  </a:lnTo>
                  <a:lnTo>
                    <a:pt x="21689" y="290675"/>
                  </a:lnTo>
                  <a:lnTo>
                    <a:pt x="26301" y="293299"/>
                  </a:lnTo>
                  <a:lnTo>
                    <a:pt x="30995" y="295776"/>
                  </a:lnTo>
                  <a:lnTo>
                    <a:pt x="35765" y="298102"/>
                  </a:lnTo>
                  <a:lnTo>
                    <a:pt x="40606" y="300276"/>
                  </a:lnTo>
                  <a:lnTo>
                    <a:pt x="45514" y="302296"/>
                  </a:lnTo>
                  <a:lnTo>
                    <a:pt x="50484" y="304158"/>
                  </a:lnTo>
                  <a:lnTo>
                    <a:pt x="55510" y="305862"/>
                  </a:lnTo>
                  <a:lnTo>
                    <a:pt x="60588" y="307405"/>
                  </a:lnTo>
                  <a:lnTo>
                    <a:pt x="65712" y="308786"/>
                  </a:lnTo>
                  <a:lnTo>
                    <a:pt x="70878" y="310004"/>
                  </a:lnTo>
                  <a:lnTo>
                    <a:pt x="76079" y="311058"/>
                  </a:lnTo>
                  <a:lnTo>
                    <a:pt x="81311" y="311945"/>
                  </a:lnTo>
                  <a:lnTo>
                    <a:pt x="86569" y="312666"/>
                  </a:lnTo>
                  <a:lnTo>
                    <a:pt x="91847" y="313220"/>
                  </a:lnTo>
                  <a:lnTo>
                    <a:pt x="97140" y="313606"/>
                  </a:lnTo>
                  <a:lnTo>
                    <a:pt x="102443" y="313824"/>
                  </a:lnTo>
                  <a:lnTo>
                    <a:pt x="107750" y="313874"/>
                  </a:lnTo>
                  <a:lnTo>
                    <a:pt x="113056" y="313755"/>
                  </a:lnTo>
                  <a:lnTo>
                    <a:pt x="118355" y="313467"/>
                  </a:lnTo>
                  <a:lnTo>
                    <a:pt x="123643" y="313012"/>
                  </a:lnTo>
                  <a:lnTo>
                    <a:pt x="128913" y="312389"/>
                  </a:lnTo>
                  <a:lnTo>
                    <a:pt x="134161" y="311599"/>
                  </a:lnTo>
                  <a:lnTo>
                    <a:pt x="139381" y="310643"/>
                  </a:lnTo>
                  <a:lnTo>
                    <a:pt x="144568" y="309521"/>
                  </a:lnTo>
                  <a:lnTo>
                    <a:pt x="149717" y="308235"/>
                  </a:lnTo>
                  <a:lnTo>
                    <a:pt x="154823" y="306787"/>
                  </a:lnTo>
                  <a:lnTo>
                    <a:pt x="159880" y="305177"/>
                  </a:lnTo>
                  <a:lnTo>
                    <a:pt x="164884" y="303408"/>
                  </a:lnTo>
                  <a:lnTo>
                    <a:pt x="169828" y="301481"/>
                  </a:lnTo>
                  <a:lnTo>
                    <a:pt x="174709" y="299397"/>
                  </a:lnTo>
                  <a:lnTo>
                    <a:pt x="179522" y="297160"/>
                  </a:lnTo>
                  <a:lnTo>
                    <a:pt x="184261" y="294771"/>
                  </a:lnTo>
                  <a:lnTo>
                    <a:pt x="188922" y="292233"/>
                  </a:lnTo>
                  <a:lnTo>
                    <a:pt x="193500" y="289548"/>
                  </a:lnTo>
                  <a:lnTo>
                    <a:pt x="197990" y="286720"/>
                  </a:lnTo>
                  <a:lnTo>
                    <a:pt x="202388" y="283750"/>
                  </a:lnTo>
                  <a:lnTo>
                    <a:pt x="206690" y="280642"/>
                  </a:lnTo>
                  <a:lnTo>
                    <a:pt x="210891" y="277399"/>
                  </a:lnTo>
                  <a:lnTo>
                    <a:pt x="214987" y="274024"/>
                  </a:lnTo>
                  <a:lnTo>
                    <a:pt x="218974" y="270521"/>
                  </a:lnTo>
                  <a:lnTo>
                    <a:pt x="222847" y="266893"/>
                  </a:lnTo>
                  <a:lnTo>
                    <a:pt x="226604" y="263144"/>
                  </a:lnTo>
                  <a:lnTo>
                    <a:pt x="230239" y="259278"/>
                  </a:lnTo>
                  <a:lnTo>
                    <a:pt x="233750" y="255298"/>
                  </a:lnTo>
                  <a:lnTo>
                    <a:pt x="237133" y="251209"/>
                  </a:lnTo>
                  <a:lnTo>
                    <a:pt x="240385" y="247015"/>
                  </a:lnTo>
                  <a:lnTo>
                    <a:pt x="243501" y="242719"/>
                  </a:lnTo>
                  <a:lnTo>
                    <a:pt x="246480" y="238327"/>
                  </a:lnTo>
                  <a:lnTo>
                    <a:pt x="249318" y="233842"/>
                  </a:lnTo>
                  <a:lnTo>
                    <a:pt x="252012" y="229270"/>
                  </a:lnTo>
                  <a:lnTo>
                    <a:pt x="254559" y="224614"/>
                  </a:lnTo>
                  <a:lnTo>
                    <a:pt x="256958" y="219880"/>
                  </a:lnTo>
                  <a:lnTo>
                    <a:pt x="259204" y="215072"/>
                  </a:lnTo>
                  <a:lnTo>
                    <a:pt x="261298" y="210195"/>
                  </a:lnTo>
                  <a:lnTo>
                    <a:pt x="263235" y="205254"/>
                  </a:lnTo>
                  <a:lnTo>
                    <a:pt x="265014" y="200254"/>
                  </a:lnTo>
                  <a:lnTo>
                    <a:pt x="266634" y="195200"/>
                  </a:lnTo>
                  <a:lnTo>
                    <a:pt x="268093" y="190097"/>
                  </a:lnTo>
                  <a:lnTo>
                    <a:pt x="269389" y="184951"/>
                  </a:lnTo>
                  <a:lnTo>
                    <a:pt x="270521" y="179766"/>
                  </a:lnTo>
                  <a:lnTo>
                    <a:pt x="271487" y="174548"/>
                  </a:lnTo>
                  <a:lnTo>
                    <a:pt x="272288" y="169301"/>
                  </a:lnTo>
                  <a:lnTo>
                    <a:pt x="272922" y="164032"/>
                  </a:lnTo>
                  <a:lnTo>
                    <a:pt x="273388" y="158746"/>
                  </a:lnTo>
                  <a:lnTo>
                    <a:pt x="273686" y="153447"/>
                  </a:lnTo>
                  <a:lnTo>
                    <a:pt x="273815" y="148141"/>
                  </a:lnTo>
                  <a:lnTo>
                    <a:pt x="273777" y="142834"/>
                  </a:lnTo>
                  <a:lnTo>
                    <a:pt x="273569" y="137531"/>
                  </a:lnTo>
                  <a:lnTo>
                    <a:pt x="273194" y="132238"/>
                  </a:lnTo>
                  <a:lnTo>
                    <a:pt x="272651" y="126958"/>
                  </a:lnTo>
                  <a:lnTo>
                    <a:pt x="271940" y="121699"/>
                  </a:lnTo>
                  <a:lnTo>
                    <a:pt x="271063" y="116465"/>
                  </a:lnTo>
                  <a:lnTo>
                    <a:pt x="270020" y="111261"/>
                  </a:lnTo>
                  <a:lnTo>
                    <a:pt x="268812" y="106094"/>
                  </a:lnTo>
                  <a:lnTo>
                    <a:pt x="267441" y="100967"/>
                  </a:lnTo>
                  <a:lnTo>
                    <a:pt x="265908" y="95886"/>
                  </a:lnTo>
                  <a:lnTo>
                    <a:pt x="264215" y="90856"/>
                  </a:lnTo>
                  <a:lnTo>
                    <a:pt x="262362" y="85883"/>
                  </a:lnTo>
                  <a:lnTo>
                    <a:pt x="260353" y="80971"/>
                  </a:lnTo>
                  <a:lnTo>
                    <a:pt x="258189" y="76125"/>
                  </a:lnTo>
                  <a:lnTo>
                    <a:pt x="255872" y="71350"/>
                  </a:lnTo>
                  <a:lnTo>
                    <a:pt x="253404" y="66652"/>
                  </a:lnTo>
                  <a:lnTo>
                    <a:pt x="250789" y="62034"/>
                  </a:lnTo>
                  <a:lnTo>
                    <a:pt x="248029" y="57501"/>
                  </a:lnTo>
                  <a:lnTo>
                    <a:pt x="245126" y="53058"/>
                  </a:lnTo>
                  <a:lnTo>
                    <a:pt x="242083" y="48710"/>
                  </a:lnTo>
                  <a:lnTo>
                    <a:pt x="238904" y="44461"/>
                  </a:lnTo>
                  <a:lnTo>
                    <a:pt x="235592" y="40314"/>
                  </a:lnTo>
                  <a:lnTo>
                    <a:pt x="232149" y="36275"/>
                  </a:lnTo>
                  <a:lnTo>
                    <a:pt x="228580" y="32347"/>
                  </a:lnTo>
                  <a:lnTo>
                    <a:pt x="224889" y="28534"/>
                  </a:lnTo>
                  <a:lnTo>
                    <a:pt x="221078" y="24841"/>
                  </a:lnTo>
                  <a:lnTo>
                    <a:pt x="217152" y="21270"/>
                  </a:lnTo>
                  <a:lnTo>
                    <a:pt x="213114" y="17825"/>
                  </a:lnTo>
                  <a:lnTo>
                    <a:pt x="208969" y="14511"/>
                  </a:lnTo>
                  <a:lnTo>
                    <a:pt x="204721" y="11330"/>
                  </a:lnTo>
                  <a:lnTo>
                    <a:pt x="200374" y="8285"/>
                  </a:lnTo>
                  <a:lnTo>
                    <a:pt x="195933" y="5380"/>
                  </a:lnTo>
                  <a:lnTo>
                    <a:pt x="191402" y="2617"/>
                  </a:lnTo>
                  <a:lnTo>
                    <a:pt x="186785" y="0"/>
                  </a:lnTo>
                  <a:lnTo>
                    <a:pt x="106654" y="1467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633135" y="1120312"/>
              <a:ext cx="80131" cy="167167"/>
            </a:xfrm>
            <a:custGeom>
              <a:avLst/>
              <a:pathLst>
                <a:path w="80131" h="167167">
                  <a:moveTo>
                    <a:pt x="80131" y="20456"/>
                  </a:moveTo>
                  <a:lnTo>
                    <a:pt x="74842" y="17689"/>
                  </a:lnTo>
                  <a:lnTo>
                    <a:pt x="69458" y="15113"/>
                  </a:lnTo>
                  <a:lnTo>
                    <a:pt x="63985" y="12730"/>
                  </a:lnTo>
                  <a:lnTo>
                    <a:pt x="58431" y="10544"/>
                  </a:lnTo>
                  <a:lnTo>
                    <a:pt x="52802" y="8558"/>
                  </a:lnTo>
                  <a:lnTo>
                    <a:pt x="47106" y="6774"/>
                  </a:lnTo>
                  <a:lnTo>
                    <a:pt x="41350" y="5194"/>
                  </a:lnTo>
                  <a:lnTo>
                    <a:pt x="35541" y="3821"/>
                  </a:lnTo>
                  <a:lnTo>
                    <a:pt x="29687" y="2657"/>
                  </a:lnTo>
                  <a:lnTo>
                    <a:pt x="23795" y="1702"/>
                  </a:lnTo>
                  <a:lnTo>
                    <a:pt x="17873" y="958"/>
                  </a:lnTo>
                  <a:lnTo>
                    <a:pt x="11928" y="426"/>
                  </a:lnTo>
                  <a:lnTo>
                    <a:pt x="596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68508" y="971635"/>
              <a:ext cx="167167" cy="258419"/>
            </a:xfrm>
            <a:custGeom>
              <a:avLst/>
              <a:pathLst>
                <a:path w="167167" h="258419">
                  <a:moveTo>
                    <a:pt x="167167" y="0"/>
                  </a:moveTo>
                  <a:lnTo>
                    <a:pt x="161808" y="85"/>
                  </a:lnTo>
                  <a:lnTo>
                    <a:pt x="156454" y="343"/>
                  </a:lnTo>
                  <a:lnTo>
                    <a:pt x="151112" y="772"/>
                  </a:lnTo>
                  <a:lnTo>
                    <a:pt x="145786" y="1372"/>
                  </a:lnTo>
                  <a:lnTo>
                    <a:pt x="140482" y="2143"/>
                  </a:lnTo>
                  <a:lnTo>
                    <a:pt x="135206" y="3083"/>
                  </a:lnTo>
                  <a:lnTo>
                    <a:pt x="129962" y="4192"/>
                  </a:lnTo>
                  <a:lnTo>
                    <a:pt x="124756" y="5469"/>
                  </a:lnTo>
                  <a:lnTo>
                    <a:pt x="119595" y="6911"/>
                  </a:lnTo>
                  <a:lnTo>
                    <a:pt x="114482" y="8519"/>
                  </a:lnTo>
                  <a:lnTo>
                    <a:pt x="109423" y="10289"/>
                  </a:lnTo>
                  <a:lnTo>
                    <a:pt x="104423" y="12221"/>
                  </a:lnTo>
                  <a:lnTo>
                    <a:pt x="99488" y="14312"/>
                  </a:lnTo>
                  <a:lnTo>
                    <a:pt x="94623" y="16560"/>
                  </a:lnTo>
                  <a:lnTo>
                    <a:pt x="89832" y="18963"/>
                  </a:lnTo>
                  <a:lnTo>
                    <a:pt x="85121" y="21519"/>
                  </a:lnTo>
                  <a:lnTo>
                    <a:pt x="80494" y="24224"/>
                  </a:lnTo>
                  <a:lnTo>
                    <a:pt x="75956" y="27076"/>
                  </a:lnTo>
                  <a:lnTo>
                    <a:pt x="71512" y="30072"/>
                  </a:lnTo>
                  <a:lnTo>
                    <a:pt x="67166" y="33209"/>
                  </a:lnTo>
                  <a:lnTo>
                    <a:pt x="62923" y="36483"/>
                  </a:lnTo>
                  <a:lnTo>
                    <a:pt x="58788" y="39892"/>
                  </a:lnTo>
                  <a:lnTo>
                    <a:pt x="54763" y="43432"/>
                  </a:lnTo>
                  <a:lnTo>
                    <a:pt x="50854" y="47099"/>
                  </a:lnTo>
                  <a:lnTo>
                    <a:pt x="47065" y="50889"/>
                  </a:lnTo>
                  <a:lnTo>
                    <a:pt x="43399" y="54799"/>
                  </a:lnTo>
                  <a:lnTo>
                    <a:pt x="39860" y="58825"/>
                  </a:lnTo>
                  <a:lnTo>
                    <a:pt x="36453" y="62962"/>
                  </a:lnTo>
                  <a:lnTo>
                    <a:pt x="33179" y="67206"/>
                  </a:lnTo>
                  <a:lnTo>
                    <a:pt x="30044" y="71552"/>
                  </a:lnTo>
                  <a:lnTo>
                    <a:pt x="27049" y="75997"/>
                  </a:lnTo>
                  <a:lnTo>
                    <a:pt x="24198" y="80536"/>
                  </a:lnTo>
                  <a:lnTo>
                    <a:pt x="21495" y="85164"/>
                  </a:lnTo>
                  <a:lnTo>
                    <a:pt x="18941" y="89876"/>
                  </a:lnTo>
                  <a:lnTo>
                    <a:pt x="16539" y="94667"/>
                  </a:lnTo>
                  <a:lnTo>
                    <a:pt x="14292" y="99533"/>
                  </a:lnTo>
                  <a:lnTo>
                    <a:pt x="12203" y="104469"/>
                  </a:lnTo>
                  <a:lnTo>
                    <a:pt x="10272" y="109469"/>
                  </a:lnTo>
                  <a:lnTo>
                    <a:pt x="8503" y="114528"/>
                  </a:lnTo>
                  <a:lnTo>
                    <a:pt x="6898" y="119642"/>
                  </a:lnTo>
                  <a:lnTo>
                    <a:pt x="5456" y="124804"/>
                  </a:lnTo>
                  <a:lnTo>
                    <a:pt x="4181" y="130010"/>
                  </a:lnTo>
                  <a:lnTo>
                    <a:pt x="3074" y="135254"/>
                  </a:lnTo>
                  <a:lnTo>
                    <a:pt x="2135" y="140530"/>
                  </a:lnTo>
                  <a:lnTo>
                    <a:pt x="1366" y="145835"/>
                  </a:lnTo>
                  <a:lnTo>
                    <a:pt x="768" y="151161"/>
                  </a:lnTo>
                  <a:lnTo>
                    <a:pt x="340" y="156503"/>
                  </a:lnTo>
                  <a:lnTo>
                    <a:pt x="84" y="161857"/>
                  </a:lnTo>
                  <a:lnTo>
                    <a:pt x="0" y="167216"/>
                  </a:lnTo>
                  <a:lnTo>
                    <a:pt x="87" y="172575"/>
                  </a:lnTo>
                  <a:lnTo>
                    <a:pt x="346" y="177928"/>
                  </a:lnTo>
                  <a:lnTo>
                    <a:pt x="777" y="183271"/>
                  </a:lnTo>
                  <a:lnTo>
                    <a:pt x="1379" y="188596"/>
                  </a:lnTo>
                  <a:lnTo>
                    <a:pt x="2151" y="193900"/>
                  </a:lnTo>
                  <a:lnTo>
                    <a:pt x="3093" y="199176"/>
                  </a:lnTo>
                  <a:lnTo>
                    <a:pt x="4203" y="204420"/>
                  </a:lnTo>
                  <a:lnTo>
                    <a:pt x="5481" y="209625"/>
                  </a:lnTo>
                  <a:lnTo>
                    <a:pt x="6925" y="214786"/>
                  </a:lnTo>
                  <a:lnTo>
                    <a:pt x="8534" y="219899"/>
                  </a:lnTo>
                  <a:lnTo>
                    <a:pt x="10306" y="224957"/>
                  </a:lnTo>
                  <a:lnTo>
                    <a:pt x="12240" y="229956"/>
                  </a:lnTo>
                  <a:lnTo>
                    <a:pt x="14332" y="234890"/>
                  </a:lnTo>
                  <a:lnTo>
                    <a:pt x="16582" y="239755"/>
                  </a:lnTo>
                  <a:lnTo>
                    <a:pt x="18986" y="244545"/>
                  </a:lnTo>
                  <a:lnTo>
                    <a:pt x="21543" y="249256"/>
                  </a:lnTo>
                  <a:lnTo>
                    <a:pt x="24249" y="253882"/>
                  </a:lnTo>
                  <a:lnTo>
                    <a:pt x="27102" y="25841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5611" y="1138802"/>
              <a:ext cx="140064" cy="91251"/>
            </a:xfrm>
            <a:custGeom>
              <a:avLst/>
              <a:pathLst>
                <a:path w="140064" h="91251">
                  <a:moveTo>
                    <a:pt x="0" y="91251"/>
                  </a:moveTo>
                  <a:lnTo>
                    <a:pt x="1400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95611" y="1063598"/>
              <a:ext cx="307220" cy="242370"/>
            </a:xfrm>
            <a:custGeom>
              <a:avLst/>
              <a:pathLst>
                <a:path w="307220" h="242370">
                  <a:moveTo>
                    <a:pt x="0" y="166456"/>
                  </a:moveTo>
                  <a:lnTo>
                    <a:pt x="2981" y="170877"/>
                  </a:lnTo>
                  <a:lnTo>
                    <a:pt x="6103" y="175201"/>
                  </a:lnTo>
                  <a:lnTo>
                    <a:pt x="9361" y="179423"/>
                  </a:lnTo>
                  <a:lnTo>
                    <a:pt x="12752" y="183539"/>
                  </a:lnTo>
                  <a:lnTo>
                    <a:pt x="16272" y="187545"/>
                  </a:lnTo>
                  <a:lnTo>
                    <a:pt x="19919" y="191437"/>
                  </a:lnTo>
                  <a:lnTo>
                    <a:pt x="23687" y="195210"/>
                  </a:lnTo>
                  <a:lnTo>
                    <a:pt x="27574" y="198861"/>
                  </a:lnTo>
                  <a:lnTo>
                    <a:pt x="31576" y="202386"/>
                  </a:lnTo>
                  <a:lnTo>
                    <a:pt x="35688" y="205782"/>
                  </a:lnTo>
                  <a:lnTo>
                    <a:pt x="39906" y="209045"/>
                  </a:lnTo>
                  <a:lnTo>
                    <a:pt x="44226" y="212172"/>
                  </a:lnTo>
                  <a:lnTo>
                    <a:pt x="48644" y="215159"/>
                  </a:lnTo>
                  <a:lnTo>
                    <a:pt x="53155" y="218004"/>
                  </a:lnTo>
                  <a:lnTo>
                    <a:pt x="57754" y="220703"/>
                  </a:lnTo>
                  <a:lnTo>
                    <a:pt x="62437" y="223255"/>
                  </a:lnTo>
                  <a:lnTo>
                    <a:pt x="67199" y="225656"/>
                  </a:lnTo>
                  <a:lnTo>
                    <a:pt x="72035" y="227903"/>
                  </a:lnTo>
                  <a:lnTo>
                    <a:pt x="76940" y="229996"/>
                  </a:lnTo>
                  <a:lnTo>
                    <a:pt x="81910" y="231930"/>
                  </a:lnTo>
                  <a:lnTo>
                    <a:pt x="86939" y="233705"/>
                  </a:lnTo>
                  <a:lnTo>
                    <a:pt x="92022" y="235319"/>
                  </a:lnTo>
                  <a:lnTo>
                    <a:pt x="97153" y="236770"/>
                  </a:lnTo>
                  <a:lnTo>
                    <a:pt x="102329" y="238057"/>
                  </a:lnTo>
                  <a:lnTo>
                    <a:pt x="107543" y="239178"/>
                  </a:lnTo>
                  <a:lnTo>
                    <a:pt x="112790" y="240132"/>
                  </a:lnTo>
                  <a:lnTo>
                    <a:pt x="118064" y="240918"/>
                  </a:lnTo>
                  <a:lnTo>
                    <a:pt x="123361" y="241535"/>
                  </a:lnTo>
                  <a:lnTo>
                    <a:pt x="128675" y="241983"/>
                  </a:lnTo>
                  <a:lnTo>
                    <a:pt x="134001" y="242262"/>
                  </a:lnTo>
                  <a:lnTo>
                    <a:pt x="139333" y="242370"/>
                  </a:lnTo>
                  <a:lnTo>
                    <a:pt x="144665" y="242308"/>
                  </a:lnTo>
                  <a:lnTo>
                    <a:pt x="149993" y="242076"/>
                  </a:lnTo>
                  <a:lnTo>
                    <a:pt x="155311" y="241675"/>
                  </a:lnTo>
                  <a:lnTo>
                    <a:pt x="160613" y="241104"/>
                  </a:lnTo>
                  <a:lnTo>
                    <a:pt x="165895" y="240364"/>
                  </a:lnTo>
                  <a:lnTo>
                    <a:pt x="171150" y="239456"/>
                  </a:lnTo>
                  <a:lnTo>
                    <a:pt x="176373" y="238381"/>
                  </a:lnTo>
                  <a:lnTo>
                    <a:pt x="181560" y="237139"/>
                  </a:lnTo>
                  <a:lnTo>
                    <a:pt x="186704" y="235733"/>
                  </a:lnTo>
                  <a:lnTo>
                    <a:pt x="191801" y="234164"/>
                  </a:lnTo>
                  <a:lnTo>
                    <a:pt x="196845" y="232433"/>
                  </a:lnTo>
                  <a:lnTo>
                    <a:pt x="201831" y="230542"/>
                  </a:lnTo>
                  <a:lnTo>
                    <a:pt x="206755" y="228492"/>
                  </a:lnTo>
                  <a:lnTo>
                    <a:pt x="211610" y="226287"/>
                  </a:lnTo>
                  <a:lnTo>
                    <a:pt x="216393" y="223928"/>
                  </a:lnTo>
                  <a:lnTo>
                    <a:pt x="221098" y="221418"/>
                  </a:lnTo>
                  <a:lnTo>
                    <a:pt x="225721" y="218759"/>
                  </a:lnTo>
                  <a:lnTo>
                    <a:pt x="230256" y="215953"/>
                  </a:lnTo>
                  <a:lnTo>
                    <a:pt x="234700" y="213005"/>
                  </a:lnTo>
                  <a:lnTo>
                    <a:pt x="239047" y="209916"/>
                  </a:lnTo>
                  <a:lnTo>
                    <a:pt x="243294" y="206690"/>
                  </a:lnTo>
                  <a:lnTo>
                    <a:pt x="247435" y="203330"/>
                  </a:lnTo>
                  <a:lnTo>
                    <a:pt x="251468" y="199840"/>
                  </a:lnTo>
                  <a:lnTo>
                    <a:pt x="255387" y="196223"/>
                  </a:lnTo>
                  <a:lnTo>
                    <a:pt x="259188" y="192483"/>
                  </a:lnTo>
                  <a:lnTo>
                    <a:pt x="262869" y="188624"/>
                  </a:lnTo>
                  <a:lnTo>
                    <a:pt x="266424" y="184649"/>
                  </a:lnTo>
                  <a:lnTo>
                    <a:pt x="269851" y="180563"/>
                  </a:lnTo>
                  <a:lnTo>
                    <a:pt x="273145" y="176369"/>
                  </a:lnTo>
                  <a:lnTo>
                    <a:pt x="276304" y="172073"/>
                  </a:lnTo>
                  <a:lnTo>
                    <a:pt x="279325" y="167678"/>
                  </a:lnTo>
                  <a:lnTo>
                    <a:pt x="282204" y="163188"/>
                  </a:lnTo>
                  <a:lnTo>
                    <a:pt x="284938" y="158610"/>
                  </a:lnTo>
                  <a:lnTo>
                    <a:pt x="287525" y="153946"/>
                  </a:lnTo>
                  <a:lnTo>
                    <a:pt x="289961" y="149202"/>
                  </a:lnTo>
                  <a:lnTo>
                    <a:pt x="292245" y="144383"/>
                  </a:lnTo>
                  <a:lnTo>
                    <a:pt x="294375" y="139494"/>
                  </a:lnTo>
                  <a:lnTo>
                    <a:pt x="296347" y="134539"/>
                  </a:lnTo>
                  <a:lnTo>
                    <a:pt x="298160" y="129524"/>
                  </a:lnTo>
                  <a:lnTo>
                    <a:pt x="299812" y="124453"/>
                  </a:lnTo>
                  <a:lnTo>
                    <a:pt x="301302" y="119333"/>
                  </a:lnTo>
                  <a:lnTo>
                    <a:pt x="302627" y="114167"/>
                  </a:lnTo>
                  <a:lnTo>
                    <a:pt x="303787" y="108962"/>
                  </a:lnTo>
                  <a:lnTo>
                    <a:pt x="304781" y="103722"/>
                  </a:lnTo>
                  <a:lnTo>
                    <a:pt x="305607" y="98454"/>
                  </a:lnTo>
                  <a:lnTo>
                    <a:pt x="306264" y="93161"/>
                  </a:lnTo>
                  <a:lnTo>
                    <a:pt x="306752" y="87851"/>
                  </a:lnTo>
                  <a:lnTo>
                    <a:pt x="307071" y="82527"/>
                  </a:lnTo>
                  <a:lnTo>
                    <a:pt x="307220" y="77197"/>
                  </a:lnTo>
                  <a:lnTo>
                    <a:pt x="307198" y="71864"/>
                  </a:lnTo>
                  <a:lnTo>
                    <a:pt x="307006" y="66534"/>
                  </a:lnTo>
                  <a:lnTo>
                    <a:pt x="306645" y="61214"/>
                  </a:lnTo>
                  <a:lnTo>
                    <a:pt x="306114" y="55907"/>
                  </a:lnTo>
                  <a:lnTo>
                    <a:pt x="305414" y="50620"/>
                  </a:lnTo>
                  <a:lnTo>
                    <a:pt x="304546" y="45359"/>
                  </a:lnTo>
                  <a:lnTo>
                    <a:pt x="303510" y="40127"/>
                  </a:lnTo>
                  <a:lnTo>
                    <a:pt x="302308" y="34932"/>
                  </a:lnTo>
                  <a:lnTo>
                    <a:pt x="300941" y="29777"/>
                  </a:lnTo>
                  <a:lnTo>
                    <a:pt x="299410" y="24668"/>
                  </a:lnTo>
                  <a:lnTo>
                    <a:pt x="297717" y="19611"/>
                  </a:lnTo>
                  <a:lnTo>
                    <a:pt x="295863" y="14611"/>
                  </a:lnTo>
                  <a:lnTo>
                    <a:pt x="293851" y="9672"/>
                  </a:lnTo>
                  <a:lnTo>
                    <a:pt x="291683" y="4800"/>
                  </a:lnTo>
                  <a:lnTo>
                    <a:pt x="289360" y="0"/>
                  </a:lnTo>
                  <a:lnTo>
                    <a:pt x="140064" y="752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135676" y="971635"/>
              <a:ext cx="149295" cy="167167"/>
            </a:xfrm>
            <a:custGeom>
              <a:avLst/>
              <a:pathLst>
                <a:path w="149295" h="167167">
                  <a:moveTo>
                    <a:pt x="149295" y="91962"/>
                  </a:moveTo>
                  <a:lnTo>
                    <a:pt x="146775" y="87154"/>
                  </a:lnTo>
                  <a:lnTo>
                    <a:pt x="144099" y="82431"/>
                  </a:lnTo>
                  <a:lnTo>
                    <a:pt x="141272" y="77797"/>
                  </a:lnTo>
                  <a:lnTo>
                    <a:pt x="138296" y="73257"/>
                  </a:lnTo>
                  <a:lnTo>
                    <a:pt x="135173" y="68816"/>
                  </a:lnTo>
                  <a:lnTo>
                    <a:pt x="131909" y="64478"/>
                  </a:lnTo>
                  <a:lnTo>
                    <a:pt x="128505" y="60249"/>
                  </a:lnTo>
                  <a:lnTo>
                    <a:pt x="124965" y="56133"/>
                  </a:lnTo>
                  <a:lnTo>
                    <a:pt x="121294" y="52134"/>
                  </a:lnTo>
                  <a:lnTo>
                    <a:pt x="117495" y="48256"/>
                  </a:lnTo>
                  <a:lnTo>
                    <a:pt x="113572" y="44504"/>
                  </a:lnTo>
                  <a:lnTo>
                    <a:pt x="109530" y="40881"/>
                  </a:lnTo>
                  <a:lnTo>
                    <a:pt x="105371" y="37391"/>
                  </a:lnTo>
                  <a:lnTo>
                    <a:pt x="101102" y="34038"/>
                  </a:lnTo>
                  <a:lnTo>
                    <a:pt x="96726" y="30826"/>
                  </a:lnTo>
                  <a:lnTo>
                    <a:pt x="92248" y="27757"/>
                  </a:lnTo>
                  <a:lnTo>
                    <a:pt x="87673" y="24835"/>
                  </a:lnTo>
                  <a:lnTo>
                    <a:pt x="83005" y="22063"/>
                  </a:lnTo>
                  <a:lnTo>
                    <a:pt x="78250" y="19445"/>
                  </a:lnTo>
                  <a:lnTo>
                    <a:pt x="73412" y="16982"/>
                  </a:lnTo>
                  <a:lnTo>
                    <a:pt x="68497" y="14677"/>
                  </a:lnTo>
                  <a:lnTo>
                    <a:pt x="63509" y="12534"/>
                  </a:lnTo>
                  <a:lnTo>
                    <a:pt x="58455" y="10553"/>
                  </a:lnTo>
                  <a:lnTo>
                    <a:pt x="53339" y="8738"/>
                  </a:lnTo>
                  <a:lnTo>
                    <a:pt x="48167" y="7089"/>
                  </a:lnTo>
                  <a:lnTo>
                    <a:pt x="42943" y="5610"/>
                  </a:lnTo>
                  <a:lnTo>
                    <a:pt x="37675" y="4300"/>
                  </a:lnTo>
                  <a:lnTo>
                    <a:pt x="32367" y="3163"/>
                  </a:lnTo>
                  <a:lnTo>
                    <a:pt x="27025" y="2198"/>
                  </a:lnTo>
                  <a:lnTo>
                    <a:pt x="21654" y="1408"/>
                  </a:lnTo>
                  <a:lnTo>
                    <a:pt x="16260" y="792"/>
                  </a:lnTo>
                  <a:lnTo>
                    <a:pt x="10850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50887" y="941493"/>
              <a:ext cx="66393" cy="167167"/>
            </a:xfrm>
            <a:custGeom>
              <a:avLst/>
              <a:pathLst>
                <a:path w="66393" h="167167">
                  <a:moveTo>
                    <a:pt x="66393" y="0"/>
                  </a:moveTo>
                  <a:lnTo>
                    <a:pt x="60704" y="96"/>
                  </a:lnTo>
                  <a:lnTo>
                    <a:pt x="55022" y="387"/>
                  </a:lnTo>
                  <a:lnTo>
                    <a:pt x="49353" y="870"/>
                  </a:lnTo>
                  <a:lnTo>
                    <a:pt x="43704" y="1546"/>
                  </a:lnTo>
                  <a:lnTo>
                    <a:pt x="38082" y="2414"/>
                  </a:lnTo>
                  <a:lnTo>
                    <a:pt x="32492" y="3473"/>
                  </a:lnTo>
                  <a:lnTo>
                    <a:pt x="26941" y="4722"/>
                  </a:lnTo>
                  <a:lnTo>
                    <a:pt x="21436" y="6158"/>
                  </a:lnTo>
                  <a:lnTo>
                    <a:pt x="15983" y="7781"/>
                  </a:lnTo>
                  <a:lnTo>
                    <a:pt x="10588" y="9589"/>
                  </a:lnTo>
                  <a:lnTo>
                    <a:pt x="5259" y="11579"/>
                  </a:lnTo>
                  <a:lnTo>
                    <a:pt x="0" y="13750"/>
                  </a:lnTo>
                  <a:lnTo>
                    <a:pt x="6639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50887" y="955243"/>
              <a:ext cx="66393" cy="153417"/>
            </a:xfrm>
            <a:custGeom>
              <a:avLst/>
              <a:pathLst>
                <a:path w="66393" h="153417">
                  <a:moveTo>
                    <a:pt x="0" y="0"/>
                  </a:moveTo>
                  <a:lnTo>
                    <a:pt x="66393" y="1534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50124" y="955243"/>
              <a:ext cx="334311" cy="320583"/>
            </a:xfrm>
            <a:custGeom>
              <a:avLst/>
              <a:pathLst>
                <a:path w="334311" h="320583">
                  <a:moveTo>
                    <a:pt x="100762" y="0"/>
                  </a:moveTo>
                  <a:lnTo>
                    <a:pt x="95928" y="2183"/>
                  </a:lnTo>
                  <a:lnTo>
                    <a:pt x="91165" y="4519"/>
                  </a:lnTo>
                  <a:lnTo>
                    <a:pt x="86479" y="7005"/>
                  </a:lnTo>
                  <a:lnTo>
                    <a:pt x="81874" y="9639"/>
                  </a:lnTo>
                  <a:lnTo>
                    <a:pt x="77356" y="12417"/>
                  </a:lnTo>
                  <a:lnTo>
                    <a:pt x="72927" y="15337"/>
                  </a:lnTo>
                  <a:lnTo>
                    <a:pt x="68593" y="18396"/>
                  </a:lnTo>
                  <a:lnTo>
                    <a:pt x="64359" y="21592"/>
                  </a:lnTo>
                  <a:lnTo>
                    <a:pt x="60228" y="24920"/>
                  </a:lnTo>
                  <a:lnTo>
                    <a:pt x="56205" y="28377"/>
                  </a:lnTo>
                  <a:lnTo>
                    <a:pt x="52294" y="31960"/>
                  </a:lnTo>
                  <a:lnTo>
                    <a:pt x="48498" y="35666"/>
                  </a:lnTo>
                  <a:lnTo>
                    <a:pt x="44821" y="39490"/>
                  </a:lnTo>
                  <a:lnTo>
                    <a:pt x="41268" y="43429"/>
                  </a:lnTo>
                  <a:lnTo>
                    <a:pt x="37842" y="47478"/>
                  </a:lnTo>
                  <a:lnTo>
                    <a:pt x="34546" y="51635"/>
                  </a:lnTo>
                  <a:lnTo>
                    <a:pt x="31383" y="55893"/>
                  </a:lnTo>
                  <a:lnTo>
                    <a:pt x="28357" y="60250"/>
                  </a:lnTo>
                  <a:lnTo>
                    <a:pt x="25471" y="64701"/>
                  </a:lnTo>
                  <a:lnTo>
                    <a:pt x="22728" y="69241"/>
                  </a:lnTo>
                  <a:lnTo>
                    <a:pt x="20130" y="73866"/>
                  </a:lnTo>
                  <a:lnTo>
                    <a:pt x="17680" y="78571"/>
                  </a:lnTo>
                  <a:lnTo>
                    <a:pt x="15380" y="83351"/>
                  </a:lnTo>
                  <a:lnTo>
                    <a:pt x="13233" y="88202"/>
                  </a:lnTo>
                  <a:lnTo>
                    <a:pt x="11242" y="93119"/>
                  </a:lnTo>
                  <a:lnTo>
                    <a:pt x="9407" y="98096"/>
                  </a:lnTo>
                  <a:lnTo>
                    <a:pt x="7731" y="103129"/>
                  </a:lnTo>
                  <a:lnTo>
                    <a:pt x="6216" y="108212"/>
                  </a:lnTo>
                  <a:lnTo>
                    <a:pt x="4863" y="113342"/>
                  </a:lnTo>
                  <a:lnTo>
                    <a:pt x="3673" y="118511"/>
                  </a:lnTo>
                  <a:lnTo>
                    <a:pt x="2648" y="123716"/>
                  </a:lnTo>
                  <a:lnTo>
                    <a:pt x="1788" y="128950"/>
                  </a:lnTo>
                  <a:lnTo>
                    <a:pt x="1095" y="134209"/>
                  </a:lnTo>
                  <a:lnTo>
                    <a:pt x="569" y="139488"/>
                  </a:lnTo>
                  <a:lnTo>
                    <a:pt x="211" y="144780"/>
                  </a:lnTo>
                  <a:lnTo>
                    <a:pt x="21" y="150082"/>
                  </a:lnTo>
                  <a:lnTo>
                    <a:pt x="0" y="155386"/>
                  </a:lnTo>
                  <a:lnTo>
                    <a:pt x="146" y="160689"/>
                  </a:lnTo>
                  <a:lnTo>
                    <a:pt x="461" y="165984"/>
                  </a:lnTo>
                  <a:lnTo>
                    <a:pt x="944" y="171267"/>
                  </a:lnTo>
                  <a:lnTo>
                    <a:pt x="1594" y="176531"/>
                  </a:lnTo>
                  <a:lnTo>
                    <a:pt x="2410" y="181773"/>
                  </a:lnTo>
                  <a:lnTo>
                    <a:pt x="3393" y="186986"/>
                  </a:lnTo>
                  <a:lnTo>
                    <a:pt x="4541" y="192165"/>
                  </a:lnTo>
                  <a:lnTo>
                    <a:pt x="5852" y="197305"/>
                  </a:lnTo>
                  <a:lnTo>
                    <a:pt x="7326" y="202400"/>
                  </a:lnTo>
                  <a:lnTo>
                    <a:pt x="8960" y="207447"/>
                  </a:lnTo>
                  <a:lnTo>
                    <a:pt x="10754" y="212439"/>
                  </a:lnTo>
                  <a:lnTo>
                    <a:pt x="12706" y="217372"/>
                  </a:lnTo>
                  <a:lnTo>
                    <a:pt x="14813" y="222240"/>
                  </a:lnTo>
                  <a:lnTo>
                    <a:pt x="17073" y="227039"/>
                  </a:lnTo>
                  <a:lnTo>
                    <a:pt x="19484" y="231764"/>
                  </a:lnTo>
                  <a:lnTo>
                    <a:pt x="22045" y="236410"/>
                  </a:lnTo>
                  <a:lnTo>
                    <a:pt x="24751" y="240972"/>
                  </a:lnTo>
                  <a:lnTo>
                    <a:pt x="27601" y="245446"/>
                  </a:lnTo>
                  <a:lnTo>
                    <a:pt x="30591" y="249828"/>
                  </a:lnTo>
                  <a:lnTo>
                    <a:pt x="33718" y="254112"/>
                  </a:lnTo>
                  <a:lnTo>
                    <a:pt x="36981" y="258295"/>
                  </a:lnTo>
                  <a:lnTo>
                    <a:pt x="40374" y="262373"/>
                  </a:lnTo>
                  <a:lnTo>
                    <a:pt x="43895" y="266340"/>
                  </a:lnTo>
                  <a:lnTo>
                    <a:pt x="47539" y="270194"/>
                  </a:lnTo>
                  <a:lnTo>
                    <a:pt x="51305" y="273931"/>
                  </a:lnTo>
                  <a:lnTo>
                    <a:pt x="55187" y="277546"/>
                  </a:lnTo>
                  <a:lnTo>
                    <a:pt x="59182" y="281036"/>
                  </a:lnTo>
                  <a:lnTo>
                    <a:pt x="63285" y="284398"/>
                  </a:lnTo>
                  <a:lnTo>
                    <a:pt x="67493" y="287627"/>
                  </a:lnTo>
                  <a:lnTo>
                    <a:pt x="71802" y="290722"/>
                  </a:lnTo>
                  <a:lnTo>
                    <a:pt x="76206" y="293678"/>
                  </a:lnTo>
                  <a:lnTo>
                    <a:pt x="80702" y="296493"/>
                  </a:lnTo>
                  <a:lnTo>
                    <a:pt x="85286" y="299164"/>
                  </a:lnTo>
                  <a:lnTo>
                    <a:pt x="89951" y="301688"/>
                  </a:lnTo>
                  <a:lnTo>
                    <a:pt x="94694" y="304063"/>
                  </a:lnTo>
                  <a:lnTo>
                    <a:pt x="99511" y="306287"/>
                  </a:lnTo>
                  <a:lnTo>
                    <a:pt x="104395" y="308356"/>
                  </a:lnTo>
                  <a:lnTo>
                    <a:pt x="109343" y="310269"/>
                  </a:lnTo>
                  <a:lnTo>
                    <a:pt x="114348" y="312025"/>
                  </a:lnTo>
                  <a:lnTo>
                    <a:pt x="119407" y="313620"/>
                  </a:lnTo>
                  <a:lnTo>
                    <a:pt x="124514" y="315054"/>
                  </a:lnTo>
                  <a:lnTo>
                    <a:pt x="129664" y="316326"/>
                  </a:lnTo>
                  <a:lnTo>
                    <a:pt x="134852" y="317434"/>
                  </a:lnTo>
                  <a:lnTo>
                    <a:pt x="140072" y="318376"/>
                  </a:lnTo>
                  <a:lnTo>
                    <a:pt x="145320" y="319152"/>
                  </a:lnTo>
                  <a:lnTo>
                    <a:pt x="150589" y="319761"/>
                  </a:lnTo>
                  <a:lnTo>
                    <a:pt x="155876" y="320203"/>
                  </a:lnTo>
                  <a:lnTo>
                    <a:pt x="161173" y="320477"/>
                  </a:lnTo>
                  <a:lnTo>
                    <a:pt x="166477" y="320583"/>
                  </a:lnTo>
                  <a:lnTo>
                    <a:pt x="171781" y="320520"/>
                  </a:lnTo>
                  <a:lnTo>
                    <a:pt x="177081" y="320289"/>
                  </a:lnTo>
                  <a:lnTo>
                    <a:pt x="182370" y="319890"/>
                  </a:lnTo>
                  <a:lnTo>
                    <a:pt x="187645" y="319324"/>
                  </a:lnTo>
                  <a:lnTo>
                    <a:pt x="192898" y="318590"/>
                  </a:lnTo>
                  <a:lnTo>
                    <a:pt x="198126" y="317690"/>
                  </a:lnTo>
                  <a:lnTo>
                    <a:pt x="203323" y="316625"/>
                  </a:lnTo>
                  <a:lnTo>
                    <a:pt x="208483" y="315395"/>
                  </a:lnTo>
                  <a:lnTo>
                    <a:pt x="213601" y="314002"/>
                  </a:lnTo>
                  <a:lnTo>
                    <a:pt x="218673" y="312448"/>
                  </a:lnTo>
                  <a:lnTo>
                    <a:pt x="223693" y="310733"/>
                  </a:lnTo>
                  <a:lnTo>
                    <a:pt x="228656" y="308860"/>
                  </a:lnTo>
                  <a:lnTo>
                    <a:pt x="233557" y="306831"/>
                  </a:lnTo>
                  <a:lnTo>
                    <a:pt x="238391" y="304647"/>
                  </a:lnTo>
                  <a:lnTo>
                    <a:pt x="243153" y="302310"/>
                  </a:lnTo>
                  <a:lnTo>
                    <a:pt x="247839" y="299824"/>
                  </a:lnTo>
                  <a:lnTo>
                    <a:pt x="252444" y="297190"/>
                  </a:lnTo>
                  <a:lnTo>
                    <a:pt x="256963" y="294412"/>
                  </a:lnTo>
                  <a:lnTo>
                    <a:pt x="261391" y="291491"/>
                  </a:lnTo>
                  <a:lnTo>
                    <a:pt x="265724" y="288432"/>
                  </a:lnTo>
                  <a:lnTo>
                    <a:pt x="269959" y="285237"/>
                  </a:lnTo>
                  <a:lnTo>
                    <a:pt x="274089" y="281908"/>
                  </a:lnTo>
                  <a:lnTo>
                    <a:pt x="278112" y="278451"/>
                  </a:lnTo>
                  <a:lnTo>
                    <a:pt x="282024" y="274867"/>
                  </a:lnTo>
                  <a:lnTo>
                    <a:pt x="285819" y="271162"/>
                  </a:lnTo>
                  <a:lnTo>
                    <a:pt x="289495" y="267337"/>
                  </a:lnTo>
                  <a:lnTo>
                    <a:pt x="293048" y="263398"/>
                  </a:lnTo>
                  <a:lnTo>
                    <a:pt x="296474" y="259349"/>
                  </a:lnTo>
                  <a:lnTo>
                    <a:pt x="299770" y="255192"/>
                  </a:lnTo>
                  <a:lnTo>
                    <a:pt x="302933" y="250933"/>
                  </a:lnTo>
                  <a:lnTo>
                    <a:pt x="305958" y="246576"/>
                  </a:lnTo>
                  <a:lnTo>
                    <a:pt x="308844" y="242125"/>
                  </a:lnTo>
                  <a:lnTo>
                    <a:pt x="311588" y="237585"/>
                  </a:lnTo>
                  <a:lnTo>
                    <a:pt x="314185" y="232960"/>
                  </a:lnTo>
                  <a:lnTo>
                    <a:pt x="316635" y="228255"/>
                  </a:lnTo>
                  <a:lnTo>
                    <a:pt x="318934" y="223474"/>
                  </a:lnTo>
                  <a:lnTo>
                    <a:pt x="321081" y="218623"/>
                  </a:lnTo>
                  <a:lnTo>
                    <a:pt x="323072" y="213707"/>
                  </a:lnTo>
                  <a:lnTo>
                    <a:pt x="324907" y="208729"/>
                  </a:lnTo>
                  <a:lnTo>
                    <a:pt x="326582" y="203696"/>
                  </a:lnTo>
                  <a:lnTo>
                    <a:pt x="328097" y="198613"/>
                  </a:lnTo>
                  <a:lnTo>
                    <a:pt x="329450" y="193484"/>
                  </a:lnTo>
                  <a:lnTo>
                    <a:pt x="330640" y="188314"/>
                  </a:lnTo>
                  <a:lnTo>
                    <a:pt x="331665" y="183109"/>
                  </a:lnTo>
                  <a:lnTo>
                    <a:pt x="332524" y="177875"/>
                  </a:lnTo>
                  <a:lnTo>
                    <a:pt x="333217" y="172616"/>
                  </a:lnTo>
                  <a:lnTo>
                    <a:pt x="333742" y="167337"/>
                  </a:lnTo>
                  <a:lnTo>
                    <a:pt x="334100" y="162044"/>
                  </a:lnTo>
                  <a:lnTo>
                    <a:pt x="334290" y="156743"/>
                  </a:lnTo>
                  <a:lnTo>
                    <a:pt x="334311" y="151439"/>
                  </a:lnTo>
                  <a:lnTo>
                    <a:pt x="334164" y="146136"/>
                  </a:lnTo>
                  <a:lnTo>
                    <a:pt x="333849" y="140841"/>
                  </a:lnTo>
                  <a:lnTo>
                    <a:pt x="333366" y="135558"/>
                  </a:lnTo>
                  <a:lnTo>
                    <a:pt x="332716" y="130293"/>
                  </a:lnTo>
                  <a:lnTo>
                    <a:pt x="331899" y="125052"/>
                  </a:lnTo>
                  <a:lnTo>
                    <a:pt x="330916" y="119839"/>
                  </a:lnTo>
                  <a:lnTo>
                    <a:pt x="329768" y="114660"/>
                  </a:lnTo>
                  <a:lnTo>
                    <a:pt x="328456" y="109520"/>
                  </a:lnTo>
                  <a:lnTo>
                    <a:pt x="326983" y="104425"/>
                  </a:lnTo>
                  <a:lnTo>
                    <a:pt x="325348" y="99378"/>
                  </a:lnTo>
                  <a:lnTo>
                    <a:pt x="323553" y="94386"/>
                  </a:lnTo>
                  <a:lnTo>
                    <a:pt x="321602" y="89454"/>
                  </a:lnTo>
                  <a:lnTo>
                    <a:pt x="319494" y="84586"/>
                  </a:lnTo>
                  <a:lnTo>
                    <a:pt x="317234" y="79787"/>
                  </a:lnTo>
                  <a:lnTo>
                    <a:pt x="314822" y="75062"/>
                  </a:lnTo>
                  <a:lnTo>
                    <a:pt x="312262" y="70416"/>
                  </a:lnTo>
                  <a:lnTo>
                    <a:pt x="309555" y="65854"/>
                  </a:lnTo>
                  <a:lnTo>
                    <a:pt x="306705" y="61380"/>
                  </a:lnTo>
                  <a:lnTo>
                    <a:pt x="303715" y="56999"/>
                  </a:lnTo>
                  <a:lnTo>
                    <a:pt x="300587" y="52714"/>
                  </a:lnTo>
                  <a:lnTo>
                    <a:pt x="297325" y="48532"/>
                  </a:lnTo>
                  <a:lnTo>
                    <a:pt x="293931" y="44454"/>
                  </a:lnTo>
                  <a:lnTo>
                    <a:pt x="290410" y="40487"/>
                  </a:lnTo>
                  <a:lnTo>
                    <a:pt x="286765" y="36633"/>
                  </a:lnTo>
                  <a:lnTo>
                    <a:pt x="282999" y="32897"/>
                  </a:lnTo>
                  <a:lnTo>
                    <a:pt x="279117" y="29282"/>
                  </a:lnTo>
                  <a:lnTo>
                    <a:pt x="275122" y="25792"/>
                  </a:lnTo>
                  <a:lnTo>
                    <a:pt x="271018" y="22431"/>
                  </a:lnTo>
                  <a:lnTo>
                    <a:pt x="266810" y="19201"/>
                  </a:lnTo>
                  <a:lnTo>
                    <a:pt x="262501" y="16107"/>
                  </a:lnTo>
                  <a:lnTo>
                    <a:pt x="258097" y="13151"/>
                  </a:lnTo>
                  <a:lnTo>
                    <a:pt x="253601" y="10336"/>
                  </a:lnTo>
                  <a:lnTo>
                    <a:pt x="167155" y="1534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617280" y="941493"/>
              <a:ext cx="86445" cy="167167"/>
            </a:xfrm>
            <a:custGeom>
              <a:avLst/>
              <a:pathLst>
                <a:path w="86445" h="167167">
                  <a:moveTo>
                    <a:pt x="86445" y="24086"/>
                  </a:moveTo>
                  <a:lnTo>
                    <a:pt x="81536" y="21233"/>
                  </a:lnTo>
                  <a:lnTo>
                    <a:pt x="76533" y="18548"/>
                  </a:lnTo>
                  <a:lnTo>
                    <a:pt x="71441" y="16034"/>
                  </a:lnTo>
                  <a:lnTo>
                    <a:pt x="66267" y="13695"/>
                  </a:lnTo>
                  <a:lnTo>
                    <a:pt x="61017" y="11533"/>
                  </a:lnTo>
                  <a:lnTo>
                    <a:pt x="55696" y="9551"/>
                  </a:lnTo>
                  <a:lnTo>
                    <a:pt x="50312" y="7750"/>
                  </a:lnTo>
                  <a:lnTo>
                    <a:pt x="44869" y="6134"/>
                  </a:lnTo>
                  <a:lnTo>
                    <a:pt x="39374" y="4703"/>
                  </a:lnTo>
                  <a:lnTo>
                    <a:pt x="33834" y="3459"/>
                  </a:lnTo>
                  <a:lnTo>
                    <a:pt x="28255" y="2405"/>
                  </a:lnTo>
                  <a:lnTo>
                    <a:pt x="22643" y="1540"/>
                  </a:lnTo>
                  <a:lnTo>
                    <a:pt x="17005" y="867"/>
                  </a:lnTo>
                  <a:lnTo>
                    <a:pt x="11347" y="385"/>
                  </a:lnTo>
                  <a:lnTo>
                    <a:pt x="567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60176" y="1031511"/>
              <a:ext cx="45718" cy="167167"/>
            </a:xfrm>
            <a:custGeom>
              <a:avLst/>
              <a:pathLst>
                <a:path w="45718" h="167167">
                  <a:moveTo>
                    <a:pt x="45718" y="0"/>
                  </a:moveTo>
                  <a:lnTo>
                    <a:pt x="39104" y="130"/>
                  </a:lnTo>
                  <a:lnTo>
                    <a:pt x="32500" y="523"/>
                  </a:lnTo>
                  <a:lnTo>
                    <a:pt x="25918" y="1176"/>
                  </a:lnTo>
                  <a:lnTo>
                    <a:pt x="19366" y="2090"/>
                  </a:lnTo>
                  <a:lnTo>
                    <a:pt x="12856" y="3261"/>
                  </a:lnTo>
                  <a:lnTo>
                    <a:pt x="6397" y="4690"/>
                  </a:lnTo>
                  <a:lnTo>
                    <a:pt x="0" y="6373"/>
                  </a:lnTo>
                  <a:lnTo>
                    <a:pt x="4571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60176" y="1037884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8743" y="1037884"/>
              <a:ext cx="167151" cy="322779"/>
            </a:xfrm>
            <a:custGeom>
              <a:avLst/>
              <a:pathLst>
                <a:path w="167151" h="322779">
                  <a:moveTo>
                    <a:pt x="121433" y="0"/>
                  </a:moveTo>
                  <a:lnTo>
                    <a:pt x="116330" y="1539"/>
                  </a:lnTo>
                  <a:lnTo>
                    <a:pt x="111278" y="3240"/>
                  </a:lnTo>
                  <a:lnTo>
                    <a:pt x="106283" y="5102"/>
                  </a:lnTo>
                  <a:lnTo>
                    <a:pt x="101350" y="7122"/>
                  </a:lnTo>
                  <a:lnTo>
                    <a:pt x="96483" y="9298"/>
                  </a:lnTo>
                  <a:lnTo>
                    <a:pt x="91689" y="11628"/>
                  </a:lnTo>
                  <a:lnTo>
                    <a:pt x="86971" y="14110"/>
                  </a:lnTo>
                  <a:lnTo>
                    <a:pt x="82335" y="16741"/>
                  </a:lnTo>
                  <a:lnTo>
                    <a:pt x="77785" y="19519"/>
                  </a:lnTo>
                  <a:lnTo>
                    <a:pt x="73326" y="22440"/>
                  </a:lnTo>
                  <a:lnTo>
                    <a:pt x="68963" y="25502"/>
                  </a:lnTo>
                  <a:lnTo>
                    <a:pt x="64699" y="28701"/>
                  </a:lnTo>
                  <a:lnTo>
                    <a:pt x="60540" y="32035"/>
                  </a:lnTo>
                  <a:lnTo>
                    <a:pt x="56488" y="35499"/>
                  </a:lnTo>
                  <a:lnTo>
                    <a:pt x="52550" y="39092"/>
                  </a:lnTo>
                  <a:lnTo>
                    <a:pt x="48728" y="42807"/>
                  </a:lnTo>
                  <a:lnTo>
                    <a:pt x="45026" y="46643"/>
                  </a:lnTo>
                  <a:lnTo>
                    <a:pt x="41449" y="50595"/>
                  </a:lnTo>
                  <a:lnTo>
                    <a:pt x="37999" y="54659"/>
                  </a:lnTo>
                  <a:lnTo>
                    <a:pt x="34680" y="58831"/>
                  </a:lnTo>
                  <a:lnTo>
                    <a:pt x="31497" y="63106"/>
                  </a:lnTo>
                  <a:lnTo>
                    <a:pt x="28451" y="67481"/>
                  </a:lnTo>
                  <a:lnTo>
                    <a:pt x="25546" y="71951"/>
                  </a:lnTo>
                  <a:lnTo>
                    <a:pt x="22786" y="76511"/>
                  </a:lnTo>
                  <a:lnTo>
                    <a:pt x="20172" y="81157"/>
                  </a:lnTo>
                  <a:lnTo>
                    <a:pt x="17708" y="85884"/>
                  </a:lnTo>
                  <a:lnTo>
                    <a:pt x="15395" y="90687"/>
                  </a:lnTo>
                  <a:lnTo>
                    <a:pt x="13237" y="95561"/>
                  </a:lnTo>
                  <a:lnTo>
                    <a:pt x="11235" y="100502"/>
                  </a:lnTo>
                  <a:lnTo>
                    <a:pt x="9392" y="105503"/>
                  </a:lnTo>
                  <a:lnTo>
                    <a:pt x="7710" y="110562"/>
                  </a:lnTo>
                  <a:lnTo>
                    <a:pt x="6189" y="115671"/>
                  </a:lnTo>
                  <a:lnTo>
                    <a:pt x="4832" y="120826"/>
                  </a:lnTo>
                  <a:lnTo>
                    <a:pt x="3640" y="126022"/>
                  </a:lnTo>
                  <a:lnTo>
                    <a:pt x="2615" y="131253"/>
                  </a:lnTo>
                  <a:lnTo>
                    <a:pt x="1757" y="136514"/>
                  </a:lnTo>
                  <a:lnTo>
                    <a:pt x="1066" y="141800"/>
                  </a:lnTo>
                  <a:lnTo>
                    <a:pt x="545" y="147105"/>
                  </a:lnTo>
                  <a:lnTo>
                    <a:pt x="194" y="152424"/>
                  </a:lnTo>
                  <a:lnTo>
                    <a:pt x="12" y="157751"/>
                  </a:lnTo>
                  <a:lnTo>
                    <a:pt x="0" y="163082"/>
                  </a:lnTo>
                  <a:lnTo>
                    <a:pt x="157" y="168410"/>
                  </a:lnTo>
                  <a:lnTo>
                    <a:pt x="485" y="173731"/>
                  </a:lnTo>
                  <a:lnTo>
                    <a:pt x="982" y="179038"/>
                  </a:lnTo>
                  <a:lnTo>
                    <a:pt x="1649" y="184327"/>
                  </a:lnTo>
                  <a:lnTo>
                    <a:pt x="2483" y="189592"/>
                  </a:lnTo>
                  <a:lnTo>
                    <a:pt x="3485" y="194828"/>
                  </a:lnTo>
                  <a:lnTo>
                    <a:pt x="4653" y="200029"/>
                  </a:lnTo>
                  <a:lnTo>
                    <a:pt x="5987" y="205190"/>
                  </a:lnTo>
                  <a:lnTo>
                    <a:pt x="7484" y="210306"/>
                  </a:lnTo>
                  <a:lnTo>
                    <a:pt x="9144" y="215371"/>
                  </a:lnTo>
                  <a:lnTo>
                    <a:pt x="10965" y="220382"/>
                  </a:lnTo>
                  <a:lnTo>
                    <a:pt x="12944" y="225331"/>
                  </a:lnTo>
                  <a:lnTo>
                    <a:pt x="15080" y="230215"/>
                  </a:lnTo>
                  <a:lnTo>
                    <a:pt x="17371" y="235028"/>
                  </a:lnTo>
                  <a:lnTo>
                    <a:pt x="19814" y="239766"/>
                  </a:lnTo>
                  <a:lnTo>
                    <a:pt x="22407" y="244424"/>
                  </a:lnTo>
                  <a:lnTo>
                    <a:pt x="25147" y="248996"/>
                  </a:lnTo>
                  <a:lnTo>
                    <a:pt x="28031" y="253479"/>
                  </a:lnTo>
                  <a:lnTo>
                    <a:pt x="31057" y="257868"/>
                  </a:lnTo>
                  <a:lnTo>
                    <a:pt x="34222" y="262158"/>
                  </a:lnTo>
                  <a:lnTo>
                    <a:pt x="37521" y="266344"/>
                  </a:lnTo>
                  <a:lnTo>
                    <a:pt x="40952" y="270424"/>
                  </a:lnTo>
                  <a:lnTo>
                    <a:pt x="44512" y="274392"/>
                  </a:lnTo>
                  <a:lnTo>
                    <a:pt x="48196" y="278244"/>
                  </a:lnTo>
                  <a:lnTo>
                    <a:pt x="52002" y="281978"/>
                  </a:lnTo>
                  <a:lnTo>
                    <a:pt x="55924" y="285587"/>
                  </a:lnTo>
                  <a:lnTo>
                    <a:pt x="59959" y="289070"/>
                  </a:lnTo>
                  <a:lnTo>
                    <a:pt x="64104" y="292423"/>
                  </a:lnTo>
                  <a:lnTo>
                    <a:pt x="68353" y="295641"/>
                  </a:lnTo>
                  <a:lnTo>
                    <a:pt x="72703" y="298723"/>
                  </a:lnTo>
                  <a:lnTo>
                    <a:pt x="77149" y="301664"/>
                  </a:lnTo>
                  <a:lnTo>
                    <a:pt x="81686" y="304462"/>
                  </a:lnTo>
                  <a:lnTo>
                    <a:pt x="86310" y="307114"/>
                  </a:lnTo>
                  <a:lnTo>
                    <a:pt x="91016" y="309617"/>
                  </a:lnTo>
                  <a:lnTo>
                    <a:pt x="95800" y="311969"/>
                  </a:lnTo>
                  <a:lnTo>
                    <a:pt x="100657" y="314167"/>
                  </a:lnTo>
                  <a:lnTo>
                    <a:pt x="105581" y="316209"/>
                  </a:lnTo>
                  <a:lnTo>
                    <a:pt x="110567" y="318094"/>
                  </a:lnTo>
                  <a:lnTo>
                    <a:pt x="115611" y="319818"/>
                  </a:lnTo>
                  <a:lnTo>
                    <a:pt x="120708" y="321380"/>
                  </a:lnTo>
                  <a:lnTo>
                    <a:pt x="125852" y="322779"/>
                  </a:lnTo>
                  <a:lnTo>
                    <a:pt x="167151" y="1607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4595" y="1031511"/>
              <a:ext cx="208466" cy="334331"/>
            </a:xfrm>
            <a:custGeom>
              <a:avLst/>
              <a:pathLst>
                <a:path w="208466" h="334331">
                  <a:moveTo>
                    <a:pt x="0" y="329152"/>
                  </a:moveTo>
                  <a:lnTo>
                    <a:pt x="5202" y="330391"/>
                  </a:lnTo>
                  <a:lnTo>
                    <a:pt x="10442" y="331462"/>
                  </a:lnTo>
                  <a:lnTo>
                    <a:pt x="15713" y="332365"/>
                  </a:lnTo>
                  <a:lnTo>
                    <a:pt x="21010" y="333099"/>
                  </a:lnTo>
                  <a:lnTo>
                    <a:pt x="26328" y="333663"/>
                  </a:lnTo>
                  <a:lnTo>
                    <a:pt x="31662" y="334056"/>
                  </a:lnTo>
                  <a:lnTo>
                    <a:pt x="37005" y="334279"/>
                  </a:lnTo>
                  <a:lnTo>
                    <a:pt x="42353" y="334331"/>
                  </a:lnTo>
                  <a:lnTo>
                    <a:pt x="47699" y="334212"/>
                  </a:lnTo>
                  <a:lnTo>
                    <a:pt x="53039" y="333922"/>
                  </a:lnTo>
                  <a:lnTo>
                    <a:pt x="58367" y="333461"/>
                  </a:lnTo>
                  <a:lnTo>
                    <a:pt x="63678" y="332830"/>
                  </a:lnTo>
                  <a:lnTo>
                    <a:pt x="68965" y="332029"/>
                  </a:lnTo>
                  <a:lnTo>
                    <a:pt x="74225" y="331060"/>
                  </a:lnTo>
                  <a:lnTo>
                    <a:pt x="79450" y="329923"/>
                  </a:lnTo>
                  <a:lnTo>
                    <a:pt x="84637" y="328619"/>
                  </a:lnTo>
                  <a:lnTo>
                    <a:pt x="89779" y="327150"/>
                  </a:lnTo>
                  <a:lnTo>
                    <a:pt x="94872" y="325518"/>
                  </a:lnTo>
                  <a:lnTo>
                    <a:pt x="99910" y="323723"/>
                  </a:lnTo>
                  <a:lnTo>
                    <a:pt x="104888" y="321768"/>
                  </a:lnTo>
                  <a:lnTo>
                    <a:pt x="109800" y="319655"/>
                  </a:lnTo>
                  <a:lnTo>
                    <a:pt x="114643" y="317386"/>
                  </a:lnTo>
                  <a:lnTo>
                    <a:pt x="119410" y="314963"/>
                  </a:lnTo>
                  <a:lnTo>
                    <a:pt x="124098" y="312389"/>
                  </a:lnTo>
                  <a:lnTo>
                    <a:pt x="128701" y="309666"/>
                  </a:lnTo>
                  <a:lnTo>
                    <a:pt x="133214" y="306797"/>
                  </a:lnTo>
                  <a:lnTo>
                    <a:pt x="137634" y="303785"/>
                  </a:lnTo>
                  <a:lnTo>
                    <a:pt x="141954" y="300634"/>
                  </a:lnTo>
                  <a:lnTo>
                    <a:pt x="146172" y="297346"/>
                  </a:lnTo>
                  <a:lnTo>
                    <a:pt x="150283" y="293925"/>
                  </a:lnTo>
                  <a:lnTo>
                    <a:pt x="154282" y="290374"/>
                  </a:lnTo>
                  <a:lnTo>
                    <a:pt x="158165" y="286697"/>
                  </a:lnTo>
                  <a:lnTo>
                    <a:pt x="161928" y="282897"/>
                  </a:lnTo>
                  <a:lnTo>
                    <a:pt x="165569" y="278980"/>
                  </a:lnTo>
                  <a:lnTo>
                    <a:pt x="169082" y="274947"/>
                  </a:lnTo>
                  <a:lnTo>
                    <a:pt x="172464" y="270805"/>
                  </a:lnTo>
                  <a:lnTo>
                    <a:pt x="175712" y="266556"/>
                  </a:lnTo>
                  <a:lnTo>
                    <a:pt x="178822" y="262206"/>
                  </a:lnTo>
                  <a:lnTo>
                    <a:pt x="181792" y="257758"/>
                  </a:lnTo>
                  <a:lnTo>
                    <a:pt x="184618" y="253218"/>
                  </a:lnTo>
                  <a:lnTo>
                    <a:pt x="187297" y="248589"/>
                  </a:lnTo>
                  <a:lnTo>
                    <a:pt x="189827" y="243878"/>
                  </a:lnTo>
                  <a:lnTo>
                    <a:pt x="192204" y="239087"/>
                  </a:lnTo>
                  <a:lnTo>
                    <a:pt x="194428" y="234224"/>
                  </a:lnTo>
                  <a:lnTo>
                    <a:pt x="196494" y="229291"/>
                  </a:lnTo>
                  <a:lnTo>
                    <a:pt x="198402" y="224295"/>
                  </a:lnTo>
                  <a:lnTo>
                    <a:pt x="200149" y="219241"/>
                  </a:lnTo>
                  <a:lnTo>
                    <a:pt x="201734" y="214133"/>
                  </a:lnTo>
                  <a:lnTo>
                    <a:pt x="203154" y="208977"/>
                  </a:lnTo>
                  <a:lnTo>
                    <a:pt x="204408" y="203778"/>
                  </a:lnTo>
                  <a:lnTo>
                    <a:pt x="205496" y="198542"/>
                  </a:lnTo>
                  <a:lnTo>
                    <a:pt x="206416" y="193274"/>
                  </a:lnTo>
                  <a:lnTo>
                    <a:pt x="207166" y="187979"/>
                  </a:lnTo>
                  <a:lnTo>
                    <a:pt x="207747" y="182662"/>
                  </a:lnTo>
                  <a:lnTo>
                    <a:pt x="208157" y="177330"/>
                  </a:lnTo>
                  <a:lnTo>
                    <a:pt x="208397" y="171988"/>
                  </a:lnTo>
                  <a:lnTo>
                    <a:pt x="208466" y="166640"/>
                  </a:lnTo>
                  <a:lnTo>
                    <a:pt x="208363" y="161293"/>
                  </a:lnTo>
                  <a:lnTo>
                    <a:pt x="208090" y="155952"/>
                  </a:lnTo>
                  <a:lnTo>
                    <a:pt x="207646" y="150623"/>
                  </a:lnTo>
                  <a:lnTo>
                    <a:pt x="207032" y="145310"/>
                  </a:lnTo>
                  <a:lnTo>
                    <a:pt x="206248" y="140020"/>
                  </a:lnTo>
                  <a:lnTo>
                    <a:pt x="205295" y="134758"/>
                  </a:lnTo>
                  <a:lnTo>
                    <a:pt x="204174" y="129529"/>
                  </a:lnTo>
                  <a:lnTo>
                    <a:pt x="202887" y="124338"/>
                  </a:lnTo>
                  <a:lnTo>
                    <a:pt x="201434" y="119191"/>
                  </a:lnTo>
                  <a:lnTo>
                    <a:pt x="199818" y="114093"/>
                  </a:lnTo>
                  <a:lnTo>
                    <a:pt x="198039" y="109050"/>
                  </a:lnTo>
                  <a:lnTo>
                    <a:pt x="196100" y="104066"/>
                  </a:lnTo>
                  <a:lnTo>
                    <a:pt x="194002" y="99147"/>
                  </a:lnTo>
                  <a:lnTo>
                    <a:pt x="191748" y="94297"/>
                  </a:lnTo>
                  <a:lnTo>
                    <a:pt x="189340" y="89522"/>
                  </a:lnTo>
                  <a:lnTo>
                    <a:pt x="186781" y="84826"/>
                  </a:lnTo>
                  <a:lnTo>
                    <a:pt x="184073" y="80215"/>
                  </a:lnTo>
                  <a:lnTo>
                    <a:pt x="181218" y="75692"/>
                  </a:lnTo>
                  <a:lnTo>
                    <a:pt x="178221" y="71263"/>
                  </a:lnTo>
                  <a:lnTo>
                    <a:pt x="175083" y="66933"/>
                  </a:lnTo>
                  <a:lnTo>
                    <a:pt x="171808" y="62705"/>
                  </a:lnTo>
                  <a:lnTo>
                    <a:pt x="168400" y="58583"/>
                  </a:lnTo>
                  <a:lnTo>
                    <a:pt x="164862" y="54573"/>
                  </a:lnTo>
                  <a:lnTo>
                    <a:pt x="161197" y="50679"/>
                  </a:lnTo>
                  <a:lnTo>
                    <a:pt x="157409" y="46903"/>
                  </a:lnTo>
                  <a:lnTo>
                    <a:pt x="153503" y="43250"/>
                  </a:lnTo>
                  <a:lnTo>
                    <a:pt x="149482" y="39725"/>
                  </a:lnTo>
                  <a:lnTo>
                    <a:pt x="145350" y="36330"/>
                  </a:lnTo>
                  <a:lnTo>
                    <a:pt x="141111" y="33068"/>
                  </a:lnTo>
                  <a:lnTo>
                    <a:pt x="136771" y="29944"/>
                  </a:lnTo>
                  <a:lnTo>
                    <a:pt x="132333" y="26960"/>
                  </a:lnTo>
                  <a:lnTo>
                    <a:pt x="127801" y="24120"/>
                  </a:lnTo>
                  <a:lnTo>
                    <a:pt x="123181" y="21427"/>
                  </a:lnTo>
                  <a:lnTo>
                    <a:pt x="118478" y="18882"/>
                  </a:lnTo>
                  <a:lnTo>
                    <a:pt x="113695" y="16489"/>
                  </a:lnTo>
                  <a:lnTo>
                    <a:pt x="108838" y="14250"/>
                  </a:lnTo>
                  <a:lnTo>
                    <a:pt x="103912" y="12168"/>
                  </a:lnTo>
                  <a:lnTo>
                    <a:pt x="98922" y="10245"/>
                  </a:lnTo>
                  <a:lnTo>
                    <a:pt x="93873" y="8482"/>
                  </a:lnTo>
                  <a:lnTo>
                    <a:pt x="88770" y="6881"/>
                  </a:lnTo>
                  <a:lnTo>
                    <a:pt x="83619" y="5445"/>
                  </a:lnTo>
                  <a:lnTo>
                    <a:pt x="78424" y="4174"/>
                  </a:lnTo>
                  <a:lnTo>
                    <a:pt x="73191" y="3070"/>
                  </a:lnTo>
                  <a:lnTo>
                    <a:pt x="67926" y="2134"/>
                  </a:lnTo>
                  <a:lnTo>
                    <a:pt x="62633" y="1366"/>
                  </a:lnTo>
                  <a:lnTo>
                    <a:pt x="57319" y="769"/>
                  </a:lnTo>
                  <a:lnTo>
                    <a:pt x="51988" y="342"/>
                  </a:lnTo>
                  <a:lnTo>
                    <a:pt x="46646" y="85"/>
                  </a:lnTo>
                  <a:lnTo>
                    <a:pt x="41299" y="0"/>
                  </a:lnTo>
                  <a:lnTo>
                    <a:pt x="412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658" y="1236837"/>
              <a:ext cx="164430" cy="167167"/>
            </a:xfrm>
            <a:custGeom>
              <a:avLst/>
              <a:pathLst>
                <a:path w="164430" h="167167">
                  <a:moveTo>
                    <a:pt x="164430" y="0"/>
                  </a:moveTo>
                  <a:lnTo>
                    <a:pt x="159029" y="87"/>
                  </a:lnTo>
                  <a:lnTo>
                    <a:pt x="153633" y="349"/>
                  </a:lnTo>
                  <a:lnTo>
                    <a:pt x="148249" y="784"/>
                  </a:lnTo>
                  <a:lnTo>
                    <a:pt x="142881" y="1394"/>
                  </a:lnTo>
                  <a:lnTo>
                    <a:pt x="137536" y="2177"/>
                  </a:lnTo>
                  <a:lnTo>
                    <a:pt x="132219" y="3132"/>
                  </a:lnTo>
                  <a:lnTo>
                    <a:pt x="126936" y="4258"/>
                  </a:lnTo>
                  <a:lnTo>
                    <a:pt x="121692" y="5555"/>
                  </a:lnTo>
                  <a:lnTo>
                    <a:pt x="116493" y="7020"/>
                  </a:lnTo>
                  <a:lnTo>
                    <a:pt x="111343" y="8653"/>
                  </a:lnTo>
                  <a:lnTo>
                    <a:pt x="106249" y="10451"/>
                  </a:lnTo>
                  <a:lnTo>
                    <a:pt x="101216" y="12412"/>
                  </a:lnTo>
                  <a:lnTo>
                    <a:pt x="96249" y="14535"/>
                  </a:lnTo>
                  <a:lnTo>
                    <a:pt x="91353" y="16818"/>
                  </a:lnTo>
                  <a:lnTo>
                    <a:pt x="86534" y="19258"/>
                  </a:lnTo>
                  <a:lnTo>
                    <a:pt x="81795" y="21852"/>
                  </a:lnTo>
                  <a:lnTo>
                    <a:pt x="77143" y="24598"/>
                  </a:lnTo>
                  <a:lnTo>
                    <a:pt x="72582" y="27492"/>
                  </a:lnTo>
                  <a:lnTo>
                    <a:pt x="68117" y="30533"/>
                  </a:lnTo>
                  <a:lnTo>
                    <a:pt x="63753" y="33716"/>
                  </a:lnTo>
                  <a:lnTo>
                    <a:pt x="59494" y="37039"/>
                  </a:lnTo>
                  <a:lnTo>
                    <a:pt x="55344" y="40497"/>
                  </a:lnTo>
                  <a:lnTo>
                    <a:pt x="51308" y="44088"/>
                  </a:lnTo>
                  <a:lnTo>
                    <a:pt x="47391" y="47807"/>
                  </a:lnTo>
                  <a:lnTo>
                    <a:pt x="43595" y="51651"/>
                  </a:lnTo>
                  <a:lnTo>
                    <a:pt x="39926" y="55615"/>
                  </a:lnTo>
                  <a:lnTo>
                    <a:pt x="36387" y="59696"/>
                  </a:lnTo>
                  <a:lnTo>
                    <a:pt x="32981" y="63890"/>
                  </a:lnTo>
                  <a:lnTo>
                    <a:pt x="29713" y="68191"/>
                  </a:lnTo>
                  <a:lnTo>
                    <a:pt x="26585" y="72595"/>
                  </a:lnTo>
                  <a:lnTo>
                    <a:pt x="23601" y="77098"/>
                  </a:lnTo>
                  <a:lnTo>
                    <a:pt x="20765" y="81696"/>
                  </a:lnTo>
                  <a:lnTo>
                    <a:pt x="18078" y="86382"/>
                  </a:lnTo>
                  <a:lnTo>
                    <a:pt x="15544" y="91153"/>
                  </a:lnTo>
                  <a:lnTo>
                    <a:pt x="13166" y="96003"/>
                  </a:lnTo>
                  <a:lnTo>
                    <a:pt x="10946" y="100928"/>
                  </a:lnTo>
                  <a:lnTo>
                    <a:pt x="8886" y="105921"/>
                  </a:lnTo>
                  <a:lnTo>
                    <a:pt x="6988" y="110979"/>
                  </a:lnTo>
                  <a:lnTo>
                    <a:pt x="5255" y="116095"/>
                  </a:lnTo>
                  <a:lnTo>
                    <a:pt x="3688" y="121265"/>
                  </a:lnTo>
                  <a:lnTo>
                    <a:pt x="2289" y="126483"/>
                  </a:lnTo>
                  <a:lnTo>
                    <a:pt x="1059" y="131743"/>
                  </a:lnTo>
                  <a:lnTo>
                    <a:pt x="0" y="137040"/>
                  </a:lnTo>
                  <a:lnTo>
                    <a:pt x="16443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1927" y="1238660"/>
              <a:ext cx="334328" cy="332500"/>
            </a:xfrm>
            <a:custGeom>
              <a:avLst/>
              <a:pathLst>
                <a:path w="334328" h="332500">
                  <a:moveTo>
                    <a:pt x="2731" y="135217"/>
                  </a:moveTo>
                  <a:lnTo>
                    <a:pt x="1860" y="140433"/>
                  </a:lnTo>
                  <a:lnTo>
                    <a:pt x="1154" y="145675"/>
                  </a:lnTo>
                  <a:lnTo>
                    <a:pt x="615" y="150936"/>
                  </a:lnTo>
                  <a:lnTo>
                    <a:pt x="243" y="156212"/>
                  </a:lnTo>
                  <a:lnTo>
                    <a:pt x="38" y="161496"/>
                  </a:lnTo>
                  <a:lnTo>
                    <a:pt x="0" y="166785"/>
                  </a:lnTo>
                  <a:lnTo>
                    <a:pt x="129" y="172072"/>
                  </a:lnTo>
                  <a:lnTo>
                    <a:pt x="425" y="177352"/>
                  </a:lnTo>
                  <a:lnTo>
                    <a:pt x="888" y="182621"/>
                  </a:lnTo>
                  <a:lnTo>
                    <a:pt x="1518" y="187872"/>
                  </a:lnTo>
                  <a:lnTo>
                    <a:pt x="2314" y="193100"/>
                  </a:lnTo>
                  <a:lnTo>
                    <a:pt x="3274" y="198301"/>
                  </a:lnTo>
                  <a:lnTo>
                    <a:pt x="4399" y="203469"/>
                  </a:lnTo>
                  <a:lnTo>
                    <a:pt x="5686" y="208599"/>
                  </a:lnTo>
                  <a:lnTo>
                    <a:pt x="7135" y="213685"/>
                  </a:lnTo>
                  <a:lnTo>
                    <a:pt x="8745" y="218723"/>
                  </a:lnTo>
                  <a:lnTo>
                    <a:pt x="10512" y="223707"/>
                  </a:lnTo>
                  <a:lnTo>
                    <a:pt x="12437" y="228634"/>
                  </a:lnTo>
                  <a:lnTo>
                    <a:pt x="14517" y="233496"/>
                  </a:lnTo>
                  <a:lnTo>
                    <a:pt x="16749" y="238291"/>
                  </a:lnTo>
                  <a:lnTo>
                    <a:pt x="19132" y="243012"/>
                  </a:lnTo>
                  <a:lnTo>
                    <a:pt x="21663" y="247656"/>
                  </a:lnTo>
                  <a:lnTo>
                    <a:pt x="24339" y="252217"/>
                  </a:lnTo>
                  <a:lnTo>
                    <a:pt x="27159" y="256692"/>
                  </a:lnTo>
                  <a:lnTo>
                    <a:pt x="30119" y="261075"/>
                  </a:lnTo>
                  <a:lnTo>
                    <a:pt x="33215" y="265362"/>
                  </a:lnTo>
                  <a:lnTo>
                    <a:pt x="36446" y="269549"/>
                  </a:lnTo>
                  <a:lnTo>
                    <a:pt x="39808" y="273632"/>
                  </a:lnTo>
                  <a:lnTo>
                    <a:pt x="43297" y="277606"/>
                  </a:lnTo>
                  <a:lnTo>
                    <a:pt x="46911" y="281468"/>
                  </a:lnTo>
                  <a:lnTo>
                    <a:pt x="50644" y="285214"/>
                  </a:lnTo>
                  <a:lnTo>
                    <a:pt x="54494" y="288840"/>
                  </a:lnTo>
                  <a:lnTo>
                    <a:pt x="58457" y="292342"/>
                  </a:lnTo>
                  <a:lnTo>
                    <a:pt x="62529" y="295717"/>
                  </a:lnTo>
                  <a:lnTo>
                    <a:pt x="66706" y="298962"/>
                  </a:lnTo>
                  <a:lnTo>
                    <a:pt x="70983" y="302073"/>
                  </a:lnTo>
                  <a:lnTo>
                    <a:pt x="75356" y="305047"/>
                  </a:lnTo>
                  <a:lnTo>
                    <a:pt x="79821" y="307881"/>
                  </a:lnTo>
                  <a:lnTo>
                    <a:pt x="84374" y="310572"/>
                  </a:lnTo>
                  <a:lnTo>
                    <a:pt x="89009" y="313119"/>
                  </a:lnTo>
                  <a:lnTo>
                    <a:pt x="93723" y="315517"/>
                  </a:lnTo>
                  <a:lnTo>
                    <a:pt x="98510" y="317765"/>
                  </a:lnTo>
                  <a:lnTo>
                    <a:pt x="103366" y="319860"/>
                  </a:lnTo>
                  <a:lnTo>
                    <a:pt x="108286" y="321801"/>
                  </a:lnTo>
                  <a:lnTo>
                    <a:pt x="113265" y="323585"/>
                  </a:lnTo>
                  <a:lnTo>
                    <a:pt x="118297" y="325211"/>
                  </a:lnTo>
                  <a:lnTo>
                    <a:pt x="123379" y="326676"/>
                  </a:lnTo>
                  <a:lnTo>
                    <a:pt x="128504" y="327981"/>
                  </a:lnTo>
                  <a:lnTo>
                    <a:pt x="133668" y="329122"/>
                  </a:lnTo>
                  <a:lnTo>
                    <a:pt x="138866" y="330100"/>
                  </a:lnTo>
                  <a:lnTo>
                    <a:pt x="144092" y="330912"/>
                  </a:lnTo>
                  <a:lnTo>
                    <a:pt x="149341" y="331559"/>
                  </a:lnTo>
                  <a:lnTo>
                    <a:pt x="154608" y="332040"/>
                  </a:lnTo>
                  <a:lnTo>
                    <a:pt x="159887" y="332353"/>
                  </a:lnTo>
                  <a:lnTo>
                    <a:pt x="165174" y="332500"/>
                  </a:lnTo>
                  <a:lnTo>
                    <a:pt x="170462" y="332479"/>
                  </a:lnTo>
                  <a:lnTo>
                    <a:pt x="175748" y="332291"/>
                  </a:lnTo>
                  <a:lnTo>
                    <a:pt x="181025" y="331936"/>
                  </a:lnTo>
                  <a:lnTo>
                    <a:pt x="186288" y="331414"/>
                  </a:lnTo>
                  <a:lnTo>
                    <a:pt x="191531" y="330726"/>
                  </a:lnTo>
                  <a:lnTo>
                    <a:pt x="196751" y="329872"/>
                  </a:lnTo>
                  <a:lnTo>
                    <a:pt x="201940" y="328853"/>
                  </a:lnTo>
                  <a:lnTo>
                    <a:pt x="207095" y="327671"/>
                  </a:lnTo>
                  <a:lnTo>
                    <a:pt x="212210" y="326327"/>
                  </a:lnTo>
                  <a:lnTo>
                    <a:pt x="217280" y="324821"/>
                  </a:lnTo>
                  <a:lnTo>
                    <a:pt x="222300" y="323156"/>
                  </a:lnTo>
                  <a:lnTo>
                    <a:pt x="227264" y="321333"/>
                  </a:lnTo>
                  <a:lnTo>
                    <a:pt x="232169" y="319354"/>
                  </a:lnTo>
                  <a:lnTo>
                    <a:pt x="237008" y="317220"/>
                  </a:lnTo>
                  <a:lnTo>
                    <a:pt x="241777" y="314935"/>
                  </a:lnTo>
                  <a:lnTo>
                    <a:pt x="246472" y="312499"/>
                  </a:lnTo>
                  <a:lnTo>
                    <a:pt x="251087" y="309917"/>
                  </a:lnTo>
                  <a:lnTo>
                    <a:pt x="255619" y="307190"/>
                  </a:lnTo>
                  <a:lnTo>
                    <a:pt x="260062" y="304320"/>
                  </a:lnTo>
                  <a:lnTo>
                    <a:pt x="264411" y="301312"/>
                  </a:lnTo>
                  <a:lnTo>
                    <a:pt x="268664" y="298168"/>
                  </a:lnTo>
                  <a:lnTo>
                    <a:pt x="272815" y="294890"/>
                  </a:lnTo>
                  <a:lnTo>
                    <a:pt x="276860" y="291483"/>
                  </a:lnTo>
                  <a:lnTo>
                    <a:pt x="280795" y="287950"/>
                  </a:lnTo>
                  <a:lnTo>
                    <a:pt x="284617" y="284294"/>
                  </a:lnTo>
                  <a:lnTo>
                    <a:pt x="288321" y="280519"/>
                  </a:lnTo>
                  <a:lnTo>
                    <a:pt x="291903" y="276629"/>
                  </a:lnTo>
                  <a:lnTo>
                    <a:pt x="295361" y="272627"/>
                  </a:lnTo>
                  <a:lnTo>
                    <a:pt x="298691" y="268518"/>
                  </a:lnTo>
                  <a:lnTo>
                    <a:pt x="301889" y="264305"/>
                  </a:lnTo>
                  <a:lnTo>
                    <a:pt x="304952" y="259994"/>
                  </a:lnTo>
                  <a:lnTo>
                    <a:pt x="307877" y="255588"/>
                  </a:lnTo>
                  <a:lnTo>
                    <a:pt x="310661" y="251091"/>
                  </a:lnTo>
                  <a:lnTo>
                    <a:pt x="313302" y="246509"/>
                  </a:lnTo>
                  <a:lnTo>
                    <a:pt x="315796" y="241845"/>
                  </a:lnTo>
                  <a:lnTo>
                    <a:pt x="318142" y="237105"/>
                  </a:lnTo>
                  <a:lnTo>
                    <a:pt x="320336" y="232293"/>
                  </a:lnTo>
                  <a:lnTo>
                    <a:pt x="322377" y="227414"/>
                  </a:lnTo>
                  <a:lnTo>
                    <a:pt x="324263" y="222473"/>
                  </a:lnTo>
                  <a:lnTo>
                    <a:pt x="325992" y="217475"/>
                  </a:lnTo>
                  <a:lnTo>
                    <a:pt x="327561" y="212425"/>
                  </a:lnTo>
                  <a:lnTo>
                    <a:pt x="328970" y="207327"/>
                  </a:lnTo>
                  <a:lnTo>
                    <a:pt x="330218" y="202188"/>
                  </a:lnTo>
                  <a:lnTo>
                    <a:pt x="331301" y="197011"/>
                  </a:lnTo>
                  <a:lnTo>
                    <a:pt x="332221" y="191803"/>
                  </a:lnTo>
                  <a:lnTo>
                    <a:pt x="332975" y="186568"/>
                  </a:lnTo>
                  <a:lnTo>
                    <a:pt x="333564" y="181312"/>
                  </a:lnTo>
                  <a:lnTo>
                    <a:pt x="333986" y="176040"/>
                  </a:lnTo>
                  <a:lnTo>
                    <a:pt x="334240" y="170758"/>
                  </a:lnTo>
                  <a:lnTo>
                    <a:pt x="334328" y="165470"/>
                  </a:lnTo>
                  <a:lnTo>
                    <a:pt x="334248" y="160182"/>
                  </a:lnTo>
                  <a:lnTo>
                    <a:pt x="334002" y="154899"/>
                  </a:lnTo>
                  <a:lnTo>
                    <a:pt x="333588" y="149626"/>
                  </a:lnTo>
                  <a:lnTo>
                    <a:pt x="333007" y="144370"/>
                  </a:lnTo>
                  <a:lnTo>
                    <a:pt x="332261" y="139134"/>
                  </a:lnTo>
                  <a:lnTo>
                    <a:pt x="331349" y="133924"/>
                  </a:lnTo>
                  <a:lnTo>
                    <a:pt x="330273" y="128746"/>
                  </a:lnTo>
                  <a:lnTo>
                    <a:pt x="329033" y="123605"/>
                  </a:lnTo>
                  <a:lnTo>
                    <a:pt x="327632" y="118505"/>
                  </a:lnTo>
                  <a:lnTo>
                    <a:pt x="326070" y="113452"/>
                  </a:lnTo>
                  <a:lnTo>
                    <a:pt x="324349" y="108451"/>
                  </a:lnTo>
                  <a:lnTo>
                    <a:pt x="322471" y="103507"/>
                  </a:lnTo>
                  <a:lnTo>
                    <a:pt x="320437" y="98625"/>
                  </a:lnTo>
                  <a:lnTo>
                    <a:pt x="318250" y="93810"/>
                  </a:lnTo>
                  <a:lnTo>
                    <a:pt x="315911" y="89067"/>
                  </a:lnTo>
                  <a:lnTo>
                    <a:pt x="313424" y="84399"/>
                  </a:lnTo>
                  <a:lnTo>
                    <a:pt x="310790" y="79813"/>
                  </a:lnTo>
                  <a:lnTo>
                    <a:pt x="308013" y="75312"/>
                  </a:lnTo>
                  <a:lnTo>
                    <a:pt x="305094" y="70902"/>
                  </a:lnTo>
                  <a:lnTo>
                    <a:pt x="302037" y="66586"/>
                  </a:lnTo>
                  <a:lnTo>
                    <a:pt x="298846" y="62369"/>
                  </a:lnTo>
                  <a:lnTo>
                    <a:pt x="295523" y="58254"/>
                  </a:lnTo>
                  <a:lnTo>
                    <a:pt x="292071" y="54248"/>
                  </a:lnTo>
                  <a:lnTo>
                    <a:pt x="288494" y="50352"/>
                  </a:lnTo>
                  <a:lnTo>
                    <a:pt x="284796" y="46571"/>
                  </a:lnTo>
                  <a:lnTo>
                    <a:pt x="280980" y="42909"/>
                  </a:lnTo>
                  <a:lnTo>
                    <a:pt x="277050" y="39370"/>
                  </a:lnTo>
                  <a:lnTo>
                    <a:pt x="273010" y="35957"/>
                  </a:lnTo>
                  <a:lnTo>
                    <a:pt x="268864" y="32674"/>
                  </a:lnTo>
                  <a:lnTo>
                    <a:pt x="264616" y="29523"/>
                  </a:lnTo>
                  <a:lnTo>
                    <a:pt x="260271" y="26508"/>
                  </a:lnTo>
                  <a:lnTo>
                    <a:pt x="255832" y="23632"/>
                  </a:lnTo>
                  <a:lnTo>
                    <a:pt x="251305" y="20898"/>
                  </a:lnTo>
                  <a:lnTo>
                    <a:pt x="246694" y="18308"/>
                  </a:lnTo>
                  <a:lnTo>
                    <a:pt x="242003" y="15866"/>
                  </a:lnTo>
                  <a:lnTo>
                    <a:pt x="237237" y="13573"/>
                  </a:lnTo>
                  <a:lnTo>
                    <a:pt x="232401" y="11433"/>
                  </a:lnTo>
                  <a:lnTo>
                    <a:pt x="227499" y="9446"/>
                  </a:lnTo>
                  <a:lnTo>
                    <a:pt x="222537" y="7615"/>
                  </a:lnTo>
                  <a:lnTo>
                    <a:pt x="217520" y="5942"/>
                  </a:lnTo>
                  <a:lnTo>
                    <a:pt x="212453" y="4429"/>
                  </a:lnTo>
                  <a:lnTo>
                    <a:pt x="207340" y="3077"/>
                  </a:lnTo>
                  <a:lnTo>
                    <a:pt x="202187" y="1887"/>
                  </a:lnTo>
                  <a:lnTo>
                    <a:pt x="196998" y="861"/>
                  </a:lnTo>
                  <a:lnTo>
                    <a:pt x="191780" y="0"/>
                  </a:lnTo>
                  <a:lnTo>
                    <a:pt x="167161" y="165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629088" y="1236837"/>
              <a:ext cx="24619" cy="167167"/>
            </a:xfrm>
            <a:custGeom>
              <a:avLst/>
              <a:pathLst>
                <a:path w="24619" h="167167">
                  <a:moveTo>
                    <a:pt x="24619" y="1822"/>
                  </a:moveTo>
                  <a:lnTo>
                    <a:pt x="16446" y="810"/>
                  </a:lnTo>
                  <a:lnTo>
                    <a:pt x="8233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9210" y="1546402"/>
              <a:ext cx="43355" cy="167167"/>
            </a:xfrm>
            <a:custGeom>
              <a:avLst/>
              <a:pathLst>
                <a:path w="43355" h="167167">
                  <a:moveTo>
                    <a:pt x="43355" y="0"/>
                  </a:moveTo>
                  <a:lnTo>
                    <a:pt x="37091" y="117"/>
                  </a:lnTo>
                  <a:lnTo>
                    <a:pt x="30836" y="469"/>
                  </a:lnTo>
                  <a:lnTo>
                    <a:pt x="24599" y="1055"/>
                  </a:lnTo>
                  <a:lnTo>
                    <a:pt x="18388" y="1875"/>
                  </a:lnTo>
                  <a:lnTo>
                    <a:pt x="12212" y="2926"/>
                  </a:lnTo>
                  <a:lnTo>
                    <a:pt x="6079" y="4208"/>
                  </a:lnTo>
                  <a:lnTo>
                    <a:pt x="0" y="5720"/>
                  </a:lnTo>
                  <a:lnTo>
                    <a:pt x="433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69210" y="1552122"/>
              <a:ext cx="43355" cy="161447"/>
            </a:xfrm>
            <a:custGeom>
              <a:avLst/>
              <a:pathLst>
                <a:path w="43355" h="161447">
                  <a:moveTo>
                    <a:pt x="0" y="0"/>
                  </a:moveTo>
                  <a:lnTo>
                    <a:pt x="43355" y="1614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45410" y="1552122"/>
              <a:ext cx="334316" cy="328614"/>
            </a:xfrm>
            <a:custGeom>
              <a:avLst/>
              <a:pathLst>
                <a:path w="334316" h="328614">
                  <a:moveTo>
                    <a:pt x="123800" y="0"/>
                  </a:moveTo>
                  <a:lnTo>
                    <a:pt x="118716" y="1451"/>
                  </a:lnTo>
                  <a:lnTo>
                    <a:pt x="113681" y="3063"/>
                  </a:lnTo>
                  <a:lnTo>
                    <a:pt x="108700" y="4833"/>
                  </a:lnTo>
                  <a:lnTo>
                    <a:pt x="103777" y="6760"/>
                  </a:lnTo>
                  <a:lnTo>
                    <a:pt x="98917" y="8841"/>
                  </a:lnTo>
                  <a:lnTo>
                    <a:pt x="94126" y="11075"/>
                  </a:lnTo>
                  <a:lnTo>
                    <a:pt x="89408" y="13459"/>
                  </a:lnTo>
                  <a:lnTo>
                    <a:pt x="84767" y="15992"/>
                  </a:lnTo>
                  <a:lnTo>
                    <a:pt x="80209" y="18670"/>
                  </a:lnTo>
                  <a:lnTo>
                    <a:pt x="75738" y="21491"/>
                  </a:lnTo>
                  <a:lnTo>
                    <a:pt x="71358" y="24451"/>
                  </a:lnTo>
                  <a:lnTo>
                    <a:pt x="67074" y="27549"/>
                  </a:lnTo>
                  <a:lnTo>
                    <a:pt x="62890" y="30780"/>
                  </a:lnTo>
                  <a:lnTo>
                    <a:pt x="58810" y="34143"/>
                  </a:lnTo>
                  <a:lnTo>
                    <a:pt x="54839" y="37632"/>
                  </a:lnTo>
                  <a:lnTo>
                    <a:pt x="50980" y="41246"/>
                  </a:lnTo>
                  <a:lnTo>
                    <a:pt x="47238" y="44979"/>
                  </a:lnTo>
                  <a:lnTo>
                    <a:pt x="43615" y="48829"/>
                  </a:lnTo>
                  <a:lnTo>
                    <a:pt x="40116" y="52792"/>
                  </a:lnTo>
                  <a:lnTo>
                    <a:pt x="36743" y="56863"/>
                  </a:lnTo>
                  <a:lnTo>
                    <a:pt x="33502" y="61039"/>
                  </a:lnTo>
                  <a:lnTo>
                    <a:pt x="30393" y="65316"/>
                  </a:lnTo>
                  <a:lnTo>
                    <a:pt x="27422" y="69688"/>
                  </a:lnTo>
                  <a:lnTo>
                    <a:pt x="24591" y="74153"/>
                  </a:lnTo>
                  <a:lnTo>
                    <a:pt x="21902" y="78704"/>
                  </a:lnTo>
                  <a:lnTo>
                    <a:pt x="19358" y="83339"/>
                  </a:lnTo>
                  <a:lnTo>
                    <a:pt x="16962" y="88051"/>
                  </a:lnTo>
                  <a:lnTo>
                    <a:pt x="14716" y="92837"/>
                  </a:lnTo>
                  <a:lnTo>
                    <a:pt x="12623" y="97692"/>
                  </a:lnTo>
                  <a:lnTo>
                    <a:pt x="10684" y="102610"/>
                  </a:lnTo>
                  <a:lnTo>
                    <a:pt x="8902" y="107587"/>
                  </a:lnTo>
                  <a:lnTo>
                    <a:pt x="7278" y="112618"/>
                  </a:lnTo>
                  <a:lnTo>
                    <a:pt x="5814" y="117698"/>
                  </a:lnTo>
                  <a:lnTo>
                    <a:pt x="4511" y="122821"/>
                  </a:lnTo>
                  <a:lnTo>
                    <a:pt x="3371" y="127984"/>
                  </a:lnTo>
                  <a:lnTo>
                    <a:pt x="2395" y="133179"/>
                  </a:lnTo>
                  <a:lnTo>
                    <a:pt x="1584" y="138403"/>
                  </a:lnTo>
                  <a:lnTo>
                    <a:pt x="938" y="143650"/>
                  </a:lnTo>
                  <a:lnTo>
                    <a:pt x="458" y="148915"/>
                  </a:lnTo>
                  <a:lnTo>
                    <a:pt x="145" y="154192"/>
                  </a:lnTo>
                  <a:lnTo>
                    <a:pt x="0" y="159477"/>
                  </a:lnTo>
                  <a:lnTo>
                    <a:pt x="21" y="164763"/>
                  </a:lnTo>
                  <a:lnTo>
                    <a:pt x="209" y="170047"/>
                  </a:lnTo>
                  <a:lnTo>
                    <a:pt x="565" y="175321"/>
                  </a:lnTo>
                  <a:lnTo>
                    <a:pt x="1087" y="180582"/>
                  </a:lnTo>
                  <a:lnTo>
                    <a:pt x="1775" y="185824"/>
                  </a:lnTo>
                  <a:lnTo>
                    <a:pt x="2628" y="191041"/>
                  </a:lnTo>
                  <a:lnTo>
                    <a:pt x="3646" y="196228"/>
                  </a:lnTo>
                  <a:lnTo>
                    <a:pt x="4828" y="201381"/>
                  </a:lnTo>
                  <a:lnTo>
                    <a:pt x="6172" y="206494"/>
                  </a:lnTo>
                  <a:lnTo>
                    <a:pt x="7677" y="211562"/>
                  </a:lnTo>
                  <a:lnTo>
                    <a:pt x="9341" y="216580"/>
                  </a:lnTo>
                  <a:lnTo>
                    <a:pt x="11163" y="221542"/>
                  </a:lnTo>
                  <a:lnTo>
                    <a:pt x="13142" y="226445"/>
                  </a:lnTo>
                  <a:lnTo>
                    <a:pt x="15274" y="231282"/>
                  </a:lnTo>
                  <a:lnTo>
                    <a:pt x="17558" y="236050"/>
                  </a:lnTo>
                  <a:lnTo>
                    <a:pt x="19992" y="240743"/>
                  </a:lnTo>
                  <a:lnTo>
                    <a:pt x="22573" y="245357"/>
                  </a:lnTo>
                  <a:lnTo>
                    <a:pt x="25298" y="249886"/>
                  </a:lnTo>
                  <a:lnTo>
                    <a:pt x="28166" y="254328"/>
                  </a:lnTo>
                  <a:lnTo>
                    <a:pt x="31172" y="258676"/>
                  </a:lnTo>
                  <a:lnTo>
                    <a:pt x="34315" y="262928"/>
                  </a:lnTo>
                  <a:lnTo>
                    <a:pt x="37590" y="267077"/>
                  </a:lnTo>
                  <a:lnTo>
                    <a:pt x="40995" y="271121"/>
                  </a:lnTo>
                  <a:lnTo>
                    <a:pt x="44526" y="275056"/>
                  </a:lnTo>
                  <a:lnTo>
                    <a:pt x="48180" y="278877"/>
                  </a:lnTo>
                  <a:lnTo>
                    <a:pt x="51952" y="282580"/>
                  </a:lnTo>
                  <a:lnTo>
                    <a:pt x="55840" y="286162"/>
                  </a:lnTo>
                  <a:lnTo>
                    <a:pt x="59840" y="289620"/>
                  </a:lnTo>
                  <a:lnTo>
                    <a:pt x="63946" y="292949"/>
                  </a:lnTo>
                  <a:lnTo>
                    <a:pt x="68156" y="296147"/>
                  </a:lnTo>
                  <a:lnTo>
                    <a:pt x="72465" y="299210"/>
                  </a:lnTo>
                  <a:lnTo>
                    <a:pt x="76868" y="302135"/>
                  </a:lnTo>
                  <a:lnTo>
                    <a:pt x="81362" y="304920"/>
                  </a:lnTo>
                  <a:lnTo>
                    <a:pt x="85941" y="307561"/>
                  </a:lnTo>
                  <a:lnTo>
                    <a:pt x="90602" y="310056"/>
                  </a:lnTo>
                  <a:lnTo>
                    <a:pt x="95340" y="312402"/>
                  </a:lnTo>
                  <a:lnTo>
                    <a:pt x="100149" y="314597"/>
                  </a:lnTo>
                  <a:lnTo>
                    <a:pt x="105025" y="316640"/>
                  </a:lnTo>
                  <a:lnTo>
                    <a:pt x="109963" y="318526"/>
                  </a:lnTo>
                  <a:lnTo>
                    <a:pt x="114959" y="320256"/>
                  </a:lnTo>
                  <a:lnTo>
                    <a:pt x="120007" y="321827"/>
                  </a:lnTo>
                  <a:lnTo>
                    <a:pt x="125102" y="323238"/>
                  </a:lnTo>
                  <a:lnTo>
                    <a:pt x="130238" y="324487"/>
                  </a:lnTo>
                  <a:lnTo>
                    <a:pt x="135412" y="325573"/>
                  </a:lnTo>
                  <a:lnTo>
                    <a:pt x="140618" y="326494"/>
                  </a:lnTo>
                  <a:lnTo>
                    <a:pt x="145850" y="327251"/>
                  </a:lnTo>
                  <a:lnTo>
                    <a:pt x="151104" y="327842"/>
                  </a:lnTo>
                  <a:lnTo>
                    <a:pt x="156373" y="328266"/>
                  </a:lnTo>
                  <a:lnTo>
                    <a:pt x="161653" y="328524"/>
                  </a:lnTo>
                  <a:lnTo>
                    <a:pt x="166939" y="328614"/>
                  </a:lnTo>
                  <a:lnTo>
                    <a:pt x="172225" y="328537"/>
                  </a:lnTo>
                  <a:lnTo>
                    <a:pt x="177506" y="328293"/>
                  </a:lnTo>
                  <a:lnTo>
                    <a:pt x="182777" y="327883"/>
                  </a:lnTo>
                  <a:lnTo>
                    <a:pt x="188032" y="327306"/>
                  </a:lnTo>
                  <a:lnTo>
                    <a:pt x="193266" y="326562"/>
                  </a:lnTo>
                  <a:lnTo>
                    <a:pt x="198474" y="325654"/>
                  </a:lnTo>
                  <a:lnTo>
                    <a:pt x="203651" y="324582"/>
                  </a:lnTo>
                  <a:lnTo>
                    <a:pt x="208791" y="323346"/>
                  </a:lnTo>
                  <a:lnTo>
                    <a:pt x="213889" y="321949"/>
                  </a:lnTo>
                  <a:lnTo>
                    <a:pt x="218941" y="320391"/>
                  </a:lnTo>
                  <a:lnTo>
                    <a:pt x="223941" y="318674"/>
                  </a:lnTo>
                  <a:lnTo>
                    <a:pt x="228884" y="316800"/>
                  </a:lnTo>
                  <a:lnTo>
                    <a:pt x="233766" y="314770"/>
                  </a:lnTo>
                  <a:lnTo>
                    <a:pt x="238581" y="312587"/>
                  </a:lnTo>
                  <a:lnTo>
                    <a:pt x="243324" y="310253"/>
                  </a:lnTo>
                  <a:lnTo>
                    <a:pt x="247991" y="307770"/>
                  </a:lnTo>
                  <a:lnTo>
                    <a:pt x="252578" y="305141"/>
                  </a:lnTo>
                  <a:lnTo>
                    <a:pt x="257079" y="302368"/>
                  </a:lnTo>
                  <a:lnTo>
                    <a:pt x="261490" y="299454"/>
                  </a:lnTo>
                  <a:lnTo>
                    <a:pt x="265806" y="296402"/>
                  </a:lnTo>
                  <a:lnTo>
                    <a:pt x="270024" y="293215"/>
                  </a:lnTo>
                  <a:lnTo>
                    <a:pt x="274139" y="289897"/>
                  </a:lnTo>
                  <a:lnTo>
                    <a:pt x="278148" y="286450"/>
                  </a:lnTo>
                  <a:lnTo>
                    <a:pt x="282045" y="282877"/>
                  </a:lnTo>
                  <a:lnTo>
                    <a:pt x="285827" y="279184"/>
                  </a:lnTo>
                  <a:lnTo>
                    <a:pt x="289491" y="275372"/>
                  </a:lnTo>
                  <a:lnTo>
                    <a:pt x="293032" y="271447"/>
                  </a:lnTo>
                  <a:lnTo>
                    <a:pt x="296447" y="267412"/>
                  </a:lnTo>
                  <a:lnTo>
                    <a:pt x="299733" y="263271"/>
                  </a:lnTo>
                  <a:lnTo>
                    <a:pt x="302886" y="259028"/>
                  </a:lnTo>
                  <a:lnTo>
                    <a:pt x="305904" y="254687"/>
                  </a:lnTo>
                  <a:lnTo>
                    <a:pt x="308783" y="250253"/>
                  </a:lnTo>
                  <a:lnTo>
                    <a:pt x="311520" y="245730"/>
                  </a:lnTo>
                  <a:lnTo>
                    <a:pt x="314113" y="241123"/>
                  </a:lnTo>
                  <a:lnTo>
                    <a:pt x="316559" y="236436"/>
                  </a:lnTo>
                  <a:lnTo>
                    <a:pt x="318856" y="231675"/>
                  </a:lnTo>
                  <a:lnTo>
                    <a:pt x="321000" y="226843"/>
                  </a:lnTo>
                  <a:lnTo>
                    <a:pt x="322991" y="221945"/>
                  </a:lnTo>
                  <a:lnTo>
                    <a:pt x="324826" y="216988"/>
                  </a:lnTo>
                  <a:lnTo>
                    <a:pt x="326504" y="211974"/>
                  </a:lnTo>
                  <a:lnTo>
                    <a:pt x="328022" y="206910"/>
                  </a:lnTo>
                  <a:lnTo>
                    <a:pt x="329379" y="201801"/>
                  </a:lnTo>
                  <a:lnTo>
                    <a:pt x="330574" y="196651"/>
                  </a:lnTo>
                  <a:lnTo>
                    <a:pt x="331605" y="191466"/>
                  </a:lnTo>
                  <a:lnTo>
                    <a:pt x="332472" y="186251"/>
                  </a:lnTo>
                  <a:lnTo>
                    <a:pt x="333174" y="181011"/>
                  </a:lnTo>
                  <a:lnTo>
                    <a:pt x="333710" y="175752"/>
                  </a:lnTo>
                  <a:lnTo>
                    <a:pt x="334079" y="170478"/>
                  </a:lnTo>
                  <a:lnTo>
                    <a:pt x="334281" y="165195"/>
                  </a:lnTo>
                  <a:lnTo>
                    <a:pt x="334316" y="159909"/>
                  </a:lnTo>
                  <a:lnTo>
                    <a:pt x="334183" y="154624"/>
                  </a:lnTo>
                  <a:lnTo>
                    <a:pt x="333884" y="149346"/>
                  </a:lnTo>
                  <a:lnTo>
                    <a:pt x="333418" y="144080"/>
                  </a:lnTo>
                  <a:lnTo>
                    <a:pt x="332786" y="138831"/>
                  </a:lnTo>
                  <a:lnTo>
                    <a:pt x="331988" y="133605"/>
                  </a:lnTo>
                  <a:lnTo>
                    <a:pt x="331025" y="128407"/>
                  </a:lnTo>
                  <a:lnTo>
                    <a:pt x="329899" y="123242"/>
                  </a:lnTo>
                  <a:lnTo>
                    <a:pt x="328609" y="118115"/>
                  </a:lnTo>
                  <a:lnTo>
                    <a:pt x="327158" y="113032"/>
                  </a:lnTo>
                  <a:lnTo>
                    <a:pt x="325547" y="107996"/>
                  </a:lnTo>
                  <a:lnTo>
                    <a:pt x="323778" y="103015"/>
                  </a:lnTo>
                  <a:lnTo>
                    <a:pt x="321852" y="98091"/>
                  </a:lnTo>
                  <a:lnTo>
                    <a:pt x="319771" y="93231"/>
                  </a:lnTo>
                  <a:lnTo>
                    <a:pt x="317538" y="88440"/>
                  </a:lnTo>
                  <a:lnTo>
                    <a:pt x="315154" y="83721"/>
                  </a:lnTo>
                  <a:lnTo>
                    <a:pt x="312623" y="79080"/>
                  </a:lnTo>
                  <a:lnTo>
                    <a:pt x="309945" y="74522"/>
                  </a:lnTo>
                  <a:lnTo>
                    <a:pt x="307125" y="70050"/>
                  </a:lnTo>
                  <a:lnTo>
                    <a:pt x="304165" y="65670"/>
                  </a:lnTo>
                  <a:lnTo>
                    <a:pt x="301068" y="61385"/>
                  </a:lnTo>
                  <a:lnTo>
                    <a:pt x="297837" y="57201"/>
                  </a:lnTo>
                  <a:lnTo>
                    <a:pt x="294476" y="53121"/>
                  </a:lnTo>
                  <a:lnTo>
                    <a:pt x="290987" y="49149"/>
                  </a:lnTo>
                  <a:lnTo>
                    <a:pt x="287374" y="45290"/>
                  </a:lnTo>
                  <a:lnTo>
                    <a:pt x="283641" y="41546"/>
                  </a:lnTo>
                  <a:lnTo>
                    <a:pt x="279791" y="37923"/>
                  </a:lnTo>
                  <a:lnTo>
                    <a:pt x="275829" y="34423"/>
                  </a:lnTo>
                  <a:lnTo>
                    <a:pt x="271758" y="31050"/>
                  </a:lnTo>
                  <a:lnTo>
                    <a:pt x="167155" y="1614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212566" y="1546402"/>
              <a:ext cx="104602" cy="167167"/>
            </a:xfrm>
            <a:custGeom>
              <a:avLst/>
              <a:pathLst>
                <a:path w="104602" h="167167">
                  <a:moveTo>
                    <a:pt x="104602" y="36771"/>
                  </a:moveTo>
                  <a:lnTo>
                    <a:pt x="100135" y="33310"/>
                  </a:lnTo>
                  <a:lnTo>
                    <a:pt x="95554" y="30002"/>
                  </a:lnTo>
                  <a:lnTo>
                    <a:pt x="90864" y="26851"/>
                  </a:lnTo>
                  <a:lnTo>
                    <a:pt x="86070" y="23860"/>
                  </a:lnTo>
                  <a:lnTo>
                    <a:pt x="81177" y="21033"/>
                  </a:lnTo>
                  <a:lnTo>
                    <a:pt x="76192" y="18373"/>
                  </a:lnTo>
                  <a:lnTo>
                    <a:pt x="71119" y="15883"/>
                  </a:lnTo>
                  <a:lnTo>
                    <a:pt x="65966" y="13565"/>
                  </a:lnTo>
                  <a:lnTo>
                    <a:pt x="60737" y="11424"/>
                  </a:lnTo>
                  <a:lnTo>
                    <a:pt x="55438" y="9460"/>
                  </a:lnTo>
                  <a:lnTo>
                    <a:pt x="50077" y="7676"/>
                  </a:lnTo>
                  <a:lnTo>
                    <a:pt x="44658" y="6075"/>
                  </a:lnTo>
                  <a:lnTo>
                    <a:pt x="39188" y="4658"/>
                  </a:lnTo>
                  <a:lnTo>
                    <a:pt x="33673" y="3426"/>
                  </a:lnTo>
                  <a:lnTo>
                    <a:pt x="28120" y="2382"/>
                  </a:lnTo>
                  <a:lnTo>
                    <a:pt x="22534" y="1525"/>
                  </a:lnTo>
                  <a:lnTo>
                    <a:pt x="16923" y="858"/>
                  </a:lnTo>
                  <a:lnTo>
                    <a:pt x="11293" y="381"/>
                  </a:lnTo>
                  <a:lnTo>
                    <a:pt x="564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596" y="1943516"/>
              <a:ext cx="2186" cy="167167"/>
            </a:xfrm>
            <a:custGeom>
              <a:avLst/>
              <a:pathLst>
                <a:path w="2186" h="167167">
                  <a:moveTo>
                    <a:pt x="2186" y="0"/>
                  </a:moveTo>
                  <a:lnTo>
                    <a:pt x="0" y="14"/>
                  </a:lnTo>
                  <a:lnTo>
                    <a:pt x="21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76596" y="1943531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52708" y="1943531"/>
              <a:ext cx="126075" cy="167153"/>
            </a:xfrm>
            <a:custGeom>
              <a:avLst/>
              <a:pathLst>
                <a:path w="126075" h="167153">
                  <a:moveTo>
                    <a:pt x="123888" y="0"/>
                  </a:moveTo>
                  <a:lnTo>
                    <a:pt x="118265" y="168"/>
                  </a:lnTo>
                  <a:lnTo>
                    <a:pt x="112651" y="525"/>
                  </a:lnTo>
                  <a:lnTo>
                    <a:pt x="107052" y="1071"/>
                  </a:lnTo>
                  <a:lnTo>
                    <a:pt x="101475" y="1805"/>
                  </a:lnTo>
                  <a:lnTo>
                    <a:pt x="95925" y="2726"/>
                  </a:lnTo>
                  <a:lnTo>
                    <a:pt x="90410" y="3834"/>
                  </a:lnTo>
                  <a:lnTo>
                    <a:pt x="84935" y="5127"/>
                  </a:lnTo>
                  <a:lnTo>
                    <a:pt x="79506" y="6602"/>
                  </a:lnTo>
                  <a:lnTo>
                    <a:pt x="74131" y="8260"/>
                  </a:lnTo>
                  <a:lnTo>
                    <a:pt x="68814" y="10098"/>
                  </a:lnTo>
                  <a:lnTo>
                    <a:pt x="63562" y="12114"/>
                  </a:lnTo>
                  <a:lnTo>
                    <a:pt x="58381" y="14305"/>
                  </a:lnTo>
                  <a:lnTo>
                    <a:pt x="53276" y="16669"/>
                  </a:lnTo>
                  <a:lnTo>
                    <a:pt x="48254" y="19204"/>
                  </a:lnTo>
                  <a:lnTo>
                    <a:pt x="43320" y="21906"/>
                  </a:lnTo>
                  <a:lnTo>
                    <a:pt x="38480" y="24772"/>
                  </a:lnTo>
                  <a:lnTo>
                    <a:pt x="33739" y="27800"/>
                  </a:lnTo>
                  <a:lnTo>
                    <a:pt x="29102" y="30986"/>
                  </a:lnTo>
                  <a:lnTo>
                    <a:pt x="24576" y="34326"/>
                  </a:lnTo>
                  <a:lnTo>
                    <a:pt x="20164" y="37816"/>
                  </a:lnTo>
                  <a:lnTo>
                    <a:pt x="15872" y="41453"/>
                  </a:lnTo>
                  <a:lnTo>
                    <a:pt x="11705" y="45232"/>
                  </a:lnTo>
                  <a:lnTo>
                    <a:pt x="7668" y="49149"/>
                  </a:lnTo>
                  <a:lnTo>
                    <a:pt x="3764" y="53200"/>
                  </a:lnTo>
                  <a:lnTo>
                    <a:pt x="0" y="57380"/>
                  </a:lnTo>
                  <a:lnTo>
                    <a:pt x="126075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11632" y="1943516"/>
              <a:ext cx="334299" cy="334334"/>
            </a:xfrm>
            <a:custGeom>
              <a:avLst/>
              <a:pathLst>
                <a:path w="334299" h="334334">
                  <a:moveTo>
                    <a:pt x="41076" y="57394"/>
                  </a:moveTo>
                  <a:lnTo>
                    <a:pt x="37655" y="61452"/>
                  </a:lnTo>
                  <a:lnTo>
                    <a:pt x="34365" y="65615"/>
                  </a:lnTo>
                  <a:lnTo>
                    <a:pt x="31208" y="69881"/>
                  </a:lnTo>
                  <a:lnTo>
                    <a:pt x="28189" y="74246"/>
                  </a:lnTo>
                  <a:lnTo>
                    <a:pt x="25309" y="78703"/>
                  </a:lnTo>
                  <a:lnTo>
                    <a:pt x="22573" y="83250"/>
                  </a:lnTo>
                  <a:lnTo>
                    <a:pt x="19982" y="87882"/>
                  </a:lnTo>
                  <a:lnTo>
                    <a:pt x="17539" y="92593"/>
                  </a:lnTo>
                  <a:lnTo>
                    <a:pt x="15248" y="97380"/>
                  </a:lnTo>
                  <a:lnTo>
                    <a:pt x="13109" y="102236"/>
                  </a:lnTo>
                  <a:lnTo>
                    <a:pt x="11125" y="107159"/>
                  </a:lnTo>
                  <a:lnTo>
                    <a:pt x="9299" y="112142"/>
                  </a:lnTo>
                  <a:lnTo>
                    <a:pt x="7632" y="117180"/>
                  </a:lnTo>
                  <a:lnTo>
                    <a:pt x="6126" y="122268"/>
                  </a:lnTo>
                  <a:lnTo>
                    <a:pt x="4782" y="127402"/>
                  </a:lnTo>
                  <a:lnTo>
                    <a:pt x="3602" y="132576"/>
                  </a:lnTo>
                  <a:lnTo>
                    <a:pt x="2586" y="137785"/>
                  </a:lnTo>
                  <a:lnTo>
                    <a:pt x="1736" y="143023"/>
                  </a:lnTo>
                  <a:lnTo>
                    <a:pt x="1053" y="148286"/>
                  </a:lnTo>
                  <a:lnTo>
                    <a:pt x="538" y="153568"/>
                  </a:lnTo>
                  <a:lnTo>
                    <a:pt x="190" y="158863"/>
                  </a:lnTo>
                  <a:lnTo>
                    <a:pt x="10" y="164167"/>
                  </a:lnTo>
                  <a:lnTo>
                    <a:pt x="0" y="169474"/>
                  </a:lnTo>
                  <a:lnTo>
                    <a:pt x="157" y="174779"/>
                  </a:lnTo>
                  <a:lnTo>
                    <a:pt x="483" y="180075"/>
                  </a:lnTo>
                  <a:lnTo>
                    <a:pt x="976" y="185359"/>
                  </a:lnTo>
                  <a:lnTo>
                    <a:pt x="1638" y="190625"/>
                  </a:lnTo>
                  <a:lnTo>
                    <a:pt x="2466" y="195867"/>
                  </a:lnTo>
                  <a:lnTo>
                    <a:pt x="3460" y="201080"/>
                  </a:lnTo>
                  <a:lnTo>
                    <a:pt x="4619" y="206258"/>
                  </a:lnTo>
                  <a:lnTo>
                    <a:pt x="5941" y="211398"/>
                  </a:lnTo>
                  <a:lnTo>
                    <a:pt x="7426" y="216493"/>
                  </a:lnTo>
                  <a:lnTo>
                    <a:pt x="9073" y="221538"/>
                  </a:lnTo>
                  <a:lnTo>
                    <a:pt x="10878" y="226528"/>
                  </a:lnTo>
                  <a:lnTo>
                    <a:pt x="12841" y="231459"/>
                  </a:lnTo>
                  <a:lnTo>
                    <a:pt x="14960" y="236324"/>
                  </a:lnTo>
                  <a:lnTo>
                    <a:pt x="17232" y="241120"/>
                  </a:lnTo>
                  <a:lnTo>
                    <a:pt x="19654" y="245842"/>
                  </a:lnTo>
                  <a:lnTo>
                    <a:pt x="22226" y="250484"/>
                  </a:lnTo>
                  <a:lnTo>
                    <a:pt x="24944" y="255042"/>
                  </a:lnTo>
                  <a:lnTo>
                    <a:pt x="27805" y="259512"/>
                  </a:lnTo>
                  <a:lnTo>
                    <a:pt x="30806" y="263888"/>
                  </a:lnTo>
                  <a:lnTo>
                    <a:pt x="33945" y="268167"/>
                  </a:lnTo>
                  <a:lnTo>
                    <a:pt x="37218" y="272345"/>
                  </a:lnTo>
                  <a:lnTo>
                    <a:pt x="40622" y="276416"/>
                  </a:lnTo>
                  <a:lnTo>
                    <a:pt x="44154" y="280377"/>
                  </a:lnTo>
                  <a:lnTo>
                    <a:pt x="47809" y="284224"/>
                  </a:lnTo>
                  <a:lnTo>
                    <a:pt x="51585" y="287954"/>
                  </a:lnTo>
                  <a:lnTo>
                    <a:pt x="55477" y="291561"/>
                  </a:lnTo>
                  <a:lnTo>
                    <a:pt x="59482" y="295043"/>
                  </a:lnTo>
                  <a:lnTo>
                    <a:pt x="63595" y="298396"/>
                  </a:lnTo>
                  <a:lnTo>
                    <a:pt x="67813" y="301617"/>
                  </a:lnTo>
                  <a:lnTo>
                    <a:pt x="72131" y="304703"/>
                  </a:lnTo>
                  <a:lnTo>
                    <a:pt x="76544" y="307649"/>
                  </a:lnTo>
                  <a:lnTo>
                    <a:pt x="81049" y="310455"/>
                  </a:lnTo>
                  <a:lnTo>
                    <a:pt x="85640" y="313116"/>
                  </a:lnTo>
                  <a:lnTo>
                    <a:pt x="90314" y="315629"/>
                  </a:lnTo>
                  <a:lnTo>
                    <a:pt x="95065" y="317993"/>
                  </a:lnTo>
                  <a:lnTo>
                    <a:pt x="99889" y="320206"/>
                  </a:lnTo>
                  <a:lnTo>
                    <a:pt x="104781" y="322263"/>
                  </a:lnTo>
                  <a:lnTo>
                    <a:pt x="109735" y="324165"/>
                  </a:lnTo>
                  <a:lnTo>
                    <a:pt x="114748" y="325908"/>
                  </a:lnTo>
                  <a:lnTo>
                    <a:pt x="119813" y="327492"/>
                  </a:lnTo>
                  <a:lnTo>
                    <a:pt x="124926" y="328914"/>
                  </a:lnTo>
                  <a:lnTo>
                    <a:pt x="130081" y="330172"/>
                  </a:lnTo>
                  <a:lnTo>
                    <a:pt x="135274" y="331267"/>
                  </a:lnTo>
                  <a:lnTo>
                    <a:pt x="140499" y="332196"/>
                  </a:lnTo>
                  <a:lnTo>
                    <a:pt x="145751" y="332959"/>
                  </a:lnTo>
                  <a:lnTo>
                    <a:pt x="151024" y="333555"/>
                  </a:lnTo>
                  <a:lnTo>
                    <a:pt x="156314" y="333983"/>
                  </a:lnTo>
                  <a:lnTo>
                    <a:pt x="161614" y="334243"/>
                  </a:lnTo>
                  <a:lnTo>
                    <a:pt x="166920" y="334334"/>
                  </a:lnTo>
                  <a:lnTo>
                    <a:pt x="172226" y="334257"/>
                  </a:lnTo>
                  <a:lnTo>
                    <a:pt x="177528" y="334012"/>
                  </a:lnTo>
                  <a:lnTo>
                    <a:pt x="182818" y="333599"/>
                  </a:lnTo>
                  <a:lnTo>
                    <a:pt x="188093" y="333017"/>
                  </a:lnTo>
                  <a:lnTo>
                    <a:pt x="193347" y="332269"/>
                  </a:lnTo>
                  <a:lnTo>
                    <a:pt x="198575" y="331354"/>
                  </a:lnTo>
                  <a:lnTo>
                    <a:pt x="203770" y="330274"/>
                  </a:lnTo>
                  <a:lnTo>
                    <a:pt x="208929" y="329030"/>
                  </a:lnTo>
                  <a:lnTo>
                    <a:pt x="214046" y="327622"/>
                  </a:lnTo>
                  <a:lnTo>
                    <a:pt x="219116" y="326053"/>
                  </a:lnTo>
                  <a:lnTo>
                    <a:pt x="224133" y="324323"/>
                  </a:lnTo>
                  <a:lnTo>
                    <a:pt x="229092" y="322435"/>
                  </a:lnTo>
                  <a:lnTo>
                    <a:pt x="233990" y="320391"/>
                  </a:lnTo>
                  <a:lnTo>
                    <a:pt x="238820" y="318192"/>
                  </a:lnTo>
                  <a:lnTo>
                    <a:pt x="243577" y="315841"/>
                  </a:lnTo>
                  <a:lnTo>
                    <a:pt x="248258" y="313340"/>
                  </a:lnTo>
                  <a:lnTo>
                    <a:pt x="252857" y="310692"/>
                  </a:lnTo>
                  <a:lnTo>
                    <a:pt x="257370" y="307899"/>
                  </a:lnTo>
                  <a:lnTo>
                    <a:pt x="261791" y="304965"/>
                  </a:lnTo>
                  <a:lnTo>
                    <a:pt x="266117" y="301891"/>
                  </a:lnTo>
                  <a:lnTo>
                    <a:pt x="270344" y="298682"/>
                  </a:lnTo>
                  <a:lnTo>
                    <a:pt x="274467" y="295340"/>
                  </a:lnTo>
                  <a:lnTo>
                    <a:pt x="278481" y="291869"/>
                  </a:lnTo>
                  <a:lnTo>
                    <a:pt x="282383" y="288272"/>
                  </a:lnTo>
                  <a:lnTo>
                    <a:pt x="286169" y="284554"/>
                  </a:lnTo>
                  <a:lnTo>
                    <a:pt x="289835" y="280717"/>
                  </a:lnTo>
                  <a:lnTo>
                    <a:pt x="293378" y="276765"/>
                  </a:lnTo>
                  <a:lnTo>
                    <a:pt x="296793" y="272703"/>
                  </a:lnTo>
                  <a:lnTo>
                    <a:pt x="300078" y="268535"/>
                  </a:lnTo>
                  <a:lnTo>
                    <a:pt x="303228" y="264265"/>
                  </a:lnTo>
                  <a:lnTo>
                    <a:pt x="306242" y="259896"/>
                  </a:lnTo>
                  <a:lnTo>
                    <a:pt x="309115" y="255435"/>
                  </a:lnTo>
                  <a:lnTo>
                    <a:pt x="311845" y="250884"/>
                  </a:lnTo>
                  <a:lnTo>
                    <a:pt x="314430" y="246249"/>
                  </a:lnTo>
                  <a:lnTo>
                    <a:pt x="316866" y="241534"/>
                  </a:lnTo>
                  <a:lnTo>
                    <a:pt x="319151" y="236744"/>
                  </a:lnTo>
                  <a:lnTo>
                    <a:pt x="321283" y="231885"/>
                  </a:lnTo>
                  <a:lnTo>
                    <a:pt x="323259" y="226960"/>
                  </a:lnTo>
                  <a:lnTo>
                    <a:pt x="325079" y="221974"/>
                  </a:lnTo>
                  <a:lnTo>
                    <a:pt x="326739" y="216934"/>
                  </a:lnTo>
                  <a:lnTo>
                    <a:pt x="328238" y="211843"/>
                  </a:lnTo>
                  <a:lnTo>
                    <a:pt x="329575" y="206707"/>
                  </a:lnTo>
                  <a:lnTo>
                    <a:pt x="330748" y="201532"/>
                  </a:lnTo>
                  <a:lnTo>
                    <a:pt x="331756" y="196322"/>
                  </a:lnTo>
                  <a:lnTo>
                    <a:pt x="332599" y="191082"/>
                  </a:lnTo>
                  <a:lnTo>
                    <a:pt x="333275" y="185818"/>
                  </a:lnTo>
                  <a:lnTo>
                    <a:pt x="333783" y="180536"/>
                  </a:lnTo>
                  <a:lnTo>
                    <a:pt x="334123" y="175240"/>
                  </a:lnTo>
                  <a:lnTo>
                    <a:pt x="334296" y="169936"/>
                  </a:lnTo>
                  <a:lnTo>
                    <a:pt x="334299" y="164629"/>
                  </a:lnTo>
                  <a:lnTo>
                    <a:pt x="334134" y="159325"/>
                  </a:lnTo>
                  <a:lnTo>
                    <a:pt x="333801" y="154028"/>
                  </a:lnTo>
                  <a:lnTo>
                    <a:pt x="333300" y="148745"/>
                  </a:lnTo>
                  <a:lnTo>
                    <a:pt x="332632" y="143480"/>
                  </a:lnTo>
                  <a:lnTo>
                    <a:pt x="331797" y="138240"/>
                  </a:lnTo>
                  <a:lnTo>
                    <a:pt x="330795" y="133028"/>
                  </a:lnTo>
                  <a:lnTo>
                    <a:pt x="329629" y="127851"/>
                  </a:lnTo>
                  <a:lnTo>
                    <a:pt x="328300" y="122713"/>
                  </a:lnTo>
                  <a:lnTo>
                    <a:pt x="326807" y="117621"/>
                  </a:lnTo>
                  <a:lnTo>
                    <a:pt x="325154" y="112578"/>
                  </a:lnTo>
                  <a:lnTo>
                    <a:pt x="323342" y="107590"/>
                  </a:lnTo>
                  <a:lnTo>
                    <a:pt x="321372" y="102662"/>
                  </a:lnTo>
                  <a:lnTo>
                    <a:pt x="319247" y="97799"/>
                  </a:lnTo>
                  <a:lnTo>
                    <a:pt x="316968" y="93007"/>
                  </a:lnTo>
                  <a:lnTo>
                    <a:pt x="314539" y="88289"/>
                  </a:lnTo>
                  <a:lnTo>
                    <a:pt x="311961" y="83650"/>
                  </a:lnTo>
                  <a:lnTo>
                    <a:pt x="309237" y="79095"/>
                  </a:lnTo>
                  <a:lnTo>
                    <a:pt x="306370" y="74630"/>
                  </a:lnTo>
                  <a:lnTo>
                    <a:pt x="303362" y="70257"/>
                  </a:lnTo>
                  <a:lnTo>
                    <a:pt x="300217" y="65983"/>
                  </a:lnTo>
                  <a:lnTo>
                    <a:pt x="296939" y="61810"/>
                  </a:lnTo>
                  <a:lnTo>
                    <a:pt x="293529" y="57743"/>
                  </a:lnTo>
                  <a:lnTo>
                    <a:pt x="289992" y="53787"/>
                  </a:lnTo>
                  <a:lnTo>
                    <a:pt x="286331" y="49945"/>
                  </a:lnTo>
                  <a:lnTo>
                    <a:pt x="282550" y="46221"/>
                  </a:lnTo>
                  <a:lnTo>
                    <a:pt x="278653" y="42619"/>
                  </a:lnTo>
                  <a:lnTo>
                    <a:pt x="274643" y="39142"/>
                  </a:lnTo>
                  <a:lnTo>
                    <a:pt x="270526" y="35795"/>
                  </a:lnTo>
                  <a:lnTo>
                    <a:pt x="266303" y="32580"/>
                  </a:lnTo>
                  <a:lnTo>
                    <a:pt x="261981" y="29500"/>
                  </a:lnTo>
                  <a:lnTo>
                    <a:pt x="257564" y="26559"/>
                  </a:lnTo>
                  <a:lnTo>
                    <a:pt x="253055" y="23760"/>
                  </a:lnTo>
                  <a:lnTo>
                    <a:pt x="248460" y="21106"/>
                  </a:lnTo>
                  <a:lnTo>
                    <a:pt x="243783" y="18599"/>
                  </a:lnTo>
                  <a:lnTo>
                    <a:pt x="239028" y="16241"/>
                  </a:lnTo>
                  <a:lnTo>
                    <a:pt x="234201" y="14036"/>
                  </a:lnTo>
                  <a:lnTo>
                    <a:pt x="229307" y="11984"/>
                  </a:lnTo>
                  <a:lnTo>
                    <a:pt x="224350" y="10090"/>
                  </a:lnTo>
                  <a:lnTo>
                    <a:pt x="219335" y="8353"/>
                  </a:lnTo>
                  <a:lnTo>
                    <a:pt x="214268" y="6777"/>
                  </a:lnTo>
                  <a:lnTo>
                    <a:pt x="209153" y="5362"/>
                  </a:lnTo>
                  <a:lnTo>
                    <a:pt x="203996" y="4110"/>
                  </a:lnTo>
                  <a:lnTo>
                    <a:pt x="198801" y="3023"/>
                  </a:lnTo>
                  <a:lnTo>
                    <a:pt x="193575" y="2101"/>
                  </a:lnTo>
                  <a:lnTo>
                    <a:pt x="188322" y="1346"/>
                  </a:lnTo>
                  <a:lnTo>
                    <a:pt x="183048" y="757"/>
                  </a:lnTo>
                  <a:lnTo>
                    <a:pt x="177758" y="336"/>
                  </a:lnTo>
                  <a:lnTo>
                    <a:pt x="172457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5531" y="2406772"/>
              <a:ext cx="20202" cy="167167"/>
            </a:xfrm>
            <a:custGeom>
              <a:avLst/>
              <a:pathLst>
                <a:path w="20202" h="167167">
                  <a:moveTo>
                    <a:pt x="20202" y="0"/>
                  </a:moveTo>
                  <a:lnTo>
                    <a:pt x="10082" y="306"/>
                  </a:lnTo>
                  <a:lnTo>
                    <a:pt x="0" y="1225"/>
                  </a:lnTo>
                  <a:lnTo>
                    <a:pt x="202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5531" y="2407997"/>
              <a:ext cx="20202" cy="165942"/>
            </a:xfrm>
            <a:custGeom>
              <a:avLst/>
              <a:pathLst>
                <a:path w="20202" h="165942">
                  <a:moveTo>
                    <a:pt x="0" y="0"/>
                  </a:moveTo>
                  <a:lnTo>
                    <a:pt x="20202" y="165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478575" y="2407997"/>
              <a:ext cx="334316" cy="333107"/>
            </a:xfrm>
            <a:custGeom>
              <a:avLst/>
              <a:pathLst>
                <a:path w="334316" h="333107">
                  <a:moveTo>
                    <a:pt x="146956" y="0"/>
                  </a:moveTo>
                  <a:lnTo>
                    <a:pt x="141700" y="724"/>
                  </a:lnTo>
                  <a:lnTo>
                    <a:pt x="136470" y="1615"/>
                  </a:lnTo>
                  <a:lnTo>
                    <a:pt x="131271" y="2672"/>
                  </a:lnTo>
                  <a:lnTo>
                    <a:pt x="126108" y="3893"/>
                  </a:lnTo>
                  <a:lnTo>
                    <a:pt x="120986" y="5277"/>
                  </a:lnTo>
                  <a:lnTo>
                    <a:pt x="115911" y="6823"/>
                  </a:lnTo>
                  <a:lnTo>
                    <a:pt x="110887" y="8530"/>
                  </a:lnTo>
                  <a:lnTo>
                    <a:pt x="105921" y="10395"/>
                  </a:lnTo>
                  <a:lnTo>
                    <a:pt x="101015" y="12416"/>
                  </a:lnTo>
                  <a:lnTo>
                    <a:pt x="96177" y="14592"/>
                  </a:lnTo>
                  <a:lnTo>
                    <a:pt x="91410" y="16921"/>
                  </a:lnTo>
                  <a:lnTo>
                    <a:pt x="86719" y="19400"/>
                  </a:lnTo>
                  <a:lnTo>
                    <a:pt x="82109" y="22026"/>
                  </a:lnTo>
                  <a:lnTo>
                    <a:pt x="77585" y="24798"/>
                  </a:lnTo>
                  <a:lnTo>
                    <a:pt x="73151" y="27711"/>
                  </a:lnTo>
                  <a:lnTo>
                    <a:pt x="68812" y="30764"/>
                  </a:lnTo>
                  <a:lnTo>
                    <a:pt x="64572" y="33953"/>
                  </a:lnTo>
                  <a:lnTo>
                    <a:pt x="60435" y="37275"/>
                  </a:lnTo>
                  <a:lnTo>
                    <a:pt x="56406" y="40726"/>
                  </a:lnTo>
                  <a:lnTo>
                    <a:pt x="52488" y="44304"/>
                  </a:lnTo>
                  <a:lnTo>
                    <a:pt x="48686" y="48004"/>
                  </a:lnTo>
                  <a:lnTo>
                    <a:pt x="45003" y="51823"/>
                  </a:lnTo>
                  <a:lnTo>
                    <a:pt x="41443" y="55757"/>
                  </a:lnTo>
                  <a:lnTo>
                    <a:pt x="38010" y="59802"/>
                  </a:lnTo>
                  <a:lnTo>
                    <a:pt x="34707" y="63953"/>
                  </a:lnTo>
                  <a:lnTo>
                    <a:pt x="31537" y="68208"/>
                  </a:lnTo>
                  <a:lnTo>
                    <a:pt x="28504" y="72561"/>
                  </a:lnTo>
                  <a:lnTo>
                    <a:pt x="25611" y="77008"/>
                  </a:lnTo>
                  <a:lnTo>
                    <a:pt x="22860" y="81544"/>
                  </a:lnTo>
                  <a:lnTo>
                    <a:pt x="20254" y="86166"/>
                  </a:lnTo>
                  <a:lnTo>
                    <a:pt x="17797" y="90868"/>
                  </a:lnTo>
                  <a:lnTo>
                    <a:pt x="15489" y="95645"/>
                  </a:lnTo>
                  <a:lnTo>
                    <a:pt x="13335" y="100494"/>
                  </a:lnTo>
                  <a:lnTo>
                    <a:pt x="11336" y="105408"/>
                  </a:lnTo>
                  <a:lnTo>
                    <a:pt x="9493" y="110383"/>
                  </a:lnTo>
                  <a:lnTo>
                    <a:pt x="7810" y="115414"/>
                  </a:lnTo>
                  <a:lnTo>
                    <a:pt x="6286" y="120497"/>
                  </a:lnTo>
                  <a:lnTo>
                    <a:pt x="4925" y="125624"/>
                  </a:lnTo>
                  <a:lnTo>
                    <a:pt x="3728" y="130793"/>
                  </a:lnTo>
                  <a:lnTo>
                    <a:pt x="2694" y="135997"/>
                  </a:lnTo>
                  <a:lnTo>
                    <a:pt x="1827" y="141231"/>
                  </a:lnTo>
                  <a:lnTo>
                    <a:pt x="1126" y="146490"/>
                  </a:lnTo>
                  <a:lnTo>
                    <a:pt x="593" y="151768"/>
                  </a:lnTo>
                  <a:lnTo>
                    <a:pt x="227" y="157061"/>
                  </a:lnTo>
                  <a:lnTo>
                    <a:pt x="29" y="162363"/>
                  </a:lnTo>
                  <a:lnTo>
                    <a:pt x="0" y="167668"/>
                  </a:lnTo>
                  <a:lnTo>
                    <a:pt x="138" y="172972"/>
                  </a:lnTo>
                  <a:lnTo>
                    <a:pt x="446" y="178269"/>
                  </a:lnTo>
                  <a:lnTo>
                    <a:pt x="921" y="183553"/>
                  </a:lnTo>
                  <a:lnTo>
                    <a:pt x="1563" y="188819"/>
                  </a:lnTo>
                  <a:lnTo>
                    <a:pt x="2373" y="194062"/>
                  </a:lnTo>
                  <a:lnTo>
                    <a:pt x="3348" y="199277"/>
                  </a:lnTo>
                  <a:lnTo>
                    <a:pt x="4488" y="204459"/>
                  </a:lnTo>
                  <a:lnTo>
                    <a:pt x="5793" y="209602"/>
                  </a:lnTo>
                  <a:lnTo>
                    <a:pt x="7259" y="214700"/>
                  </a:lnTo>
                  <a:lnTo>
                    <a:pt x="8887" y="219750"/>
                  </a:lnTo>
                  <a:lnTo>
                    <a:pt x="10674" y="224745"/>
                  </a:lnTo>
                  <a:lnTo>
                    <a:pt x="12619" y="229681"/>
                  </a:lnTo>
                  <a:lnTo>
                    <a:pt x="14720" y="234553"/>
                  </a:lnTo>
                  <a:lnTo>
                    <a:pt x="16974" y="239356"/>
                  </a:lnTo>
                  <a:lnTo>
                    <a:pt x="19379" y="244085"/>
                  </a:lnTo>
                  <a:lnTo>
                    <a:pt x="21933" y="248735"/>
                  </a:lnTo>
                  <a:lnTo>
                    <a:pt x="24634" y="253302"/>
                  </a:lnTo>
                  <a:lnTo>
                    <a:pt x="27478" y="257781"/>
                  </a:lnTo>
                  <a:lnTo>
                    <a:pt x="30462" y="262167"/>
                  </a:lnTo>
                  <a:lnTo>
                    <a:pt x="33585" y="266456"/>
                  </a:lnTo>
                  <a:lnTo>
                    <a:pt x="36842" y="270644"/>
                  </a:lnTo>
                  <a:lnTo>
                    <a:pt x="40230" y="274727"/>
                  </a:lnTo>
                  <a:lnTo>
                    <a:pt x="43746" y="278700"/>
                  </a:lnTo>
                  <a:lnTo>
                    <a:pt x="47386" y="282559"/>
                  </a:lnTo>
                  <a:lnTo>
                    <a:pt x="51147" y="286301"/>
                  </a:lnTo>
                  <a:lnTo>
                    <a:pt x="55025" y="289922"/>
                  </a:lnTo>
                  <a:lnTo>
                    <a:pt x="59016" y="293418"/>
                  </a:lnTo>
                  <a:lnTo>
                    <a:pt x="63116" y="296786"/>
                  </a:lnTo>
                  <a:lnTo>
                    <a:pt x="67320" y="300021"/>
                  </a:lnTo>
                  <a:lnTo>
                    <a:pt x="71625" y="303122"/>
                  </a:lnTo>
                  <a:lnTo>
                    <a:pt x="76027" y="306085"/>
                  </a:lnTo>
                  <a:lnTo>
                    <a:pt x="80520" y="308906"/>
                  </a:lnTo>
                  <a:lnTo>
                    <a:pt x="85100" y="311583"/>
                  </a:lnTo>
                  <a:lnTo>
                    <a:pt x="89763" y="314114"/>
                  </a:lnTo>
                  <a:lnTo>
                    <a:pt x="94504" y="316495"/>
                  </a:lnTo>
                  <a:lnTo>
                    <a:pt x="99318" y="318725"/>
                  </a:lnTo>
                  <a:lnTo>
                    <a:pt x="104201" y="320801"/>
                  </a:lnTo>
                  <a:lnTo>
                    <a:pt x="109147" y="322721"/>
                  </a:lnTo>
                  <a:lnTo>
                    <a:pt x="114151" y="324483"/>
                  </a:lnTo>
                  <a:lnTo>
                    <a:pt x="119209" y="326085"/>
                  </a:lnTo>
                  <a:lnTo>
                    <a:pt x="124315" y="327526"/>
                  </a:lnTo>
                  <a:lnTo>
                    <a:pt x="129464" y="328804"/>
                  </a:lnTo>
                  <a:lnTo>
                    <a:pt x="134651" y="329918"/>
                  </a:lnTo>
                  <a:lnTo>
                    <a:pt x="139871" y="330867"/>
                  </a:lnTo>
                  <a:lnTo>
                    <a:pt x="145118" y="331650"/>
                  </a:lnTo>
                  <a:lnTo>
                    <a:pt x="150388" y="332266"/>
                  </a:lnTo>
                  <a:lnTo>
                    <a:pt x="155674" y="332714"/>
                  </a:lnTo>
                  <a:lnTo>
                    <a:pt x="160972" y="332995"/>
                  </a:lnTo>
                  <a:lnTo>
                    <a:pt x="166277" y="333107"/>
                  </a:lnTo>
                  <a:lnTo>
                    <a:pt x="171582" y="333051"/>
                  </a:lnTo>
                  <a:lnTo>
                    <a:pt x="176882" y="332826"/>
                  </a:lnTo>
                  <a:lnTo>
                    <a:pt x="182173" y="332433"/>
                  </a:lnTo>
                  <a:lnTo>
                    <a:pt x="187449" y="331873"/>
                  </a:lnTo>
                  <a:lnTo>
                    <a:pt x="192704" y="331146"/>
                  </a:lnTo>
                  <a:lnTo>
                    <a:pt x="197934" y="330252"/>
                  </a:lnTo>
                  <a:lnTo>
                    <a:pt x="203133" y="329192"/>
                  </a:lnTo>
                  <a:lnTo>
                    <a:pt x="208295" y="327969"/>
                  </a:lnTo>
                  <a:lnTo>
                    <a:pt x="213416" y="326582"/>
                  </a:lnTo>
                  <a:lnTo>
                    <a:pt x="218490" y="325033"/>
                  </a:lnTo>
                  <a:lnTo>
                    <a:pt x="223513" y="323324"/>
                  </a:lnTo>
                  <a:lnTo>
                    <a:pt x="228479" y="321456"/>
                  </a:lnTo>
                  <a:lnTo>
                    <a:pt x="233383" y="319432"/>
                  </a:lnTo>
                  <a:lnTo>
                    <a:pt x="238220" y="317253"/>
                  </a:lnTo>
                  <a:lnTo>
                    <a:pt x="242986" y="314922"/>
                  </a:lnTo>
                  <a:lnTo>
                    <a:pt x="247676" y="312440"/>
                  </a:lnTo>
                  <a:lnTo>
                    <a:pt x="252284" y="309812"/>
                  </a:lnTo>
                  <a:lnTo>
                    <a:pt x="256807" y="307038"/>
                  </a:lnTo>
                  <a:lnTo>
                    <a:pt x="261239" y="304122"/>
                  </a:lnTo>
                  <a:lnTo>
                    <a:pt x="265576" y="301067"/>
                  </a:lnTo>
                  <a:lnTo>
                    <a:pt x="269815" y="297876"/>
                  </a:lnTo>
                  <a:lnTo>
                    <a:pt x="273950" y="294552"/>
                  </a:lnTo>
                  <a:lnTo>
                    <a:pt x="277977" y="291098"/>
                  </a:lnTo>
                  <a:lnTo>
                    <a:pt x="281893" y="287518"/>
                  </a:lnTo>
                  <a:lnTo>
                    <a:pt x="285693" y="283816"/>
                  </a:lnTo>
                  <a:lnTo>
                    <a:pt x="289374" y="279995"/>
                  </a:lnTo>
                  <a:lnTo>
                    <a:pt x="292932" y="276059"/>
                  </a:lnTo>
                  <a:lnTo>
                    <a:pt x="296363" y="272013"/>
                  </a:lnTo>
                  <a:lnTo>
                    <a:pt x="299664" y="267859"/>
                  </a:lnTo>
                  <a:lnTo>
                    <a:pt x="302831" y="263603"/>
                  </a:lnTo>
                  <a:lnTo>
                    <a:pt x="305862" y="259248"/>
                  </a:lnTo>
                  <a:lnTo>
                    <a:pt x="308753" y="254800"/>
                  </a:lnTo>
                  <a:lnTo>
                    <a:pt x="311502" y="250262"/>
                  </a:lnTo>
                  <a:lnTo>
                    <a:pt x="314105" y="245639"/>
                  </a:lnTo>
                  <a:lnTo>
                    <a:pt x="316560" y="240936"/>
                  </a:lnTo>
                  <a:lnTo>
                    <a:pt x="318864" y="236157"/>
                  </a:lnTo>
                  <a:lnTo>
                    <a:pt x="321016" y="231307"/>
                  </a:lnTo>
                  <a:lnTo>
                    <a:pt x="323013" y="226392"/>
                  </a:lnTo>
                  <a:lnTo>
                    <a:pt x="324853" y="221416"/>
                  </a:lnTo>
                  <a:lnTo>
                    <a:pt x="326534" y="216384"/>
                  </a:lnTo>
                  <a:lnTo>
                    <a:pt x="328054" y="211301"/>
                  </a:lnTo>
                  <a:lnTo>
                    <a:pt x="329412" y="206172"/>
                  </a:lnTo>
                  <a:lnTo>
                    <a:pt x="330607" y="201003"/>
                  </a:lnTo>
                  <a:lnTo>
                    <a:pt x="331638" y="195799"/>
                  </a:lnTo>
                  <a:lnTo>
                    <a:pt x="332502" y="190564"/>
                  </a:lnTo>
                  <a:lnTo>
                    <a:pt x="333200" y="185305"/>
                  </a:lnTo>
                  <a:lnTo>
                    <a:pt x="333731" y="180026"/>
                  </a:lnTo>
                  <a:lnTo>
                    <a:pt x="334094" y="174733"/>
                  </a:lnTo>
                  <a:lnTo>
                    <a:pt x="334289" y="169431"/>
                  </a:lnTo>
                  <a:lnTo>
                    <a:pt x="334316" y="164126"/>
                  </a:lnTo>
                  <a:lnTo>
                    <a:pt x="334174" y="158822"/>
                  </a:lnTo>
                  <a:lnTo>
                    <a:pt x="333864" y="153526"/>
                  </a:lnTo>
                  <a:lnTo>
                    <a:pt x="333386" y="148242"/>
                  </a:lnTo>
                  <a:lnTo>
                    <a:pt x="332740" y="142976"/>
                  </a:lnTo>
                  <a:lnTo>
                    <a:pt x="331928" y="137733"/>
                  </a:lnTo>
                  <a:lnTo>
                    <a:pt x="330950" y="132518"/>
                  </a:lnTo>
                  <a:lnTo>
                    <a:pt x="329807" y="127337"/>
                  </a:lnTo>
                  <a:lnTo>
                    <a:pt x="328500" y="122196"/>
                  </a:lnTo>
                  <a:lnTo>
                    <a:pt x="327031" y="117098"/>
                  </a:lnTo>
                  <a:lnTo>
                    <a:pt x="325400" y="112049"/>
                  </a:lnTo>
                  <a:lnTo>
                    <a:pt x="323610" y="107055"/>
                  </a:lnTo>
                  <a:lnTo>
                    <a:pt x="321663" y="102119"/>
                  </a:lnTo>
                  <a:lnTo>
                    <a:pt x="319560" y="97249"/>
                  </a:lnTo>
                  <a:lnTo>
                    <a:pt x="317303" y="92447"/>
                  </a:lnTo>
                  <a:lnTo>
                    <a:pt x="314895" y="87719"/>
                  </a:lnTo>
                  <a:lnTo>
                    <a:pt x="312338" y="83071"/>
                  </a:lnTo>
                  <a:lnTo>
                    <a:pt x="309635" y="78505"/>
                  </a:lnTo>
                  <a:lnTo>
                    <a:pt x="306789" y="74028"/>
                  </a:lnTo>
                  <a:lnTo>
                    <a:pt x="303802" y="69643"/>
                  </a:lnTo>
                  <a:lnTo>
                    <a:pt x="300677" y="65356"/>
                  </a:lnTo>
                  <a:lnTo>
                    <a:pt x="297418" y="61169"/>
                  </a:lnTo>
                  <a:lnTo>
                    <a:pt x="294028" y="57089"/>
                  </a:lnTo>
                  <a:lnTo>
                    <a:pt x="290510" y="53117"/>
                  </a:lnTo>
                  <a:lnTo>
                    <a:pt x="286867" y="49260"/>
                  </a:lnTo>
                  <a:lnTo>
                    <a:pt x="283104" y="45520"/>
                  </a:lnTo>
                  <a:lnTo>
                    <a:pt x="279224" y="41901"/>
                  </a:lnTo>
                  <a:lnTo>
                    <a:pt x="275232" y="38407"/>
                  </a:lnTo>
                  <a:lnTo>
                    <a:pt x="271130" y="35042"/>
                  </a:lnTo>
                  <a:lnTo>
                    <a:pt x="266924" y="31809"/>
                  </a:lnTo>
                  <a:lnTo>
                    <a:pt x="262617" y="28710"/>
                  </a:lnTo>
                  <a:lnTo>
                    <a:pt x="258214" y="25750"/>
                  </a:lnTo>
                  <a:lnTo>
                    <a:pt x="253720" y="22931"/>
                  </a:lnTo>
                  <a:lnTo>
                    <a:pt x="249138" y="20256"/>
                  </a:lnTo>
                  <a:lnTo>
                    <a:pt x="244474" y="17728"/>
                  </a:lnTo>
                  <a:lnTo>
                    <a:pt x="239731" y="15349"/>
                  </a:lnTo>
                  <a:lnTo>
                    <a:pt x="234916" y="13122"/>
                  </a:lnTo>
                  <a:lnTo>
                    <a:pt x="230032" y="11049"/>
                  </a:lnTo>
                  <a:lnTo>
                    <a:pt x="225085" y="9132"/>
                  </a:lnTo>
                  <a:lnTo>
                    <a:pt x="220080" y="7373"/>
                  </a:lnTo>
                  <a:lnTo>
                    <a:pt x="215022" y="5773"/>
                  </a:lnTo>
                  <a:lnTo>
                    <a:pt x="209915" y="4335"/>
                  </a:lnTo>
                  <a:lnTo>
                    <a:pt x="204765" y="3059"/>
                  </a:lnTo>
                  <a:lnTo>
                    <a:pt x="199577" y="1948"/>
                  </a:lnTo>
                  <a:lnTo>
                    <a:pt x="167158" y="1659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45733" y="2406772"/>
              <a:ext cx="32419" cy="167167"/>
            </a:xfrm>
            <a:custGeom>
              <a:avLst/>
              <a:pathLst>
                <a:path w="32419" h="167167">
                  <a:moveTo>
                    <a:pt x="32419" y="3173"/>
                  </a:moveTo>
                  <a:lnTo>
                    <a:pt x="25994" y="2033"/>
                  </a:lnTo>
                  <a:lnTo>
                    <a:pt x="19530" y="1144"/>
                  </a:lnTo>
                  <a:lnTo>
                    <a:pt x="13037" y="509"/>
                  </a:lnTo>
                  <a:lnTo>
                    <a:pt x="6523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690" y="2911194"/>
              <a:ext cx="3290" cy="167167"/>
            </a:xfrm>
            <a:custGeom>
              <a:avLst/>
              <a:pathLst>
                <a:path w="3290" h="167167">
                  <a:moveTo>
                    <a:pt x="3290" y="0"/>
                  </a:moveTo>
                  <a:lnTo>
                    <a:pt x="0" y="32"/>
                  </a:lnTo>
                  <a:lnTo>
                    <a:pt x="329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690" y="2911227"/>
              <a:ext cx="3290" cy="167135"/>
            </a:xfrm>
            <a:custGeom>
              <a:avLst/>
              <a:pathLst>
                <a:path w="3290" h="167135">
                  <a:moveTo>
                    <a:pt x="0" y="0"/>
                  </a:moveTo>
                  <a:lnTo>
                    <a:pt x="3290" y="167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358813" y="2911227"/>
              <a:ext cx="334334" cy="334284"/>
            </a:xfrm>
            <a:custGeom>
              <a:avLst/>
              <a:pathLst>
                <a:path w="334334" h="334284">
                  <a:moveTo>
                    <a:pt x="163876" y="0"/>
                  </a:moveTo>
                  <a:lnTo>
                    <a:pt x="158579" y="188"/>
                  </a:lnTo>
                  <a:lnTo>
                    <a:pt x="153291" y="544"/>
                  </a:lnTo>
                  <a:lnTo>
                    <a:pt x="148017" y="1068"/>
                  </a:lnTo>
                  <a:lnTo>
                    <a:pt x="142762" y="1758"/>
                  </a:lnTo>
                  <a:lnTo>
                    <a:pt x="137531" y="2615"/>
                  </a:lnTo>
                  <a:lnTo>
                    <a:pt x="132331" y="3637"/>
                  </a:lnTo>
                  <a:lnTo>
                    <a:pt x="127165" y="4824"/>
                  </a:lnTo>
                  <a:lnTo>
                    <a:pt x="122040" y="6173"/>
                  </a:lnTo>
                  <a:lnTo>
                    <a:pt x="116960" y="7685"/>
                  </a:lnTo>
                  <a:lnTo>
                    <a:pt x="111930" y="9357"/>
                  </a:lnTo>
                  <a:lnTo>
                    <a:pt x="106956" y="11187"/>
                  </a:lnTo>
                  <a:lnTo>
                    <a:pt x="102042" y="13174"/>
                  </a:lnTo>
                  <a:lnTo>
                    <a:pt x="97194" y="15316"/>
                  </a:lnTo>
                  <a:lnTo>
                    <a:pt x="92417" y="17611"/>
                  </a:lnTo>
                  <a:lnTo>
                    <a:pt x="87714" y="20055"/>
                  </a:lnTo>
                  <a:lnTo>
                    <a:pt x="83091" y="22648"/>
                  </a:lnTo>
                  <a:lnTo>
                    <a:pt x="78553" y="25386"/>
                  </a:lnTo>
                  <a:lnTo>
                    <a:pt x="74104" y="28267"/>
                  </a:lnTo>
                  <a:lnTo>
                    <a:pt x="69748" y="31287"/>
                  </a:lnTo>
                  <a:lnTo>
                    <a:pt x="65491" y="34443"/>
                  </a:lnTo>
                  <a:lnTo>
                    <a:pt x="61335" y="37733"/>
                  </a:lnTo>
                  <a:lnTo>
                    <a:pt x="57286" y="41153"/>
                  </a:lnTo>
                  <a:lnTo>
                    <a:pt x="53348" y="44700"/>
                  </a:lnTo>
                  <a:lnTo>
                    <a:pt x="49524" y="48370"/>
                  </a:lnTo>
                  <a:lnTo>
                    <a:pt x="45818" y="52159"/>
                  </a:lnTo>
                  <a:lnTo>
                    <a:pt x="42234" y="56064"/>
                  </a:lnTo>
                  <a:lnTo>
                    <a:pt x="38775" y="60080"/>
                  </a:lnTo>
                  <a:lnTo>
                    <a:pt x="35446" y="64204"/>
                  </a:lnTo>
                  <a:lnTo>
                    <a:pt x="32249" y="68431"/>
                  </a:lnTo>
                  <a:lnTo>
                    <a:pt x="29188" y="72758"/>
                  </a:lnTo>
                  <a:lnTo>
                    <a:pt x="26265" y="77180"/>
                  </a:lnTo>
                  <a:lnTo>
                    <a:pt x="23485" y="81692"/>
                  </a:lnTo>
                  <a:lnTo>
                    <a:pt x="20848" y="86290"/>
                  </a:lnTo>
                  <a:lnTo>
                    <a:pt x="18359" y="90969"/>
                  </a:lnTo>
                  <a:lnTo>
                    <a:pt x="16019" y="95724"/>
                  </a:lnTo>
                  <a:lnTo>
                    <a:pt x="13831" y="100552"/>
                  </a:lnTo>
                  <a:lnTo>
                    <a:pt x="11797" y="105446"/>
                  </a:lnTo>
                  <a:lnTo>
                    <a:pt x="9920" y="110403"/>
                  </a:lnTo>
                  <a:lnTo>
                    <a:pt x="8200" y="115416"/>
                  </a:lnTo>
                  <a:lnTo>
                    <a:pt x="6641" y="120482"/>
                  </a:lnTo>
                  <a:lnTo>
                    <a:pt x="5242" y="125594"/>
                  </a:lnTo>
                  <a:lnTo>
                    <a:pt x="4007" y="130748"/>
                  </a:lnTo>
                  <a:lnTo>
                    <a:pt x="2935" y="135939"/>
                  </a:lnTo>
                  <a:lnTo>
                    <a:pt x="2029" y="141161"/>
                  </a:lnTo>
                  <a:lnTo>
                    <a:pt x="1289" y="146409"/>
                  </a:lnTo>
                  <a:lnTo>
                    <a:pt x="715" y="151678"/>
                  </a:lnTo>
                  <a:lnTo>
                    <a:pt x="309" y="156963"/>
                  </a:lnTo>
                  <a:lnTo>
                    <a:pt x="70" y="162258"/>
                  </a:lnTo>
                  <a:lnTo>
                    <a:pt x="0" y="167557"/>
                  </a:lnTo>
                  <a:lnTo>
                    <a:pt x="97" y="172857"/>
                  </a:lnTo>
                  <a:lnTo>
                    <a:pt x="362" y="178150"/>
                  </a:lnTo>
                  <a:lnTo>
                    <a:pt x="795" y="183432"/>
                  </a:lnTo>
                  <a:lnTo>
                    <a:pt x="1396" y="188699"/>
                  </a:lnTo>
                  <a:lnTo>
                    <a:pt x="2163" y="193943"/>
                  </a:lnTo>
                  <a:lnTo>
                    <a:pt x="3095" y="199160"/>
                  </a:lnTo>
                  <a:lnTo>
                    <a:pt x="4193" y="204346"/>
                  </a:lnTo>
                  <a:lnTo>
                    <a:pt x="5455" y="209493"/>
                  </a:lnTo>
                  <a:lnTo>
                    <a:pt x="6879" y="214599"/>
                  </a:lnTo>
                  <a:lnTo>
                    <a:pt x="8464" y="219656"/>
                  </a:lnTo>
                  <a:lnTo>
                    <a:pt x="10209" y="224661"/>
                  </a:lnTo>
                  <a:lnTo>
                    <a:pt x="12111" y="229608"/>
                  </a:lnTo>
                  <a:lnTo>
                    <a:pt x="14170" y="234492"/>
                  </a:lnTo>
                  <a:lnTo>
                    <a:pt x="16382" y="239308"/>
                  </a:lnTo>
                  <a:lnTo>
                    <a:pt x="18746" y="244052"/>
                  </a:lnTo>
                  <a:lnTo>
                    <a:pt x="21259" y="248719"/>
                  </a:lnTo>
                  <a:lnTo>
                    <a:pt x="23919" y="253303"/>
                  </a:lnTo>
                  <a:lnTo>
                    <a:pt x="26722" y="257801"/>
                  </a:lnTo>
                  <a:lnTo>
                    <a:pt x="29667" y="262208"/>
                  </a:lnTo>
                  <a:lnTo>
                    <a:pt x="32750" y="266519"/>
                  </a:lnTo>
                  <a:lnTo>
                    <a:pt x="35968" y="270730"/>
                  </a:lnTo>
                  <a:lnTo>
                    <a:pt x="39318" y="274837"/>
                  </a:lnTo>
                  <a:lnTo>
                    <a:pt x="42797" y="278836"/>
                  </a:lnTo>
                  <a:lnTo>
                    <a:pt x="46401" y="282723"/>
                  </a:lnTo>
                  <a:lnTo>
                    <a:pt x="50126" y="286493"/>
                  </a:lnTo>
                  <a:lnTo>
                    <a:pt x="53968" y="290143"/>
                  </a:lnTo>
                  <a:lnTo>
                    <a:pt x="57925" y="293670"/>
                  </a:lnTo>
                  <a:lnTo>
                    <a:pt x="61991" y="297070"/>
                  </a:lnTo>
                  <a:lnTo>
                    <a:pt x="66163" y="300339"/>
                  </a:lnTo>
                  <a:lnTo>
                    <a:pt x="70437" y="303474"/>
                  </a:lnTo>
                  <a:lnTo>
                    <a:pt x="74808" y="306472"/>
                  </a:lnTo>
                  <a:lnTo>
                    <a:pt x="79271" y="309329"/>
                  </a:lnTo>
                  <a:lnTo>
                    <a:pt x="83823" y="312044"/>
                  </a:lnTo>
                  <a:lnTo>
                    <a:pt x="88459" y="314614"/>
                  </a:lnTo>
                  <a:lnTo>
                    <a:pt x="93174" y="317035"/>
                  </a:lnTo>
                  <a:lnTo>
                    <a:pt x="97963" y="319305"/>
                  </a:lnTo>
                  <a:lnTo>
                    <a:pt x="102822" y="321422"/>
                  </a:lnTo>
                  <a:lnTo>
                    <a:pt x="107745" y="323385"/>
                  </a:lnTo>
                  <a:lnTo>
                    <a:pt x="112729" y="325190"/>
                  </a:lnTo>
                  <a:lnTo>
                    <a:pt x="117767" y="326836"/>
                  </a:lnTo>
                  <a:lnTo>
                    <a:pt x="122854" y="328322"/>
                  </a:lnTo>
                  <a:lnTo>
                    <a:pt x="127986" y="329646"/>
                  </a:lnTo>
                  <a:lnTo>
                    <a:pt x="133158" y="330806"/>
                  </a:lnTo>
                  <a:lnTo>
                    <a:pt x="138364" y="331802"/>
                  </a:lnTo>
                  <a:lnTo>
                    <a:pt x="143598" y="332632"/>
                  </a:lnTo>
                  <a:lnTo>
                    <a:pt x="148857" y="333296"/>
                  </a:lnTo>
                  <a:lnTo>
                    <a:pt x="154134" y="333793"/>
                  </a:lnTo>
                  <a:lnTo>
                    <a:pt x="159424" y="334123"/>
                  </a:lnTo>
                  <a:lnTo>
                    <a:pt x="164721" y="334284"/>
                  </a:lnTo>
                  <a:lnTo>
                    <a:pt x="170021" y="334278"/>
                  </a:lnTo>
                  <a:lnTo>
                    <a:pt x="175319" y="334103"/>
                  </a:lnTo>
                  <a:lnTo>
                    <a:pt x="180608" y="333761"/>
                  </a:lnTo>
                  <a:lnTo>
                    <a:pt x="185883" y="333251"/>
                  </a:lnTo>
                  <a:lnTo>
                    <a:pt x="191140" y="332574"/>
                  </a:lnTo>
                  <a:lnTo>
                    <a:pt x="196373" y="331731"/>
                  </a:lnTo>
                  <a:lnTo>
                    <a:pt x="201576" y="330722"/>
                  </a:lnTo>
                  <a:lnTo>
                    <a:pt x="206745" y="329549"/>
                  </a:lnTo>
                  <a:lnTo>
                    <a:pt x="211874" y="328213"/>
                  </a:lnTo>
                  <a:lnTo>
                    <a:pt x="216958" y="326715"/>
                  </a:lnTo>
                  <a:lnTo>
                    <a:pt x="221991" y="325056"/>
                  </a:lnTo>
                  <a:lnTo>
                    <a:pt x="226970" y="323239"/>
                  </a:lnTo>
                  <a:lnTo>
                    <a:pt x="231889" y="321264"/>
                  </a:lnTo>
                  <a:lnTo>
                    <a:pt x="236743" y="319135"/>
                  </a:lnTo>
                  <a:lnTo>
                    <a:pt x="241526" y="316853"/>
                  </a:lnTo>
                  <a:lnTo>
                    <a:pt x="246235" y="314420"/>
                  </a:lnTo>
                  <a:lnTo>
                    <a:pt x="250865" y="311840"/>
                  </a:lnTo>
                  <a:lnTo>
                    <a:pt x="255410" y="309114"/>
                  </a:lnTo>
                  <a:lnTo>
                    <a:pt x="259867" y="306245"/>
                  </a:lnTo>
                  <a:lnTo>
                    <a:pt x="264230" y="303236"/>
                  </a:lnTo>
                  <a:lnTo>
                    <a:pt x="268496" y="300091"/>
                  </a:lnTo>
                  <a:lnTo>
                    <a:pt x="272660" y="296811"/>
                  </a:lnTo>
                  <a:lnTo>
                    <a:pt x="276718" y="293402"/>
                  </a:lnTo>
                  <a:lnTo>
                    <a:pt x="280666" y="289865"/>
                  </a:lnTo>
                  <a:lnTo>
                    <a:pt x="284499" y="286206"/>
                  </a:lnTo>
                  <a:lnTo>
                    <a:pt x="288215" y="282426"/>
                  </a:lnTo>
                  <a:lnTo>
                    <a:pt x="291809" y="278531"/>
                  </a:lnTo>
                  <a:lnTo>
                    <a:pt x="295278" y="274523"/>
                  </a:lnTo>
                  <a:lnTo>
                    <a:pt x="298618" y="270408"/>
                  </a:lnTo>
                  <a:lnTo>
                    <a:pt x="301826" y="266189"/>
                  </a:lnTo>
                  <a:lnTo>
                    <a:pt x="304898" y="261870"/>
                  </a:lnTo>
                  <a:lnTo>
                    <a:pt x="307832" y="257456"/>
                  </a:lnTo>
                  <a:lnTo>
                    <a:pt x="310625" y="252952"/>
                  </a:lnTo>
                  <a:lnTo>
                    <a:pt x="313274" y="248361"/>
                  </a:lnTo>
                  <a:lnTo>
                    <a:pt x="315775" y="243688"/>
                  </a:lnTo>
                  <a:lnTo>
                    <a:pt x="318127" y="238938"/>
                  </a:lnTo>
                  <a:lnTo>
                    <a:pt x="320328" y="234117"/>
                  </a:lnTo>
                  <a:lnTo>
                    <a:pt x="322374" y="229227"/>
                  </a:lnTo>
                  <a:lnTo>
                    <a:pt x="324265" y="224276"/>
                  </a:lnTo>
                  <a:lnTo>
                    <a:pt x="325997" y="219267"/>
                  </a:lnTo>
                  <a:lnTo>
                    <a:pt x="327570" y="214205"/>
                  </a:lnTo>
                  <a:lnTo>
                    <a:pt x="328982" y="209097"/>
                  </a:lnTo>
                  <a:lnTo>
                    <a:pt x="330230" y="203946"/>
                  </a:lnTo>
                  <a:lnTo>
                    <a:pt x="331315" y="198758"/>
                  </a:lnTo>
                  <a:lnTo>
                    <a:pt x="332235" y="193538"/>
                  </a:lnTo>
                  <a:lnTo>
                    <a:pt x="332990" y="188292"/>
                  </a:lnTo>
                  <a:lnTo>
                    <a:pt x="333577" y="183025"/>
                  </a:lnTo>
                  <a:lnTo>
                    <a:pt x="333997" y="177741"/>
                  </a:lnTo>
                  <a:lnTo>
                    <a:pt x="334249" y="172447"/>
                  </a:lnTo>
                  <a:lnTo>
                    <a:pt x="334334" y="167147"/>
                  </a:lnTo>
                  <a:lnTo>
                    <a:pt x="334250" y="161848"/>
                  </a:lnTo>
                  <a:lnTo>
                    <a:pt x="333999" y="156554"/>
                  </a:lnTo>
                  <a:lnTo>
                    <a:pt x="333579" y="151270"/>
                  </a:lnTo>
                  <a:lnTo>
                    <a:pt x="332993" y="146003"/>
                  </a:lnTo>
                  <a:lnTo>
                    <a:pt x="332240" y="140756"/>
                  </a:lnTo>
                  <a:lnTo>
                    <a:pt x="331320" y="135537"/>
                  </a:lnTo>
                  <a:lnTo>
                    <a:pt x="330236" y="130348"/>
                  </a:lnTo>
                  <a:lnTo>
                    <a:pt x="328988" y="125197"/>
                  </a:lnTo>
                  <a:lnTo>
                    <a:pt x="327577" y="120088"/>
                  </a:lnTo>
                  <a:lnTo>
                    <a:pt x="326005" y="115027"/>
                  </a:lnTo>
                  <a:lnTo>
                    <a:pt x="324273" y="110018"/>
                  </a:lnTo>
                  <a:lnTo>
                    <a:pt x="322384" y="105066"/>
                  </a:lnTo>
                  <a:lnTo>
                    <a:pt x="320338" y="100176"/>
                  </a:lnTo>
                  <a:lnTo>
                    <a:pt x="318138" y="95354"/>
                  </a:lnTo>
                  <a:lnTo>
                    <a:pt x="315787" y="90604"/>
                  </a:lnTo>
                  <a:lnTo>
                    <a:pt x="313286" y="85931"/>
                  </a:lnTo>
                  <a:lnTo>
                    <a:pt x="310638" y="81340"/>
                  </a:lnTo>
                  <a:lnTo>
                    <a:pt x="307846" y="76835"/>
                  </a:lnTo>
                  <a:lnTo>
                    <a:pt x="304913" y="72420"/>
                  </a:lnTo>
                  <a:lnTo>
                    <a:pt x="301841" y="68101"/>
                  </a:lnTo>
                  <a:lnTo>
                    <a:pt x="298634" y="63881"/>
                  </a:lnTo>
                  <a:lnTo>
                    <a:pt x="295295" y="59765"/>
                  </a:lnTo>
                  <a:lnTo>
                    <a:pt x="291826" y="55758"/>
                  </a:lnTo>
                  <a:lnTo>
                    <a:pt x="288233" y="51862"/>
                  </a:lnTo>
                  <a:lnTo>
                    <a:pt x="284518" y="48082"/>
                  </a:lnTo>
                  <a:lnTo>
                    <a:pt x="280685" y="44421"/>
                  </a:lnTo>
                  <a:lnTo>
                    <a:pt x="276737" y="40884"/>
                  </a:lnTo>
                  <a:lnTo>
                    <a:pt x="272680" y="37474"/>
                  </a:lnTo>
                  <a:lnTo>
                    <a:pt x="268516" y="34194"/>
                  </a:lnTo>
                  <a:lnTo>
                    <a:pt x="264251" y="31048"/>
                  </a:lnTo>
                  <a:lnTo>
                    <a:pt x="259888" y="28039"/>
                  </a:lnTo>
                  <a:lnTo>
                    <a:pt x="255432" y="25169"/>
                  </a:lnTo>
                  <a:lnTo>
                    <a:pt x="250887" y="22442"/>
                  </a:lnTo>
                  <a:lnTo>
                    <a:pt x="246258" y="19861"/>
                  </a:lnTo>
                  <a:lnTo>
                    <a:pt x="241549" y="17428"/>
                  </a:lnTo>
                  <a:lnTo>
                    <a:pt x="167166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2911194"/>
              <a:ext cx="74383" cy="167167"/>
            </a:xfrm>
            <a:custGeom>
              <a:avLst/>
              <a:pathLst>
                <a:path w="74383" h="167167">
                  <a:moveTo>
                    <a:pt x="74383" y="17460"/>
                  </a:moveTo>
                  <a:lnTo>
                    <a:pt x="69027" y="14916"/>
                  </a:lnTo>
                  <a:lnTo>
                    <a:pt x="63584" y="12564"/>
                  </a:lnTo>
                  <a:lnTo>
                    <a:pt x="58061" y="10406"/>
                  </a:lnTo>
                  <a:lnTo>
                    <a:pt x="52465" y="8446"/>
                  </a:lnTo>
                  <a:lnTo>
                    <a:pt x="46803" y="6685"/>
                  </a:lnTo>
                  <a:lnTo>
                    <a:pt x="41082" y="5126"/>
                  </a:lnTo>
                  <a:lnTo>
                    <a:pt x="35310" y="3771"/>
                  </a:lnTo>
                  <a:lnTo>
                    <a:pt x="29493" y="2622"/>
                  </a:lnTo>
                  <a:lnTo>
                    <a:pt x="23639" y="1679"/>
                  </a:lnTo>
                  <a:lnTo>
                    <a:pt x="17755" y="945"/>
                  </a:lnTo>
                  <a:lnTo>
                    <a:pt x="11849" y="420"/>
                  </a:lnTo>
                  <a:lnTo>
                    <a:pt x="592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09553" y="3429590"/>
              <a:ext cx="16427" cy="167167"/>
            </a:xfrm>
            <a:custGeom>
              <a:avLst/>
              <a:pathLst>
                <a:path w="16427" h="167167">
                  <a:moveTo>
                    <a:pt x="16427" y="0"/>
                  </a:moveTo>
                  <a:lnTo>
                    <a:pt x="8203" y="202"/>
                  </a:lnTo>
                  <a:lnTo>
                    <a:pt x="0" y="809"/>
                  </a:lnTo>
                  <a:lnTo>
                    <a:pt x="1642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9553" y="3430399"/>
              <a:ext cx="16427" cy="166358"/>
            </a:xfrm>
            <a:custGeom>
              <a:avLst/>
              <a:pathLst>
                <a:path w="16427" h="166358">
                  <a:moveTo>
                    <a:pt x="0" y="0"/>
                  </a:moveTo>
                  <a:lnTo>
                    <a:pt x="16427" y="1663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30" y="3430399"/>
              <a:ext cx="334316" cy="333521"/>
            </a:xfrm>
            <a:custGeom>
              <a:avLst/>
              <a:pathLst>
                <a:path w="334316" h="333521">
                  <a:moveTo>
                    <a:pt x="150723" y="0"/>
                  </a:moveTo>
                  <a:lnTo>
                    <a:pt x="145470" y="602"/>
                  </a:lnTo>
                  <a:lnTo>
                    <a:pt x="140239" y="1371"/>
                  </a:lnTo>
                  <a:lnTo>
                    <a:pt x="135036" y="2304"/>
                  </a:lnTo>
                  <a:lnTo>
                    <a:pt x="129864" y="3402"/>
                  </a:lnTo>
                  <a:lnTo>
                    <a:pt x="124729" y="4662"/>
                  </a:lnTo>
                  <a:lnTo>
                    <a:pt x="119637" y="6085"/>
                  </a:lnTo>
                  <a:lnTo>
                    <a:pt x="114593" y="7667"/>
                  </a:lnTo>
                  <a:lnTo>
                    <a:pt x="109601" y="9409"/>
                  </a:lnTo>
                  <a:lnTo>
                    <a:pt x="104666" y="11307"/>
                  </a:lnTo>
                  <a:lnTo>
                    <a:pt x="99794" y="13361"/>
                  </a:lnTo>
                  <a:lnTo>
                    <a:pt x="94990" y="15567"/>
                  </a:lnTo>
                  <a:lnTo>
                    <a:pt x="90258" y="17924"/>
                  </a:lnTo>
                  <a:lnTo>
                    <a:pt x="85602" y="20430"/>
                  </a:lnTo>
                  <a:lnTo>
                    <a:pt x="81028" y="23082"/>
                  </a:lnTo>
                  <a:lnTo>
                    <a:pt x="76541" y="25877"/>
                  </a:lnTo>
                  <a:lnTo>
                    <a:pt x="72143" y="28813"/>
                  </a:lnTo>
                  <a:lnTo>
                    <a:pt x="67841" y="31886"/>
                  </a:lnTo>
                  <a:lnTo>
                    <a:pt x="63639" y="35094"/>
                  </a:lnTo>
                  <a:lnTo>
                    <a:pt x="59539" y="38433"/>
                  </a:lnTo>
                  <a:lnTo>
                    <a:pt x="55548" y="41899"/>
                  </a:lnTo>
                  <a:lnTo>
                    <a:pt x="51668" y="45491"/>
                  </a:lnTo>
                  <a:lnTo>
                    <a:pt x="47904" y="49203"/>
                  </a:lnTo>
                  <a:lnTo>
                    <a:pt x="44258" y="53033"/>
                  </a:lnTo>
                  <a:lnTo>
                    <a:pt x="40736" y="56976"/>
                  </a:lnTo>
                  <a:lnTo>
                    <a:pt x="37340" y="61028"/>
                  </a:lnTo>
                  <a:lnTo>
                    <a:pt x="34075" y="65186"/>
                  </a:lnTo>
                  <a:lnTo>
                    <a:pt x="30942" y="69444"/>
                  </a:lnTo>
                  <a:lnTo>
                    <a:pt x="27945" y="73800"/>
                  </a:lnTo>
                  <a:lnTo>
                    <a:pt x="25088" y="78248"/>
                  </a:lnTo>
                  <a:lnTo>
                    <a:pt x="22373" y="82785"/>
                  </a:lnTo>
                  <a:lnTo>
                    <a:pt x="19802" y="87405"/>
                  </a:lnTo>
                  <a:lnTo>
                    <a:pt x="17379" y="92104"/>
                  </a:lnTo>
                  <a:lnTo>
                    <a:pt x="15106" y="96877"/>
                  </a:lnTo>
                  <a:lnTo>
                    <a:pt x="12985" y="101720"/>
                  </a:lnTo>
                  <a:lnTo>
                    <a:pt x="11018" y="106628"/>
                  </a:lnTo>
                  <a:lnTo>
                    <a:pt x="9207" y="111595"/>
                  </a:lnTo>
                  <a:lnTo>
                    <a:pt x="7554" y="116617"/>
                  </a:lnTo>
                  <a:lnTo>
                    <a:pt x="6061" y="121689"/>
                  </a:lnTo>
                  <a:lnTo>
                    <a:pt x="4729" y="126805"/>
                  </a:lnTo>
                  <a:lnTo>
                    <a:pt x="3560" y="131961"/>
                  </a:lnTo>
                  <a:lnTo>
                    <a:pt x="2554" y="137152"/>
                  </a:lnTo>
                  <a:lnTo>
                    <a:pt x="1713" y="142371"/>
                  </a:lnTo>
                  <a:lnTo>
                    <a:pt x="1037" y="147615"/>
                  </a:lnTo>
                  <a:lnTo>
                    <a:pt x="527" y="152877"/>
                  </a:lnTo>
                  <a:lnTo>
                    <a:pt x="184" y="158153"/>
                  </a:lnTo>
                  <a:lnTo>
                    <a:pt x="8" y="163437"/>
                  </a:lnTo>
                  <a:lnTo>
                    <a:pt x="0" y="168724"/>
                  </a:lnTo>
                  <a:lnTo>
                    <a:pt x="158" y="174009"/>
                  </a:lnTo>
                  <a:lnTo>
                    <a:pt x="483" y="179286"/>
                  </a:lnTo>
                  <a:lnTo>
                    <a:pt x="976" y="184550"/>
                  </a:lnTo>
                  <a:lnTo>
                    <a:pt x="1634" y="189795"/>
                  </a:lnTo>
                  <a:lnTo>
                    <a:pt x="2458" y="195018"/>
                  </a:lnTo>
                  <a:lnTo>
                    <a:pt x="3447" y="200211"/>
                  </a:lnTo>
                  <a:lnTo>
                    <a:pt x="4599" y="205371"/>
                  </a:lnTo>
                  <a:lnTo>
                    <a:pt x="5914" y="210492"/>
                  </a:lnTo>
                  <a:lnTo>
                    <a:pt x="7390" y="215569"/>
                  </a:lnTo>
                  <a:lnTo>
                    <a:pt x="9026" y="220596"/>
                  </a:lnTo>
                  <a:lnTo>
                    <a:pt x="10821" y="225569"/>
                  </a:lnTo>
                  <a:lnTo>
                    <a:pt x="12771" y="230483"/>
                  </a:lnTo>
                  <a:lnTo>
                    <a:pt x="14876" y="235333"/>
                  </a:lnTo>
                  <a:lnTo>
                    <a:pt x="17134" y="240114"/>
                  </a:lnTo>
                  <a:lnTo>
                    <a:pt x="19541" y="244821"/>
                  </a:lnTo>
                  <a:lnTo>
                    <a:pt x="22096" y="249450"/>
                  </a:lnTo>
                  <a:lnTo>
                    <a:pt x="24796" y="253995"/>
                  </a:lnTo>
                  <a:lnTo>
                    <a:pt x="27639" y="258453"/>
                  </a:lnTo>
                  <a:lnTo>
                    <a:pt x="30621" y="262819"/>
                  </a:lnTo>
                  <a:lnTo>
                    <a:pt x="33740" y="267088"/>
                  </a:lnTo>
                  <a:lnTo>
                    <a:pt x="36992" y="271256"/>
                  </a:lnTo>
                  <a:lnTo>
                    <a:pt x="40374" y="275320"/>
                  </a:lnTo>
                  <a:lnTo>
                    <a:pt x="43883" y="279274"/>
                  </a:lnTo>
                  <a:lnTo>
                    <a:pt x="47515" y="283116"/>
                  </a:lnTo>
                  <a:lnTo>
                    <a:pt x="51268" y="286841"/>
                  </a:lnTo>
                  <a:lnTo>
                    <a:pt x="55136" y="290445"/>
                  </a:lnTo>
                  <a:lnTo>
                    <a:pt x="59116" y="293925"/>
                  </a:lnTo>
                  <a:lnTo>
                    <a:pt x="63204" y="297278"/>
                  </a:lnTo>
                  <a:lnTo>
                    <a:pt x="67396" y="300500"/>
                  </a:lnTo>
                  <a:lnTo>
                    <a:pt x="71688" y="303587"/>
                  </a:lnTo>
                  <a:lnTo>
                    <a:pt x="76075" y="306537"/>
                  </a:lnTo>
                  <a:lnTo>
                    <a:pt x="80553" y="309347"/>
                  </a:lnTo>
                  <a:lnTo>
                    <a:pt x="85118" y="312014"/>
                  </a:lnTo>
                  <a:lnTo>
                    <a:pt x="89765" y="314535"/>
                  </a:lnTo>
                  <a:lnTo>
                    <a:pt x="94490" y="316908"/>
                  </a:lnTo>
                  <a:lnTo>
                    <a:pt x="99287" y="319131"/>
                  </a:lnTo>
                  <a:lnTo>
                    <a:pt x="104152" y="321200"/>
                  </a:lnTo>
                  <a:lnTo>
                    <a:pt x="109080" y="323115"/>
                  </a:lnTo>
                  <a:lnTo>
                    <a:pt x="114066" y="324873"/>
                  </a:lnTo>
                  <a:lnTo>
                    <a:pt x="119106" y="326472"/>
                  </a:lnTo>
                  <a:lnTo>
                    <a:pt x="124193" y="327912"/>
                  </a:lnTo>
                  <a:lnTo>
                    <a:pt x="129323" y="329189"/>
                  </a:lnTo>
                  <a:lnTo>
                    <a:pt x="134491" y="330304"/>
                  </a:lnTo>
                  <a:lnTo>
                    <a:pt x="139692" y="331255"/>
                  </a:lnTo>
                  <a:lnTo>
                    <a:pt x="144920" y="332041"/>
                  </a:lnTo>
                  <a:lnTo>
                    <a:pt x="150171" y="332661"/>
                  </a:lnTo>
                  <a:lnTo>
                    <a:pt x="155438" y="333114"/>
                  </a:lnTo>
                  <a:lnTo>
                    <a:pt x="160718" y="333401"/>
                  </a:lnTo>
                  <a:lnTo>
                    <a:pt x="166003" y="333521"/>
                  </a:lnTo>
                  <a:lnTo>
                    <a:pt x="171290" y="333474"/>
                  </a:lnTo>
                  <a:lnTo>
                    <a:pt x="176573" y="333260"/>
                  </a:lnTo>
                  <a:lnTo>
                    <a:pt x="181846" y="332878"/>
                  </a:lnTo>
                  <a:lnTo>
                    <a:pt x="187104" y="332330"/>
                  </a:lnTo>
                  <a:lnTo>
                    <a:pt x="192343" y="331616"/>
                  </a:lnTo>
                  <a:lnTo>
                    <a:pt x="197556" y="330737"/>
                  </a:lnTo>
                  <a:lnTo>
                    <a:pt x="202739" y="329693"/>
                  </a:lnTo>
                  <a:lnTo>
                    <a:pt x="207886" y="328486"/>
                  </a:lnTo>
                  <a:lnTo>
                    <a:pt x="212993" y="327117"/>
                  </a:lnTo>
                  <a:lnTo>
                    <a:pt x="218054" y="325587"/>
                  </a:lnTo>
                  <a:lnTo>
                    <a:pt x="223063" y="323897"/>
                  </a:lnTo>
                  <a:lnTo>
                    <a:pt x="228017" y="322050"/>
                  </a:lnTo>
                  <a:lnTo>
                    <a:pt x="232910" y="320048"/>
                  </a:lnTo>
                  <a:lnTo>
                    <a:pt x="237738" y="317891"/>
                  </a:lnTo>
                  <a:lnTo>
                    <a:pt x="242494" y="315583"/>
                  </a:lnTo>
                  <a:lnTo>
                    <a:pt x="247175" y="313126"/>
                  </a:lnTo>
                  <a:lnTo>
                    <a:pt x="251777" y="310522"/>
                  </a:lnTo>
                  <a:lnTo>
                    <a:pt x="256293" y="307774"/>
                  </a:lnTo>
                  <a:lnTo>
                    <a:pt x="260721" y="304884"/>
                  </a:lnTo>
                  <a:lnTo>
                    <a:pt x="265054" y="301856"/>
                  </a:lnTo>
                  <a:lnTo>
                    <a:pt x="269290" y="298692"/>
                  </a:lnTo>
                  <a:lnTo>
                    <a:pt x="273424" y="295396"/>
                  </a:lnTo>
                  <a:lnTo>
                    <a:pt x="277451" y="291971"/>
                  </a:lnTo>
                  <a:lnTo>
                    <a:pt x="281369" y="288420"/>
                  </a:lnTo>
                  <a:lnTo>
                    <a:pt x="285171" y="284747"/>
                  </a:lnTo>
                  <a:lnTo>
                    <a:pt x="288856" y="280955"/>
                  </a:lnTo>
                  <a:lnTo>
                    <a:pt x="292419" y="277049"/>
                  </a:lnTo>
                  <a:lnTo>
                    <a:pt x="295857" y="273033"/>
                  </a:lnTo>
                  <a:lnTo>
                    <a:pt x="299166" y="268909"/>
                  </a:lnTo>
                  <a:lnTo>
                    <a:pt x="302343" y="264683"/>
                  </a:lnTo>
                  <a:lnTo>
                    <a:pt x="305385" y="260359"/>
                  </a:lnTo>
                  <a:lnTo>
                    <a:pt x="308288" y="255941"/>
                  </a:lnTo>
                  <a:lnTo>
                    <a:pt x="311050" y="251433"/>
                  </a:lnTo>
                  <a:lnTo>
                    <a:pt x="313669" y="246840"/>
                  </a:lnTo>
                  <a:lnTo>
                    <a:pt x="316140" y="242166"/>
                  </a:lnTo>
                  <a:lnTo>
                    <a:pt x="318463" y="237417"/>
                  </a:lnTo>
                  <a:lnTo>
                    <a:pt x="320635" y="232596"/>
                  </a:lnTo>
                  <a:lnTo>
                    <a:pt x="322652" y="227709"/>
                  </a:lnTo>
                  <a:lnTo>
                    <a:pt x="324515" y="222761"/>
                  </a:lnTo>
                  <a:lnTo>
                    <a:pt x="326220" y="217757"/>
                  </a:lnTo>
                  <a:lnTo>
                    <a:pt x="327766" y="212701"/>
                  </a:lnTo>
                  <a:lnTo>
                    <a:pt x="329151" y="207598"/>
                  </a:lnTo>
                  <a:lnTo>
                    <a:pt x="330374" y="202455"/>
                  </a:lnTo>
                  <a:lnTo>
                    <a:pt x="331434" y="197275"/>
                  </a:lnTo>
                  <a:lnTo>
                    <a:pt x="332329" y="192065"/>
                  </a:lnTo>
                  <a:lnTo>
                    <a:pt x="333060" y="186828"/>
                  </a:lnTo>
                  <a:lnTo>
                    <a:pt x="333624" y="181572"/>
                  </a:lnTo>
                  <a:lnTo>
                    <a:pt x="334022" y="176300"/>
                  </a:lnTo>
                  <a:lnTo>
                    <a:pt x="334253" y="171018"/>
                  </a:lnTo>
                  <a:lnTo>
                    <a:pt x="334316" y="165731"/>
                  </a:lnTo>
                  <a:lnTo>
                    <a:pt x="334213" y="160445"/>
                  </a:lnTo>
                  <a:lnTo>
                    <a:pt x="333943" y="155165"/>
                  </a:lnTo>
                  <a:lnTo>
                    <a:pt x="333505" y="149896"/>
                  </a:lnTo>
                  <a:lnTo>
                    <a:pt x="332901" y="144644"/>
                  </a:lnTo>
                  <a:lnTo>
                    <a:pt x="332132" y="139413"/>
                  </a:lnTo>
                  <a:lnTo>
                    <a:pt x="331197" y="134209"/>
                  </a:lnTo>
                  <a:lnTo>
                    <a:pt x="330099" y="129038"/>
                  </a:lnTo>
                  <a:lnTo>
                    <a:pt x="328837" y="123904"/>
                  </a:lnTo>
                  <a:lnTo>
                    <a:pt x="327414" y="118812"/>
                  </a:lnTo>
                  <a:lnTo>
                    <a:pt x="325830" y="113768"/>
                  </a:lnTo>
                  <a:lnTo>
                    <a:pt x="324087" y="108776"/>
                  </a:lnTo>
                  <a:lnTo>
                    <a:pt x="322188" y="103842"/>
                  </a:lnTo>
                  <a:lnTo>
                    <a:pt x="320134" y="98971"/>
                  </a:lnTo>
                  <a:lnTo>
                    <a:pt x="317926" y="94166"/>
                  </a:lnTo>
                  <a:lnTo>
                    <a:pt x="315568" y="89435"/>
                  </a:lnTo>
                  <a:lnTo>
                    <a:pt x="313061" y="84780"/>
                  </a:lnTo>
                  <a:lnTo>
                    <a:pt x="310408" y="80206"/>
                  </a:lnTo>
                  <a:lnTo>
                    <a:pt x="307612" y="75719"/>
                  </a:lnTo>
                  <a:lnTo>
                    <a:pt x="304676" y="71323"/>
                  </a:lnTo>
                  <a:lnTo>
                    <a:pt x="301602" y="67021"/>
                  </a:lnTo>
                  <a:lnTo>
                    <a:pt x="298393" y="62819"/>
                  </a:lnTo>
                  <a:lnTo>
                    <a:pt x="295053" y="58721"/>
                  </a:lnTo>
                  <a:lnTo>
                    <a:pt x="291586" y="54730"/>
                  </a:lnTo>
                  <a:lnTo>
                    <a:pt x="287993" y="50851"/>
                  </a:lnTo>
                  <a:lnTo>
                    <a:pt x="284280" y="47087"/>
                  </a:lnTo>
                  <a:lnTo>
                    <a:pt x="280450" y="43443"/>
                  </a:lnTo>
                  <a:lnTo>
                    <a:pt x="167150" y="1663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429590"/>
              <a:ext cx="113299" cy="167167"/>
            </a:xfrm>
            <a:custGeom>
              <a:avLst/>
              <a:pathLst>
                <a:path w="113299" h="167167">
                  <a:moveTo>
                    <a:pt x="113299" y="44252"/>
                  </a:moveTo>
                  <a:lnTo>
                    <a:pt x="109074" y="40488"/>
                  </a:lnTo>
                  <a:lnTo>
                    <a:pt x="104725" y="36869"/>
                  </a:lnTo>
                  <a:lnTo>
                    <a:pt x="100255" y="33399"/>
                  </a:lnTo>
                  <a:lnTo>
                    <a:pt x="95670" y="30083"/>
                  </a:lnTo>
                  <a:lnTo>
                    <a:pt x="90976" y="26923"/>
                  </a:lnTo>
                  <a:lnTo>
                    <a:pt x="86177" y="23925"/>
                  </a:lnTo>
                  <a:lnTo>
                    <a:pt x="81280" y="21090"/>
                  </a:lnTo>
                  <a:lnTo>
                    <a:pt x="76289" y="18423"/>
                  </a:lnTo>
                  <a:lnTo>
                    <a:pt x="71212" y="15926"/>
                  </a:lnTo>
                  <a:lnTo>
                    <a:pt x="66052" y="13603"/>
                  </a:lnTo>
                  <a:lnTo>
                    <a:pt x="60817" y="11455"/>
                  </a:lnTo>
                  <a:lnTo>
                    <a:pt x="55512" y="9486"/>
                  </a:lnTo>
                  <a:lnTo>
                    <a:pt x="50144" y="7698"/>
                  </a:lnTo>
                  <a:lnTo>
                    <a:pt x="44718" y="6092"/>
                  </a:lnTo>
                  <a:lnTo>
                    <a:pt x="39241" y="4671"/>
                  </a:lnTo>
                  <a:lnTo>
                    <a:pt x="33719" y="3436"/>
                  </a:lnTo>
                  <a:lnTo>
                    <a:pt x="28158" y="2388"/>
                  </a:lnTo>
                  <a:lnTo>
                    <a:pt x="22565" y="1530"/>
                  </a:lnTo>
                  <a:lnTo>
                    <a:pt x="16947" y="861"/>
                  </a:lnTo>
                  <a:lnTo>
                    <a:pt x="11308" y="382"/>
                  </a:lnTo>
                  <a:lnTo>
                    <a:pt x="565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233" y="3934012"/>
              <a:ext cx="3500" cy="167167"/>
            </a:xfrm>
            <a:custGeom>
              <a:avLst/>
              <a:pathLst>
                <a:path w="3500" h="167167">
                  <a:moveTo>
                    <a:pt x="3500" y="0"/>
                  </a:moveTo>
                  <a:lnTo>
                    <a:pt x="0" y="36"/>
                  </a:lnTo>
                  <a:lnTo>
                    <a:pt x="350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78566" y="3934049"/>
              <a:ext cx="334324" cy="334289"/>
            </a:xfrm>
            <a:custGeom>
              <a:avLst/>
              <a:pathLst>
                <a:path w="334324" h="334289">
                  <a:moveTo>
                    <a:pt x="163666" y="0"/>
                  </a:moveTo>
                  <a:lnTo>
                    <a:pt x="158383" y="194"/>
                  </a:lnTo>
                  <a:lnTo>
                    <a:pt x="153109" y="555"/>
                  </a:lnTo>
                  <a:lnTo>
                    <a:pt x="147849" y="1083"/>
                  </a:lnTo>
                  <a:lnTo>
                    <a:pt x="142609" y="1777"/>
                  </a:lnTo>
                  <a:lnTo>
                    <a:pt x="137392" y="2636"/>
                  </a:lnTo>
                  <a:lnTo>
                    <a:pt x="132206" y="3660"/>
                  </a:lnTo>
                  <a:lnTo>
                    <a:pt x="127054" y="4847"/>
                  </a:lnTo>
                  <a:lnTo>
                    <a:pt x="121943" y="6196"/>
                  </a:lnTo>
                  <a:lnTo>
                    <a:pt x="116877" y="7707"/>
                  </a:lnTo>
                  <a:lnTo>
                    <a:pt x="111861" y="9377"/>
                  </a:lnTo>
                  <a:lnTo>
                    <a:pt x="106901" y="11204"/>
                  </a:lnTo>
                  <a:lnTo>
                    <a:pt x="102000" y="13188"/>
                  </a:lnTo>
                  <a:lnTo>
                    <a:pt x="97165" y="15325"/>
                  </a:lnTo>
                  <a:lnTo>
                    <a:pt x="92400" y="17615"/>
                  </a:lnTo>
                  <a:lnTo>
                    <a:pt x="87710" y="20054"/>
                  </a:lnTo>
                  <a:lnTo>
                    <a:pt x="83099" y="22640"/>
                  </a:lnTo>
                  <a:lnTo>
                    <a:pt x="78572" y="25370"/>
                  </a:lnTo>
                  <a:lnTo>
                    <a:pt x="74134" y="28242"/>
                  </a:lnTo>
                  <a:lnTo>
                    <a:pt x="69789" y="31253"/>
                  </a:lnTo>
                  <a:lnTo>
                    <a:pt x="65541" y="34400"/>
                  </a:lnTo>
                  <a:lnTo>
                    <a:pt x="61395" y="37680"/>
                  </a:lnTo>
                  <a:lnTo>
                    <a:pt x="57355" y="41089"/>
                  </a:lnTo>
                  <a:lnTo>
                    <a:pt x="53425" y="44625"/>
                  </a:lnTo>
                  <a:lnTo>
                    <a:pt x="49608" y="48283"/>
                  </a:lnTo>
                  <a:lnTo>
                    <a:pt x="45909" y="52059"/>
                  </a:lnTo>
                  <a:lnTo>
                    <a:pt x="42331" y="55951"/>
                  </a:lnTo>
                  <a:lnTo>
                    <a:pt x="38878" y="59954"/>
                  </a:lnTo>
                  <a:lnTo>
                    <a:pt x="35553" y="64064"/>
                  </a:lnTo>
                  <a:lnTo>
                    <a:pt x="32360" y="68277"/>
                  </a:lnTo>
                  <a:lnTo>
                    <a:pt x="29301" y="72589"/>
                  </a:lnTo>
                  <a:lnTo>
                    <a:pt x="26381" y="76996"/>
                  </a:lnTo>
                  <a:lnTo>
                    <a:pt x="23601" y="81492"/>
                  </a:lnTo>
                  <a:lnTo>
                    <a:pt x="20965" y="86075"/>
                  </a:lnTo>
                  <a:lnTo>
                    <a:pt x="18475" y="90738"/>
                  </a:lnTo>
                  <a:lnTo>
                    <a:pt x="16134" y="95478"/>
                  </a:lnTo>
                  <a:lnTo>
                    <a:pt x="13944" y="100289"/>
                  </a:lnTo>
                  <a:lnTo>
                    <a:pt x="11907" y="105168"/>
                  </a:lnTo>
                  <a:lnTo>
                    <a:pt x="10026" y="110108"/>
                  </a:lnTo>
                  <a:lnTo>
                    <a:pt x="8301" y="115105"/>
                  </a:lnTo>
                  <a:lnTo>
                    <a:pt x="6735" y="120155"/>
                  </a:lnTo>
                  <a:lnTo>
                    <a:pt x="5330" y="125251"/>
                  </a:lnTo>
                  <a:lnTo>
                    <a:pt x="4087" y="130389"/>
                  </a:lnTo>
                  <a:lnTo>
                    <a:pt x="3007" y="135564"/>
                  </a:lnTo>
                  <a:lnTo>
                    <a:pt x="2091" y="140771"/>
                  </a:lnTo>
                  <a:lnTo>
                    <a:pt x="1340" y="146004"/>
                  </a:lnTo>
                  <a:lnTo>
                    <a:pt x="755" y="151258"/>
                  </a:lnTo>
                  <a:lnTo>
                    <a:pt x="336" y="156528"/>
                  </a:lnTo>
                  <a:lnTo>
                    <a:pt x="84" y="161808"/>
                  </a:lnTo>
                  <a:lnTo>
                    <a:pt x="0" y="167094"/>
                  </a:lnTo>
                  <a:lnTo>
                    <a:pt x="82" y="172380"/>
                  </a:lnTo>
                  <a:lnTo>
                    <a:pt x="331" y="177660"/>
                  </a:lnTo>
                  <a:lnTo>
                    <a:pt x="748" y="182930"/>
                  </a:lnTo>
                  <a:lnTo>
                    <a:pt x="1331" y="188185"/>
                  </a:lnTo>
                  <a:lnTo>
                    <a:pt x="2079" y="193418"/>
                  </a:lnTo>
                  <a:lnTo>
                    <a:pt x="2993" y="198625"/>
                  </a:lnTo>
                  <a:lnTo>
                    <a:pt x="4071" y="203800"/>
                  </a:lnTo>
                  <a:lnTo>
                    <a:pt x="5312" y="208939"/>
                  </a:lnTo>
                  <a:lnTo>
                    <a:pt x="6715" y="214036"/>
                  </a:lnTo>
                  <a:lnTo>
                    <a:pt x="8278" y="219086"/>
                  </a:lnTo>
                  <a:lnTo>
                    <a:pt x="10001" y="224084"/>
                  </a:lnTo>
                  <a:lnTo>
                    <a:pt x="11880" y="229025"/>
                  </a:lnTo>
                  <a:lnTo>
                    <a:pt x="13915" y="233904"/>
                  </a:lnTo>
                  <a:lnTo>
                    <a:pt x="16103" y="238717"/>
                  </a:lnTo>
                  <a:lnTo>
                    <a:pt x="18442" y="243458"/>
                  </a:lnTo>
                  <a:lnTo>
                    <a:pt x="20930" y="248122"/>
                  </a:lnTo>
                  <a:lnTo>
                    <a:pt x="23564" y="252706"/>
                  </a:lnTo>
                  <a:lnTo>
                    <a:pt x="26342" y="257204"/>
                  </a:lnTo>
                  <a:lnTo>
                    <a:pt x="29260" y="261611"/>
                  </a:lnTo>
                  <a:lnTo>
                    <a:pt x="32317" y="265925"/>
                  </a:lnTo>
                  <a:lnTo>
                    <a:pt x="35508" y="270139"/>
                  </a:lnTo>
                  <a:lnTo>
                    <a:pt x="38831" y="274251"/>
                  </a:lnTo>
                  <a:lnTo>
                    <a:pt x="42282" y="278255"/>
                  </a:lnTo>
                  <a:lnTo>
                    <a:pt x="45858" y="282149"/>
                  </a:lnTo>
                  <a:lnTo>
                    <a:pt x="49556" y="285927"/>
                  </a:lnTo>
                  <a:lnTo>
                    <a:pt x="53371" y="289586"/>
                  </a:lnTo>
                  <a:lnTo>
                    <a:pt x="57300" y="293123"/>
                  </a:lnTo>
                  <a:lnTo>
                    <a:pt x="61339" y="296534"/>
                  </a:lnTo>
                  <a:lnTo>
                    <a:pt x="65484" y="299816"/>
                  </a:lnTo>
                  <a:lnTo>
                    <a:pt x="69730" y="302965"/>
                  </a:lnTo>
                  <a:lnTo>
                    <a:pt x="74074" y="305978"/>
                  </a:lnTo>
                  <a:lnTo>
                    <a:pt x="78511" y="308852"/>
                  </a:lnTo>
                  <a:lnTo>
                    <a:pt x="83036" y="311584"/>
                  </a:lnTo>
                  <a:lnTo>
                    <a:pt x="87646" y="314172"/>
                  </a:lnTo>
                  <a:lnTo>
                    <a:pt x="92335" y="316613"/>
                  </a:lnTo>
                  <a:lnTo>
                    <a:pt x="97099" y="318905"/>
                  </a:lnTo>
                  <a:lnTo>
                    <a:pt x="101933" y="321044"/>
                  </a:lnTo>
                  <a:lnTo>
                    <a:pt x="106833" y="323030"/>
                  </a:lnTo>
                  <a:lnTo>
                    <a:pt x="111792" y="324860"/>
                  </a:lnTo>
                  <a:lnTo>
                    <a:pt x="116808" y="326532"/>
                  </a:lnTo>
                  <a:lnTo>
                    <a:pt x="121873" y="328045"/>
                  </a:lnTo>
                  <a:lnTo>
                    <a:pt x="126984" y="329396"/>
                  </a:lnTo>
                  <a:lnTo>
                    <a:pt x="132135" y="330586"/>
                  </a:lnTo>
                  <a:lnTo>
                    <a:pt x="137321" y="331612"/>
                  </a:lnTo>
                  <a:lnTo>
                    <a:pt x="142536" y="332473"/>
                  </a:lnTo>
                  <a:lnTo>
                    <a:pt x="147777" y="333169"/>
                  </a:lnTo>
                  <a:lnTo>
                    <a:pt x="153037" y="333699"/>
                  </a:lnTo>
                  <a:lnTo>
                    <a:pt x="158311" y="334063"/>
                  </a:lnTo>
                  <a:lnTo>
                    <a:pt x="163594" y="334260"/>
                  </a:lnTo>
                  <a:lnTo>
                    <a:pt x="168880" y="334289"/>
                  </a:lnTo>
                  <a:lnTo>
                    <a:pt x="174165" y="334151"/>
                  </a:lnTo>
                  <a:lnTo>
                    <a:pt x="179442" y="333846"/>
                  </a:lnTo>
                  <a:lnTo>
                    <a:pt x="184708" y="333375"/>
                  </a:lnTo>
                  <a:lnTo>
                    <a:pt x="189956" y="332737"/>
                  </a:lnTo>
                  <a:lnTo>
                    <a:pt x="195181" y="331934"/>
                  </a:lnTo>
                  <a:lnTo>
                    <a:pt x="200378" y="330966"/>
                  </a:lnTo>
                  <a:lnTo>
                    <a:pt x="205542" y="329833"/>
                  </a:lnTo>
                  <a:lnTo>
                    <a:pt x="210667" y="328539"/>
                  </a:lnTo>
                  <a:lnTo>
                    <a:pt x="215749" y="327083"/>
                  </a:lnTo>
                  <a:lnTo>
                    <a:pt x="220783" y="325466"/>
                  </a:lnTo>
                  <a:lnTo>
                    <a:pt x="225762" y="323692"/>
                  </a:lnTo>
                  <a:lnTo>
                    <a:pt x="230684" y="321761"/>
                  </a:lnTo>
                  <a:lnTo>
                    <a:pt x="235541" y="319675"/>
                  </a:lnTo>
                  <a:lnTo>
                    <a:pt x="240330" y="317437"/>
                  </a:lnTo>
                  <a:lnTo>
                    <a:pt x="245047" y="315048"/>
                  </a:lnTo>
                  <a:lnTo>
                    <a:pt x="249685" y="312512"/>
                  </a:lnTo>
                  <a:lnTo>
                    <a:pt x="254240" y="309830"/>
                  </a:lnTo>
                  <a:lnTo>
                    <a:pt x="258709" y="307005"/>
                  </a:lnTo>
                  <a:lnTo>
                    <a:pt x="263086" y="304041"/>
                  </a:lnTo>
                  <a:lnTo>
                    <a:pt x="267367" y="300939"/>
                  </a:lnTo>
                  <a:lnTo>
                    <a:pt x="271548" y="297704"/>
                  </a:lnTo>
                  <a:lnTo>
                    <a:pt x="275625" y="294338"/>
                  </a:lnTo>
                  <a:lnTo>
                    <a:pt x="279593" y="290845"/>
                  </a:lnTo>
                  <a:lnTo>
                    <a:pt x="283448" y="287228"/>
                  </a:lnTo>
                  <a:lnTo>
                    <a:pt x="287188" y="283492"/>
                  </a:lnTo>
                  <a:lnTo>
                    <a:pt x="290807" y="279638"/>
                  </a:lnTo>
                  <a:lnTo>
                    <a:pt x="294303" y="275673"/>
                  </a:lnTo>
                  <a:lnTo>
                    <a:pt x="297671" y="271598"/>
                  </a:lnTo>
                  <a:lnTo>
                    <a:pt x="300909" y="267419"/>
                  </a:lnTo>
                  <a:lnTo>
                    <a:pt x="304014" y="263140"/>
                  </a:lnTo>
                  <a:lnTo>
                    <a:pt x="306981" y="258765"/>
                  </a:lnTo>
                  <a:lnTo>
                    <a:pt x="309809" y="254299"/>
                  </a:lnTo>
                  <a:lnTo>
                    <a:pt x="312494" y="249745"/>
                  </a:lnTo>
                  <a:lnTo>
                    <a:pt x="315033" y="245108"/>
                  </a:lnTo>
                  <a:lnTo>
                    <a:pt x="317425" y="240394"/>
                  </a:lnTo>
                  <a:lnTo>
                    <a:pt x="319666" y="235606"/>
                  </a:lnTo>
                  <a:lnTo>
                    <a:pt x="321755" y="230750"/>
                  </a:lnTo>
                  <a:lnTo>
                    <a:pt x="323690" y="225830"/>
                  </a:lnTo>
                  <a:lnTo>
                    <a:pt x="325467" y="220851"/>
                  </a:lnTo>
                  <a:lnTo>
                    <a:pt x="327087" y="215819"/>
                  </a:lnTo>
                  <a:lnTo>
                    <a:pt x="328546" y="210738"/>
                  </a:lnTo>
                  <a:lnTo>
                    <a:pt x="329845" y="205613"/>
                  </a:lnTo>
                  <a:lnTo>
                    <a:pt x="330980" y="200450"/>
                  </a:lnTo>
                  <a:lnTo>
                    <a:pt x="331952" y="195254"/>
                  </a:lnTo>
                  <a:lnTo>
                    <a:pt x="332759" y="190029"/>
                  </a:lnTo>
                  <a:lnTo>
                    <a:pt x="333400" y="184782"/>
                  </a:lnTo>
                  <a:lnTo>
                    <a:pt x="333875" y="179516"/>
                  </a:lnTo>
                  <a:lnTo>
                    <a:pt x="334183" y="174239"/>
                  </a:lnTo>
                  <a:lnTo>
                    <a:pt x="334324" y="168954"/>
                  </a:lnTo>
                  <a:lnTo>
                    <a:pt x="334299" y="163668"/>
                  </a:lnTo>
                  <a:lnTo>
                    <a:pt x="334105" y="158385"/>
                  </a:lnTo>
                  <a:lnTo>
                    <a:pt x="333745" y="153111"/>
                  </a:lnTo>
                  <a:lnTo>
                    <a:pt x="333219" y="147851"/>
                  </a:lnTo>
                  <a:lnTo>
                    <a:pt x="332526" y="142610"/>
                  </a:lnTo>
                  <a:lnTo>
                    <a:pt x="331668" y="137393"/>
                  </a:lnTo>
                  <a:lnTo>
                    <a:pt x="330646" y="132207"/>
                  </a:lnTo>
                  <a:lnTo>
                    <a:pt x="329460" y="127055"/>
                  </a:lnTo>
                  <a:lnTo>
                    <a:pt x="328111" y="121943"/>
                  </a:lnTo>
                  <a:lnTo>
                    <a:pt x="326602" y="116877"/>
                  </a:lnTo>
                  <a:lnTo>
                    <a:pt x="324933" y="111861"/>
                  </a:lnTo>
                  <a:lnTo>
                    <a:pt x="323107" y="106900"/>
                  </a:lnTo>
                  <a:lnTo>
                    <a:pt x="321124" y="101999"/>
                  </a:lnTo>
                  <a:lnTo>
                    <a:pt x="318988" y="97163"/>
                  </a:lnTo>
                  <a:lnTo>
                    <a:pt x="316700" y="92398"/>
                  </a:lnTo>
                  <a:lnTo>
                    <a:pt x="314262" y="87707"/>
                  </a:lnTo>
                  <a:lnTo>
                    <a:pt x="311677" y="83095"/>
                  </a:lnTo>
                  <a:lnTo>
                    <a:pt x="308947" y="78568"/>
                  </a:lnTo>
                  <a:lnTo>
                    <a:pt x="306076" y="74129"/>
                  </a:lnTo>
                  <a:lnTo>
                    <a:pt x="303066" y="69784"/>
                  </a:lnTo>
                  <a:lnTo>
                    <a:pt x="299920" y="65535"/>
                  </a:lnTo>
                  <a:lnTo>
                    <a:pt x="296641" y="61388"/>
                  </a:lnTo>
                  <a:lnTo>
                    <a:pt x="293233" y="57347"/>
                  </a:lnTo>
                  <a:lnTo>
                    <a:pt x="289698" y="53416"/>
                  </a:lnTo>
                  <a:lnTo>
                    <a:pt x="286042" y="49598"/>
                  </a:lnTo>
                  <a:lnTo>
                    <a:pt x="282266" y="45898"/>
                  </a:lnTo>
                  <a:lnTo>
                    <a:pt x="278375" y="42319"/>
                  </a:lnTo>
                  <a:lnTo>
                    <a:pt x="274373" y="38865"/>
                  </a:lnTo>
                  <a:lnTo>
                    <a:pt x="270263" y="35540"/>
                  </a:lnTo>
                  <a:lnTo>
                    <a:pt x="266051" y="32346"/>
                  </a:lnTo>
                  <a:lnTo>
                    <a:pt x="261740" y="29286"/>
                  </a:lnTo>
                  <a:lnTo>
                    <a:pt x="257334" y="26365"/>
                  </a:lnTo>
                  <a:lnTo>
                    <a:pt x="252838" y="23584"/>
                  </a:lnTo>
                  <a:lnTo>
                    <a:pt x="248256" y="20947"/>
                  </a:lnTo>
                  <a:lnTo>
                    <a:pt x="243593" y="18456"/>
                  </a:lnTo>
                  <a:lnTo>
                    <a:pt x="238854" y="16114"/>
                  </a:lnTo>
                  <a:lnTo>
                    <a:pt x="234043" y="13923"/>
                  </a:lnTo>
                  <a:lnTo>
                    <a:pt x="229165" y="11885"/>
                  </a:lnTo>
                  <a:lnTo>
                    <a:pt x="224225" y="10002"/>
                  </a:lnTo>
                  <a:lnTo>
                    <a:pt x="219228" y="8276"/>
                  </a:lnTo>
                  <a:lnTo>
                    <a:pt x="214179" y="6710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5733" y="3934012"/>
              <a:ext cx="47012" cy="167167"/>
            </a:xfrm>
            <a:custGeom>
              <a:avLst/>
              <a:pathLst>
                <a:path w="47012" h="167167">
                  <a:moveTo>
                    <a:pt x="47012" y="6746"/>
                  </a:moveTo>
                  <a:lnTo>
                    <a:pt x="41267" y="5173"/>
                  </a:lnTo>
                  <a:lnTo>
                    <a:pt x="35469" y="3806"/>
                  </a:lnTo>
                  <a:lnTo>
                    <a:pt x="29627" y="2646"/>
                  </a:lnTo>
                  <a:lnTo>
                    <a:pt x="23746" y="1695"/>
                  </a:lnTo>
                  <a:lnTo>
                    <a:pt x="17836" y="954"/>
                  </a:lnTo>
                  <a:lnTo>
                    <a:pt x="11903" y="424"/>
                  </a:lnTo>
                  <a:lnTo>
                    <a:pt x="5955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283" y="4397268"/>
              <a:ext cx="3500" cy="167167"/>
            </a:xfrm>
            <a:custGeom>
              <a:avLst/>
              <a:pathLst>
                <a:path w="3500" h="167167">
                  <a:moveTo>
                    <a:pt x="3500" y="0"/>
                  </a:moveTo>
                  <a:lnTo>
                    <a:pt x="0" y="36"/>
                  </a:lnTo>
                  <a:lnTo>
                    <a:pt x="350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11616" y="4397305"/>
              <a:ext cx="334324" cy="334289"/>
            </a:xfrm>
            <a:custGeom>
              <a:avLst/>
              <a:pathLst>
                <a:path w="334324" h="334289">
                  <a:moveTo>
                    <a:pt x="163666" y="0"/>
                  </a:moveTo>
                  <a:lnTo>
                    <a:pt x="158383" y="194"/>
                  </a:lnTo>
                  <a:lnTo>
                    <a:pt x="153109" y="555"/>
                  </a:lnTo>
                  <a:lnTo>
                    <a:pt x="147849" y="1083"/>
                  </a:lnTo>
                  <a:lnTo>
                    <a:pt x="142609" y="1777"/>
                  </a:lnTo>
                  <a:lnTo>
                    <a:pt x="137392" y="2636"/>
                  </a:lnTo>
                  <a:lnTo>
                    <a:pt x="132206" y="3660"/>
                  </a:lnTo>
                  <a:lnTo>
                    <a:pt x="127054" y="4847"/>
                  </a:lnTo>
                  <a:lnTo>
                    <a:pt x="121943" y="6196"/>
                  </a:lnTo>
                  <a:lnTo>
                    <a:pt x="116877" y="7707"/>
                  </a:lnTo>
                  <a:lnTo>
                    <a:pt x="111861" y="9377"/>
                  </a:lnTo>
                  <a:lnTo>
                    <a:pt x="106901" y="11204"/>
                  </a:lnTo>
                  <a:lnTo>
                    <a:pt x="102000" y="13188"/>
                  </a:lnTo>
                  <a:lnTo>
                    <a:pt x="97165" y="15325"/>
                  </a:lnTo>
                  <a:lnTo>
                    <a:pt x="92400" y="17615"/>
                  </a:lnTo>
                  <a:lnTo>
                    <a:pt x="87710" y="20054"/>
                  </a:lnTo>
                  <a:lnTo>
                    <a:pt x="83099" y="22640"/>
                  </a:lnTo>
                  <a:lnTo>
                    <a:pt x="78572" y="25370"/>
                  </a:lnTo>
                  <a:lnTo>
                    <a:pt x="74134" y="28242"/>
                  </a:lnTo>
                  <a:lnTo>
                    <a:pt x="69789" y="31253"/>
                  </a:lnTo>
                  <a:lnTo>
                    <a:pt x="65541" y="34400"/>
                  </a:lnTo>
                  <a:lnTo>
                    <a:pt x="61395" y="37680"/>
                  </a:lnTo>
                  <a:lnTo>
                    <a:pt x="57355" y="41089"/>
                  </a:lnTo>
                  <a:lnTo>
                    <a:pt x="53425" y="44625"/>
                  </a:lnTo>
                  <a:lnTo>
                    <a:pt x="49608" y="48283"/>
                  </a:lnTo>
                  <a:lnTo>
                    <a:pt x="45909" y="52059"/>
                  </a:lnTo>
                  <a:lnTo>
                    <a:pt x="42331" y="55951"/>
                  </a:lnTo>
                  <a:lnTo>
                    <a:pt x="38878" y="59954"/>
                  </a:lnTo>
                  <a:lnTo>
                    <a:pt x="35553" y="64064"/>
                  </a:lnTo>
                  <a:lnTo>
                    <a:pt x="32360" y="68277"/>
                  </a:lnTo>
                  <a:lnTo>
                    <a:pt x="29301" y="72589"/>
                  </a:lnTo>
                  <a:lnTo>
                    <a:pt x="26381" y="76996"/>
                  </a:lnTo>
                  <a:lnTo>
                    <a:pt x="23601" y="81492"/>
                  </a:lnTo>
                  <a:lnTo>
                    <a:pt x="20965" y="86075"/>
                  </a:lnTo>
                  <a:lnTo>
                    <a:pt x="18475" y="90738"/>
                  </a:lnTo>
                  <a:lnTo>
                    <a:pt x="16134" y="95478"/>
                  </a:lnTo>
                  <a:lnTo>
                    <a:pt x="13944" y="100289"/>
                  </a:lnTo>
                  <a:lnTo>
                    <a:pt x="11907" y="105168"/>
                  </a:lnTo>
                  <a:lnTo>
                    <a:pt x="10026" y="110108"/>
                  </a:lnTo>
                  <a:lnTo>
                    <a:pt x="8301" y="115105"/>
                  </a:lnTo>
                  <a:lnTo>
                    <a:pt x="6735" y="120155"/>
                  </a:lnTo>
                  <a:lnTo>
                    <a:pt x="5330" y="125251"/>
                  </a:lnTo>
                  <a:lnTo>
                    <a:pt x="4087" y="130389"/>
                  </a:lnTo>
                  <a:lnTo>
                    <a:pt x="3007" y="135564"/>
                  </a:lnTo>
                  <a:lnTo>
                    <a:pt x="2091" y="140771"/>
                  </a:lnTo>
                  <a:lnTo>
                    <a:pt x="1340" y="146004"/>
                  </a:lnTo>
                  <a:lnTo>
                    <a:pt x="755" y="151258"/>
                  </a:lnTo>
                  <a:lnTo>
                    <a:pt x="336" y="156528"/>
                  </a:lnTo>
                  <a:lnTo>
                    <a:pt x="84" y="161808"/>
                  </a:lnTo>
                  <a:lnTo>
                    <a:pt x="0" y="167094"/>
                  </a:lnTo>
                  <a:lnTo>
                    <a:pt x="82" y="172380"/>
                  </a:lnTo>
                  <a:lnTo>
                    <a:pt x="331" y="177660"/>
                  </a:lnTo>
                  <a:lnTo>
                    <a:pt x="748" y="182930"/>
                  </a:lnTo>
                  <a:lnTo>
                    <a:pt x="1331" y="188185"/>
                  </a:lnTo>
                  <a:lnTo>
                    <a:pt x="2079" y="193418"/>
                  </a:lnTo>
                  <a:lnTo>
                    <a:pt x="2993" y="198625"/>
                  </a:lnTo>
                  <a:lnTo>
                    <a:pt x="4071" y="203800"/>
                  </a:lnTo>
                  <a:lnTo>
                    <a:pt x="5312" y="208939"/>
                  </a:lnTo>
                  <a:lnTo>
                    <a:pt x="6715" y="214036"/>
                  </a:lnTo>
                  <a:lnTo>
                    <a:pt x="8278" y="219086"/>
                  </a:lnTo>
                  <a:lnTo>
                    <a:pt x="10001" y="224084"/>
                  </a:lnTo>
                  <a:lnTo>
                    <a:pt x="11880" y="229025"/>
                  </a:lnTo>
                  <a:lnTo>
                    <a:pt x="13915" y="233904"/>
                  </a:lnTo>
                  <a:lnTo>
                    <a:pt x="16103" y="238717"/>
                  </a:lnTo>
                  <a:lnTo>
                    <a:pt x="18442" y="243458"/>
                  </a:lnTo>
                  <a:lnTo>
                    <a:pt x="20930" y="248122"/>
                  </a:lnTo>
                  <a:lnTo>
                    <a:pt x="23564" y="252706"/>
                  </a:lnTo>
                  <a:lnTo>
                    <a:pt x="26342" y="257204"/>
                  </a:lnTo>
                  <a:lnTo>
                    <a:pt x="29260" y="261611"/>
                  </a:lnTo>
                  <a:lnTo>
                    <a:pt x="32317" y="265925"/>
                  </a:lnTo>
                  <a:lnTo>
                    <a:pt x="35508" y="270139"/>
                  </a:lnTo>
                  <a:lnTo>
                    <a:pt x="38831" y="274251"/>
                  </a:lnTo>
                  <a:lnTo>
                    <a:pt x="42282" y="278255"/>
                  </a:lnTo>
                  <a:lnTo>
                    <a:pt x="45858" y="282149"/>
                  </a:lnTo>
                  <a:lnTo>
                    <a:pt x="49556" y="285927"/>
                  </a:lnTo>
                  <a:lnTo>
                    <a:pt x="53371" y="289586"/>
                  </a:lnTo>
                  <a:lnTo>
                    <a:pt x="57300" y="293123"/>
                  </a:lnTo>
                  <a:lnTo>
                    <a:pt x="61339" y="296534"/>
                  </a:lnTo>
                  <a:lnTo>
                    <a:pt x="65484" y="299816"/>
                  </a:lnTo>
                  <a:lnTo>
                    <a:pt x="69730" y="302965"/>
                  </a:lnTo>
                  <a:lnTo>
                    <a:pt x="74074" y="305978"/>
                  </a:lnTo>
                  <a:lnTo>
                    <a:pt x="78511" y="308852"/>
                  </a:lnTo>
                  <a:lnTo>
                    <a:pt x="83036" y="311584"/>
                  </a:lnTo>
                  <a:lnTo>
                    <a:pt x="87646" y="314172"/>
                  </a:lnTo>
                  <a:lnTo>
                    <a:pt x="92335" y="316613"/>
                  </a:lnTo>
                  <a:lnTo>
                    <a:pt x="97099" y="318905"/>
                  </a:lnTo>
                  <a:lnTo>
                    <a:pt x="101933" y="321044"/>
                  </a:lnTo>
                  <a:lnTo>
                    <a:pt x="106833" y="323030"/>
                  </a:lnTo>
                  <a:lnTo>
                    <a:pt x="111792" y="324860"/>
                  </a:lnTo>
                  <a:lnTo>
                    <a:pt x="116808" y="326532"/>
                  </a:lnTo>
                  <a:lnTo>
                    <a:pt x="121873" y="328045"/>
                  </a:lnTo>
                  <a:lnTo>
                    <a:pt x="126984" y="329396"/>
                  </a:lnTo>
                  <a:lnTo>
                    <a:pt x="132135" y="330586"/>
                  </a:lnTo>
                  <a:lnTo>
                    <a:pt x="137321" y="331612"/>
                  </a:lnTo>
                  <a:lnTo>
                    <a:pt x="142536" y="332473"/>
                  </a:lnTo>
                  <a:lnTo>
                    <a:pt x="147777" y="333169"/>
                  </a:lnTo>
                  <a:lnTo>
                    <a:pt x="153037" y="333699"/>
                  </a:lnTo>
                  <a:lnTo>
                    <a:pt x="158311" y="334063"/>
                  </a:lnTo>
                  <a:lnTo>
                    <a:pt x="163594" y="334260"/>
                  </a:lnTo>
                  <a:lnTo>
                    <a:pt x="168880" y="334289"/>
                  </a:lnTo>
                  <a:lnTo>
                    <a:pt x="174165" y="334151"/>
                  </a:lnTo>
                  <a:lnTo>
                    <a:pt x="179442" y="333846"/>
                  </a:lnTo>
                  <a:lnTo>
                    <a:pt x="184708" y="333375"/>
                  </a:lnTo>
                  <a:lnTo>
                    <a:pt x="189956" y="332737"/>
                  </a:lnTo>
                  <a:lnTo>
                    <a:pt x="195181" y="331934"/>
                  </a:lnTo>
                  <a:lnTo>
                    <a:pt x="200378" y="330966"/>
                  </a:lnTo>
                  <a:lnTo>
                    <a:pt x="205542" y="329833"/>
                  </a:lnTo>
                  <a:lnTo>
                    <a:pt x="210667" y="328539"/>
                  </a:lnTo>
                  <a:lnTo>
                    <a:pt x="215749" y="327083"/>
                  </a:lnTo>
                  <a:lnTo>
                    <a:pt x="220783" y="325466"/>
                  </a:lnTo>
                  <a:lnTo>
                    <a:pt x="225762" y="323692"/>
                  </a:lnTo>
                  <a:lnTo>
                    <a:pt x="230684" y="321761"/>
                  </a:lnTo>
                  <a:lnTo>
                    <a:pt x="235541" y="319675"/>
                  </a:lnTo>
                  <a:lnTo>
                    <a:pt x="240330" y="317437"/>
                  </a:lnTo>
                  <a:lnTo>
                    <a:pt x="245047" y="315048"/>
                  </a:lnTo>
                  <a:lnTo>
                    <a:pt x="249685" y="312512"/>
                  </a:lnTo>
                  <a:lnTo>
                    <a:pt x="254240" y="309830"/>
                  </a:lnTo>
                  <a:lnTo>
                    <a:pt x="258709" y="307005"/>
                  </a:lnTo>
                  <a:lnTo>
                    <a:pt x="263086" y="304041"/>
                  </a:lnTo>
                  <a:lnTo>
                    <a:pt x="267367" y="300939"/>
                  </a:lnTo>
                  <a:lnTo>
                    <a:pt x="271548" y="297704"/>
                  </a:lnTo>
                  <a:lnTo>
                    <a:pt x="275625" y="294338"/>
                  </a:lnTo>
                  <a:lnTo>
                    <a:pt x="279593" y="290845"/>
                  </a:lnTo>
                  <a:lnTo>
                    <a:pt x="283448" y="287228"/>
                  </a:lnTo>
                  <a:lnTo>
                    <a:pt x="287188" y="283492"/>
                  </a:lnTo>
                  <a:lnTo>
                    <a:pt x="290807" y="279638"/>
                  </a:lnTo>
                  <a:lnTo>
                    <a:pt x="294303" y="275673"/>
                  </a:lnTo>
                  <a:lnTo>
                    <a:pt x="297671" y="271598"/>
                  </a:lnTo>
                  <a:lnTo>
                    <a:pt x="300909" y="267419"/>
                  </a:lnTo>
                  <a:lnTo>
                    <a:pt x="304014" y="263140"/>
                  </a:lnTo>
                  <a:lnTo>
                    <a:pt x="306981" y="258765"/>
                  </a:lnTo>
                  <a:lnTo>
                    <a:pt x="309809" y="254299"/>
                  </a:lnTo>
                  <a:lnTo>
                    <a:pt x="312494" y="249745"/>
                  </a:lnTo>
                  <a:lnTo>
                    <a:pt x="315033" y="245108"/>
                  </a:lnTo>
                  <a:lnTo>
                    <a:pt x="317425" y="240394"/>
                  </a:lnTo>
                  <a:lnTo>
                    <a:pt x="319666" y="235606"/>
                  </a:lnTo>
                  <a:lnTo>
                    <a:pt x="321755" y="230750"/>
                  </a:lnTo>
                  <a:lnTo>
                    <a:pt x="323690" y="225830"/>
                  </a:lnTo>
                  <a:lnTo>
                    <a:pt x="325467" y="220851"/>
                  </a:lnTo>
                  <a:lnTo>
                    <a:pt x="327087" y="215819"/>
                  </a:lnTo>
                  <a:lnTo>
                    <a:pt x="328546" y="210738"/>
                  </a:lnTo>
                  <a:lnTo>
                    <a:pt x="329845" y="205613"/>
                  </a:lnTo>
                  <a:lnTo>
                    <a:pt x="330980" y="200450"/>
                  </a:lnTo>
                  <a:lnTo>
                    <a:pt x="331952" y="195254"/>
                  </a:lnTo>
                  <a:lnTo>
                    <a:pt x="332759" y="190029"/>
                  </a:lnTo>
                  <a:lnTo>
                    <a:pt x="333400" y="184782"/>
                  </a:lnTo>
                  <a:lnTo>
                    <a:pt x="333875" y="179516"/>
                  </a:lnTo>
                  <a:lnTo>
                    <a:pt x="334183" y="174239"/>
                  </a:lnTo>
                  <a:lnTo>
                    <a:pt x="334324" y="168954"/>
                  </a:lnTo>
                  <a:lnTo>
                    <a:pt x="334299" y="163668"/>
                  </a:lnTo>
                  <a:lnTo>
                    <a:pt x="334105" y="158385"/>
                  </a:lnTo>
                  <a:lnTo>
                    <a:pt x="333745" y="153111"/>
                  </a:lnTo>
                  <a:lnTo>
                    <a:pt x="333219" y="147851"/>
                  </a:lnTo>
                  <a:lnTo>
                    <a:pt x="332526" y="142610"/>
                  </a:lnTo>
                  <a:lnTo>
                    <a:pt x="331668" y="137393"/>
                  </a:lnTo>
                  <a:lnTo>
                    <a:pt x="330646" y="132207"/>
                  </a:lnTo>
                  <a:lnTo>
                    <a:pt x="329460" y="127055"/>
                  </a:lnTo>
                  <a:lnTo>
                    <a:pt x="328111" y="121943"/>
                  </a:lnTo>
                  <a:lnTo>
                    <a:pt x="326602" y="116877"/>
                  </a:lnTo>
                  <a:lnTo>
                    <a:pt x="324933" y="111861"/>
                  </a:lnTo>
                  <a:lnTo>
                    <a:pt x="323107" y="106900"/>
                  </a:lnTo>
                  <a:lnTo>
                    <a:pt x="321124" y="101999"/>
                  </a:lnTo>
                  <a:lnTo>
                    <a:pt x="318988" y="97163"/>
                  </a:lnTo>
                  <a:lnTo>
                    <a:pt x="316700" y="92398"/>
                  </a:lnTo>
                  <a:lnTo>
                    <a:pt x="314262" y="87707"/>
                  </a:lnTo>
                  <a:lnTo>
                    <a:pt x="311677" y="83095"/>
                  </a:lnTo>
                  <a:lnTo>
                    <a:pt x="308947" y="78568"/>
                  </a:lnTo>
                  <a:lnTo>
                    <a:pt x="306076" y="74129"/>
                  </a:lnTo>
                  <a:lnTo>
                    <a:pt x="303066" y="69784"/>
                  </a:lnTo>
                  <a:lnTo>
                    <a:pt x="299920" y="65535"/>
                  </a:lnTo>
                  <a:lnTo>
                    <a:pt x="296641" y="61388"/>
                  </a:lnTo>
                  <a:lnTo>
                    <a:pt x="293233" y="57347"/>
                  </a:lnTo>
                  <a:lnTo>
                    <a:pt x="289698" y="53416"/>
                  </a:lnTo>
                  <a:lnTo>
                    <a:pt x="286042" y="49598"/>
                  </a:lnTo>
                  <a:lnTo>
                    <a:pt x="282266" y="45898"/>
                  </a:lnTo>
                  <a:lnTo>
                    <a:pt x="278375" y="42319"/>
                  </a:lnTo>
                  <a:lnTo>
                    <a:pt x="274373" y="38865"/>
                  </a:lnTo>
                  <a:lnTo>
                    <a:pt x="270263" y="35540"/>
                  </a:lnTo>
                  <a:lnTo>
                    <a:pt x="266051" y="32346"/>
                  </a:lnTo>
                  <a:lnTo>
                    <a:pt x="261740" y="29286"/>
                  </a:lnTo>
                  <a:lnTo>
                    <a:pt x="257334" y="26365"/>
                  </a:lnTo>
                  <a:lnTo>
                    <a:pt x="252838" y="23584"/>
                  </a:lnTo>
                  <a:lnTo>
                    <a:pt x="248256" y="20947"/>
                  </a:lnTo>
                  <a:lnTo>
                    <a:pt x="243593" y="18456"/>
                  </a:lnTo>
                  <a:lnTo>
                    <a:pt x="238854" y="16114"/>
                  </a:lnTo>
                  <a:lnTo>
                    <a:pt x="234043" y="13923"/>
                  </a:lnTo>
                  <a:lnTo>
                    <a:pt x="229165" y="11885"/>
                  </a:lnTo>
                  <a:lnTo>
                    <a:pt x="224225" y="10002"/>
                  </a:lnTo>
                  <a:lnTo>
                    <a:pt x="219228" y="8276"/>
                  </a:lnTo>
                  <a:lnTo>
                    <a:pt x="214179" y="6710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8783" y="4397268"/>
              <a:ext cx="47012" cy="167167"/>
            </a:xfrm>
            <a:custGeom>
              <a:avLst/>
              <a:pathLst>
                <a:path w="47012" h="167167">
                  <a:moveTo>
                    <a:pt x="47012" y="6746"/>
                  </a:moveTo>
                  <a:lnTo>
                    <a:pt x="41267" y="5173"/>
                  </a:lnTo>
                  <a:lnTo>
                    <a:pt x="35469" y="3806"/>
                  </a:lnTo>
                  <a:lnTo>
                    <a:pt x="29627" y="2646"/>
                  </a:lnTo>
                  <a:lnTo>
                    <a:pt x="23746" y="1695"/>
                  </a:lnTo>
                  <a:lnTo>
                    <a:pt x="17836" y="954"/>
                  </a:lnTo>
                  <a:lnTo>
                    <a:pt x="11903" y="424"/>
                  </a:lnTo>
                  <a:lnTo>
                    <a:pt x="5955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792" y="4794382"/>
              <a:ext cx="773" cy="167167"/>
            </a:xfrm>
            <a:custGeom>
              <a:avLst/>
              <a:pathLst>
                <a:path w="773" h="167167">
                  <a:moveTo>
                    <a:pt x="773" y="0"/>
                  </a:moveTo>
                  <a:lnTo>
                    <a:pt x="0" y="1"/>
                  </a:lnTo>
                  <a:lnTo>
                    <a:pt x="77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792" y="4794384"/>
              <a:ext cx="773" cy="167165"/>
            </a:xfrm>
            <a:custGeom>
              <a:avLst/>
              <a:pathLst>
                <a:path w="773" h="167165">
                  <a:moveTo>
                    <a:pt x="0" y="0"/>
                  </a:moveTo>
                  <a:lnTo>
                    <a:pt x="773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8090" y="4794384"/>
              <a:ext cx="164475" cy="167165"/>
            </a:xfrm>
            <a:custGeom>
              <a:avLst/>
              <a:pathLst>
                <a:path w="164475" h="167165">
                  <a:moveTo>
                    <a:pt x="163702" y="0"/>
                  </a:moveTo>
                  <a:lnTo>
                    <a:pt x="158313" y="111"/>
                  </a:lnTo>
                  <a:lnTo>
                    <a:pt x="152931" y="397"/>
                  </a:lnTo>
                  <a:lnTo>
                    <a:pt x="147560" y="856"/>
                  </a:lnTo>
                  <a:lnTo>
                    <a:pt x="142208" y="1487"/>
                  </a:lnTo>
                  <a:lnTo>
                    <a:pt x="136878" y="2291"/>
                  </a:lnTo>
                  <a:lnTo>
                    <a:pt x="131577" y="3267"/>
                  </a:lnTo>
                  <a:lnTo>
                    <a:pt x="126310" y="4413"/>
                  </a:lnTo>
                  <a:lnTo>
                    <a:pt x="121083" y="5728"/>
                  </a:lnTo>
                  <a:lnTo>
                    <a:pt x="115902" y="7210"/>
                  </a:lnTo>
                  <a:lnTo>
                    <a:pt x="110770" y="8859"/>
                  </a:lnTo>
                  <a:lnTo>
                    <a:pt x="105695" y="10673"/>
                  </a:lnTo>
                  <a:lnTo>
                    <a:pt x="100680" y="12649"/>
                  </a:lnTo>
                  <a:lnTo>
                    <a:pt x="95732" y="14786"/>
                  </a:lnTo>
                  <a:lnTo>
                    <a:pt x="90855" y="17082"/>
                  </a:lnTo>
                  <a:lnTo>
                    <a:pt x="86055" y="19533"/>
                  </a:lnTo>
                  <a:lnTo>
                    <a:pt x="81337" y="22138"/>
                  </a:lnTo>
                  <a:lnTo>
                    <a:pt x="76704" y="24894"/>
                  </a:lnTo>
                  <a:lnTo>
                    <a:pt x="72163" y="27797"/>
                  </a:lnTo>
                  <a:lnTo>
                    <a:pt x="67718" y="30846"/>
                  </a:lnTo>
                  <a:lnTo>
                    <a:pt x="63374" y="34036"/>
                  </a:lnTo>
                  <a:lnTo>
                    <a:pt x="59135" y="37364"/>
                  </a:lnTo>
                  <a:lnTo>
                    <a:pt x="55005" y="40828"/>
                  </a:lnTo>
                  <a:lnTo>
                    <a:pt x="50989" y="44422"/>
                  </a:lnTo>
                  <a:lnTo>
                    <a:pt x="47091" y="48145"/>
                  </a:lnTo>
                  <a:lnTo>
                    <a:pt x="43315" y="51991"/>
                  </a:lnTo>
                  <a:lnTo>
                    <a:pt x="39665" y="55957"/>
                  </a:lnTo>
                  <a:lnTo>
                    <a:pt x="36145" y="60038"/>
                  </a:lnTo>
                  <a:lnTo>
                    <a:pt x="32758" y="64231"/>
                  </a:lnTo>
                  <a:lnTo>
                    <a:pt x="29508" y="68531"/>
                  </a:lnTo>
                  <a:lnTo>
                    <a:pt x="26398" y="72933"/>
                  </a:lnTo>
                  <a:lnTo>
                    <a:pt x="23432" y="77434"/>
                  </a:lnTo>
                  <a:lnTo>
                    <a:pt x="20613" y="82027"/>
                  </a:lnTo>
                  <a:lnTo>
                    <a:pt x="17943" y="86709"/>
                  </a:lnTo>
                  <a:lnTo>
                    <a:pt x="15425" y="91475"/>
                  </a:lnTo>
                  <a:lnTo>
                    <a:pt x="13063" y="96320"/>
                  </a:lnTo>
                  <a:lnTo>
                    <a:pt x="10857" y="101238"/>
                  </a:lnTo>
                  <a:lnTo>
                    <a:pt x="8812" y="106224"/>
                  </a:lnTo>
                  <a:lnTo>
                    <a:pt x="6928" y="111274"/>
                  </a:lnTo>
                  <a:lnTo>
                    <a:pt x="5208" y="116382"/>
                  </a:lnTo>
                  <a:lnTo>
                    <a:pt x="3654" y="121543"/>
                  </a:lnTo>
                  <a:lnTo>
                    <a:pt x="2267" y="126752"/>
                  </a:lnTo>
                  <a:lnTo>
                    <a:pt x="1048" y="132002"/>
                  </a:lnTo>
                  <a:lnTo>
                    <a:pt x="0" y="137289"/>
                  </a:lnTo>
                  <a:lnTo>
                    <a:pt x="164475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45409" y="4794382"/>
              <a:ext cx="334308" cy="334333"/>
            </a:xfrm>
            <a:custGeom>
              <a:avLst/>
              <a:pathLst>
                <a:path w="334308" h="334333">
                  <a:moveTo>
                    <a:pt x="2681" y="137290"/>
                  </a:moveTo>
                  <a:lnTo>
                    <a:pt x="1815" y="142530"/>
                  </a:lnTo>
                  <a:lnTo>
                    <a:pt x="1116" y="147793"/>
                  </a:lnTo>
                  <a:lnTo>
                    <a:pt x="584" y="153077"/>
                  </a:lnTo>
                  <a:lnTo>
                    <a:pt x="221" y="158375"/>
                  </a:lnTo>
                  <a:lnTo>
                    <a:pt x="26" y="163681"/>
                  </a:lnTo>
                  <a:lnTo>
                    <a:pt x="0" y="168991"/>
                  </a:lnTo>
                  <a:lnTo>
                    <a:pt x="142" y="174299"/>
                  </a:lnTo>
                  <a:lnTo>
                    <a:pt x="453" y="179601"/>
                  </a:lnTo>
                  <a:lnTo>
                    <a:pt x="932" y="184889"/>
                  </a:lnTo>
                  <a:lnTo>
                    <a:pt x="1578" y="190160"/>
                  </a:lnTo>
                  <a:lnTo>
                    <a:pt x="2392" y="195407"/>
                  </a:lnTo>
                  <a:lnTo>
                    <a:pt x="3372" y="200626"/>
                  </a:lnTo>
                  <a:lnTo>
                    <a:pt x="4518" y="205811"/>
                  </a:lnTo>
                  <a:lnTo>
                    <a:pt x="5827" y="210957"/>
                  </a:lnTo>
                  <a:lnTo>
                    <a:pt x="7299" y="216059"/>
                  </a:lnTo>
                  <a:lnTo>
                    <a:pt x="8933" y="221112"/>
                  </a:lnTo>
                  <a:lnTo>
                    <a:pt x="10726" y="226110"/>
                  </a:lnTo>
                  <a:lnTo>
                    <a:pt x="12677" y="231049"/>
                  </a:lnTo>
                  <a:lnTo>
                    <a:pt x="14784" y="235923"/>
                  </a:lnTo>
                  <a:lnTo>
                    <a:pt x="17045" y="240728"/>
                  </a:lnTo>
                  <a:lnTo>
                    <a:pt x="19457" y="245459"/>
                  </a:lnTo>
                  <a:lnTo>
                    <a:pt x="22018" y="250110"/>
                  </a:lnTo>
                  <a:lnTo>
                    <a:pt x="24726" y="254678"/>
                  </a:lnTo>
                  <a:lnTo>
                    <a:pt x="27577" y="259158"/>
                  </a:lnTo>
                  <a:lnTo>
                    <a:pt x="30569" y="263545"/>
                  </a:lnTo>
                  <a:lnTo>
                    <a:pt x="33699" y="267834"/>
                  </a:lnTo>
                  <a:lnTo>
                    <a:pt x="36964" y="272022"/>
                  </a:lnTo>
                  <a:lnTo>
                    <a:pt x="40360" y="276105"/>
                  </a:lnTo>
                  <a:lnTo>
                    <a:pt x="43884" y="280077"/>
                  </a:lnTo>
                  <a:lnTo>
                    <a:pt x="47532" y="283935"/>
                  </a:lnTo>
                  <a:lnTo>
                    <a:pt x="51301" y="287676"/>
                  </a:lnTo>
                  <a:lnTo>
                    <a:pt x="55187" y="291295"/>
                  </a:lnTo>
                  <a:lnTo>
                    <a:pt x="59186" y="294788"/>
                  </a:lnTo>
                  <a:lnTo>
                    <a:pt x="63294" y="298153"/>
                  </a:lnTo>
                  <a:lnTo>
                    <a:pt x="67507" y="301386"/>
                  </a:lnTo>
                  <a:lnTo>
                    <a:pt x="71820" y="304483"/>
                  </a:lnTo>
                  <a:lnTo>
                    <a:pt x="76229" y="307442"/>
                  </a:lnTo>
                  <a:lnTo>
                    <a:pt x="80731" y="310259"/>
                  </a:lnTo>
                  <a:lnTo>
                    <a:pt x="85319" y="312932"/>
                  </a:lnTo>
                  <a:lnTo>
                    <a:pt x="89990" y="315458"/>
                  </a:lnTo>
                  <a:lnTo>
                    <a:pt x="94739" y="317834"/>
                  </a:lnTo>
                  <a:lnTo>
                    <a:pt x="99561" y="320058"/>
                  </a:lnTo>
                  <a:lnTo>
                    <a:pt x="104451" y="322128"/>
                  </a:lnTo>
                  <a:lnTo>
                    <a:pt x="109404" y="324041"/>
                  </a:lnTo>
                  <a:lnTo>
                    <a:pt x="114416" y="325797"/>
                  </a:lnTo>
                  <a:lnTo>
                    <a:pt x="119481" y="327392"/>
                  </a:lnTo>
                  <a:lnTo>
                    <a:pt x="124594" y="328825"/>
                  </a:lnTo>
                  <a:lnTo>
                    <a:pt x="129750" y="330095"/>
                  </a:lnTo>
                  <a:lnTo>
                    <a:pt x="134944" y="331201"/>
                  </a:lnTo>
                  <a:lnTo>
                    <a:pt x="140170" y="332142"/>
                  </a:lnTo>
                  <a:lnTo>
                    <a:pt x="145423" y="332916"/>
                  </a:lnTo>
                  <a:lnTo>
                    <a:pt x="150699" y="333522"/>
                  </a:lnTo>
                  <a:lnTo>
                    <a:pt x="155991" y="333961"/>
                  </a:lnTo>
                  <a:lnTo>
                    <a:pt x="161294" y="334232"/>
                  </a:lnTo>
                  <a:lnTo>
                    <a:pt x="166603" y="334333"/>
                  </a:lnTo>
                  <a:lnTo>
                    <a:pt x="171913" y="334267"/>
                  </a:lnTo>
                  <a:lnTo>
                    <a:pt x="177218" y="334031"/>
                  </a:lnTo>
                  <a:lnTo>
                    <a:pt x="182513" y="333628"/>
                  </a:lnTo>
                  <a:lnTo>
                    <a:pt x="187792" y="333056"/>
                  </a:lnTo>
                  <a:lnTo>
                    <a:pt x="193050" y="332317"/>
                  </a:lnTo>
                  <a:lnTo>
                    <a:pt x="198283" y="331411"/>
                  </a:lnTo>
                  <a:lnTo>
                    <a:pt x="203483" y="330340"/>
                  </a:lnTo>
                  <a:lnTo>
                    <a:pt x="208648" y="329104"/>
                  </a:lnTo>
                  <a:lnTo>
                    <a:pt x="213770" y="327704"/>
                  </a:lnTo>
                  <a:lnTo>
                    <a:pt x="218846" y="326143"/>
                  </a:lnTo>
                  <a:lnTo>
                    <a:pt x="223869" y="324421"/>
                  </a:lnTo>
                  <a:lnTo>
                    <a:pt x="228835" y="322540"/>
                  </a:lnTo>
                  <a:lnTo>
                    <a:pt x="233738" y="320503"/>
                  </a:lnTo>
                  <a:lnTo>
                    <a:pt x="238575" y="318311"/>
                  </a:lnTo>
                  <a:lnTo>
                    <a:pt x="243340" y="315966"/>
                  </a:lnTo>
                  <a:lnTo>
                    <a:pt x="248027" y="313471"/>
                  </a:lnTo>
                  <a:lnTo>
                    <a:pt x="252633" y="310829"/>
                  </a:lnTo>
                  <a:lnTo>
                    <a:pt x="257153" y="308042"/>
                  </a:lnTo>
                  <a:lnTo>
                    <a:pt x="261582" y="305112"/>
                  </a:lnTo>
                  <a:lnTo>
                    <a:pt x="265916" y="302044"/>
                  </a:lnTo>
                  <a:lnTo>
                    <a:pt x="270150" y="298839"/>
                  </a:lnTo>
                  <a:lnTo>
                    <a:pt x="274280" y="295501"/>
                  </a:lnTo>
                  <a:lnTo>
                    <a:pt x="278302" y="292034"/>
                  </a:lnTo>
                  <a:lnTo>
                    <a:pt x="282212" y="288441"/>
                  </a:lnTo>
                  <a:lnTo>
                    <a:pt x="286005" y="284725"/>
                  </a:lnTo>
                  <a:lnTo>
                    <a:pt x="289679" y="280891"/>
                  </a:lnTo>
                  <a:lnTo>
                    <a:pt x="293230" y="276942"/>
                  </a:lnTo>
                  <a:lnTo>
                    <a:pt x="296653" y="272883"/>
                  </a:lnTo>
                  <a:lnTo>
                    <a:pt x="299945" y="268717"/>
                  </a:lnTo>
                  <a:lnTo>
                    <a:pt x="303103" y="264448"/>
                  </a:lnTo>
                  <a:lnTo>
                    <a:pt x="306124" y="260081"/>
                  </a:lnTo>
                  <a:lnTo>
                    <a:pt x="309005" y="255620"/>
                  </a:lnTo>
                  <a:lnTo>
                    <a:pt x="311743" y="251070"/>
                  </a:lnTo>
                  <a:lnTo>
                    <a:pt x="314335" y="246436"/>
                  </a:lnTo>
                  <a:lnTo>
                    <a:pt x="316779" y="241721"/>
                  </a:lnTo>
                  <a:lnTo>
                    <a:pt x="319071" y="236931"/>
                  </a:lnTo>
                  <a:lnTo>
                    <a:pt x="321210" y="232071"/>
                  </a:lnTo>
                  <a:lnTo>
                    <a:pt x="323194" y="227145"/>
                  </a:lnTo>
                  <a:lnTo>
                    <a:pt x="325020" y="222159"/>
                  </a:lnTo>
                  <a:lnTo>
                    <a:pt x="326687" y="217117"/>
                  </a:lnTo>
                  <a:lnTo>
                    <a:pt x="328193" y="212025"/>
                  </a:lnTo>
                  <a:lnTo>
                    <a:pt x="329537" y="206888"/>
                  </a:lnTo>
                  <a:lnTo>
                    <a:pt x="330716" y="201711"/>
                  </a:lnTo>
                  <a:lnTo>
                    <a:pt x="331731" y="196498"/>
                  </a:lnTo>
                  <a:lnTo>
                    <a:pt x="332580" y="191256"/>
                  </a:lnTo>
                  <a:lnTo>
                    <a:pt x="333261" y="185990"/>
                  </a:lnTo>
                  <a:lnTo>
                    <a:pt x="333775" y="180705"/>
                  </a:lnTo>
                  <a:lnTo>
                    <a:pt x="334121" y="175406"/>
                  </a:lnTo>
                  <a:lnTo>
                    <a:pt x="334299" y="170099"/>
                  </a:lnTo>
                  <a:lnTo>
                    <a:pt x="334308" y="164789"/>
                  </a:lnTo>
                  <a:lnTo>
                    <a:pt x="334148" y="159481"/>
                  </a:lnTo>
                  <a:lnTo>
                    <a:pt x="333819" y="154181"/>
                  </a:lnTo>
                  <a:lnTo>
                    <a:pt x="333323" y="148894"/>
                  </a:lnTo>
                  <a:lnTo>
                    <a:pt x="332659" y="143626"/>
                  </a:lnTo>
                  <a:lnTo>
                    <a:pt x="331827" y="138381"/>
                  </a:lnTo>
                  <a:lnTo>
                    <a:pt x="330830" y="133165"/>
                  </a:lnTo>
                  <a:lnTo>
                    <a:pt x="329667" y="127984"/>
                  </a:lnTo>
                  <a:lnTo>
                    <a:pt x="328341" y="122842"/>
                  </a:lnTo>
                  <a:lnTo>
                    <a:pt x="326852" y="117745"/>
                  </a:lnTo>
                  <a:lnTo>
                    <a:pt x="325202" y="112698"/>
                  </a:lnTo>
                  <a:lnTo>
                    <a:pt x="323392" y="107706"/>
                  </a:lnTo>
                  <a:lnTo>
                    <a:pt x="321424" y="102774"/>
                  </a:lnTo>
                  <a:lnTo>
                    <a:pt x="319301" y="97906"/>
                  </a:lnTo>
                  <a:lnTo>
                    <a:pt x="317025" y="93109"/>
                  </a:lnTo>
                  <a:lnTo>
                    <a:pt x="314597" y="88386"/>
                  </a:lnTo>
                  <a:lnTo>
                    <a:pt x="312020" y="83743"/>
                  </a:lnTo>
                  <a:lnTo>
                    <a:pt x="309298" y="79184"/>
                  </a:lnTo>
                  <a:lnTo>
                    <a:pt x="306432" y="74714"/>
                  </a:lnTo>
                  <a:lnTo>
                    <a:pt x="303425" y="70337"/>
                  </a:lnTo>
                  <a:lnTo>
                    <a:pt x="300281" y="66058"/>
                  </a:lnTo>
                  <a:lnTo>
                    <a:pt x="297002" y="61881"/>
                  </a:lnTo>
                  <a:lnTo>
                    <a:pt x="293593" y="57810"/>
                  </a:lnTo>
                  <a:lnTo>
                    <a:pt x="290055" y="53849"/>
                  </a:lnTo>
                  <a:lnTo>
                    <a:pt x="286394" y="50003"/>
                  </a:lnTo>
                  <a:lnTo>
                    <a:pt x="282613" y="46275"/>
                  </a:lnTo>
                  <a:lnTo>
                    <a:pt x="278715" y="42669"/>
                  </a:lnTo>
                  <a:lnTo>
                    <a:pt x="274704" y="39188"/>
                  </a:lnTo>
                  <a:lnTo>
                    <a:pt x="270585" y="35837"/>
                  </a:lnTo>
                  <a:lnTo>
                    <a:pt x="266362" y="32618"/>
                  </a:lnTo>
                  <a:lnTo>
                    <a:pt x="262038" y="29535"/>
                  </a:lnTo>
                  <a:lnTo>
                    <a:pt x="257619" y="26591"/>
                  </a:lnTo>
                  <a:lnTo>
                    <a:pt x="253109" y="23789"/>
                  </a:lnTo>
                  <a:lnTo>
                    <a:pt x="248511" y="21131"/>
                  </a:lnTo>
                  <a:lnTo>
                    <a:pt x="243832" y="18621"/>
                  </a:lnTo>
                  <a:lnTo>
                    <a:pt x="239075" y="16261"/>
                  </a:lnTo>
                  <a:lnTo>
                    <a:pt x="234246" y="14053"/>
                  </a:lnTo>
                  <a:lnTo>
                    <a:pt x="229349" y="11999"/>
                  </a:lnTo>
                  <a:lnTo>
                    <a:pt x="224389" y="10102"/>
                  </a:lnTo>
                  <a:lnTo>
                    <a:pt x="219372" y="8363"/>
                  </a:lnTo>
                  <a:lnTo>
                    <a:pt x="214302" y="6785"/>
                  </a:lnTo>
                  <a:lnTo>
                    <a:pt x="209184" y="5369"/>
                  </a:lnTo>
                  <a:lnTo>
                    <a:pt x="204024" y="4115"/>
                  </a:lnTo>
                  <a:lnTo>
                    <a:pt x="198827" y="3027"/>
                  </a:lnTo>
                  <a:lnTo>
                    <a:pt x="193597" y="2104"/>
                  </a:lnTo>
                  <a:lnTo>
                    <a:pt x="188341" y="1347"/>
                  </a:lnTo>
                  <a:lnTo>
                    <a:pt x="183064" y="758"/>
                  </a:lnTo>
                  <a:lnTo>
                    <a:pt x="177771" y="337"/>
                  </a:lnTo>
                  <a:lnTo>
                    <a:pt x="172466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61941" y="5103947"/>
              <a:ext cx="334294" cy="334334"/>
            </a:xfrm>
            <a:custGeom>
              <a:avLst/>
              <a:pathLst>
                <a:path w="334294" h="334334">
                  <a:moveTo>
                    <a:pt x="167078" y="0"/>
                  </a:moveTo>
                  <a:lnTo>
                    <a:pt x="161774" y="86"/>
                  </a:lnTo>
                  <a:lnTo>
                    <a:pt x="156476" y="340"/>
                  </a:lnTo>
                  <a:lnTo>
                    <a:pt x="151189" y="763"/>
                  </a:lnTo>
                  <a:lnTo>
                    <a:pt x="145917" y="1353"/>
                  </a:lnTo>
                  <a:lnTo>
                    <a:pt x="140667" y="2110"/>
                  </a:lnTo>
                  <a:lnTo>
                    <a:pt x="135444" y="3033"/>
                  </a:lnTo>
                  <a:lnTo>
                    <a:pt x="130253" y="4122"/>
                  </a:lnTo>
                  <a:lnTo>
                    <a:pt x="125098" y="5374"/>
                  </a:lnTo>
                  <a:lnTo>
                    <a:pt x="119986" y="6790"/>
                  </a:lnTo>
                  <a:lnTo>
                    <a:pt x="114922" y="8367"/>
                  </a:lnTo>
                  <a:lnTo>
                    <a:pt x="109910" y="10103"/>
                  </a:lnTo>
                  <a:lnTo>
                    <a:pt x="104956" y="11998"/>
                  </a:lnTo>
                  <a:lnTo>
                    <a:pt x="100064" y="14050"/>
                  </a:lnTo>
                  <a:lnTo>
                    <a:pt x="95240" y="16255"/>
                  </a:lnTo>
                  <a:lnTo>
                    <a:pt x="90489" y="18612"/>
                  </a:lnTo>
                  <a:lnTo>
                    <a:pt x="85814" y="21119"/>
                  </a:lnTo>
                  <a:lnTo>
                    <a:pt x="81222" y="23773"/>
                  </a:lnTo>
                  <a:lnTo>
                    <a:pt x="76715" y="26571"/>
                  </a:lnTo>
                  <a:lnTo>
                    <a:pt x="72300" y="29511"/>
                  </a:lnTo>
                  <a:lnTo>
                    <a:pt x="67981" y="32590"/>
                  </a:lnTo>
                  <a:lnTo>
                    <a:pt x="63761" y="35803"/>
                  </a:lnTo>
                  <a:lnTo>
                    <a:pt x="59645" y="39150"/>
                  </a:lnTo>
                  <a:lnTo>
                    <a:pt x="55638" y="42625"/>
                  </a:lnTo>
                  <a:lnTo>
                    <a:pt x="51743" y="46225"/>
                  </a:lnTo>
                  <a:lnTo>
                    <a:pt x="47964" y="49947"/>
                  </a:lnTo>
                  <a:lnTo>
                    <a:pt x="44305" y="53788"/>
                  </a:lnTo>
                  <a:lnTo>
                    <a:pt x="40770" y="57742"/>
                  </a:lnTo>
                  <a:lnTo>
                    <a:pt x="37362" y="61807"/>
                  </a:lnTo>
                  <a:lnTo>
                    <a:pt x="34084" y="65977"/>
                  </a:lnTo>
                  <a:lnTo>
                    <a:pt x="30941" y="70250"/>
                  </a:lnTo>
                  <a:lnTo>
                    <a:pt x="27935" y="74620"/>
                  </a:lnTo>
                  <a:lnTo>
                    <a:pt x="25069" y="79083"/>
                  </a:lnTo>
                  <a:lnTo>
                    <a:pt x="22346" y="83635"/>
                  </a:lnTo>
                  <a:lnTo>
                    <a:pt x="19768" y="88271"/>
                  </a:lnTo>
                  <a:lnTo>
                    <a:pt x="17339" y="92987"/>
                  </a:lnTo>
                  <a:lnTo>
                    <a:pt x="15061" y="97777"/>
                  </a:lnTo>
                  <a:lnTo>
                    <a:pt x="12937" y="102637"/>
                  </a:lnTo>
                  <a:lnTo>
                    <a:pt x="10967" y="107562"/>
                  </a:lnTo>
                  <a:lnTo>
                    <a:pt x="9154" y="112547"/>
                  </a:lnTo>
                  <a:lnTo>
                    <a:pt x="7501" y="117587"/>
                  </a:lnTo>
                  <a:lnTo>
                    <a:pt x="6008" y="122677"/>
                  </a:lnTo>
                  <a:lnTo>
                    <a:pt x="4678" y="127811"/>
                  </a:lnTo>
                  <a:lnTo>
                    <a:pt x="3511" y="132986"/>
                  </a:lnTo>
                  <a:lnTo>
                    <a:pt x="2509" y="138194"/>
                  </a:lnTo>
                  <a:lnTo>
                    <a:pt x="1673" y="143432"/>
                  </a:lnTo>
                  <a:lnTo>
                    <a:pt x="1003" y="148694"/>
                  </a:lnTo>
                  <a:lnTo>
                    <a:pt x="501" y="153975"/>
                  </a:lnTo>
                  <a:lnTo>
                    <a:pt x="166" y="159268"/>
                  </a:lnTo>
                  <a:lnTo>
                    <a:pt x="0" y="164570"/>
                  </a:lnTo>
                  <a:lnTo>
                    <a:pt x="1" y="169874"/>
                  </a:lnTo>
                  <a:lnTo>
                    <a:pt x="171" y="175176"/>
                  </a:lnTo>
                  <a:lnTo>
                    <a:pt x="509" y="180469"/>
                  </a:lnTo>
                  <a:lnTo>
                    <a:pt x="1015" y="185749"/>
                  </a:lnTo>
                  <a:lnTo>
                    <a:pt x="1689" y="191011"/>
                  </a:lnTo>
                  <a:lnTo>
                    <a:pt x="2528" y="196248"/>
                  </a:lnTo>
                  <a:lnTo>
                    <a:pt x="3534" y="201456"/>
                  </a:lnTo>
                  <a:lnTo>
                    <a:pt x="4704" y="206630"/>
                  </a:lnTo>
                  <a:lnTo>
                    <a:pt x="6038" y="211764"/>
                  </a:lnTo>
                  <a:lnTo>
                    <a:pt x="7534" y="216853"/>
                  </a:lnTo>
                  <a:lnTo>
                    <a:pt x="9190" y="221891"/>
                  </a:lnTo>
                  <a:lnTo>
                    <a:pt x="11006" y="226875"/>
                  </a:lnTo>
                  <a:lnTo>
                    <a:pt x="12979" y="231799"/>
                  </a:lnTo>
                  <a:lnTo>
                    <a:pt x="15107" y="236658"/>
                  </a:lnTo>
                  <a:lnTo>
                    <a:pt x="17388" y="241446"/>
                  </a:lnTo>
                  <a:lnTo>
                    <a:pt x="19820" y="246160"/>
                  </a:lnTo>
                  <a:lnTo>
                    <a:pt x="22401" y="250794"/>
                  </a:lnTo>
                  <a:lnTo>
                    <a:pt x="25127" y="255345"/>
                  </a:lnTo>
                  <a:lnTo>
                    <a:pt x="27996" y="259806"/>
                  </a:lnTo>
                  <a:lnTo>
                    <a:pt x="31005" y="264174"/>
                  </a:lnTo>
                  <a:lnTo>
                    <a:pt x="34151" y="268445"/>
                  </a:lnTo>
                  <a:lnTo>
                    <a:pt x="37431" y="272613"/>
                  </a:lnTo>
                  <a:lnTo>
                    <a:pt x="40842" y="276675"/>
                  </a:lnTo>
                  <a:lnTo>
                    <a:pt x="44380" y="280627"/>
                  </a:lnTo>
                  <a:lnTo>
                    <a:pt x="48041" y="284465"/>
                  </a:lnTo>
                  <a:lnTo>
                    <a:pt x="51823" y="288185"/>
                  </a:lnTo>
                  <a:lnTo>
                    <a:pt x="55720" y="291783"/>
                  </a:lnTo>
                  <a:lnTo>
                    <a:pt x="59730" y="295255"/>
                  </a:lnTo>
                  <a:lnTo>
                    <a:pt x="63848" y="298599"/>
                  </a:lnTo>
                  <a:lnTo>
                    <a:pt x="68070" y="301810"/>
                  </a:lnTo>
                  <a:lnTo>
                    <a:pt x="72391" y="304885"/>
                  </a:lnTo>
                  <a:lnTo>
                    <a:pt x="76808" y="307822"/>
                  </a:lnTo>
                  <a:lnTo>
                    <a:pt x="81316" y="310618"/>
                  </a:lnTo>
                  <a:lnTo>
                    <a:pt x="85911" y="313268"/>
                  </a:lnTo>
                  <a:lnTo>
                    <a:pt x="90587" y="315772"/>
                  </a:lnTo>
                  <a:lnTo>
                    <a:pt x="95340" y="318126"/>
                  </a:lnTo>
                  <a:lnTo>
                    <a:pt x="100165" y="320328"/>
                  </a:lnTo>
                  <a:lnTo>
                    <a:pt x="105058" y="322376"/>
                  </a:lnTo>
                  <a:lnTo>
                    <a:pt x="110014" y="324268"/>
                  </a:lnTo>
                  <a:lnTo>
                    <a:pt x="115027" y="326002"/>
                  </a:lnTo>
                  <a:lnTo>
                    <a:pt x="120092" y="327575"/>
                  </a:lnTo>
                  <a:lnTo>
                    <a:pt x="125205" y="328987"/>
                  </a:lnTo>
                  <a:lnTo>
                    <a:pt x="130360" y="330237"/>
                  </a:lnTo>
                  <a:lnTo>
                    <a:pt x="135552" y="331322"/>
                  </a:lnTo>
                  <a:lnTo>
                    <a:pt x="140776" y="332241"/>
                  </a:lnTo>
                  <a:lnTo>
                    <a:pt x="146027" y="332995"/>
                  </a:lnTo>
                  <a:lnTo>
                    <a:pt x="151299" y="333581"/>
                  </a:lnTo>
                  <a:lnTo>
                    <a:pt x="156586" y="334000"/>
                  </a:lnTo>
                  <a:lnTo>
                    <a:pt x="161885" y="334252"/>
                  </a:lnTo>
                  <a:lnTo>
                    <a:pt x="167188" y="334334"/>
                  </a:lnTo>
                  <a:lnTo>
                    <a:pt x="172492" y="334249"/>
                  </a:lnTo>
                  <a:lnTo>
                    <a:pt x="177790" y="333995"/>
                  </a:lnTo>
                  <a:lnTo>
                    <a:pt x="183077" y="333574"/>
                  </a:lnTo>
                  <a:lnTo>
                    <a:pt x="188349" y="332984"/>
                  </a:lnTo>
                  <a:lnTo>
                    <a:pt x="193599" y="332228"/>
                  </a:lnTo>
                  <a:lnTo>
                    <a:pt x="198822" y="331306"/>
                  </a:lnTo>
                  <a:lnTo>
                    <a:pt x="204014" y="330218"/>
                  </a:lnTo>
                  <a:lnTo>
                    <a:pt x="209168" y="328967"/>
                  </a:lnTo>
                  <a:lnTo>
                    <a:pt x="214281" y="327552"/>
                  </a:lnTo>
                  <a:lnTo>
                    <a:pt x="219345" y="325976"/>
                  </a:lnTo>
                  <a:lnTo>
                    <a:pt x="224357" y="324240"/>
                  </a:lnTo>
                  <a:lnTo>
                    <a:pt x="229312" y="322346"/>
                  </a:lnTo>
                  <a:lnTo>
                    <a:pt x="234204" y="320295"/>
                  </a:lnTo>
                  <a:lnTo>
                    <a:pt x="239028" y="318091"/>
                  </a:lnTo>
                  <a:lnTo>
                    <a:pt x="243780" y="315734"/>
                  </a:lnTo>
                  <a:lnTo>
                    <a:pt x="248455" y="313228"/>
                  </a:lnTo>
                  <a:lnTo>
                    <a:pt x="253048" y="310575"/>
                  </a:lnTo>
                  <a:lnTo>
                    <a:pt x="257555" y="307777"/>
                  </a:lnTo>
                  <a:lnTo>
                    <a:pt x="261970" y="304838"/>
                  </a:lnTo>
                  <a:lnTo>
                    <a:pt x="266290" y="301761"/>
                  </a:lnTo>
                  <a:lnTo>
                    <a:pt x="270511" y="298547"/>
                  </a:lnTo>
                  <a:lnTo>
                    <a:pt x="274627" y="295202"/>
                  </a:lnTo>
                  <a:lnTo>
                    <a:pt x="278635" y="291728"/>
                  </a:lnTo>
                  <a:lnTo>
                    <a:pt x="282531" y="288128"/>
                  </a:lnTo>
                  <a:lnTo>
                    <a:pt x="286310" y="284406"/>
                  </a:lnTo>
                  <a:lnTo>
                    <a:pt x="289970" y="280567"/>
                  </a:lnTo>
                  <a:lnTo>
                    <a:pt x="293506" y="276613"/>
                  </a:lnTo>
                  <a:lnTo>
                    <a:pt x="296914" y="272549"/>
                  </a:lnTo>
                  <a:lnTo>
                    <a:pt x="300192" y="268379"/>
                  </a:lnTo>
                  <a:lnTo>
                    <a:pt x="303336" y="264107"/>
                  </a:lnTo>
                  <a:lnTo>
                    <a:pt x="306343" y="259737"/>
                  </a:lnTo>
                  <a:lnTo>
                    <a:pt x="309210" y="255274"/>
                  </a:lnTo>
                  <a:lnTo>
                    <a:pt x="311934" y="250723"/>
                  </a:lnTo>
                  <a:lnTo>
                    <a:pt x="314512" y="246087"/>
                  </a:lnTo>
                  <a:lnTo>
                    <a:pt x="316942" y="241372"/>
                  </a:lnTo>
                  <a:lnTo>
                    <a:pt x="319221" y="236582"/>
                  </a:lnTo>
                  <a:lnTo>
                    <a:pt x="321346" y="231723"/>
                  </a:lnTo>
                  <a:lnTo>
                    <a:pt x="323317" y="226798"/>
                  </a:lnTo>
                  <a:lnTo>
                    <a:pt x="325130" y="221813"/>
                  </a:lnTo>
                  <a:lnTo>
                    <a:pt x="326784" y="216773"/>
                  </a:lnTo>
                  <a:lnTo>
                    <a:pt x="328278" y="211684"/>
                  </a:lnTo>
                  <a:lnTo>
                    <a:pt x="329609" y="206549"/>
                  </a:lnTo>
                  <a:lnTo>
                    <a:pt x="330777" y="201375"/>
                  </a:lnTo>
                  <a:lnTo>
                    <a:pt x="331780" y="196167"/>
                  </a:lnTo>
                  <a:lnTo>
                    <a:pt x="332617" y="190929"/>
                  </a:lnTo>
                  <a:lnTo>
                    <a:pt x="333287" y="185667"/>
                  </a:lnTo>
                  <a:lnTo>
                    <a:pt x="333791" y="180387"/>
                  </a:lnTo>
                  <a:lnTo>
                    <a:pt x="334126" y="175093"/>
                  </a:lnTo>
                  <a:lnTo>
                    <a:pt x="334294" y="169792"/>
                  </a:lnTo>
                  <a:lnTo>
                    <a:pt x="334293" y="164487"/>
                  </a:lnTo>
                  <a:lnTo>
                    <a:pt x="334124" y="159186"/>
                  </a:lnTo>
                  <a:lnTo>
                    <a:pt x="333786" y="153892"/>
                  </a:lnTo>
                  <a:lnTo>
                    <a:pt x="333281" y="148612"/>
                  </a:lnTo>
                  <a:lnTo>
                    <a:pt x="332609" y="143350"/>
                  </a:lnTo>
                  <a:lnTo>
                    <a:pt x="331770" y="138113"/>
                  </a:lnTo>
                  <a:lnTo>
                    <a:pt x="330765" y="132905"/>
                  </a:lnTo>
                  <a:lnTo>
                    <a:pt x="329596" y="127731"/>
                  </a:lnTo>
                  <a:lnTo>
                    <a:pt x="328263" y="122597"/>
                  </a:lnTo>
                  <a:lnTo>
                    <a:pt x="326768" y="117508"/>
                  </a:lnTo>
                  <a:lnTo>
                    <a:pt x="325112" y="112469"/>
                  </a:lnTo>
                  <a:lnTo>
                    <a:pt x="323297" y="107484"/>
                  </a:lnTo>
                  <a:lnTo>
                    <a:pt x="321325" y="102560"/>
                  </a:lnTo>
                  <a:lnTo>
                    <a:pt x="319198" y="97701"/>
                  </a:lnTo>
                  <a:lnTo>
                    <a:pt x="316917" y="92912"/>
                  </a:lnTo>
                  <a:lnTo>
                    <a:pt x="314486" y="88198"/>
                  </a:lnTo>
                  <a:lnTo>
                    <a:pt x="311907" y="83563"/>
                  </a:lnTo>
                  <a:lnTo>
                    <a:pt x="309181" y="79013"/>
                  </a:lnTo>
                  <a:lnTo>
                    <a:pt x="306313" y="74551"/>
                  </a:lnTo>
                  <a:lnTo>
                    <a:pt x="303305" y="70182"/>
                  </a:lnTo>
                  <a:lnTo>
                    <a:pt x="300159" y="65911"/>
                  </a:lnTo>
                  <a:lnTo>
                    <a:pt x="296880" y="61742"/>
                  </a:lnTo>
                  <a:lnTo>
                    <a:pt x="293470" y="57679"/>
                  </a:lnTo>
                  <a:lnTo>
                    <a:pt x="289932" y="53727"/>
                  </a:lnTo>
                  <a:lnTo>
                    <a:pt x="286271" y="49888"/>
                  </a:lnTo>
                  <a:lnTo>
                    <a:pt x="282491" y="46168"/>
                  </a:lnTo>
                  <a:lnTo>
                    <a:pt x="278594" y="42570"/>
                  </a:lnTo>
                  <a:lnTo>
                    <a:pt x="274585" y="39096"/>
                  </a:lnTo>
                  <a:lnTo>
                    <a:pt x="270467" y="35752"/>
                  </a:lnTo>
                  <a:lnTo>
                    <a:pt x="266246" y="32540"/>
                  </a:lnTo>
                  <a:lnTo>
                    <a:pt x="261925" y="29464"/>
                  </a:lnTo>
                  <a:lnTo>
                    <a:pt x="257509" y="26527"/>
                  </a:lnTo>
                  <a:lnTo>
                    <a:pt x="253001" y="23731"/>
                  </a:lnTo>
                  <a:lnTo>
                    <a:pt x="248407" y="21079"/>
                  </a:lnTo>
                  <a:lnTo>
                    <a:pt x="243731" y="18574"/>
                  </a:lnTo>
                  <a:lnTo>
                    <a:pt x="238979" y="16219"/>
                  </a:lnTo>
                  <a:lnTo>
                    <a:pt x="234153" y="14016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88" y="5103947"/>
              <a:ext cx="67006" cy="167167"/>
            </a:xfrm>
            <a:custGeom>
              <a:avLst/>
              <a:pathLst>
                <a:path w="67006" h="167167">
                  <a:moveTo>
                    <a:pt x="67006" y="14016"/>
                  </a:moveTo>
                  <a:lnTo>
                    <a:pt x="61704" y="11804"/>
                  </a:lnTo>
                  <a:lnTo>
                    <a:pt x="56329" y="9776"/>
                  </a:lnTo>
                  <a:lnTo>
                    <a:pt x="50887" y="7933"/>
                  </a:lnTo>
                  <a:lnTo>
                    <a:pt x="45386" y="6279"/>
                  </a:lnTo>
                  <a:lnTo>
                    <a:pt x="39830" y="4814"/>
                  </a:lnTo>
                  <a:lnTo>
                    <a:pt x="34228" y="3541"/>
                  </a:lnTo>
                  <a:lnTo>
                    <a:pt x="28585" y="2462"/>
                  </a:lnTo>
                  <a:lnTo>
                    <a:pt x="22909" y="1577"/>
                  </a:lnTo>
                  <a:lnTo>
                    <a:pt x="17205" y="887"/>
                  </a:lnTo>
                  <a:lnTo>
                    <a:pt x="11481" y="394"/>
                  </a:lnTo>
                  <a:lnTo>
                    <a:pt x="574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40331" y="5309273"/>
              <a:ext cx="165563" cy="167167"/>
            </a:xfrm>
            <a:custGeom>
              <a:avLst/>
              <a:pathLst>
                <a:path w="165563" h="167167">
                  <a:moveTo>
                    <a:pt x="165560" y="0"/>
                  </a:moveTo>
                  <a:lnTo>
                    <a:pt x="160120" y="88"/>
                  </a:lnTo>
                  <a:lnTo>
                    <a:pt x="154685" y="354"/>
                  </a:lnTo>
                  <a:lnTo>
                    <a:pt x="149263" y="796"/>
                  </a:lnTo>
                  <a:lnTo>
                    <a:pt x="143857" y="1415"/>
                  </a:lnTo>
                  <a:lnTo>
                    <a:pt x="138475" y="2209"/>
                  </a:lnTo>
                  <a:lnTo>
                    <a:pt x="133121" y="3178"/>
                  </a:lnTo>
                  <a:lnTo>
                    <a:pt x="127801" y="4320"/>
                  </a:lnTo>
                  <a:lnTo>
                    <a:pt x="122522" y="5635"/>
                  </a:lnTo>
                  <a:lnTo>
                    <a:pt x="117288" y="7122"/>
                  </a:lnTo>
                  <a:lnTo>
                    <a:pt x="112105" y="8777"/>
                  </a:lnTo>
                  <a:lnTo>
                    <a:pt x="106979" y="10601"/>
                  </a:lnTo>
                  <a:lnTo>
                    <a:pt x="101915" y="12590"/>
                  </a:lnTo>
                  <a:lnTo>
                    <a:pt x="96918" y="14744"/>
                  </a:lnTo>
                  <a:lnTo>
                    <a:pt x="91994" y="17058"/>
                  </a:lnTo>
                  <a:lnTo>
                    <a:pt x="87149" y="19532"/>
                  </a:lnTo>
                  <a:lnTo>
                    <a:pt x="82386" y="22162"/>
                  </a:lnTo>
                  <a:lnTo>
                    <a:pt x="77711" y="24945"/>
                  </a:lnTo>
                  <a:lnTo>
                    <a:pt x="73129" y="27880"/>
                  </a:lnTo>
                  <a:lnTo>
                    <a:pt x="68645" y="30961"/>
                  </a:lnTo>
                  <a:lnTo>
                    <a:pt x="64264" y="34188"/>
                  </a:lnTo>
                  <a:lnTo>
                    <a:pt x="59990" y="37555"/>
                  </a:lnTo>
                  <a:lnTo>
                    <a:pt x="55828" y="41059"/>
                  </a:lnTo>
                  <a:lnTo>
                    <a:pt x="51782" y="44697"/>
                  </a:lnTo>
                  <a:lnTo>
                    <a:pt x="47857" y="48464"/>
                  </a:lnTo>
                  <a:lnTo>
                    <a:pt x="44057" y="52358"/>
                  </a:lnTo>
                  <a:lnTo>
                    <a:pt x="40385" y="56372"/>
                  </a:lnTo>
                  <a:lnTo>
                    <a:pt x="36845" y="60505"/>
                  </a:lnTo>
                  <a:lnTo>
                    <a:pt x="33443" y="64750"/>
                  </a:lnTo>
                  <a:lnTo>
                    <a:pt x="30180" y="69104"/>
                  </a:lnTo>
                  <a:lnTo>
                    <a:pt x="27060" y="73562"/>
                  </a:lnTo>
                  <a:lnTo>
                    <a:pt x="24087" y="78118"/>
                  </a:lnTo>
                  <a:lnTo>
                    <a:pt x="21264" y="82770"/>
                  </a:lnTo>
                  <a:lnTo>
                    <a:pt x="18594" y="87510"/>
                  </a:lnTo>
                  <a:lnTo>
                    <a:pt x="16080" y="92335"/>
                  </a:lnTo>
                  <a:lnTo>
                    <a:pt x="13724" y="97239"/>
                  </a:lnTo>
                  <a:lnTo>
                    <a:pt x="11529" y="102218"/>
                  </a:lnTo>
                  <a:lnTo>
                    <a:pt x="9497" y="107265"/>
                  </a:lnTo>
                  <a:lnTo>
                    <a:pt x="7630" y="112375"/>
                  </a:lnTo>
                  <a:lnTo>
                    <a:pt x="5930" y="117544"/>
                  </a:lnTo>
                  <a:lnTo>
                    <a:pt x="4400" y="122765"/>
                  </a:lnTo>
                  <a:lnTo>
                    <a:pt x="3040" y="128033"/>
                  </a:lnTo>
                  <a:lnTo>
                    <a:pt x="1853" y="133343"/>
                  </a:lnTo>
                  <a:lnTo>
                    <a:pt x="839" y="138688"/>
                  </a:lnTo>
                  <a:lnTo>
                    <a:pt x="0" y="144064"/>
                  </a:lnTo>
                  <a:lnTo>
                    <a:pt x="1655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38739" y="5309273"/>
              <a:ext cx="334305" cy="334334"/>
            </a:xfrm>
            <a:custGeom>
              <a:avLst/>
              <a:pathLst>
                <a:path w="334305" h="334334">
                  <a:moveTo>
                    <a:pt x="1592" y="144064"/>
                  </a:moveTo>
                  <a:lnTo>
                    <a:pt x="943" y="149324"/>
                  </a:lnTo>
                  <a:lnTo>
                    <a:pt x="461" y="154602"/>
                  </a:lnTo>
                  <a:lnTo>
                    <a:pt x="146" y="159893"/>
                  </a:lnTo>
                  <a:lnTo>
                    <a:pt x="0" y="165191"/>
                  </a:lnTo>
                  <a:lnTo>
                    <a:pt x="21" y="170491"/>
                  </a:lnTo>
                  <a:lnTo>
                    <a:pt x="210" y="175787"/>
                  </a:lnTo>
                  <a:lnTo>
                    <a:pt x="567" y="181075"/>
                  </a:lnTo>
                  <a:lnTo>
                    <a:pt x="1092" y="186349"/>
                  </a:lnTo>
                  <a:lnTo>
                    <a:pt x="1784" y="191604"/>
                  </a:lnTo>
                  <a:lnTo>
                    <a:pt x="2641" y="196834"/>
                  </a:lnTo>
                  <a:lnTo>
                    <a:pt x="3665" y="202034"/>
                  </a:lnTo>
                  <a:lnTo>
                    <a:pt x="4852" y="207200"/>
                  </a:lnTo>
                  <a:lnTo>
                    <a:pt x="6203" y="212325"/>
                  </a:lnTo>
                  <a:lnTo>
                    <a:pt x="7715" y="217404"/>
                  </a:lnTo>
                  <a:lnTo>
                    <a:pt x="9388" y="222433"/>
                  </a:lnTo>
                  <a:lnTo>
                    <a:pt x="11219" y="227407"/>
                  </a:lnTo>
                  <a:lnTo>
                    <a:pt x="13207" y="232320"/>
                  </a:lnTo>
                  <a:lnTo>
                    <a:pt x="15350" y="237168"/>
                  </a:lnTo>
                  <a:lnTo>
                    <a:pt x="17645" y="241945"/>
                  </a:lnTo>
                  <a:lnTo>
                    <a:pt x="20091" y="246647"/>
                  </a:lnTo>
                  <a:lnTo>
                    <a:pt x="22684" y="251269"/>
                  </a:lnTo>
                  <a:lnTo>
                    <a:pt x="25423" y="255806"/>
                  </a:lnTo>
                  <a:lnTo>
                    <a:pt x="28304" y="260255"/>
                  </a:lnTo>
                  <a:lnTo>
                    <a:pt x="31325" y="264610"/>
                  </a:lnTo>
                  <a:lnTo>
                    <a:pt x="34482" y="268867"/>
                  </a:lnTo>
                  <a:lnTo>
                    <a:pt x="37773" y="273021"/>
                  </a:lnTo>
                  <a:lnTo>
                    <a:pt x="41194" y="277070"/>
                  </a:lnTo>
                  <a:lnTo>
                    <a:pt x="44741" y="281008"/>
                  </a:lnTo>
                  <a:lnTo>
                    <a:pt x="48411" y="284831"/>
                  </a:lnTo>
                  <a:lnTo>
                    <a:pt x="52201" y="288536"/>
                  </a:lnTo>
                  <a:lnTo>
                    <a:pt x="56106" y="292119"/>
                  </a:lnTo>
                  <a:lnTo>
                    <a:pt x="60123" y="295577"/>
                  </a:lnTo>
                  <a:lnTo>
                    <a:pt x="64248" y="298905"/>
                  </a:lnTo>
                  <a:lnTo>
                    <a:pt x="68476" y="302101"/>
                  </a:lnTo>
                  <a:lnTo>
                    <a:pt x="72803" y="305162"/>
                  </a:lnTo>
                  <a:lnTo>
                    <a:pt x="77225" y="308083"/>
                  </a:lnTo>
                  <a:lnTo>
                    <a:pt x="81737" y="310863"/>
                  </a:lnTo>
                  <a:lnTo>
                    <a:pt x="86335" y="313499"/>
                  </a:lnTo>
                  <a:lnTo>
                    <a:pt x="91015" y="315988"/>
                  </a:lnTo>
                  <a:lnTo>
                    <a:pt x="95771" y="318327"/>
                  </a:lnTo>
                  <a:lnTo>
                    <a:pt x="100599" y="320513"/>
                  </a:lnTo>
                  <a:lnTo>
                    <a:pt x="105493" y="322546"/>
                  </a:lnTo>
                  <a:lnTo>
                    <a:pt x="110450" y="324423"/>
                  </a:lnTo>
                  <a:lnTo>
                    <a:pt x="115464" y="326142"/>
                  </a:lnTo>
                  <a:lnTo>
                    <a:pt x="120529" y="327700"/>
                  </a:lnTo>
                  <a:lnTo>
                    <a:pt x="125642" y="329098"/>
                  </a:lnTo>
                  <a:lnTo>
                    <a:pt x="130796" y="330332"/>
                  </a:lnTo>
                  <a:lnTo>
                    <a:pt x="135987" y="331403"/>
                  </a:lnTo>
                  <a:lnTo>
                    <a:pt x="141209" y="332308"/>
                  </a:lnTo>
                  <a:lnTo>
                    <a:pt x="146457" y="333048"/>
                  </a:lnTo>
                  <a:lnTo>
                    <a:pt x="151726" y="333621"/>
                  </a:lnTo>
                  <a:lnTo>
                    <a:pt x="157010" y="334026"/>
                  </a:lnTo>
                  <a:lnTo>
                    <a:pt x="162305" y="334264"/>
                  </a:lnTo>
                  <a:lnTo>
                    <a:pt x="167604" y="334334"/>
                  </a:lnTo>
                  <a:lnTo>
                    <a:pt x="172904" y="334236"/>
                  </a:lnTo>
                  <a:lnTo>
                    <a:pt x="178197" y="333969"/>
                  </a:lnTo>
                  <a:lnTo>
                    <a:pt x="183479" y="333535"/>
                  </a:lnTo>
                  <a:lnTo>
                    <a:pt x="188745" y="332934"/>
                  </a:lnTo>
                  <a:lnTo>
                    <a:pt x="193989" y="332167"/>
                  </a:lnTo>
                  <a:lnTo>
                    <a:pt x="199206" y="331233"/>
                  </a:lnTo>
                  <a:lnTo>
                    <a:pt x="204391" y="330135"/>
                  </a:lnTo>
                  <a:lnTo>
                    <a:pt x="209539" y="328872"/>
                  </a:lnTo>
                  <a:lnTo>
                    <a:pt x="214643" y="327447"/>
                  </a:lnTo>
                  <a:lnTo>
                    <a:pt x="219701" y="325861"/>
                  </a:lnTo>
                  <a:lnTo>
                    <a:pt x="224705" y="324116"/>
                  </a:lnTo>
                  <a:lnTo>
                    <a:pt x="229651" y="322213"/>
                  </a:lnTo>
                  <a:lnTo>
                    <a:pt x="234535" y="320154"/>
                  </a:lnTo>
                  <a:lnTo>
                    <a:pt x="239351" y="317941"/>
                  </a:lnTo>
                  <a:lnTo>
                    <a:pt x="244094" y="315576"/>
                  </a:lnTo>
                  <a:lnTo>
                    <a:pt x="248760" y="313063"/>
                  </a:lnTo>
                  <a:lnTo>
                    <a:pt x="253344" y="310402"/>
                  </a:lnTo>
                  <a:lnTo>
                    <a:pt x="257842" y="307598"/>
                  </a:lnTo>
                  <a:lnTo>
                    <a:pt x="262248" y="304653"/>
                  </a:lnTo>
                  <a:lnTo>
                    <a:pt x="266559" y="301569"/>
                  </a:lnTo>
                  <a:lnTo>
                    <a:pt x="270769" y="298350"/>
                  </a:lnTo>
                  <a:lnTo>
                    <a:pt x="274876" y="295000"/>
                  </a:lnTo>
                  <a:lnTo>
                    <a:pt x="278874" y="291521"/>
                  </a:lnTo>
                  <a:lnTo>
                    <a:pt x="282760" y="287917"/>
                  </a:lnTo>
                  <a:lnTo>
                    <a:pt x="286530" y="284191"/>
                  </a:lnTo>
                  <a:lnTo>
                    <a:pt x="290180" y="280348"/>
                  </a:lnTo>
                  <a:lnTo>
                    <a:pt x="293706" y="276391"/>
                  </a:lnTo>
                  <a:lnTo>
                    <a:pt x="297105" y="272325"/>
                  </a:lnTo>
                  <a:lnTo>
                    <a:pt x="300373" y="268152"/>
                  </a:lnTo>
                  <a:lnTo>
                    <a:pt x="303507" y="263878"/>
                  </a:lnTo>
                  <a:lnTo>
                    <a:pt x="306504" y="259507"/>
                  </a:lnTo>
                  <a:lnTo>
                    <a:pt x="309362" y="255043"/>
                  </a:lnTo>
                  <a:lnTo>
                    <a:pt x="312076" y="250491"/>
                  </a:lnTo>
                  <a:lnTo>
                    <a:pt x="314645" y="245855"/>
                  </a:lnTo>
                  <a:lnTo>
                    <a:pt x="317065" y="241140"/>
                  </a:lnTo>
                  <a:lnTo>
                    <a:pt x="319335" y="236351"/>
                  </a:lnTo>
                  <a:lnTo>
                    <a:pt x="321451" y="231492"/>
                  </a:lnTo>
                  <a:lnTo>
                    <a:pt x="323413" y="226568"/>
                  </a:lnTo>
                  <a:lnTo>
                    <a:pt x="325217" y="221585"/>
                  </a:lnTo>
                  <a:lnTo>
                    <a:pt x="326863" y="216547"/>
                  </a:lnTo>
                  <a:lnTo>
                    <a:pt x="328348" y="211459"/>
                  </a:lnTo>
                  <a:lnTo>
                    <a:pt x="329671" y="206327"/>
                  </a:lnTo>
                  <a:lnTo>
                    <a:pt x="330831" y="201155"/>
                  </a:lnTo>
                  <a:lnTo>
                    <a:pt x="331826" y="195949"/>
                  </a:lnTo>
                  <a:lnTo>
                    <a:pt x="332656" y="190715"/>
                  </a:lnTo>
                  <a:lnTo>
                    <a:pt x="333319" y="185456"/>
                  </a:lnTo>
                  <a:lnTo>
                    <a:pt x="333815" y="180180"/>
                  </a:lnTo>
                  <a:lnTo>
                    <a:pt x="334144" y="174890"/>
                  </a:lnTo>
                  <a:lnTo>
                    <a:pt x="334305" y="169592"/>
                  </a:lnTo>
                  <a:lnTo>
                    <a:pt x="334298" y="164292"/>
                  </a:lnTo>
                  <a:lnTo>
                    <a:pt x="334123" y="158995"/>
                  </a:lnTo>
                  <a:lnTo>
                    <a:pt x="333780" y="153706"/>
                  </a:lnTo>
                  <a:lnTo>
                    <a:pt x="333269" y="148431"/>
                  </a:lnTo>
                  <a:lnTo>
                    <a:pt x="332592" y="143174"/>
                  </a:lnTo>
                  <a:lnTo>
                    <a:pt x="331748" y="137942"/>
                  </a:lnTo>
                  <a:lnTo>
                    <a:pt x="330739" y="132739"/>
                  </a:lnTo>
                  <a:lnTo>
                    <a:pt x="329565" y="127571"/>
                  </a:lnTo>
                  <a:lnTo>
                    <a:pt x="328229" y="122442"/>
                  </a:lnTo>
                  <a:lnTo>
                    <a:pt x="326730" y="117358"/>
                  </a:lnTo>
                  <a:lnTo>
                    <a:pt x="325071" y="112325"/>
                  </a:lnTo>
                  <a:lnTo>
                    <a:pt x="323253" y="107346"/>
                  </a:lnTo>
                  <a:lnTo>
                    <a:pt x="321278" y="102428"/>
                  </a:lnTo>
                  <a:lnTo>
                    <a:pt x="319148" y="97575"/>
                  </a:lnTo>
                  <a:lnTo>
                    <a:pt x="316866" y="92791"/>
                  </a:lnTo>
                  <a:lnTo>
                    <a:pt x="314433" y="88083"/>
                  </a:lnTo>
                  <a:lnTo>
                    <a:pt x="311852" y="83454"/>
                  </a:lnTo>
                  <a:lnTo>
                    <a:pt x="309125" y="78909"/>
                  </a:lnTo>
                  <a:lnTo>
                    <a:pt x="306256" y="74452"/>
                  </a:lnTo>
                  <a:lnTo>
                    <a:pt x="303247" y="70089"/>
                  </a:lnTo>
                  <a:lnTo>
                    <a:pt x="300101" y="65824"/>
                  </a:lnTo>
                  <a:lnTo>
                    <a:pt x="296822" y="61660"/>
                  </a:lnTo>
                  <a:lnTo>
                    <a:pt x="293412" y="57603"/>
                  </a:lnTo>
                  <a:lnTo>
                    <a:pt x="289875" y="53656"/>
                  </a:lnTo>
                  <a:lnTo>
                    <a:pt x="286215" y="49822"/>
                  </a:lnTo>
                  <a:lnTo>
                    <a:pt x="282435" y="46107"/>
                  </a:lnTo>
                  <a:lnTo>
                    <a:pt x="278540" y="42513"/>
                  </a:lnTo>
                  <a:lnTo>
                    <a:pt x="274532" y="39045"/>
                  </a:lnTo>
                  <a:lnTo>
                    <a:pt x="270416" y="35706"/>
                  </a:lnTo>
                  <a:lnTo>
                    <a:pt x="266197" y="32498"/>
                  </a:lnTo>
                  <a:lnTo>
                    <a:pt x="261878" y="29426"/>
                  </a:lnTo>
                  <a:lnTo>
                    <a:pt x="257464" y="26493"/>
                  </a:lnTo>
                  <a:lnTo>
                    <a:pt x="252959" y="23700"/>
                  </a:lnTo>
                  <a:lnTo>
                    <a:pt x="248368" y="21052"/>
                  </a:lnTo>
                  <a:lnTo>
                    <a:pt x="243695" y="18551"/>
                  </a:lnTo>
                  <a:lnTo>
                    <a:pt x="238946" y="16200"/>
                  </a:lnTo>
                  <a:lnTo>
                    <a:pt x="234124" y="14000"/>
                  </a:lnTo>
                  <a:lnTo>
                    <a:pt x="229235" y="11954"/>
                  </a:lnTo>
                  <a:lnTo>
                    <a:pt x="224283" y="10064"/>
                  </a:lnTo>
                  <a:lnTo>
                    <a:pt x="219274" y="8332"/>
                  </a:lnTo>
                  <a:lnTo>
                    <a:pt x="214213" y="6759"/>
                  </a:lnTo>
                  <a:lnTo>
                    <a:pt x="209104" y="5348"/>
                  </a:lnTo>
                  <a:lnTo>
                    <a:pt x="203953" y="4100"/>
                  </a:lnTo>
                  <a:lnTo>
                    <a:pt x="198765" y="3015"/>
                  </a:lnTo>
                  <a:lnTo>
                    <a:pt x="193546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147" y="5399291"/>
              <a:ext cx="6133" cy="167167"/>
            </a:xfrm>
            <a:custGeom>
              <a:avLst/>
              <a:pathLst>
                <a:path w="6133" h="167167">
                  <a:moveTo>
                    <a:pt x="6133" y="0"/>
                  </a:moveTo>
                  <a:lnTo>
                    <a:pt x="0" y="112"/>
                  </a:lnTo>
                  <a:lnTo>
                    <a:pt x="613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147" y="5399404"/>
              <a:ext cx="6133" cy="167054"/>
            </a:xfrm>
            <a:custGeom>
              <a:avLst/>
              <a:pathLst>
                <a:path w="6133" h="167054">
                  <a:moveTo>
                    <a:pt x="0" y="0"/>
                  </a:moveTo>
                  <a:lnTo>
                    <a:pt x="6133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147" y="5399404"/>
              <a:ext cx="6133" cy="167054"/>
            </a:xfrm>
            <a:custGeom>
              <a:avLst/>
              <a:pathLst>
                <a:path w="6133" h="167054">
                  <a:moveTo>
                    <a:pt x="0" y="0"/>
                  </a:moveTo>
                  <a:lnTo>
                    <a:pt x="6133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147" y="5399404"/>
              <a:ext cx="6133" cy="167054"/>
            </a:xfrm>
            <a:custGeom>
              <a:avLst/>
              <a:pathLst>
                <a:path w="6133" h="167054">
                  <a:moveTo>
                    <a:pt x="0" y="0"/>
                  </a:moveTo>
                  <a:lnTo>
                    <a:pt x="6133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147" y="5399404"/>
              <a:ext cx="6133" cy="167054"/>
            </a:xfrm>
            <a:custGeom>
              <a:avLst/>
              <a:pathLst>
                <a:path w="6133" h="167054">
                  <a:moveTo>
                    <a:pt x="0" y="0"/>
                  </a:moveTo>
                  <a:lnTo>
                    <a:pt x="6133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147" y="5399404"/>
              <a:ext cx="6133" cy="167054"/>
            </a:xfrm>
            <a:custGeom>
              <a:avLst/>
              <a:pathLst>
                <a:path w="6133" h="167054">
                  <a:moveTo>
                    <a:pt x="0" y="0"/>
                  </a:moveTo>
                  <a:lnTo>
                    <a:pt x="6133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1147" y="5399404"/>
              <a:ext cx="6133" cy="167054"/>
            </a:xfrm>
            <a:custGeom>
              <a:avLst/>
              <a:pathLst>
                <a:path w="6133" h="167054">
                  <a:moveTo>
                    <a:pt x="0" y="0"/>
                  </a:moveTo>
                  <a:lnTo>
                    <a:pt x="6133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0128" y="5399404"/>
              <a:ext cx="334306" cy="334222"/>
            </a:xfrm>
            <a:custGeom>
              <a:avLst/>
              <a:pathLst>
                <a:path w="334306" h="334222">
                  <a:moveTo>
                    <a:pt x="161018" y="0"/>
                  </a:moveTo>
                  <a:lnTo>
                    <a:pt x="155730" y="278"/>
                  </a:lnTo>
                  <a:lnTo>
                    <a:pt x="150454" y="723"/>
                  </a:lnTo>
                  <a:lnTo>
                    <a:pt x="145195" y="1335"/>
                  </a:lnTo>
                  <a:lnTo>
                    <a:pt x="139957" y="2114"/>
                  </a:lnTo>
                  <a:lnTo>
                    <a:pt x="134747" y="3058"/>
                  </a:lnTo>
                  <a:lnTo>
                    <a:pt x="129569" y="4166"/>
                  </a:lnTo>
                  <a:lnTo>
                    <a:pt x="124429" y="5438"/>
                  </a:lnTo>
                  <a:lnTo>
                    <a:pt x="119332" y="6873"/>
                  </a:lnTo>
                  <a:lnTo>
                    <a:pt x="114283" y="8467"/>
                  </a:lnTo>
                  <a:lnTo>
                    <a:pt x="109286" y="10221"/>
                  </a:lnTo>
                  <a:lnTo>
                    <a:pt x="104348" y="12133"/>
                  </a:lnTo>
                  <a:lnTo>
                    <a:pt x="99473" y="14199"/>
                  </a:lnTo>
                  <a:lnTo>
                    <a:pt x="94666" y="16420"/>
                  </a:lnTo>
                  <a:lnTo>
                    <a:pt x="89932" y="18791"/>
                  </a:lnTo>
                  <a:lnTo>
                    <a:pt x="85275" y="21311"/>
                  </a:lnTo>
                  <a:lnTo>
                    <a:pt x="80700" y="23977"/>
                  </a:lnTo>
                  <a:lnTo>
                    <a:pt x="76212" y="26787"/>
                  </a:lnTo>
                  <a:lnTo>
                    <a:pt x="71815" y="29738"/>
                  </a:lnTo>
                  <a:lnTo>
                    <a:pt x="67514" y="32826"/>
                  </a:lnTo>
                  <a:lnTo>
                    <a:pt x="63313" y="36049"/>
                  </a:lnTo>
                  <a:lnTo>
                    <a:pt x="59216" y="39403"/>
                  </a:lnTo>
                  <a:lnTo>
                    <a:pt x="55227" y="42886"/>
                  </a:lnTo>
                  <a:lnTo>
                    <a:pt x="51350" y="46493"/>
                  </a:lnTo>
                  <a:lnTo>
                    <a:pt x="47590" y="50221"/>
                  </a:lnTo>
                  <a:lnTo>
                    <a:pt x="43950" y="54066"/>
                  </a:lnTo>
                  <a:lnTo>
                    <a:pt x="40433" y="58025"/>
                  </a:lnTo>
                  <a:lnTo>
                    <a:pt x="37044" y="62093"/>
                  </a:lnTo>
                  <a:lnTo>
                    <a:pt x="33785" y="66266"/>
                  </a:lnTo>
                  <a:lnTo>
                    <a:pt x="30659" y="70541"/>
                  </a:lnTo>
                  <a:lnTo>
                    <a:pt x="27671" y="74912"/>
                  </a:lnTo>
                  <a:lnTo>
                    <a:pt x="24823" y="79376"/>
                  </a:lnTo>
                  <a:lnTo>
                    <a:pt x="22117" y="83928"/>
                  </a:lnTo>
                  <a:lnTo>
                    <a:pt x="19557" y="88563"/>
                  </a:lnTo>
                  <a:lnTo>
                    <a:pt x="17145" y="93277"/>
                  </a:lnTo>
                  <a:lnTo>
                    <a:pt x="14884" y="98065"/>
                  </a:lnTo>
                  <a:lnTo>
                    <a:pt x="12775" y="102922"/>
                  </a:lnTo>
                  <a:lnTo>
                    <a:pt x="10822" y="107843"/>
                  </a:lnTo>
                  <a:lnTo>
                    <a:pt x="9025" y="112824"/>
                  </a:lnTo>
                  <a:lnTo>
                    <a:pt x="7387" y="117859"/>
                  </a:lnTo>
                  <a:lnTo>
                    <a:pt x="5909" y="122944"/>
                  </a:lnTo>
                  <a:lnTo>
                    <a:pt x="4593" y="128073"/>
                  </a:lnTo>
                  <a:lnTo>
                    <a:pt x="3439" y="133241"/>
                  </a:lnTo>
                  <a:lnTo>
                    <a:pt x="2451" y="138443"/>
                  </a:lnTo>
                  <a:lnTo>
                    <a:pt x="1627" y="143674"/>
                  </a:lnTo>
                  <a:lnTo>
                    <a:pt x="970" y="148928"/>
                  </a:lnTo>
                  <a:lnTo>
                    <a:pt x="479" y="154200"/>
                  </a:lnTo>
                  <a:lnTo>
                    <a:pt x="155" y="159485"/>
                  </a:lnTo>
                  <a:lnTo>
                    <a:pt x="0" y="164778"/>
                  </a:lnTo>
                  <a:lnTo>
                    <a:pt x="11" y="170073"/>
                  </a:lnTo>
                  <a:lnTo>
                    <a:pt x="191" y="175365"/>
                  </a:lnTo>
                  <a:lnTo>
                    <a:pt x="538" y="180649"/>
                  </a:lnTo>
                  <a:lnTo>
                    <a:pt x="1052" y="185919"/>
                  </a:lnTo>
                  <a:lnTo>
                    <a:pt x="1733" y="191170"/>
                  </a:lnTo>
                  <a:lnTo>
                    <a:pt x="2579" y="196397"/>
                  </a:lnTo>
                  <a:lnTo>
                    <a:pt x="3591" y="201594"/>
                  </a:lnTo>
                  <a:lnTo>
                    <a:pt x="4767" y="206757"/>
                  </a:lnTo>
                  <a:lnTo>
                    <a:pt x="6106" y="211880"/>
                  </a:lnTo>
                  <a:lnTo>
                    <a:pt x="7607" y="216958"/>
                  </a:lnTo>
                  <a:lnTo>
                    <a:pt x="9267" y="221986"/>
                  </a:lnTo>
                  <a:lnTo>
                    <a:pt x="11086" y="226959"/>
                  </a:lnTo>
                  <a:lnTo>
                    <a:pt x="13062" y="231872"/>
                  </a:lnTo>
                  <a:lnTo>
                    <a:pt x="15192" y="236720"/>
                  </a:lnTo>
                  <a:lnTo>
                    <a:pt x="17475" y="241497"/>
                  </a:lnTo>
                  <a:lnTo>
                    <a:pt x="19907" y="246201"/>
                  </a:lnTo>
                  <a:lnTo>
                    <a:pt x="22488" y="250824"/>
                  </a:lnTo>
                  <a:lnTo>
                    <a:pt x="25214" y="255364"/>
                  </a:lnTo>
                  <a:lnTo>
                    <a:pt x="28082" y="259815"/>
                  </a:lnTo>
                  <a:lnTo>
                    <a:pt x="31089" y="264173"/>
                  </a:lnTo>
                  <a:lnTo>
                    <a:pt x="34233" y="268434"/>
                  </a:lnTo>
                  <a:lnTo>
                    <a:pt x="37511" y="272592"/>
                  </a:lnTo>
                  <a:lnTo>
                    <a:pt x="40918" y="276645"/>
                  </a:lnTo>
                  <a:lnTo>
                    <a:pt x="44453" y="280588"/>
                  </a:lnTo>
                  <a:lnTo>
                    <a:pt x="48110" y="284417"/>
                  </a:lnTo>
                  <a:lnTo>
                    <a:pt x="51887" y="288129"/>
                  </a:lnTo>
                  <a:lnTo>
                    <a:pt x="55779" y="291719"/>
                  </a:lnTo>
                  <a:lnTo>
                    <a:pt x="59783" y="295183"/>
                  </a:lnTo>
                  <a:lnTo>
                    <a:pt x="63895" y="298520"/>
                  </a:lnTo>
                  <a:lnTo>
                    <a:pt x="68111" y="301724"/>
                  </a:lnTo>
                  <a:lnTo>
                    <a:pt x="72426" y="304793"/>
                  </a:lnTo>
                  <a:lnTo>
                    <a:pt x="76835" y="307724"/>
                  </a:lnTo>
                  <a:lnTo>
                    <a:pt x="81336" y="310514"/>
                  </a:lnTo>
                  <a:lnTo>
                    <a:pt x="85923" y="313160"/>
                  </a:lnTo>
                  <a:lnTo>
                    <a:pt x="90591" y="315659"/>
                  </a:lnTo>
                  <a:lnTo>
                    <a:pt x="95336" y="318010"/>
                  </a:lnTo>
                  <a:lnTo>
                    <a:pt x="100153" y="320208"/>
                  </a:lnTo>
                  <a:lnTo>
                    <a:pt x="105037" y="322253"/>
                  </a:lnTo>
                  <a:lnTo>
                    <a:pt x="109983" y="324143"/>
                  </a:lnTo>
                  <a:lnTo>
                    <a:pt x="114987" y="325875"/>
                  </a:lnTo>
                  <a:lnTo>
                    <a:pt x="120043" y="327447"/>
                  </a:lnTo>
                  <a:lnTo>
                    <a:pt x="125147" y="328859"/>
                  </a:lnTo>
                  <a:lnTo>
                    <a:pt x="130293" y="330108"/>
                  </a:lnTo>
                  <a:lnTo>
                    <a:pt x="135475" y="331193"/>
                  </a:lnTo>
                  <a:lnTo>
                    <a:pt x="140690" y="332114"/>
                  </a:lnTo>
                  <a:lnTo>
                    <a:pt x="145931" y="332869"/>
                  </a:lnTo>
                  <a:lnTo>
                    <a:pt x="151193" y="333458"/>
                  </a:lnTo>
                  <a:lnTo>
                    <a:pt x="156471" y="333880"/>
                  </a:lnTo>
                  <a:lnTo>
                    <a:pt x="161760" y="334135"/>
                  </a:lnTo>
                  <a:lnTo>
                    <a:pt x="167054" y="334222"/>
                  </a:lnTo>
                  <a:lnTo>
                    <a:pt x="172349" y="334141"/>
                  </a:lnTo>
                  <a:lnTo>
                    <a:pt x="177638" y="333893"/>
                  </a:lnTo>
                  <a:lnTo>
                    <a:pt x="182917" y="333477"/>
                  </a:lnTo>
                  <a:lnTo>
                    <a:pt x="188180" y="332894"/>
                  </a:lnTo>
                  <a:lnTo>
                    <a:pt x="193422" y="332145"/>
                  </a:lnTo>
                  <a:lnTo>
                    <a:pt x="198637" y="331230"/>
                  </a:lnTo>
                  <a:lnTo>
                    <a:pt x="203821" y="330150"/>
                  </a:lnTo>
                  <a:lnTo>
                    <a:pt x="208968" y="328907"/>
                  </a:lnTo>
                  <a:lnTo>
                    <a:pt x="214073" y="327502"/>
                  </a:lnTo>
                  <a:lnTo>
                    <a:pt x="219131" y="325935"/>
                  </a:lnTo>
                  <a:lnTo>
                    <a:pt x="224137" y="324209"/>
                  </a:lnTo>
                  <a:lnTo>
                    <a:pt x="229086" y="322325"/>
                  </a:lnTo>
                  <a:lnTo>
                    <a:pt x="233972" y="320286"/>
                  </a:lnTo>
                  <a:lnTo>
                    <a:pt x="238792" y="318093"/>
                  </a:lnTo>
                  <a:lnTo>
                    <a:pt x="243540" y="315748"/>
                  </a:lnTo>
                  <a:lnTo>
                    <a:pt x="248211" y="313254"/>
                  </a:lnTo>
                  <a:lnTo>
                    <a:pt x="252800" y="310614"/>
                  </a:lnTo>
                  <a:lnTo>
                    <a:pt x="257304" y="307829"/>
                  </a:lnTo>
                  <a:lnTo>
                    <a:pt x="261717" y="304903"/>
                  </a:lnTo>
                  <a:lnTo>
                    <a:pt x="266036" y="301839"/>
                  </a:lnTo>
                  <a:lnTo>
                    <a:pt x="270255" y="298639"/>
                  </a:lnTo>
                  <a:lnTo>
                    <a:pt x="274371" y="295308"/>
                  </a:lnTo>
                  <a:lnTo>
                    <a:pt x="278379" y="291848"/>
                  </a:lnTo>
                  <a:lnTo>
                    <a:pt x="282275" y="288263"/>
                  </a:lnTo>
                  <a:lnTo>
                    <a:pt x="286057" y="284556"/>
                  </a:lnTo>
                  <a:lnTo>
                    <a:pt x="289718" y="280731"/>
                  </a:lnTo>
                  <a:lnTo>
                    <a:pt x="293257" y="276792"/>
                  </a:lnTo>
                  <a:lnTo>
                    <a:pt x="296669" y="272743"/>
                  </a:lnTo>
                  <a:lnTo>
                    <a:pt x="299952" y="268588"/>
                  </a:lnTo>
                  <a:lnTo>
                    <a:pt x="303101" y="264331"/>
                  </a:lnTo>
                  <a:lnTo>
                    <a:pt x="306113" y="259976"/>
                  </a:lnTo>
                  <a:lnTo>
                    <a:pt x="308987" y="255529"/>
                  </a:lnTo>
                  <a:lnTo>
                    <a:pt x="311718" y="250992"/>
                  </a:lnTo>
                  <a:lnTo>
                    <a:pt x="314304" y="246371"/>
                  </a:lnTo>
                  <a:lnTo>
                    <a:pt x="316742" y="241671"/>
                  </a:lnTo>
                  <a:lnTo>
                    <a:pt x="319030" y="236896"/>
                  </a:lnTo>
                  <a:lnTo>
                    <a:pt x="321166" y="232051"/>
                  </a:lnTo>
                  <a:lnTo>
                    <a:pt x="323147" y="227140"/>
                  </a:lnTo>
                  <a:lnTo>
                    <a:pt x="324972" y="222170"/>
                  </a:lnTo>
                  <a:lnTo>
                    <a:pt x="326638" y="217144"/>
                  </a:lnTo>
                  <a:lnTo>
                    <a:pt x="328145" y="212067"/>
                  </a:lnTo>
                  <a:lnTo>
                    <a:pt x="329489" y="206946"/>
                  </a:lnTo>
                  <a:lnTo>
                    <a:pt x="330671" y="201784"/>
                  </a:lnTo>
                  <a:lnTo>
                    <a:pt x="331689" y="196588"/>
                  </a:lnTo>
                  <a:lnTo>
                    <a:pt x="332542" y="191362"/>
                  </a:lnTo>
                  <a:lnTo>
                    <a:pt x="333229" y="186112"/>
                  </a:lnTo>
                  <a:lnTo>
                    <a:pt x="333749" y="180842"/>
                  </a:lnTo>
                  <a:lnTo>
                    <a:pt x="334102" y="175559"/>
                  </a:lnTo>
                  <a:lnTo>
                    <a:pt x="334288" y="170267"/>
                  </a:lnTo>
                  <a:lnTo>
                    <a:pt x="334306" y="164972"/>
                  </a:lnTo>
                  <a:lnTo>
                    <a:pt x="334156" y="159679"/>
                  </a:lnTo>
                  <a:lnTo>
                    <a:pt x="333839" y="154393"/>
                  </a:lnTo>
                  <a:lnTo>
                    <a:pt x="333354" y="149121"/>
                  </a:lnTo>
                  <a:lnTo>
                    <a:pt x="332703" y="143866"/>
                  </a:lnTo>
                  <a:lnTo>
                    <a:pt x="331885" y="138634"/>
                  </a:lnTo>
                  <a:lnTo>
                    <a:pt x="330903" y="133431"/>
                  </a:lnTo>
                  <a:lnTo>
                    <a:pt x="329755" y="128262"/>
                  </a:lnTo>
                  <a:lnTo>
                    <a:pt x="328445" y="123131"/>
                  </a:lnTo>
                  <a:lnTo>
                    <a:pt x="326973" y="118045"/>
                  </a:lnTo>
                  <a:lnTo>
                    <a:pt x="325341" y="113008"/>
                  </a:lnTo>
                  <a:lnTo>
                    <a:pt x="323550" y="108025"/>
                  </a:lnTo>
                  <a:lnTo>
                    <a:pt x="321602" y="103101"/>
                  </a:lnTo>
                  <a:lnTo>
                    <a:pt x="319499" y="98241"/>
                  </a:lnTo>
                  <a:lnTo>
                    <a:pt x="317243" y="93451"/>
                  </a:lnTo>
                  <a:lnTo>
                    <a:pt x="314837" y="88734"/>
                  </a:lnTo>
                  <a:lnTo>
                    <a:pt x="312282" y="84096"/>
                  </a:lnTo>
                  <a:lnTo>
                    <a:pt x="309582" y="79541"/>
                  </a:lnTo>
                  <a:lnTo>
                    <a:pt x="306739" y="75074"/>
                  </a:lnTo>
                  <a:lnTo>
                    <a:pt x="303755" y="70699"/>
                  </a:lnTo>
                  <a:lnTo>
                    <a:pt x="300635" y="66421"/>
                  </a:lnTo>
                  <a:lnTo>
                    <a:pt x="297381" y="62244"/>
                  </a:lnTo>
                  <a:lnTo>
                    <a:pt x="293996" y="58172"/>
                  </a:lnTo>
                  <a:lnTo>
                    <a:pt x="290484" y="54209"/>
                  </a:lnTo>
                  <a:lnTo>
                    <a:pt x="286848" y="50360"/>
                  </a:lnTo>
                  <a:lnTo>
                    <a:pt x="283092" y="46628"/>
                  </a:lnTo>
                  <a:lnTo>
                    <a:pt x="279220" y="43016"/>
                  </a:lnTo>
                  <a:lnTo>
                    <a:pt x="275236" y="39529"/>
                  </a:lnTo>
                  <a:lnTo>
                    <a:pt x="271142" y="36170"/>
                  </a:lnTo>
                  <a:lnTo>
                    <a:pt x="266945" y="32942"/>
                  </a:lnTo>
                  <a:lnTo>
                    <a:pt x="262647" y="29848"/>
                  </a:lnTo>
                  <a:lnTo>
                    <a:pt x="258254" y="26893"/>
                  </a:lnTo>
                  <a:lnTo>
                    <a:pt x="253769" y="24078"/>
                  </a:lnTo>
                  <a:lnTo>
                    <a:pt x="249197" y="21406"/>
                  </a:lnTo>
                  <a:lnTo>
                    <a:pt x="244543" y="18881"/>
                  </a:lnTo>
                  <a:lnTo>
                    <a:pt x="239812" y="16504"/>
                  </a:lnTo>
                  <a:lnTo>
                    <a:pt x="235007" y="14278"/>
                  </a:lnTo>
                  <a:lnTo>
                    <a:pt x="230134" y="12206"/>
                  </a:lnTo>
                  <a:lnTo>
                    <a:pt x="225199" y="10289"/>
                  </a:lnTo>
                  <a:lnTo>
                    <a:pt x="220204" y="8529"/>
                  </a:lnTo>
                  <a:lnTo>
                    <a:pt x="215157" y="6928"/>
                  </a:lnTo>
                  <a:lnTo>
                    <a:pt x="210062" y="5488"/>
                  </a:lnTo>
                  <a:lnTo>
                    <a:pt x="204923" y="4210"/>
                  </a:lnTo>
                  <a:lnTo>
                    <a:pt x="167151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7280" y="5399291"/>
              <a:ext cx="37771" cy="167167"/>
            </a:xfrm>
            <a:custGeom>
              <a:avLst/>
              <a:pathLst>
                <a:path w="37771" h="167167">
                  <a:moveTo>
                    <a:pt x="37771" y="4323"/>
                  </a:moveTo>
                  <a:lnTo>
                    <a:pt x="31559" y="3006"/>
                  </a:lnTo>
                  <a:lnTo>
                    <a:pt x="25302" y="1926"/>
                  </a:lnTo>
                  <a:lnTo>
                    <a:pt x="19009" y="1084"/>
                  </a:lnTo>
                  <a:lnTo>
                    <a:pt x="12687" y="482"/>
                  </a:lnTo>
                  <a:lnTo>
                    <a:pt x="6348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89914" y="5369149"/>
              <a:ext cx="45761" cy="167167"/>
            </a:xfrm>
            <a:custGeom>
              <a:avLst/>
              <a:pathLst>
                <a:path w="45761" h="167167">
                  <a:moveTo>
                    <a:pt x="45761" y="0"/>
                  </a:moveTo>
                  <a:lnTo>
                    <a:pt x="39141" y="131"/>
                  </a:lnTo>
                  <a:lnTo>
                    <a:pt x="32531" y="524"/>
                  </a:lnTo>
                  <a:lnTo>
                    <a:pt x="25942" y="1178"/>
                  </a:lnTo>
                  <a:lnTo>
                    <a:pt x="19384" y="2094"/>
                  </a:lnTo>
                  <a:lnTo>
                    <a:pt x="12868" y="3268"/>
                  </a:lnTo>
                  <a:lnTo>
                    <a:pt x="6403" y="4699"/>
                  </a:lnTo>
                  <a:lnTo>
                    <a:pt x="0" y="6385"/>
                  </a:lnTo>
                  <a:lnTo>
                    <a:pt x="457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89914" y="5375535"/>
              <a:ext cx="45761" cy="160782"/>
            </a:xfrm>
            <a:custGeom>
              <a:avLst/>
              <a:pathLst>
                <a:path w="45761" h="160782">
                  <a:moveTo>
                    <a:pt x="0" y="0"/>
                  </a:moveTo>
                  <a:lnTo>
                    <a:pt x="45761" y="1607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89914" y="5375535"/>
              <a:ext cx="45761" cy="160782"/>
            </a:xfrm>
            <a:custGeom>
              <a:avLst/>
              <a:pathLst>
                <a:path w="45761" h="160782">
                  <a:moveTo>
                    <a:pt x="0" y="0"/>
                  </a:moveTo>
                  <a:lnTo>
                    <a:pt x="45761" y="1607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89914" y="5375535"/>
              <a:ext cx="45761" cy="160782"/>
            </a:xfrm>
            <a:custGeom>
              <a:avLst/>
              <a:pathLst>
                <a:path w="45761" h="160782">
                  <a:moveTo>
                    <a:pt x="0" y="0"/>
                  </a:moveTo>
                  <a:lnTo>
                    <a:pt x="45761" y="1607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89914" y="5375535"/>
              <a:ext cx="45761" cy="160782"/>
            </a:xfrm>
            <a:custGeom>
              <a:avLst/>
              <a:pathLst>
                <a:path w="45761" h="160782">
                  <a:moveTo>
                    <a:pt x="0" y="0"/>
                  </a:moveTo>
                  <a:lnTo>
                    <a:pt x="45761" y="1607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89914" y="5375535"/>
              <a:ext cx="45761" cy="160782"/>
            </a:xfrm>
            <a:custGeom>
              <a:avLst/>
              <a:pathLst>
                <a:path w="45761" h="160782">
                  <a:moveTo>
                    <a:pt x="0" y="0"/>
                  </a:moveTo>
                  <a:lnTo>
                    <a:pt x="45761" y="1607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68517" y="5375535"/>
              <a:ext cx="167158" cy="327808"/>
            </a:xfrm>
            <a:custGeom>
              <a:avLst/>
              <a:pathLst>
                <a:path w="167158" h="327808">
                  <a:moveTo>
                    <a:pt x="121397" y="0"/>
                  </a:moveTo>
                  <a:lnTo>
                    <a:pt x="116263" y="1550"/>
                  </a:lnTo>
                  <a:lnTo>
                    <a:pt x="111182" y="3265"/>
                  </a:lnTo>
                  <a:lnTo>
                    <a:pt x="106158" y="5141"/>
                  </a:lnTo>
                  <a:lnTo>
                    <a:pt x="101197" y="7178"/>
                  </a:lnTo>
                  <a:lnTo>
                    <a:pt x="96303" y="9373"/>
                  </a:lnTo>
                  <a:lnTo>
                    <a:pt x="91483" y="11724"/>
                  </a:lnTo>
                  <a:lnTo>
                    <a:pt x="86741" y="14228"/>
                  </a:lnTo>
                  <a:lnTo>
                    <a:pt x="82081" y="16883"/>
                  </a:lnTo>
                  <a:lnTo>
                    <a:pt x="77509" y="19686"/>
                  </a:lnTo>
                  <a:lnTo>
                    <a:pt x="73029" y="22634"/>
                  </a:lnTo>
                  <a:lnTo>
                    <a:pt x="68646" y="25725"/>
                  </a:lnTo>
                  <a:lnTo>
                    <a:pt x="64365" y="28954"/>
                  </a:lnTo>
                  <a:lnTo>
                    <a:pt x="60189" y="32319"/>
                  </a:lnTo>
                  <a:lnTo>
                    <a:pt x="56124" y="35817"/>
                  </a:lnTo>
                  <a:lnTo>
                    <a:pt x="52172" y="39442"/>
                  </a:lnTo>
                  <a:lnTo>
                    <a:pt x="48339" y="43193"/>
                  </a:lnTo>
                  <a:lnTo>
                    <a:pt x="44628" y="47065"/>
                  </a:lnTo>
                  <a:lnTo>
                    <a:pt x="41044" y="51054"/>
                  </a:lnTo>
                  <a:lnTo>
                    <a:pt x="37589" y="55156"/>
                  </a:lnTo>
                  <a:lnTo>
                    <a:pt x="34267" y="59366"/>
                  </a:lnTo>
                  <a:lnTo>
                    <a:pt x="31083" y="63681"/>
                  </a:lnTo>
                  <a:lnTo>
                    <a:pt x="28038" y="68096"/>
                  </a:lnTo>
                  <a:lnTo>
                    <a:pt x="25137" y="72607"/>
                  </a:lnTo>
                  <a:lnTo>
                    <a:pt x="22381" y="77208"/>
                  </a:lnTo>
                  <a:lnTo>
                    <a:pt x="19775" y="81895"/>
                  </a:lnTo>
                  <a:lnTo>
                    <a:pt x="17320" y="86663"/>
                  </a:lnTo>
                  <a:lnTo>
                    <a:pt x="15020" y="91507"/>
                  </a:lnTo>
                  <a:lnTo>
                    <a:pt x="12876" y="96423"/>
                  </a:lnTo>
                  <a:lnTo>
                    <a:pt x="10891" y="101405"/>
                  </a:lnTo>
                  <a:lnTo>
                    <a:pt x="9067" y="106448"/>
                  </a:lnTo>
                  <a:lnTo>
                    <a:pt x="7405" y="111547"/>
                  </a:lnTo>
                  <a:lnTo>
                    <a:pt x="5908" y="116697"/>
                  </a:lnTo>
                  <a:lnTo>
                    <a:pt x="4577" y="121892"/>
                  </a:lnTo>
                  <a:lnTo>
                    <a:pt x="3413" y="127127"/>
                  </a:lnTo>
                  <a:lnTo>
                    <a:pt x="2418" y="132397"/>
                  </a:lnTo>
                  <a:lnTo>
                    <a:pt x="1593" y="137696"/>
                  </a:lnTo>
                  <a:lnTo>
                    <a:pt x="937" y="143019"/>
                  </a:lnTo>
                  <a:lnTo>
                    <a:pt x="453" y="148360"/>
                  </a:lnTo>
                  <a:lnTo>
                    <a:pt x="140" y="153713"/>
                  </a:lnTo>
                  <a:lnTo>
                    <a:pt x="0" y="159074"/>
                  </a:lnTo>
                  <a:lnTo>
                    <a:pt x="31" y="164437"/>
                  </a:lnTo>
                  <a:lnTo>
                    <a:pt x="234" y="169796"/>
                  </a:lnTo>
                  <a:lnTo>
                    <a:pt x="609" y="175146"/>
                  </a:lnTo>
                  <a:lnTo>
                    <a:pt x="1156" y="180481"/>
                  </a:lnTo>
                  <a:lnTo>
                    <a:pt x="1873" y="185796"/>
                  </a:lnTo>
                  <a:lnTo>
                    <a:pt x="2760" y="191085"/>
                  </a:lnTo>
                  <a:lnTo>
                    <a:pt x="3817" y="196343"/>
                  </a:lnTo>
                  <a:lnTo>
                    <a:pt x="5042" y="201564"/>
                  </a:lnTo>
                  <a:lnTo>
                    <a:pt x="6433" y="206743"/>
                  </a:lnTo>
                  <a:lnTo>
                    <a:pt x="7990" y="211875"/>
                  </a:lnTo>
                  <a:lnTo>
                    <a:pt x="9711" y="216954"/>
                  </a:lnTo>
                  <a:lnTo>
                    <a:pt x="11594" y="221976"/>
                  </a:lnTo>
                  <a:lnTo>
                    <a:pt x="13637" y="226934"/>
                  </a:lnTo>
                  <a:lnTo>
                    <a:pt x="15838" y="231825"/>
                  </a:lnTo>
                  <a:lnTo>
                    <a:pt x="18195" y="236642"/>
                  </a:lnTo>
                  <a:lnTo>
                    <a:pt x="20705" y="241381"/>
                  </a:lnTo>
                  <a:lnTo>
                    <a:pt x="23366" y="246038"/>
                  </a:lnTo>
                  <a:lnTo>
                    <a:pt x="26174" y="250606"/>
                  </a:lnTo>
                  <a:lnTo>
                    <a:pt x="29128" y="255082"/>
                  </a:lnTo>
                  <a:lnTo>
                    <a:pt x="32224" y="259461"/>
                  </a:lnTo>
                  <a:lnTo>
                    <a:pt x="35459" y="263739"/>
                  </a:lnTo>
                  <a:lnTo>
                    <a:pt x="38829" y="267910"/>
                  </a:lnTo>
                  <a:lnTo>
                    <a:pt x="42332" y="271972"/>
                  </a:lnTo>
                  <a:lnTo>
                    <a:pt x="45962" y="275919"/>
                  </a:lnTo>
                  <a:lnTo>
                    <a:pt x="49718" y="279747"/>
                  </a:lnTo>
                  <a:lnTo>
                    <a:pt x="53595" y="283453"/>
                  </a:lnTo>
                  <a:lnTo>
                    <a:pt x="57588" y="287032"/>
                  </a:lnTo>
                  <a:lnTo>
                    <a:pt x="61694" y="290482"/>
                  </a:lnTo>
                  <a:lnTo>
                    <a:pt x="65909" y="293798"/>
                  </a:lnTo>
                  <a:lnTo>
                    <a:pt x="70228" y="296978"/>
                  </a:lnTo>
                  <a:lnTo>
                    <a:pt x="74646" y="300017"/>
                  </a:lnTo>
                  <a:lnTo>
                    <a:pt x="79160" y="302913"/>
                  </a:lnTo>
                  <a:lnTo>
                    <a:pt x="83765" y="305662"/>
                  </a:lnTo>
                  <a:lnTo>
                    <a:pt x="88455" y="308263"/>
                  </a:lnTo>
                  <a:lnTo>
                    <a:pt x="93226" y="310711"/>
                  </a:lnTo>
                  <a:lnTo>
                    <a:pt x="98073" y="313006"/>
                  </a:lnTo>
                  <a:lnTo>
                    <a:pt x="102992" y="315144"/>
                  </a:lnTo>
                  <a:lnTo>
                    <a:pt x="107976" y="317122"/>
                  </a:lnTo>
                  <a:lnTo>
                    <a:pt x="113022" y="318940"/>
                  </a:lnTo>
                  <a:lnTo>
                    <a:pt x="118123" y="320595"/>
                  </a:lnTo>
                  <a:lnTo>
                    <a:pt x="123274" y="322086"/>
                  </a:lnTo>
                  <a:lnTo>
                    <a:pt x="128471" y="323411"/>
                  </a:lnTo>
                  <a:lnTo>
                    <a:pt x="133708" y="324568"/>
                  </a:lnTo>
                  <a:lnTo>
                    <a:pt x="138979" y="325557"/>
                  </a:lnTo>
                  <a:lnTo>
                    <a:pt x="144279" y="326376"/>
                  </a:lnTo>
                  <a:lnTo>
                    <a:pt x="149602" y="327025"/>
                  </a:lnTo>
                  <a:lnTo>
                    <a:pt x="154944" y="327502"/>
                  </a:lnTo>
                  <a:lnTo>
                    <a:pt x="160298" y="327808"/>
                  </a:lnTo>
                  <a:lnTo>
                    <a:pt x="167158" y="1607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28816" y="5369149"/>
              <a:ext cx="174016" cy="334327"/>
            </a:xfrm>
            <a:custGeom>
              <a:avLst/>
              <a:pathLst>
                <a:path w="174016" h="334327">
                  <a:moveTo>
                    <a:pt x="0" y="334194"/>
                  </a:moveTo>
                  <a:lnTo>
                    <a:pt x="5318" y="334327"/>
                  </a:lnTo>
                  <a:lnTo>
                    <a:pt x="10638" y="334292"/>
                  </a:lnTo>
                  <a:lnTo>
                    <a:pt x="15954" y="334087"/>
                  </a:lnTo>
                  <a:lnTo>
                    <a:pt x="21261" y="333713"/>
                  </a:lnTo>
                  <a:lnTo>
                    <a:pt x="26553" y="333170"/>
                  </a:lnTo>
                  <a:lnTo>
                    <a:pt x="31826" y="332460"/>
                  </a:lnTo>
                  <a:lnTo>
                    <a:pt x="37073" y="331581"/>
                  </a:lnTo>
                  <a:lnTo>
                    <a:pt x="42290" y="330537"/>
                  </a:lnTo>
                  <a:lnTo>
                    <a:pt x="47470" y="329327"/>
                  </a:lnTo>
                  <a:lnTo>
                    <a:pt x="52610" y="327952"/>
                  </a:lnTo>
                  <a:lnTo>
                    <a:pt x="57703" y="326415"/>
                  </a:lnTo>
                  <a:lnTo>
                    <a:pt x="62745" y="324716"/>
                  </a:lnTo>
                  <a:lnTo>
                    <a:pt x="67730" y="322858"/>
                  </a:lnTo>
                  <a:lnTo>
                    <a:pt x="72653" y="320842"/>
                  </a:lnTo>
                  <a:lnTo>
                    <a:pt x="77510" y="318671"/>
                  </a:lnTo>
                  <a:lnTo>
                    <a:pt x="82295" y="316346"/>
                  </a:lnTo>
                  <a:lnTo>
                    <a:pt x="87004" y="313870"/>
                  </a:lnTo>
                  <a:lnTo>
                    <a:pt x="91632" y="311246"/>
                  </a:lnTo>
                  <a:lnTo>
                    <a:pt x="96173" y="308475"/>
                  </a:lnTo>
                  <a:lnTo>
                    <a:pt x="100625" y="305561"/>
                  </a:lnTo>
                  <a:lnTo>
                    <a:pt x="104981" y="302508"/>
                  </a:lnTo>
                  <a:lnTo>
                    <a:pt x="109238" y="299317"/>
                  </a:lnTo>
                  <a:lnTo>
                    <a:pt x="113391" y="295992"/>
                  </a:lnTo>
                  <a:lnTo>
                    <a:pt x="117437" y="292537"/>
                  </a:lnTo>
                  <a:lnTo>
                    <a:pt x="121370" y="288955"/>
                  </a:lnTo>
                  <a:lnTo>
                    <a:pt x="125188" y="285249"/>
                  </a:lnTo>
                  <a:lnTo>
                    <a:pt x="128885" y="281424"/>
                  </a:lnTo>
                  <a:lnTo>
                    <a:pt x="132459" y="277483"/>
                  </a:lnTo>
                  <a:lnTo>
                    <a:pt x="135906" y="273431"/>
                  </a:lnTo>
                  <a:lnTo>
                    <a:pt x="139222" y="269270"/>
                  </a:lnTo>
                  <a:lnTo>
                    <a:pt x="142404" y="265007"/>
                  </a:lnTo>
                  <a:lnTo>
                    <a:pt x="145449" y="260644"/>
                  </a:lnTo>
                  <a:lnTo>
                    <a:pt x="148353" y="256187"/>
                  </a:lnTo>
                  <a:lnTo>
                    <a:pt x="151114" y="251639"/>
                  </a:lnTo>
                  <a:lnTo>
                    <a:pt x="153729" y="247006"/>
                  </a:lnTo>
                  <a:lnTo>
                    <a:pt x="156195" y="242292"/>
                  </a:lnTo>
                  <a:lnTo>
                    <a:pt x="158510" y="237502"/>
                  </a:lnTo>
                  <a:lnTo>
                    <a:pt x="160672" y="232641"/>
                  </a:lnTo>
                  <a:lnTo>
                    <a:pt x="162677" y="227713"/>
                  </a:lnTo>
                  <a:lnTo>
                    <a:pt x="164525" y="222724"/>
                  </a:lnTo>
                  <a:lnTo>
                    <a:pt x="166213" y="217679"/>
                  </a:lnTo>
                  <a:lnTo>
                    <a:pt x="167740" y="212583"/>
                  </a:lnTo>
                  <a:lnTo>
                    <a:pt x="169103" y="207440"/>
                  </a:lnTo>
                  <a:lnTo>
                    <a:pt x="170303" y="202257"/>
                  </a:lnTo>
                  <a:lnTo>
                    <a:pt x="171337" y="197038"/>
                  </a:lnTo>
                  <a:lnTo>
                    <a:pt x="172204" y="191789"/>
                  </a:lnTo>
                  <a:lnTo>
                    <a:pt x="172904" y="186516"/>
                  </a:lnTo>
                  <a:lnTo>
                    <a:pt x="173435" y="181222"/>
                  </a:lnTo>
                  <a:lnTo>
                    <a:pt x="173798" y="175914"/>
                  </a:lnTo>
                  <a:lnTo>
                    <a:pt x="173992" y="170598"/>
                  </a:lnTo>
                  <a:lnTo>
                    <a:pt x="174016" y="165278"/>
                  </a:lnTo>
                  <a:lnTo>
                    <a:pt x="173872" y="159960"/>
                  </a:lnTo>
                  <a:lnTo>
                    <a:pt x="173558" y="154649"/>
                  </a:lnTo>
                  <a:lnTo>
                    <a:pt x="173075" y="149351"/>
                  </a:lnTo>
                  <a:lnTo>
                    <a:pt x="172424" y="144070"/>
                  </a:lnTo>
                  <a:lnTo>
                    <a:pt x="171605" y="138814"/>
                  </a:lnTo>
                  <a:lnTo>
                    <a:pt x="170619" y="133586"/>
                  </a:lnTo>
                  <a:lnTo>
                    <a:pt x="169468" y="128392"/>
                  </a:lnTo>
                  <a:lnTo>
                    <a:pt x="168152" y="123237"/>
                  </a:lnTo>
                  <a:lnTo>
                    <a:pt x="166672" y="118127"/>
                  </a:lnTo>
                  <a:lnTo>
                    <a:pt x="165031" y="113066"/>
                  </a:lnTo>
                  <a:lnTo>
                    <a:pt x="163229" y="108060"/>
                  </a:lnTo>
                  <a:lnTo>
                    <a:pt x="161269" y="103114"/>
                  </a:lnTo>
                  <a:lnTo>
                    <a:pt x="159153" y="98233"/>
                  </a:lnTo>
                  <a:lnTo>
                    <a:pt x="156882" y="93422"/>
                  </a:lnTo>
                  <a:lnTo>
                    <a:pt x="154459" y="88686"/>
                  </a:lnTo>
                  <a:lnTo>
                    <a:pt x="151887" y="84029"/>
                  </a:lnTo>
                  <a:lnTo>
                    <a:pt x="149168" y="79456"/>
                  </a:lnTo>
                  <a:lnTo>
                    <a:pt x="146305" y="74972"/>
                  </a:lnTo>
                  <a:lnTo>
                    <a:pt x="143301" y="70581"/>
                  </a:lnTo>
                  <a:lnTo>
                    <a:pt x="140158" y="66288"/>
                  </a:lnTo>
                  <a:lnTo>
                    <a:pt x="136881" y="62098"/>
                  </a:lnTo>
                  <a:lnTo>
                    <a:pt x="133471" y="58014"/>
                  </a:lnTo>
                  <a:lnTo>
                    <a:pt x="129934" y="54040"/>
                  </a:lnTo>
                  <a:lnTo>
                    <a:pt x="126272" y="50181"/>
                  </a:lnTo>
                  <a:lnTo>
                    <a:pt x="122489" y="46440"/>
                  </a:lnTo>
                  <a:lnTo>
                    <a:pt x="118588" y="42822"/>
                  </a:lnTo>
                  <a:lnTo>
                    <a:pt x="114575" y="39330"/>
                  </a:lnTo>
                  <a:lnTo>
                    <a:pt x="110453" y="35967"/>
                  </a:lnTo>
                  <a:lnTo>
                    <a:pt x="106225" y="32737"/>
                  </a:lnTo>
                  <a:lnTo>
                    <a:pt x="101897" y="29643"/>
                  </a:lnTo>
                  <a:lnTo>
                    <a:pt x="97473" y="26688"/>
                  </a:lnTo>
                  <a:lnTo>
                    <a:pt x="92957" y="23876"/>
                  </a:lnTo>
                  <a:lnTo>
                    <a:pt x="88354" y="21209"/>
                  </a:lnTo>
                  <a:lnTo>
                    <a:pt x="83668" y="18690"/>
                  </a:lnTo>
                  <a:lnTo>
                    <a:pt x="78904" y="16321"/>
                  </a:lnTo>
                  <a:lnTo>
                    <a:pt x="74068" y="14105"/>
                  </a:lnTo>
                  <a:lnTo>
                    <a:pt x="69163" y="12044"/>
                  </a:lnTo>
                  <a:lnTo>
                    <a:pt x="64195" y="10140"/>
                  </a:lnTo>
                  <a:lnTo>
                    <a:pt x="59169" y="8395"/>
                  </a:lnTo>
                  <a:lnTo>
                    <a:pt x="54091" y="6810"/>
                  </a:lnTo>
                  <a:lnTo>
                    <a:pt x="48964" y="5389"/>
                  </a:lnTo>
                  <a:lnTo>
                    <a:pt x="43795" y="4131"/>
                  </a:lnTo>
                  <a:lnTo>
                    <a:pt x="38588" y="3038"/>
                  </a:lnTo>
                  <a:lnTo>
                    <a:pt x="33349" y="2112"/>
                  </a:lnTo>
                  <a:lnTo>
                    <a:pt x="28084" y="1352"/>
                  </a:lnTo>
                  <a:lnTo>
                    <a:pt x="22796" y="761"/>
                  </a:lnTo>
                  <a:lnTo>
                    <a:pt x="17493" y="338"/>
                  </a:lnTo>
                  <a:lnTo>
                    <a:pt x="12179" y="84"/>
                  </a:lnTo>
                  <a:lnTo>
                    <a:pt x="6860" y="0"/>
                  </a:lnTo>
                  <a:lnTo>
                    <a:pt x="68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20964" y="5220472"/>
              <a:ext cx="12171" cy="167167"/>
            </a:xfrm>
            <a:custGeom>
              <a:avLst/>
              <a:pathLst>
                <a:path w="12171" h="167167">
                  <a:moveTo>
                    <a:pt x="12171" y="0"/>
                  </a:moveTo>
                  <a:lnTo>
                    <a:pt x="0" y="443"/>
                  </a:lnTo>
                  <a:lnTo>
                    <a:pt x="121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20964" y="5220915"/>
              <a:ext cx="12171" cy="166723"/>
            </a:xfrm>
            <a:custGeom>
              <a:avLst/>
              <a:pathLst>
                <a:path w="12171" h="166723">
                  <a:moveTo>
                    <a:pt x="0" y="0"/>
                  </a:moveTo>
                  <a:lnTo>
                    <a:pt x="12171" y="166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0964" y="5220915"/>
              <a:ext cx="12171" cy="166723"/>
            </a:xfrm>
            <a:custGeom>
              <a:avLst/>
              <a:pathLst>
                <a:path w="12171" h="166723">
                  <a:moveTo>
                    <a:pt x="0" y="0"/>
                  </a:moveTo>
                  <a:lnTo>
                    <a:pt x="12171" y="166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0964" y="5220915"/>
              <a:ext cx="12171" cy="166723"/>
            </a:xfrm>
            <a:custGeom>
              <a:avLst/>
              <a:pathLst>
                <a:path w="12171" h="166723">
                  <a:moveTo>
                    <a:pt x="0" y="0"/>
                  </a:moveTo>
                  <a:lnTo>
                    <a:pt x="12171" y="1667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0964" y="5220915"/>
              <a:ext cx="12171" cy="166723"/>
            </a:xfrm>
            <a:custGeom>
              <a:avLst/>
              <a:pathLst>
                <a:path w="12171" h="166723">
                  <a:moveTo>
                    <a:pt x="0" y="0"/>
                  </a:moveTo>
                  <a:lnTo>
                    <a:pt x="12171" y="1667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93301" y="5220915"/>
              <a:ext cx="139834" cy="166723"/>
            </a:xfrm>
            <a:custGeom>
              <a:avLst/>
              <a:pathLst>
                <a:path w="139834" h="166723">
                  <a:moveTo>
                    <a:pt x="127662" y="0"/>
                  </a:moveTo>
                  <a:lnTo>
                    <a:pt x="122204" y="488"/>
                  </a:lnTo>
                  <a:lnTo>
                    <a:pt x="116764" y="1155"/>
                  </a:lnTo>
                  <a:lnTo>
                    <a:pt x="111349" y="2000"/>
                  </a:lnTo>
                  <a:lnTo>
                    <a:pt x="105965" y="3023"/>
                  </a:lnTo>
                  <a:lnTo>
                    <a:pt x="100617" y="4221"/>
                  </a:lnTo>
                  <a:lnTo>
                    <a:pt x="95312" y="5594"/>
                  </a:lnTo>
                  <a:lnTo>
                    <a:pt x="90054" y="7140"/>
                  </a:lnTo>
                  <a:lnTo>
                    <a:pt x="84850" y="8857"/>
                  </a:lnTo>
                  <a:lnTo>
                    <a:pt x="79705" y="10744"/>
                  </a:lnTo>
                  <a:lnTo>
                    <a:pt x="74624" y="12799"/>
                  </a:lnTo>
                  <a:lnTo>
                    <a:pt x="69614" y="15019"/>
                  </a:lnTo>
                  <a:lnTo>
                    <a:pt x="64679" y="17402"/>
                  </a:lnTo>
                  <a:lnTo>
                    <a:pt x="59825" y="19946"/>
                  </a:lnTo>
                  <a:lnTo>
                    <a:pt x="55057" y="22648"/>
                  </a:lnTo>
                  <a:lnTo>
                    <a:pt x="50379" y="25504"/>
                  </a:lnTo>
                  <a:lnTo>
                    <a:pt x="45799" y="28512"/>
                  </a:lnTo>
                  <a:lnTo>
                    <a:pt x="41319" y="31669"/>
                  </a:lnTo>
                  <a:lnTo>
                    <a:pt x="36945" y="34970"/>
                  </a:lnTo>
                  <a:lnTo>
                    <a:pt x="32681" y="38414"/>
                  </a:lnTo>
                  <a:lnTo>
                    <a:pt x="28533" y="41995"/>
                  </a:lnTo>
                  <a:lnTo>
                    <a:pt x="24504" y="45710"/>
                  </a:lnTo>
                  <a:lnTo>
                    <a:pt x="20600" y="49556"/>
                  </a:lnTo>
                  <a:lnTo>
                    <a:pt x="16823" y="53527"/>
                  </a:lnTo>
                  <a:lnTo>
                    <a:pt x="13179" y="57620"/>
                  </a:lnTo>
                  <a:lnTo>
                    <a:pt x="9670" y="61830"/>
                  </a:lnTo>
                  <a:lnTo>
                    <a:pt x="6302" y="66153"/>
                  </a:lnTo>
                  <a:lnTo>
                    <a:pt x="3077" y="70584"/>
                  </a:lnTo>
                  <a:lnTo>
                    <a:pt x="0" y="75119"/>
                  </a:lnTo>
                  <a:lnTo>
                    <a:pt x="139834" y="166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65975" y="5220472"/>
              <a:ext cx="334311" cy="334333"/>
            </a:xfrm>
            <a:custGeom>
              <a:avLst/>
              <a:pathLst>
                <a:path w="334311" h="334333">
                  <a:moveTo>
                    <a:pt x="27325" y="75562"/>
                  </a:moveTo>
                  <a:lnTo>
                    <a:pt x="24493" y="80039"/>
                  </a:lnTo>
                  <a:lnTo>
                    <a:pt x="21804" y="84603"/>
                  </a:lnTo>
                  <a:lnTo>
                    <a:pt x="19261" y="89250"/>
                  </a:lnTo>
                  <a:lnTo>
                    <a:pt x="16866" y="93976"/>
                  </a:lnTo>
                  <a:lnTo>
                    <a:pt x="14623" y="98774"/>
                  </a:lnTo>
                  <a:lnTo>
                    <a:pt x="12532" y="103642"/>
                  </a:lnTo>
                  <a:lnTo>
                    <a:pt x="10597" y="108573"/>
                  </a:lnTo>
                  <a:lnTo>
                    <a:pt x="8819" y="113563"/>
                  </a:lnTo>
                  <a:lnTo>
                    <a:pt x="7200" y="118607"/>
                  </a:lnTo>
                  <a:lnTo>
                    <a:pt x="5742" y="123700"/>
                  </a:lnTo>
                  <a:lnTo>
                    <a:pt x="4446" y="128837"/>
                  </a:lnTo>
                  <a:lnTo>
                    <a:pt x="3313" y="134011"/>
                  </a:lnTo>
                  <a:lnTo>
                    <a:pt x="2345" y="139220"/>
                  </a:lnTo>
                  <a:lnTo>
                    <a:pt x="1542" y="144456"/>
                  </a:lnTo>
                  <a:lnTo>
                    <a:pt x="905" y="149715"/>
                  </a:lnTo>
                  <a:lnTo>
                    <a:pt x="436" y="154991"/>
                  </a:lnTo>
                  <a:lnTo>
                    <a:pt x="134" y="160280"/>
                  </a:lnTo>
                  <a:lnTo>
                    <a:pt x="0" y="165576"/>
                  </a:lnTo>
                  <a:lnTo>
                    <a:pt x="33" y="170873"/>
                  </a:lnTo>
                  <a:lnTo>
                    <a:pt x="234" y="176167"/>
                  </a:lnTo>
                  <a:lnTo>
                    <a:pt x="603" y="181451"/>
                  </a:lnTo>
                  <a:lnTo>
                    <a:pt x="1140" y="186722"/>
                  </a:lnTo>
                  <a:lnTo>
                    <a:pt x="1843" y="191972"/>
                  </a:lnTo>
                  <a:lnTo>
                    <a:pt x="2712" y="197198"/>
                  </a:lnTo>
                  <a:lnTo>
                    <a:pt x="3746" y="202393"/>
                  </a:lnTo>
                  <a:lnTo>
                    <a:pt x="4944" y="207554"/>
                  </a:lnTo>
                  <a:lnTo>
                    <a:pt x="6305" y="212673"/>
                  </a:lnTo>
                  <a:lnTo>
                    <a:pt x="7828" y="217747"/>
                  </a:lnTo>
                  <a:lnTo>
                    <a:pt x="9510" y="222770"/>
                  </a:lnTo>
                  <a:lnTo>
                    <a:pt x="11351" y="227737"/>
                  </a:lnTo>
                  <a:lnTo>
                    <a:pt x="13349" y="232644"/>
                  </a:lnTo>
                  <a:lnTo>
                    <a:pt x="15501" y="237484"/>
                  </a:lnTo>
                  <a:lnTo>
                    <a:pt x="17805" y="242254"/>
                  </a:lnTo>
                  <a:lnTo>
                    <a:pt x="20259" y="246949"/>
                  </a:lnTo>
                  <a:lnTo>
                    <a:pt x="22861" y="251564"/>
                  </a:lnTo>
                  <a:lnTo>
                    <a:pt x="25607" y="256093"/>
                  </a:lnTo>
                  <a:lnTo>
                    <a:pt x="28496" y="260534"/>
                  </a:lnTo>
                  <a:lnTo>
                    <a:pt x="31524" y="264881"/>
                  </a:lnTo>
                  <a:lnTo>
                    <a:pt x="34688" y="269129"/>
                  </a:lnTo>
                  <a:lnTo>
                    <a:pt x="37985" y="273275"/>
                  </a:lnTo>
                  <a:lnTo>
                    <a:pt x="41412" y="277315"/>
                  </a:lnTo>
                  <a:lnTo>
                    <a:pt x="44965" y="281244"/>
                  </a:lnTo>
                  <a:lnTo>
                    <a:pt x="48641" y="285059"/>
                  </a:lnTo>
                  <a:lnTo>
                    <a:pt x="52436" y="288755"/>
                  </a:lnTo>
                  <a:lnTo>
                    <a:pt x="56346" y="292329"/>
                  </a:lnTo>
                  <a:lnTo>
                    <a:pt x="60368" y="295777"/>
                  </a:lnTo>
                  <a:lnTo>
                    <a:pt x="64497" y="299096"/>
                  </a:lnTo>
                  <a:lnTo>
                    <a:pt x="68728" y="302283"/>
                  </a:lnTo>
                  <a:lnTo>
                    <a:pt x="73059" y="305334"/>
                  </a:lnTo>
                  <a:lnTo>
                    <a:pt x="77484" y="308246"/>
                  </a:lnTo>
                  <a:lnTo>
                    <a:pt x="81999" y="311017"/>
                  </a:lnTo>
                  <a:lnTo>
                    <a:pt x="86600" y="313643"/>
                  </a:lnTo>
                  <a:lnTo>
                    <a:pt x="91282" y="316122"/>
                  </a:lnTo>
                  <a:lnTo>
                    <a:pt x="96039" y="318451"/>
                  </a:lnTo>
                  <a:lnTo>
                    <a:pt x="100869" y="320629"/>
                  </a:lnTo>
                  <a:lnTo>
                    <a:pt x="105764" y="322652"/>
                  </a:lnTo>
                  <a:lnTo>
                    <a:pt x="110722" y="324519"/>
                  </a:lnTo>
                  <a:lnTo>
                    <a:pt x="115736" y="326228"/>
                  </a:lnTo>
                  <a:lnTo>
                    <a:pt x="120802" y="327778"/>
                  </a:lnTo>
                  <a:lnTo>
                    <a:pt x="125914" y="329166"/>
                  </a:lnTo>
                  <a:lnTo>
                    <a:pt x="131068" y="330392"/>
                  </a:lnTo>
                  <a:lnTo>
                    <a:pt x="136257" y="331453"/>
                  </a:lnTo>
                  <a:lnTo>
                    <a:pt x="141478" y="332350"/>
                  </a:lnTo>
                  <a:lnTo>
                    <a:pt x="146725" y="333081"/>
                  </a:lnTo>
                  <a:lnTo>
                    <a:pt x="151993" y="333645"/>
                  </a:lnTo>
                  <a:lnTo>
                    <a:pt x="157275" y="334042"/>
                  </a:lnTo>
                  <a:lnTo>
                    <a:pt x="162568" y="334271"/>
                  </a:lnTo>
                  <a:lnTo>
                    <a:pt x="167865" y="334333"/>
                  </a:lnTo>
                  <a:lnTo>
                    <a:pt x="173161" y="334227"/>
                  </a:lnTo>
                  <a:lnTo>
                    <a:pt x="178451" y="333953"/>
                  </a:lnTo>
                  <a:lnTo>
                    <a:pt x="183730" y="333511"/>
                  </a:lnTo>
                  <a:lnTo>
                    <a:pt x="188993" y="332902"/>
                  </a:lnTo>
                  <a:lnTo>
                    <a:pt x="194233" y="332127"/>
                  </a:lnTo>
                  <a:lnTo>
                    <a:pt x="199446" y="331187"/>
                  </a:lnTo>
                  <a:lnTo>
                    <a:pt x="204627" y="330081"/>
                  </a:lnTo>
                  <a:lnTo>
                    <a:pt x="209770" y="328812"/>
                  </a:lnTo>
                  <a:lnTo>
                    <a:pt x="214871" y="327381"/>
                  </a:lnTo>
                  <a:lnTo>
                    <a:pt x="219923" y="325789"/>
                  </a:lnTo>
                  <a:lnTo>
                    <a:pt x="224923" y="324037"/>
                  </a:lnTo>
                  <a:lnTo>
                    <a:pt x="229864" y="322128"/>
                  </a:lnTo>
                  <a:lnTo>
                    <a:pt x="234743" y="320064"/>
                  </a:lnTo>
                  <a:lnTo>
                    <a:pt x="239553" y="317846"/>
                  </a:lnTo>
                  <a:lnTo>
                    <a:pt x="244291" y="315476"/>
                  </a:lnTo>
                  <a:lnTo>
                    <a:pt x="248952" y="312958"/>
                  </a:lnTo>
                  <a:lnTo>
                    <a:pt x="253530" y="310293"/>
                  </a:lnTo>
                  <a:lnTo>
                    <a:pt x="258022" y="307484"/>
                  </a:lnTo>
                  <a:lnTo>
                    <a:pt x="262422" y="304535"/>
                  </a:lnTo>
                  <a:lnTo>
                    <a:pt x="266727" y="301447"/>
                  </a:lnTo>
                  <a:lnTo>
                    <a:pt x="270932" y="298225"/>
                  </a:lnTo>
                  <a:lnTo>
                    <a:pt x="275032" y="294871"/>
                  </a:lnTo>
                  <a:lnTo>
                    <a:pt x="279024" y="291389"/>
                  </a:lnTo>
                  <a:lnTo>
                    <a:pt x="282904" y="287782"/>
                  </a:lnTo>
                  <a:lnTo>
                    <a:pt x="286668" y="284054"/>
                  </a:lnTo>
                  <a:lnTo>
                    <a:pt x="290311" y="280209"/>
                  </a:lnTo>
                  <a:lnTo>
                    <a:pt x="293831" y="276250"/>
                  </a:lnTo>
                  <a:lnTo>
                    <a:pt x="297224" y="272182"/>
                  </a:lnTo>
                  <a:lnTo>
                    <a:pt x="300486" y="268008"/>
                  </a:lnTo>
                  <a:lnTo>
                    <a:pt x="303614" y="263733"/>
                  </a:lnTo>
                  <a:lnTo>
                    <a:pt x="306606" y="259361"/>
                  </a:lnTo>
                  <a:lnTo>
                    <a:pt x="309457" y="254896"/>
                  </a:lnTo>
                  <a:lnTo>
                    <a:pt x="312165" y="250343"/>
                  </a:lnTo>
                  <a:lnTo>
                    <a:pt x="314728" y="245707"/>
                  </a:lnTo>
                  <a:lnTo>
                    <a:pt x="317142" y="240992"/>
                  </a:lnTo>
                  <a:lnTo>
                    <a:pt x="319406" y="236202"/>
                  </a:lnTo>
                  <a:lnTo>
                    <a:pt x="321517" y="231344"/>
                  </a:lnTo>
                  <a:lnTo>
                    <a:pt x="323473" y="226421"/>
                  </a:lnTo>
                  <a:lnTo>
                    <a:pt x="325272" y="221438"/>
                  </a:lnTo>
                  <a:lnTo>
                    <a:pt x="326912" y="216401"/>
                  </a:lnTo>
                  <a:lnTo>
                    <a:pt x="328392" y="211314"/>
                  </a:lnTo>
                  <a:lnTo>
                    <a:pt x="329710" y="206183"/>
                  </a:lnTo>
                  <a:lnTo>
                    <a:pt x="330865" y="201013"/>
                  </a:lnTo>
                  <a:lnTo>
                    <a:pt x="331855" y="195809"/>
                  </a:lnTo>
                  <a:lnTo>
                    <a:pt x="332680" y="190577"/>
                  </a:lnTo>
                  <a:lnTo>
                    <a:pt x="333338" y="185320"/>
                  </a:lnTo>
                  <a:lnTo>
                    <a:pt x="333830" y="180046"/>
                  </a:lnTo>
                  <a:lnTo>
                    <a:pt x="334154" y="174758"/>
                  </a:lnTo>
                  <a:lnTo>
                    <a:pt x="334311" y="169463"/>
                  </a:lnTo>
                  <a:lnTo>
                    <a:pt x="334300" y="164166"/>
                  </a:lnTo>
                  <a:lnTo>
                    <a:pt x="334121" y="158871"/>
                  </a:lnTo>
                  <a:lnTo>
                    <a:pt x="333774" y="153585"/>
                  </a:lnTo>
                  <a:lnTo>
                    <a:pt x="333260" y="148313"/>
                  </a:lnTo>
                  <a:lnTo>
                    <a:pt x="332579" y="143059"/>
                  </a:lnTo>
                  <a:lnTo>
                    <a:pt x="331732" y="137830"/>
                  </a:lnTo>
                  <a:lnTo>
                    <a:pt x="330720" y="132630"/>
                  </a:lnTo>
                  <a:lnTo>
                    <a:pt x="329544" y="127465"/>
                  </a:lnTo>
                  <a:lnTo>
                    <a:pt x="328204" y="122340"/>
                  </a:lnTo>
                  <a:lnTo>
                    <a:pt x="326703" y="117260"/>
                  </a:lnTo>
                  <a:lnTo>
                    <a:pt x="325042" y="112229"/>
                  </a:lnTo>
                  <a:lnTo>
                    <a:pt x="323222" y="107254"/>
                  </a:lnTo>
                  <a:lnTo>
                    <a:pt x="321245" y="102340"/>
                  </a:lnTo>
                  <a:lnTo>
                    <a:pt x="319114" y="97490"/>
                  </a:lnTo>
                  <a:lnTo>
                    <a:pt x="316829" y="92710"/>
                  </a:lnTo>
                  <a:lnTo>
                    <a:pt x="314395" y="88005"/>
                  </a:lnTo>
                  <a:lnTo>
                    <a:pt x="311813" y="83380"/>
                  </a:lnTo>
                  <a:lnTo>
                    <a:pt x="309085" y="78838"/>
                  </a:lnTo>
                  <a:lnTo>
                    <a:pt x="306215" y="74386"/>
                  </a:lnTo>
                  <a:lnTo>
                    <a:pt x="303206" y="70026"/>
                  </a:lnTo>
                  <a:lnTo>
                    <a:pt x="300060" y="65764"/>
                  </a:lnTo>
                  <a:lnTo>
                    <a:pt x="296780" y="61604"/>
                  </a:lnTo>
                  <a:lnTo>
                    <a:pt x="293370" y="57550"/>
                  </a:lnTo>
                  <a:lnTo>
                    <a:pt x="289833" y="53606"/>
                  </a:lnTo>
                  <a:lnTo>
                    <a:pt x="286174" y="49776"/>
                  </a:lnTo>
                  <a:lnTo>
                    <a:pt x="282394" y="46064"/>
                  </a:lnTo>
                  <a:lnTo>
                    <a:pt x="278499" y="42474"/>
                  </a:lnTo>
                  <a:lnTo>
                    <a:pt x="274492" y="39009"/>
                  </a:lnTo>
                  <a:lnTo>
                    <a:pt x="270378" y="35672"/>
                  </a:lnTo>
                  <a:lnTo>
                    <a:pt x="266160" y="32468"/>
                  </a:lnTo>
                  <a:lnTo>
                    <a:pt x="261842" y="29398"/>
                  </a:lnTo>
                  <a:lnTo>
                    <a:pt x="257429" y="26467"/>
                  </a:lnTo>
                  <a:lnTo>
                    <a:pt x="252926" y="23678"/>
                  </a:lnTo>
                  <a:lnTo>
                    <a:pt x="248336" y="21032"/>
                  </a:lnTo>
                  <a:lnTo>
                    <a:pt x="243665" y="18534"/>
                  </a:lnTo>
                  <a:lnTo>
                    <a:pt x="238917" y="16184"/>
                  </a:lnTo>
                  <a:lnTo>
                    <a:pt x="234097" y="13986"/>
                  </a:lnTo>
                  <a:lnTo>
                    <a:pt x="229210" y="11942"/>
                  </a:lnTo>
                  <a:lnTo>
                    <a:pt x="224260" y="10054"/>
                  </a:lnTo>
                  <a:lnTo>
                    <a:pt x="219254" y="8324"/>
                  </a:lnTo>
                  <a:lnTo>
                    <a:pt x="214194" y="6753"/>
                  </a:lnTo>
                  <a:lnTo>
                    <a:pt x="209088" y="5343"/>
                  </a:lnTo>
                  <a:lnTo>
                    <a:pt x="203939" y="4096"/>
                  </a:lnTo>
                  <a:lnTo>
                    <a:pt x="198754" y="3012"/>
                  </a:lnTo>
                  <a:lnTo>
                    <a:pt x="193537" y="2094"/>
                  </a:lnTo>
                  <a:lnTo>
                    <a:pt x="188293" y="1341"/>
                  </a:lnTo>
                  <a:lnTo>
                    <a:pt x="183028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56622" y="4961274"/>
              <a:ext cx="26217" cy="167167"/>
            </a:xfrm>
            <a:custGeom>
              <a:avLst/>
              <a:pathLst>
                <a:path w="26217" h="167167">
                  <a:moveTo>
                    <a:pt x="26217" y="0"/>
                  </a:moveTo>
                  <a:lnTo>
                    <a:pt x="19637" y="129"/>
                  </a:lnTo>
                  <a:lnTo>
                    <a:pt x="13068" y="517"/>
                  </a:lnTo>
                  <a:lnTo>
                    <a:pt x="6518" y="1164"/>
                  </a:lnTo>
                  <a:lnTo>
                    <a:pt x="0" y="2068"/>
                  </a:lnTo>
                  <a:lnTo>
                    <a:pt x="262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56622" y="4963342"/>
              <a:ext cx="26217" cy="165098"/>
            </a:xfrm>
            <a:custGeom>
              <a:avLst/>
              <a:pathLst>
                <a:path w="26217" h="165098">
                  <a:moveTo>
                    <a:pt x="0" y="0"/>
                  </a:moveTo>
                  <a:lnTo>
                    <a:pt x="26217" y="165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6622" y="4963342"/>
              <a:ext cx="26217" cy="165098"/>
            </a:xfrm>
            <a:custGeom>
              <a:avLst/>
              <a:pathLst>
                <a:path w="26217" h="165098">
                  <a:moveTo>
                    <a:pt x="0" y="0"/>
                  </a:moveTo>
                  <a:lnTo>
                    <a:pt x="26217" y="165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6622" y="4963342"/>
              <a:ext cx="26217" cy="165098"/>
            </a:xfrm>
            <a:custGeom>
              <a:avLst/>
              <a:pathLst>
                <a:path w="26217" h="165098">
                  <a:moveTo>
                    <a:pt x="0" y="0"/>
                  </a:moveTo>
                  <a:lnTo>
                    <a:pt x="26217" y="165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5686" y="4963342"/>
              <a:ext cx="167154" cy="199474"/>
            </a:xfrm>
            <a:custGeom>
              <a:avLst/>
              <a:pathLst>
                <a:path w="167154" h="199474">
                  <a:moveTo>
                    <a:pt x="140936" y="0"/>
                  </a:moveTo>
                  <a:lnTo>
                    <a:pt x="135600" y="936"/>
                  </a:lnTo>
                  <a:lnTo>
                    <a:pt x="130297" y="2044"/>
                  </a:lnTo>
                  <a:lnTo>
                    <a:pt x="125033" y="3324"/>
                  </a:lnTo>
                  <a:lnTo>
                    <a:pt x="119813" y="4774"/>
                  </a:lnTo>
                  <a:lnTo>
                    <a:pt x="114643" y="6392"/>
                  </a:lnTo>
                  <a:lnTo>
                    <a:pt x="109528" y="8177"/>
                  </a:lnTo>
                  <a:lnTo>
                    <a:pt x="104474" y="10127"/>
                  </a:lnTo>
                  <a:lnTo>
                    <a:pt x="99485" y="12239"/>
                  </a:lnTo>
                  <a:lnTo>
                    <a:pt x="94568" y="14512"/>
                  </a:lnTo>
                  <a:lnTo>
                    <a:pt x="89726" y="16943"/>
                  </a:lnTo>
                  <a:lnTo>
                    <a:pt x="84966" y="19530"/>
                  </a:lnTo>
                  <a:lnTo>
                    <a:pt x="80293" y="22269"/>
                  </a:lnTo>
                  <a:lnTo>
                    <a:pt x="75710" y="25159"/>
                  </a:lnTo>
                  <a:lnTo>
                    <a:pt x="71224" y="28195"/>
                  </a:lnTo>
                  <a:lnTo>
                    <a:pt x="66838" y="31375"/>
                  </a:lnTo>
                  <a:lnTo>
                    <a:pt x="62558" y="34696"/>
                  </a:lnTo>
                  <a:lnTo>
                    <a:pt x="58387" y="38154"/>
                  </a:lnTo>
                  <a:lnTo>
                    <a:pt x="54331" y="41745"/>
                  </a:lnTo>
                  <a:lnTo>
                    <a:pt x="50393" y="45465"/>
                  </a:lnTo>
                  <a:lnTo>
                    <a:pt x="46578" y="49312"/>
                  </a:lnTo>
                  <a:lnTo>
                    <a:pt x="42890" y="53279"/>
                  </a:lnTo>
                  <a:lnTo>
                    <a:pt x="39332" y="57365"/>
                  </a:lnTo>
                  <a:lnTo>
                    <a:pt x="35908" y="61563"/>
                  </a:lnTo>
                  <a:lnTo>
                    <a:pt x="32622" y="65870"/>
                  </a:lnTo>
                  <a:lnTo>
                    <a:pt x="29477" y="70281"/>
                  </a:lnTo>
                  <a:lnTo>
                    <a:pt x="26477" y="74792"/>
                  </a:lnTo>
                  <a:lnTo>
                    <a:pt x="23625" y="79398"/>
                  </a:lnTo>
                  <a:lnTo>
                    <a:pt x="20923" y="84094"/>
                  </a:lnTo>
                  <a:lnTo>
                    <a:pt x="18375" y="88875"/>
                  </a:lnTo>
                  <a:lnTo>
                    <a:pt x="15984" y="93735"/>
                  </a:lnTo>
                  <a:lnTo>
                    <a:pt x="13751" y="98671"/>
                  </a:lnTo>
                  <a:lnTo>
                    <a:pt x="11679" y="103677"/>
                  </a:lnTo>
                  <a:lnTo>
                    <a:pt x="9770" y="108747"/>
                  </a:lnTo>
                  <a:lnTo>
                    <a:pt x="8027" y="113876"/>
                  </a:lnTo>
                  <a:lnTo>
                    <a:pt x="6451" y="119059"/>
                  </a:lnTo>
                  <a:lnTo>
                    <a:pt x="5043" y="124291"/>
                  </a:lnTo>
                  <a:lnTo>
                    <a:pt x="3806" y="129565"/>
                  </a:lnTo>
                  <a:lnTo>
                    <a:pt x="2741" y="134877"/>
                  </a:lnTo>
                  <a:lnTo>
                    <a:pt x="1848" y="140220"/>
                  </a:lnTo>
                  <a:lnTo>
                    <a:pt x="1128" y="145589"/>
                  </a:lnTo>
                  <a:lnTo>
                    <a:pt x="583" y="150979"/>
                  </a:lnTo>
                  <a:lnTo>
                    <a:pt x="213" y="156384"/>
                  </a:lnTo>
                  <a:lnTo>
                    <a:pt x="19" y="161798"/>
                  </a:lnTo>
                  <a:lnTo>
                    <a:pt x="0" y="167215"/>
                  </a:lnTo>
                  <a:lnTo>
                    <a:pt x="156" y="172630"/>
                  </a:lnTo>
                  <a:lnTo>
                    <a:pt x="488" y="178038"/>
                  </a:lnTo>
                  <a:lnTo>
                    <a:pt x="994" y="183431"/>
                  </a:lnTo>
                  <a:lnTo>
                    <a:pt x="1676" y="188806"/>
                  </a:lnTo>
                  <a:lnTo>
                    <a:pt x="2531" y="194155"/>
                  </a:lnTo>
                  <a:lnTo>
                    <a:pt x="3559" y="199474"/>
                  </a:lnTo>
                  <a:lnTo>
                    <a:pt x="167154" y="165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919245" y="4961274"/>
              <a:ext cx="330741" cy="334334"/>
            </a:xfrm>
            <a:custGeom>
              <a:avLst/>
              <a:pathLst>
                <a:path w="330741" h="334334">
                  <a:moveTo>
                    <a:pt x="0" y="201543"/>
                  </a:moveTo>
                  <a:lnTo>
                    <a:pt x="1172" y="206715"/>
                  </a:lnTo>
                  <a:lnTo>
                    <a:pt x="2509" y="211848"/>
                  </a:lnTo>
                  <a:lnTo>
                    <a:pt x="4007" y="216935"/>
                  </a:lnTo>
                  <a:lnTo>
                    <a:pt x="5666" y="221972"/>
                  </a:lnTo>
                  <a:lnTo>
                    <a:pt x="7484" y="226955"/>
                  </a:lnTo>
                  <a:lnTo>
                    <a:pt x="9459" y="231877"/>
                  </a:lnTo>
                  <a:lnTo>
                    <a:pt x="11590" y="236734"/>
                  </a:lnTo>
                  <a:lnTo>
                    <a:pt x="13873" y="241521"/>
                  </a:lnTo>
                  <a:lnTo>
                    <a:pt x="16307" y="246233"/>
                  </a:lnTo>
                  <a:lnTo>
                    <a:pt x="18889" y="250865"/>
                  </a:lnTo>
                  <a:lnTo>
                    <a:pt x="21617" y="255413"/>
                  </a:lnTo>
                  <a:lnTo>
                    <a:pt x="24488" y="259873"/>
                  </a:lnTo>
                  <a:lnTo>
                    <a:pt x="27499" y="264239"/>
                  </a:lnTo>
                  <a:lnTo>
                    <a:pt x="30646" y="268507"/>
                  </a:lnTo>
                  <a:lnTo>
                    <a:pt x="33928" y="272673"/>
                  </a:lnTo>
                  <a:lnTo>
                    <a:pt x="37340" y="276734"/>
                  </a:lnTo>
                  <a:lnTo>
                    <a:pt x="40879" y="280683"/>
                  </a:lnTo>
                  <a:lnTo>
                    <a:pt x="44542" y="284519"/>
                  </a:lnTo>
                  <a:lnTo>
                    <a:pt x="48325" y="288237"/>
                  </a:lnTo>
                  <a:lnTo>
                    <a:pt x="52223" y="291832"/>
                  </a:lnTo>
                  <a:lnTo>
                    <a:pt x="56234" y="295302"/>
                  </a:lnTo>
                  <a:lnTo>
                    <a:pt x="60353" y="298644"/>
                  </a:lnTo>
                  <a:lnTo>
                    <a:pt x="64575" y="301852"/>
                  </a:lnTo>
                  <a:lnTo>
                    <a:pt x="68898" y="304926"/>
                  </a:lnTo>
                  <a:lnTo>
                    <a:pt x="73315" y="307860"/>
                  </a:lnTo>
                  <a:lnTo>
                    <a:pt x="77824" y="310653"/>
                  </a:lnTo>
                  <a:lnTo>
                    <a:pt x="82419" y="313302"/>
                  </a:lnTo>
                  <a:lnTo>
                    <a:pt x="87095" y="315804"/>
                  </a:lnTo>
                  <a:lnTo>
                    <a:pt x="91849" y="318155"/>
                  </a:lnTo>
                  <a:lnTo>
                    <a:pt x="96674" y="320355"/>
                  </a:lnTo>
                  <a:lnTo>
                    <a:pt x="101567" y="322401"/>
                  </a:lnTo>
                  <a:lnTo>
                    <a:pt x="106523" y="324291"/>
                  </a:lnTo>
                  <a:lnTo>
                    <a:pt x="111536" y="326022"/>
                  </a:lnTo>
                  <a:lnTo>
                    <a:pt x="116601" y="327593"/>
                  </a:lnTo>
                  <a:lnTo>
                    <a:pt x="121714" y="329003"/>
                  </a:lnTo>
                  <a:lnTo>
                    <a:pt x="126869" y="330250"/>
                  </a:lnTo>
                  <a:lnTo>
                    <a:pt x="132061" y="331333"/>
                  </a:lnTo>
                  <a:lnTo>
                    <a:pt x="137284" y="332251"/>
                  </a:lnTo>
                  <a:lnTo>
                    <a:pt x="142534" y="333003"/>
                  </a:lnTo>
                  <a:lnTo>
                    <a:pt x="147806" y="333587"/>
                  </a:lnTo>
                  <a:lnTo>
                    <a:pt x="153093" y="334004"/>
                  </a:lnTo>
                  <a:lnTo>
                    <a:pt x="158390" y="334253"/>
                  </a:lnTo>
                  <a:lnTo>
                    <a:pt x="163693" y="334334"/>
                  </a:lnTo>
                  <a:lnTo>
                    <a:pt x="168996" y="334247"/>
                  </a:lnTo>
                  <a:lnTo>
                    <a:pt x="174294" y="333992"/>
                  </a:lnTo>
                  <a:lnTo>
                    <a:pt x="179580" y="333568"/>
                  </a:lnTo>
                  <a:lnTo>
                    <a:pt x="184851" y="332977"/>
                  </a:lnTo>
                  <a:lnTo>
                    <a:pt x="190100" y="332220"/>
                  </a:lnTo>
                  <a:lnTo>
                    <a:pt x="195322" y="331296"/>
                  </a:lnTo>
                  <a:lnTo>
                    <a:pt x="200513" y="330207"/>
                  </a:lnTo>
                  <a:lnTo>
                    <a:pt x="205666" y="328954"/>
                  </a:lnTo>
                  <a:lnTo>
                    <a:pt x="210777" y="327538"/>
                  </a:lnTo>
                  <a:lnTo>
                    <a:pt x="215841" y="325960"/>
                  </a:lnTo>
                  <a:lnTo>
                    <a:pt x="220852" y="324223"/>
                  </a:lnTo>
                  <a:lnTo>
                    <a:pt x="225805" y="322327"/>
                  </a:lnTo>
                  <a:lnTo>
                    <a:pt x="230696" y="320276"/>
                  </a:lnTo>
                  <a:lnTo>
                    <a:pt x="235519" y="318070"/>
                  </a:lnTo>
                  <a:lnTo>
                    <a:pt x="240269" y="315713"/>
                  </a:lnTo>
                  <a:lnTo>
                    <a:pt x="244943" y="313206"/>
                  </a:lnTo>
                  <a:lnTo>
                    <a:pt x="249535" y="310552"/>
                  </a:lnTo>
                  <a:lnTo>
                    <a:pt x="254040" y="307753"/>
                  </a:lnTo>
                  <a:lnTo>
                    <a:pt x="258454" y="304813"/>
                  </a:lnTo>
                  <a:lnTo>
                    <a:pt x="262773" y="301735"/>
                  </a:lnTo>
                  <a:lnTo>
                    <a:pt x="266992" y="298521"/>
                  </a:lnTo>
                  <a:lnTo>
                    <a:pt x="271106" y="295175"/>
                  </a:lnTo>
                  <a:lnTo>
                    <a:pt x="275113" y="291700"/>
                  </a:lnTo>
                  <a:lnTo>
                    <a:pt x="279007" y="288100"/>
                  </a:lnTo>
                  <a:lnTo>
                    <a:pt x="282785" y="284378"/>
                  </a:lnTo>
                  <a:lnTo>
                    <a:pt x="286444" y="280538"/>
                  </a:lnTo>
                  <a:lnTo>
                    <a:pt x="289978" y="276584"/>
                  </a:lnTo>
                  <a:lnTo>
                    <a:pt x="293385" y="272520"/>
                  </a:lnTo>
                  <a:lnTo>
                    <a:pt x="296662" y="268349"/>
                  </a:lnTo>
                  <a:lnTo>
                    <a:pt x="299805" y="264077"/>
                  </a:lnTo>
                  <a:lnTo>
                    <a:pt x="302810" y="259708"/>
                  </a:lnTo>
                  <a:lnTo>
                    <a:pt x="305676" y="255245"/>
                  </a:lnTo>
                  <a:lnTo>
                    <a:pt x="308399" y="250693"/>
                  </a:lnTo>
                  <a:lnTo>
                    <a:pt x="310975" y="246058"/>
                  </a:lnTo>
                  <a:lnTo>
                    <a:pt x="313404" y="241343"/>
                  </a:lnTo>
                  <a:lnTo>
                    <a:pt x="315681" y="236553"/>
                  </a:lnTo>
                  <a:lnTo>
                    <a:pt x="317806" y="231694"/>
                  </a:lnTo>
                  <a:lnTo>
                    <a:pt x="319775" y="226770"/>
                  </a:lnTo>
                  <a:lnTo>
                    <a:pt x="321587" y="221785"/>
                  </a:lnTo>
                  <a:lnTo>
                    <a:pt x="323240" y="216746"/>
                  </a:lnTo>
                  <a:lnTo>
                    <a:pt x="324733" y="211657"/>
                  </a:lnTo>
                  <a:lnTo>
                    <a:pt x="326063" y="206523"/>
                  </a:lnTo>
                  <a:lnTo>
                    <a:pt x="327230" y="201349"/>
                  </a:lnTo>
                  <a:lnTo>
                    <a:pt x="328232" y="196141"/>
                  </a:lnTo>
                  <a:lnTo>
                    <a:pt x="329068" y="190904"/>
                  </a:lnTo>
                  <a:lnTo>
                    <a:pt x="329738" y="185643"/>
                  </a:lnTo>
                  <a:lnTo>
                    <a:pt x="330240" y="180363"/>
                  </a:lnTo>
                  <a:lnTo>
                    <a:pt x="330575" y="175070"/>
                  </a:lnTo>
                  <a:lnTo>
                    <a:pt x="330741" y="169769"/>
                  </a:lnTo>
                  <a:lnTo>
                    <a:pt x="330740" y="164466"/>
                  </a:lnTo>
                  <a:lnTo>
                    <a:pt x="330570" y="159165"/>
                  </a:lnTo>
                  <a:lnTo>
                    <a:pt x="330232" y="153872"/>
                  </a:lnTo>
                  <a:lnTo>
                    <a:pt x="329727" y="148593"/>
                  </a:lnTo>
                  <a:lnTo>
                    <a:pt x="329054" y="143332"/>
                  </a:lnTo>
                  <a:lnTo>
                    <a:pt x="328214" y="138095"/>
                  </a:lnTo>
                  <a:lnTo>
                    <a:pt x="327209" y="132888"/>
                  </a:lnTo>
                  <a:lnTo>
                    <a:pt x="326040" y="127715"/>
                  </a:lnTo>
                  <a:lnTo>
                    <a:pt x="324706" y="122582"/>
                  </a:lnTo>
                  <a:lnTo>
                    <a:pt x="323211" y="117493"/>
                  </a:lnTo>
                  <a:lnTo>
                    <a:pt x="321555" y="112455"/>
                  </a:lnTo>
                  <a:lnTo>
                    <a:pt x="319740" y="107472"/>
                  </a:lnTo>
                  <a:lnTo>
                    <a:pt x="317768" y="102548"/>
                  </a:lnTo>
                  <a:lnTo>
                    <a:pt x="315640" y="97690"/>
                  </a:lnTo>
                  <a:lnTo>
                    <a:pt x="313360" y="92902"/>
                  </a:lnTo>
                  <a:lnTo>
                    <a:pt x="310928" y="88189"/>
                  </a:lnTo>
                  <a:lnTo>
                    <a:pt x="308349" y="83555"/>
                  </a:lnTo>
                  <a:lnTo>
                    <a:pt x="305624" y="79005"/>
                  </a:lnTo>
                  <a:lnTo>
                    <a:pt x="302756" y="74544"/>
                  </a:lnTo>
                  <a:lnTo>
                    <a:pt x="299747" y="70176"/>
                  </a:lnTo>
                  <a:lnTo>
                    <a:pt x="296602" y="65906"/>
                  </a:lnTo>
                  <a:lnTo>
                    <a:pt x="293323" y="61737"/>
                  </a:lnTo>
                  <a:lnTo>
                    <a:pt x="289913" y="57675"/>
                  </a:lnTo>
                  <a:lnTo>
                    <a:pt x="286376" y="53723"/>
                  </a:lnTo>
                  <a:lnTo>
                    <a:pt x="282716" y="49885"/>
                  </a:lnTo>
                  <a:lnTo>
                    <a:pt x="278936" y="46166"/>
                  </a:lnTo>
                  <a:lnTo>
                    <a:pt x="275039" y="42568"/>
                  </a:lnTo>
                  <a:lnTo>
                    <a:pt x="271031" y="39095"/>
                  </a:lnTo>
                  <a:lnTo>
                    <a:pt x="266914" y="35751"/>
                  </a:lnTo>
                  <a:lnTo>
                    <a:pt x="262693" y="32540"/>
                  </a:lnTo>
                  <a:lnTo>
                    <a:pt x="258373" y="29464"/>
                  </a:lnTo>
                  <a:lnTo>
                    <a:pt x="253957" y="26527"/>
                  </a:lnTo>
                  <a:lnTo>
                    <a:pt x="249450" y="23731"/>
                  </a:lnTo>
                  <a:lnTo>
                    <a:pt x="244857" y="21080"/>
                  </a:lnTo>
                  <a:lnTo>
                    <a:pt x="240181" y="18576"/>
                  </a:lnTo>
                  <a:lnTo>
                    <a:pt x="235429" y="16221"/>
                  </a:lnTo>
                  <a:lnTo>
                    <a:pt x="230605" y="14018"/>
                  </a:lnTo>
                  <a:lnTo>
                    <a:pt x="225713" y="11970"/>
                  </a:lnTo>
                  <a:lnTo>
                    <a:pt x="220759" y="10077"/>
                  </a:lnTo>
                  <a:lnTo>
                    <a:pt x="215747" y="8343"/>
                  </a:lnTo>
                  <a:lnTo>
                    <a:pt x="210682" y="6768"/>
                  </a:lnTo>
                  <a:lnTo>
                    <a:pt x="205570" y="5355"/>
                  </a:lnTo>
                  <a:lnTo>
                    <a:pt x="200416" y="4105"/>
                  </a:lnTo>
                  <a:lnTo>
                    <a:pt x="195225" y="3019"/>
                  </a:lnTo>
                  <a:lnTo>
                    <a:pt x="190002" y="2099"/>
                  </a:lnTo>
                  <a:lnTo>
                    <a:pt x="184752" y="1344"/>
                  </a:lnTo>
                  <a:lnTo>
                    <a:pt x="179482" y="756"/>
                  </a:lnTo>
                  <a:lnTo>
                    <a:pt x="174195" y="336"/>
                  </a:lnTo>
                  <a:lnTo>
                    <a:pt x="168897" y="84"/>
                  </a:lnTo>
                  <a:lnTo>
                    <a:pt x="163594" y="0"/>
                  </a:lnTo>
                  <a:lnTo>
                    <a:pt x="1635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5546" y="4605529"/>
              <a:ext cx="75000" cy="167167"/>
            </a:xfrm>
            <a:custGeom>
              <a:avLst/>
              <a:pathLst>
                <a:path w="75000" h="167167">
                  <a:moveTo>
                    <a:pt x="75000" y="0"/>
                  </a:moveTo>
                  <a:lnTo>
                    <a:pt x="69018" y="107"/>
                  </a:lnTo>
                  <a:lnTo>
                    <a:pt x="63044" y="428"/>
                  </a:lnTo>
                  <a:lnTo>
                    <a:pt x="57086" y="962"/>
                  </a:lnTo>
                  <a:lnTo>
                    <a:pt x="51150" y="1710"/>
                  </a:lnTo>
                  <a:lnTo>
                    <a:pt x="45245" y="2669"/>
                  </a:lnTo>
                  <a:lnTo>
                    <a:pt x="39378" y="3839"/>
                  </a:lnTo>
                  <a:lnTo>
                    <a:pt x="33557" y="5218"/>
                  </a:lnTo>
                  <a:lnTo>
                    <a:pt x="27789" y="6805"/>
                  </a:lnTo>
                  <a:lnTo>
                    <a:pt x="22081" y="8597"/>
                  </a:lnTo>
                  <a:lnTo>
                    <a:pt x="16441" y="10592"/>
                  </a:lnTo>
                  <a:lnTo>
                    <a:pt x="10876" y="12787"/>
                  </a:lnTo>
                  <a:lnTo>
                    <a:pt x="5393" y="15180"/>
                  </a:lnTo>
                  <a:lnTo>
                    <a:pt x="0" y="17768"/>
                  </a:lnTo>
                  <a:lnTo>
                    <a:pt x="750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5546" y="4623298"/>
              <a:ext cx="75000" cy="149398"/>
            </a:xfrm>
            <a:custGeom>
              <a:avLst/>
              <a:pathLst>
                <a:path w="75000" h="149398">
                  <a:moveTo>
                    <a:pt x="0" y="0"/>
                  </a:moveTo>
                  <a:lnTo>
                    <a:pt x="75000" y="149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85546" y="4623298"/>
              <a:ext cx="75000" cy="149398"/>
            </a:xfrm>
            <a:custGeom>
              <a:avLst/>
              <a:pathLst>
                <a:path w="75000" h="149398">
                  <a:moveTo>
                    <a:pt x="0" y="0"/>
                  </a:moveTo>
                  <a:lnTo>
                    <a:pt x="75000" y="149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93387" y="4623298"/>
              <a:ext cx="279012" cy="316565"/>
            </a:xfrm>
            <a:custGeom>
              <a:avLst/>
              <a:pathLst>
                <a:path w="279012" h="316565">
                  <a:moveTo>
                    <a:pt x="92159" y="0"/>
                  </a:moveTo>
                  <a:lnTo>
                    <a:pt x="87437" y="2465"/>
                  </a:lnTo>
                  <a:lnTo>
                    <a:pt x="82797" y="5079"/>
                  </a:lnTo>
                  <a:lnTo>
                    <a:pt x="78242" y="7840"/>
                  </a:lnTo>
                  <a:lnTo>
                    <a:pt x="73778" y="10744"/>
                  </a:lnTo>
                  <a:lnTo>
                    <a:pt x="69408" y="13790"/>
                  </a:lnTo>
                  <a:lnTo>
                    <a:pt x="65137" y="16973"/>
                  </a:lnTo>
                  <a:lnTo>
                    <a:pt x="60970" y="20290"/>
                  </a:lnTo>
                  <a:lnTo>
                    <a:pt x="56911" y="23738"/>
                  </a:lnTo>
                  <a:lnTo>
                    <a:pt x="52964" y="27314"/>
                  </a:lnTo>
                  <a:lnTo>
                    <a:pt x="49133" y="31014"/>
                  </a:lnTo>
                  <a:lnTo>
                    <a:pt x="45421" y="34835"/>
                  </a:lnTo>
                  <a:lnTo>
                    <a:pt x="41833" y="38771"/>
                  </a:lnTo>
                  <a:lnTo>
                    <a:pt x="38372" y="42820"/>
                  </a:lnTo>
                  <a:lnTo>
                    <a:pt x="35042" y="46977"/>
                  </a:lnTo>
                  <a:lnTo>
                    <a:pt x="31847" y="51238"/>
                  </a:lnTo>
                  <a:lnTo>
                    <a:pt x="28788" y="55598"/>
                  </a:lnTo>
                  <a:lnTo>
                    <a:pt x="25870" y="60054"/>
                  </a:lnTo>
                  <a:lnTo>
                    <a:pt x="23096" y="64600"/>
                  </a:lnTo>
                  <a:lnTo>
                    <a:pt x="20467" y="69233"/>
                  </a:lnTo>
                  <a:lnTo>
                    <a:pt x="17988" y="73947"/>
                  </a:lnTo>
                  <a:lnTo>
                    <a:pt x="15660" y="78737"/>
                  </a:lnTo>
                  <a:lnTo>
                    <a:pt x="13486" y="83600"/>
                  </a:lnTo>
                  <a:lnTo>
                    <a:pt x="11467" y="88529"/>
                  </a:lnTo>
                  <a:lnTo>
                    <a:pt x="9607" y="93520"/>
                  </a:lnTo>
                  <a:lnTo>
                    <a:pt x="7907" y="98567"/>
                  </a:lnTo>
                  <a:lnTo>
                    <a:pt x="6369" y="103666"/>
                  </a:lnTo>
                  <a:lnTo>
                    <a:pt x="4993" y="108812"/>
                  </a:lnTo>
                  <a:lnTo>
                    <a:pt x="3783" y="113999"/>
                  </a:lnTo>
                  <a:lnTo>
                    <a:pt x="2738" y="119222"/>
                  </a:lnTo>
                  <a:lnTo>
                    <a:pt x="1860" y="124475"/>
                  </a:lnTo>
                  <a:lnTo>
                    <a:pt x="1150" y="129754"/>
                  </a:lnTo>
                  <a:lnTo>
                    <a:pt x="608" y="135052"/>
                  </a:lnTo>
                  <a:lnTo>
                    <a:pt x="236" y="140365"/>
                  </a:lnTo>
                  <a:lnTo>
                    <a:pt x="33" y="145688"/>
                  </a:lnTo>
                  <a:lnTo>
                    <a:pt x="0" y="151014"/>
                  </a:lnTo>
                  <a:lnTo>
                    <a:pt x="136" y="156338"/>
                  </a:lnTo>
                  <a:lnTo>
                    <a:pt x="442" y="161656"/>
                  </a:lnTo>
                  <a:lnTo>
                    <a:pt x="917" y="166961"/>
                  </a:lnTo>
                  <a:lnTo>
                    <a:pt x="1561" y="172248"/>
                  </a:lnTo>
                  <a:lnTo>
                    <a:pt x="2373" y="177512"/>
                  </a:lnTo>
                  <a:lnTo>
                    <a:pt x="3352" y="182747"/>
                  </a:lnTo>
                  <a:lnTo>
                    <a:pt x="4498" y="187949"/>
                  </a:lnTo>
                  <a:lnTo>
                    <a:pt x="5808" y="193111"/>
                  </a:lnTo>
                  <a:lnTo>
                    <a:pt x="7283" y="198229"/>
                  </a:lnTo>
                  <a:lnTo>
                    <a:pt x="8920" y="203298"/>
                  </a:lnTo>
                  <a:lnTo>
                    <a:pt x="10717" y="208312"/>
                  </a:lnTo>
                  <a:lnTo>
                    <a:pt x="12673" y="213266"/>
                  </a:lnTo>
                  <a:lnTo>
                    <a:pt x="14786" y="218155"/>
                  </a:lnTo>
                  <a:lnTo>
                    <a:pt x="17054" y="222974"/>
                  </a:lnTo>
                  <a:lnTo>
                    <a:pt x="19474" y="227719"/>
                  </a:lnTo>
                  <a:lnTo>
                    <a:pt x="22044" y="232384"/>
                  </a:lnTo>
                  <a:lnTo>
                    <a:pt x="24762" y="236965"/>
                  </a:lnTo>
                  <a:lnTo>
                    <a:pt x="27624" y="241457"/>
                  </a:lnTo>
                  <a:lnTo>
                    <a:pt x="30627" y="245855"/>
                  </a:lnTo>
                  <a:lnTo>
                    <a:pt x="33770" y="250156"/>
                  </a:lnTo>
                  <a:lnTo>
                    <a:pt x="37047" y="254354"/>
                  </a:lnTo>
                  <a:lnTo>
                    <a:pt x="40457" y="258446"/>
                  </a:lnTo>
                  <a:lnTo>
                    <a:pt x="43995" y="262427"/>
                  </a:lnTo>
                  <a:lnTo>
                    <a:pt x="47659" y="266293"/>
                  </a:lnTo>
                  <a:lnTo>
                    <a:pt x="51443" y="270041"/>
                  </a:lnTo>
                  <a:lnTo>
                    <a:pt x="55345" y="273666"/>
                  </a:lnTo>
                  <a:lnTo>
                    <a:pt x="59361" y="277165"/>
                  </a:lnTo>
                  <a:lnTo>
                    <a:pt x="63486" y="280535"/>
                  </a:lnTo>
                  <a:lnTo>
                    <a:pt x="67716" y="283771"/>
                  </a:lnTo>
                  <a:lnTo>
                    <a:pt x="72048" y="286871"/>
                  </a:lnTo>
                  <a:lnTo>
                    <a:pt x="76475" y="289831"/>
                  </a:lnTo>
                  <a:lnTo>
                    <a:pt x="80995" y="292649"/>
                  </a:lnTo>
                  <a:lnTo>
                    <a:pt x="85603" y="295321"/>
                  </a:lnTo>
                  <a:lnTo>
                    <a:pt x="90293" y="297845"/>
                  </a:lnTo>
                  <a:lnTo>
                    <a:pt x="95061" y="300218"/>
                  </a:lnTo>
                  <a:lnTo>
                    <a:pt x="99902" y="302439"/>
                  </a:lnTo>
                  <a:lnTo>
                    <a:pt x="104812" y="304504"/>
                  </a:lnTo>
                  <a:lnTo>
                    <a:pt x="109785" y="306411"/>
                  </a:lnTo>
                  <a:lnTo>
                    <a:pt x="114816" y="308159"/>
                  </a:lnTo>
                  <a:lnTo>
                    <a:pt x="119901" y="309746"/>
                  </a:lnTo>
                  <a:lnTo>
                    <a:pt x="125033" y="311170"/>
                  </a:lnTo>
                  <a:lnTo>
                    <a:pt x="130208" y="312430"/>
                  </a:lnTo>
                  <a:lnTo>
                    <a:pt x="135420" y="313525"/>
                  </a:lnTo>
                  <a:lnTo>
                    <a:pt x="140665" y="314453"/>
                  </a:lnTo>
                  <a:lnTo>
                    <a:pt x="145937" y="315213"/>
                  </a:lnTo>
                  <a:lnTo>
                    <a:pt x="151230" y="315805"/>
                  </a:lnTo>
                  <a:lnTo>
                    <a:pt x="156540" y="316228"/>
                  </a:lnTo>
                  <a:lnTo>
                    <a:pt x="161860" y="316481"/>
                  </a:lnTo>
                  <a:lnTo>
                    <a:pt x="167185" y="316565"/>
                  </a:lnTo>
                  <a:lnTo>
                    <a:pt x="172511" y="316480"/>
                  </a:lnTo>
                  <a:lnTo>
                    <a:pt x="177831" y="316224"/>
                  </a:lnTo>
                  <a:lnTo>
                    <a:pt x="183140" y="315800"/>
                  </a:lnTo>
                  <a:lnTo>
                    <a:pt x="188433" y="315206"/>
                  </a:lnTo>
                  <a:lnTo>
                    <a:pt x="193705" y="314444"/>
                  </a:lnTo>
                  <a:lnTo>
                    <a:pt x="198949" y="313515"/>
                  </a:lnTo>
                  <a:lnTo>
                    <a:pt x="204162" y="312419"/>
                  </a:lnTo>
                  <a:lnTo>
                    <a:pt x="209336" y="311157"/>
                  </a:lnTo>
                  <a:lnTo>
                    <a:pt x="214468" y="309731"/>
                  </a:lnTo>
                  <a:lnTo>
                    <a:pt x="219552" y="308143"/>
                  </a:lnTo>
                  <a:lnTo>
                    <a:pt x="224583" y="306393"/>
                  </a:lnTo>
                  <a:lnTo>
                    <a:pt x="229555" y="304484"/>
                  </a:lnTo>
                  <a:lnTo>
                    <a:pt x="234464" y="302418"/>
                  </a:lnTo>
                  <a:lnTo>
                    <a:pt x="239305" y="300196"/>
                  </a:lnTo>
                  <a:lnTo>
                    <a:pt x="244072" y="297821"/>
                  </a:lnTo>
                  <a:lnTo>
                    <a:pt x="248761" y="295295"/>
                  </a:lnTo>
                  <a:lnTo>
                    <a:pt x="253368" y="292622"/>
                  </a:lnTo>
                  <a:lnTo>
                    <a:pt x="257887" y="289803"/>
                  </a:lnTo>
                  <a:lnTo>
                    <a:pt x="262314" y="286841"/>
                  </a:lnTo>
                  <a:lnTo>
                    <a:pt x="266644" y="283740"/>
                  </a:lnTo>
                  <a:lnTo>
                    <a:pt x="270873" y="280502"/>
                  </a:lnTo>
                  <a:lnTo>
                    <a:pt x="274997" y="277132"/>
                  </a:lnTo>
                  <a:lnTo>
                    <a:pt x="279012" y="273631"/>
                  </a:lnTo>
                  <a:lnTo>
                    <a:pt x="167159" y="1493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60546" y="4605529"/>
              <a:ext cx="167166" cy="291400"/>
            </a:xfrm>
            <a:custGeom>
              <a:avLst/>
              <a:pathLst>
                <a:path w="167166" h="291400">
                  <a:moveTo>
                    <a:pt x="111852" y="291400"/>
                  </a:moveTo>
                  <a:lnTo>
                    <a:pt x="115784" y="287745"/>
                  </a:lnTo>
                  <a:lnTo>
                    <a:pt x="119596" y="283965"/>
                  </a:lnTo>
                  <a:lnTo>
                    <a:pt x="123284" y="280064"/>
                  </a:lnTo>
                  <a:lnTo>
                    <a:pt x="126846" y="276048"/>
                  </a:lnTo>
                  <a:lnTo>
                    <a:pt x="130276" y="271919"/>
                  </a:lnTo>
                  <a:lnTo>
                    <a:pt x="133573" y="267682"/>
                  </a:lnTo>
                  <a:lnTo>
                    <a:pt x="136731" y="263341"/>
                  </a:lnTo>
                  <a:lnTo>
                    <a:pt x="139749" y="258901"/>
                  </a:lnTo>
                  <a:lnTo>
                    <a:pt x="142622" y="254366"/>
                  </a:lnTo>
                  <a:lnTo>
                    <a:pt x="145348" y="249742"/>
                  </a:lnTo>
                  <a:lnTo>
                    <a:pt x="147925" y="245032"/>
                  </a:lnTo>
                  <a:lnTo>
                    <a:pt x="150349" y="240243"/>
                  </a:lnTo>
                  <a:lnTo>
                    <a:pt x="152618" y="235377"/>
                  </a:lnTo>
                  <a:lnTo>
                    <a:pt x="154729" y="230442"/>
                  </a:lnTo>
                  <a:lnTo>
                    <a:pt x="156681" y="225441"/>
                  </a:lnTo>
                  <a:lnTo>
                    <a:pt x="158471" y="220380"/>
                  </a:lnTo>
                  <a:lnTo>
                    <a:pt x="160098" y="215264"/>
                  </a:lnTo>
                  <a:lnTo>
                    <a:pt x="161560" y="210099"/>
                  </a:lnTo>
                  <a:lnTo>
                    <a:pt x="162855" y="204889"/>
                  </a:lnTo>
                  <a:lnTo>
                    <a:pt x="163982" y="199641"/>
                  </a:lnTo>
                  <a:lnTo>
                    <a:pt x="164941" y="194358"/>
                  </a:lnTo>
                  <a:lnTo>
                    <a:pt x="165729" y="189048"/>
                  </a:lnTo>
                  <a:lnTo>
                    <a:pt x="166346" y="183716"/>
                  </a:lnTo>
                  <a:lnTo>
                    <a:pt x="166791" y="178366"/>
                  </a:lnTo>
                  <a:lnTo>
                    <a:pt x="167065" y="173005"/>
                  </a:lnTo>
                  <a:lnTo>
                    <a:pt x="167166" y="167637"/>
                  </a:lnTo>
                  <a:lnTo>
                    <a:pt x="167095" y="162270"/>
                  </a:lnTo>
                  <a:lnTo>
                    <a:pt x="166852" y="156907"/>
                  </a:lnTo>
                  <a:lnTo>
                    <a:pt x="166436" y="151555"/>
                  </a:lnTo>
                  <a:lnTo>
                    <a:pt x="165849" y="146219"/>
                  </a:lnTo>
                  <a:lnTo>
                    <a:pt x="165091" y="140904"/>
                  </a:lnTo>
                  <a:lnTo>
                    <a:pt x="164163" y="135617"/>
                  </a:lnTo>
                  <a:lnTo>
                    <a:pt x="163065" y="130362"/>
                  </a:lnTo>
                  <a:lnTo>
                    <a:pt x="161799" y="125145"/>
                  </a:lnTo>
                  <a:lnTo>
                    <a:pt x="160366" y="119971"/>
                  </a:lnTo>
                  <a:lnTo>
                    <a:pt x="158768" y="114847"/>
                  </a:lnTo>
                  <a:lnTo>
                    <a:pt x="157006" y="109776"/>
                  </a:lnTo>
                  <a:lnTo>
                    <a:pt x="155083" y="104764"/>
                  </a:lnTo>
                  <a:lnTo>
                    <a:pt x="152999" y="99816"/>
                  </a:lnTo>
                  <a:lnTo>
                    <a:pt x="150758" y="94939"/>
                  </a:lnTo>
                  <a:lnTo>
                    <a:pt x="148361" y="90135"/>
                  </a:lnTo>
                  <a:lnTo>
                    <a:pt x="145811" y="85411"/>
                  </a:lnTo>
                  <a:lnTo>
                    <a:pt x="143111" y="80771"/>
                  </a:lnTo>
                  <a:lnTo>
                    <a:pt x="140263" y="76221"/>
                  </a:lnTo>
                  <a:lnTo>
                    <a:pt x="137270" y="71764"/>
                  </a:lnTo>
                  <a:lnTo>
                    <a:pt x="134136" y="67406"/>
                  </a:lnTo>
                  <a:lnTo>
                    <a:pt x="130864" y="63150"/>
                  </a:lnTo>
                  <a:lnTo>
                    <a:pt x="127456" y="59002"/>
                  </a:lnTo>
                  <a:lnTo>
                    <a:pt x="123918" y="54965"/>
                  </a:lnTo>
                  <a:lnTo>
                    <a:pt x="120251" y="51044"/>
                  </a:lnTo>
                  <a:lnTo>
                    <a:pt x="116460" y="47243"/>
                  </a:lnTo>
                  <a:lnTo>
                    <a:pt x="112550" y="43565"/>
                  </a:lnTo>
                  <a:lnTo>
                    <a:pt x="108523" y="40015"/>
                  </a:lnTo>
                  <a:lnTo>
                    <a:pt x="104384" y="36596"/>
                  </a:lnTo>
                  <a:lnTo>
                    <a:pt x="100138" y="33312"/>
                  </a:lnTo>
                  <a:lnTo>
                    <a:pt x="95788" y="30165"/>
                  </a:lnTo>
                  <a:lnTo>
                    <a:pt x="91340" y="27160"/>
                  </a:lnTo>
                  <a:lnTo>
                    <a:pt x="86797" y="24300"/>
                  </a:lnTo>
                  <a:lnTo>
                    <a:pt x="82165" y="21586"/>
                  </a:lnTo>
                  <a:lnTo>
                    <a:pt x="77448" y="19023"/>
                  </a:lnTo>
                  <a:lnTo>
                    <a:pt x="72652" y="16613"/>
                  </a:lnTo>
                  <a:lnTo>
                    <a:pt x="67780" y="14357"/>
                  </a:lnTo>
                  <a:lnTo>
                    <a:pt x="62839" y="12260"/>
                  </a:lnTo>
                  <a:lnTo>
                    <a:pt x="57832" y="10322"/>
                  </a:lnTo>
                  <a:lnTo>
                    <a:pt x="52766" y="8546"/>
                  </a:lnTo>
                  <a:lnTo>
                    <a:pt x="47646" y="6933"/>
                  </a:lnTo>
                  <a:lnTo>
                    <a:pt x="42477" y="5486"/>
                  </a:lnTo>
                  <a:lnTo>
                    <a:pt x="37263" y="4206"/>
                  </a:lnTo>
                  <a:lnTo>
                    <a:pt x="32012" y="3093"/>
                  </a:lnTo>
                  <a:lnTo>
                    <a:pt x="26727" y="2150"/>
                  </a:lnTo>
                  <a:lnTo>
                    <a:pt x="21414" y="1377"/>
                  </a:lnTo>
                  <a:lnTo>
                    <a:pt x="16080" y="775"/>
                  </a:lnTo>
                  <a:lnTo>
                    <a:pt x="10729" y="344"/>
                  </a:lnTo>
                  <a:lnTo>
                    <a:pt x="536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2308" y="4172415"/>
              <a:ext cx="93584" cy="167167"/>
            </a:xfrm>
            <a:custGeom>
              <a:avLst/>
              <a:pathLst>
                <a:path w="93584" h="167167">
                  <a:moveTo>
                    <a:pt x="93584" y="0"/>
                  </a:moveTo>
                  <a:lnTo>
                    <a:pt x="87742" y="102"/>
                  </a:lnTo>
                  <a:lnTo>
                    <a:pt x="81908" y="408"/>
                  </a:lnTo>
                  <a:lnTo>
                    <a:pt x="76088" y="918"/>
                  </a:lnTo>
                  <a:lnTo>
                    <a:pt x="70289" y="1631"/>
                  </a:lnTo>
                  <a:lnTo>
                    <a:pt x="64519" y="2546"/>
                  </a:lnTo>
                  <a:lnTo>
                    <a:pt x="58784" y="3662"/>
                  </a:lnTo>
                  <a:lnTo>
                    <a:pt x="53092" y="4978"/>
                  </a:lnTo>
                  <a:lnTo>
                    <a:pt x="47449" y="6492"/>
                  </a:lnTo>
                  <a:lnTo>
                    <a:pt x="41862" y="8202"/>
                  </a:lnTo>
                  <a:lnTo>
                    <a:pt x="36339" y="10107"/>
                  </a:lnTo>
                  <a:lnTo>
                    <a:pt x="30886" y="12203"/>
                  </a:lnTo>
                  <a:lnTo>
                    <a:pt x="25509" y="14489"/>
                  </a:lnTo>
                  <a:lnTo>
                    <a:pt x="20215" y="16961"/>
                  </a:lnTo>
                  <a:lnTo>
                    <a:pt x="15011" y="19616"/>
                  </a:lnTo>
                  <a:lnTo>
                    <a:pt x="9903" y="22452"/>
                  </a:lnTo>
                  <a:lnTo>
                    <a:pt x="4897" y="25465"/>
                  </a:lnTo>
                  <a:lnTo>
                    <a:pt x="0" y="28650"/>
                  </a:lnTo>
                  <a:lnTo>
                    <a:pt x="9358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652308" y="4201066"/>
              <a:ext cx="93584" cy="138516"/>
            </a:xfrm>
            <a:custGeom>
              <a:avLst/>
              <a:pathLst>
                <a:path w="93584" h="138516">
                  <a:moveTo>
                    <a:pt x="0" y="0"/>
                  </a:moveTo>
                  <a:lnTo>
                    <a:pt x="93584" y="1385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78729" y="4201066"/>
              <a:ext cx="334327" cy="305677"/>
            </a:xfrm>
            <a:custGeom>
              <a:avLst/>
              <a:pathLst>
                <a:path w="334327" h="305677">
                  <a:moveTo>
                    <a:pt x="73578" y="0"/>
                  </a:moveTo>
                  <a:lnTo>
                    <a:pt x="69231" y="3038"/>
                  </a:lnTo>
                  <a:lnTo>
                    <a:pt x="64983" y="6213"/>
                  </a:lnTo>
                  <a:lnTo>
                    <a:pt x="60837" y="9521"/>
                  </a:lnTo>
                  <a:lnTo>
                    <a:pt x="56799" y="12959"/>
                  </a:lnTo>
                  <a:lnTo>
                    <a:pt x="52871" y="16523"/>
                  </a:lnTo>
                  <a:lnTo>
                    <a:pt x="49059" y="20210"/>
                  </a:lnTo>
                  <a:lnTo>
                    <a:pt x="45365" y="24016"/>
                  </a:lnTo>
                  <a:lnTo>
                    <a:pt x="41794" y="27938"/>
                  </a:lnTo>
                  <a:lnTo>
                    <a:pt x="38349" y="31970"/>
                  </a:lnTo>
                  <a:lnTo>
                    <a:pt x="35034" y="36110"/>
                  </a:lnTo>
                  <a:lnTo>
                    <a:pt x="31852" y="40353"/>
                  </a:lnTo>
                  <a:lnTo>
                    <a:pt x="28806" y="44695"/>
                  </a:lnTo>
                  <a:lnTo>
                    <a:pt x="25900" y="49132"/>
                  </a:lnTo>
                  <a:lnTo>
                    <a:pt x="23135" y="53658"/>
                  </a:lnTo>
                  <a:lnTo>
                    <a:pt x="20516" y="58270"/>
                  </a:lnTo>
                  <a:lnTo>
                    <a:pt x="18044" y="62962"/>
                  </a:lnTo>
                  <a:lnTo>
                    <a:pt x="15722" y="67731"/>
                  </a:lnTo>
                  <a:lnTo>
                    <a:pt x="13553" y="72570"/>
                  </a:lnTo>
                  <a:lnTo>
                    <a:pt x="11538" y="77476"/>
                  </a:lnTo>
                  <a:lnTo>
                    <a:pt x="9680" y="82444"/>
                  </a:lnTo>
                  <a:lnTo>
                    <a:pt x="7981" y="87468"/>
                  </a:lnTo>
                  <a:lnTo>
                    <a:pt x="6441" y="92543"/>
                  </a:lnTo>
                  <a:lnTo>
                    <a:pt x="5064" y="97665"/>
                  </a:lnTo>
                  <a:lnTo>
                    <a:pt x="3849" y="102828"/>
                  </a:lnTo>
                  <a:lnTo>
                    <a:pt x="2799" y="108027"/>
                  </a:lnTo>
                  <a:lnTo>
                    <a:pt x="1915" y="113256"/>
                  </a:lnTo>
                  <a:lnTo>
                    <a:pt x="1197" y="118511"/>
                  </a:lnTo>
                  <a:lnTo>
                    <a:pt x="646" y="123786"/>
                  </a:lnTo>
                  <a:lnTo>
                    <a:pt x="262" y="129076"/>
                  </a:lnTo>
                  <a:lnTo>
                    <a:pt x="47" y="134375"/>
                  </a:lnTo>
                  <a:lnTo>
                    <a:pt x="0" y="139679"/>
                  </a:lnTo>
                  <a:lnTo>
                    <a:pt x="121" y="144981"/>
                  </a:lnTo>
                  <a:lnTo>
                    <a:pt x="410" y="150277"/>
                  </a:lnTo>
                  <a:lnTo>
                    <a:pt x="867" y="155561"/>
                  </a:lnTo>
                  <a:lnTo>
                    <a:pt x="1491" y="160828"/>
                  </a:lnTo>
                  <a:lnTo>
                    <a:pt x="2282" y="166072"/>
                  </a:lnTo>
                  <a:lnTo>
                    <a:pt x="3239" y="171289"/>
                  </a:lnTo>
                  <a:lnTo>
                    <a:pt x="4362" y="176472"/>
                  </a:lnTo>
                  <a:lnTo>
                    <a:pt x="5648" y="181618"/>
                  </a:lnTo>
                  <a:lnTo>
                    <a:pt x="7096" y="186720"/>
                  </a:lnTo>
                  <a:lnTo>
                    <a:pt x="8706" y="191773"/>
                  </a:lnTo>
                  <a:lnTo>
                    <a:pt x="10475" y="196773"/>
                  </a:lnTo>
                  <a:lnTo>
                    <a:pt x="12402" y="201714"/>
                  </a:lnTo>
                  <a:lnTo>
                    <a:pt x="14485" y="206592"/>
                  </a:lnTo>
                  <a:lnTo>
                    <a:pt x="16721" y="211401"/>
                  </a:lnTo>
                  <a:lnTo>
                    <a:pt x="19109" y="216137"/>
                  </a:lnTo>
                  <a:lnTo>
                    <a:pt x="21646" y="220795"/>
                  </a:lnTo>
                  <a:lnTo>
                    <a:pt x="24329" y="225369"/>
                  </a:lnTo>
                  <a:lnTo>
                    <a:pt x="27156" y="229857"/>
                  </a:lnTo>
                  <a:lnTo>
                    <a:pt x="30124" y="234252"/>
                  </a:lnTo>
                  <a:lnTo>
                    <a:pt x="33230" y="238551"/>
                  </a:lnTo>
                  <a:lnTo>
                    <a:pt x="36471" y="242750"/>
                  </a:lnTo>
                  <a:lnTo>
                    <a:pt x="39844" y="246843"/>
                  </a:lnTo>
                  <a:lnTo>
                    <a:pt x="43344" y="250828"/>
                  </a:lnTo>
                  <a:lnTo>
                    <a:pt x="46969" y="254699"/>
                  </a:lnTo>
                  <a:lnTo>
                    <a:pt x="50715" y="258453"/>
                  </a:lnTo>
                  <a:lnTo>
                    <a:pt x="54579" y="262087"/>
                  </a:lnTo>
                  <a:lnTo>
                    <a:pt x="58555" y="265596"/>
                  </a:lnTo>
                  <a:lnTo>
                    <a:pt x="62641" y="268978"/>
                  </a:lnTo>
                  <a:lnTo>
                    <a:pt x="66833" y="272228"/>
                  </a:lnTo>
                  <a:lnTo>
                    <a:pt x="71125" y="275343"/>
                  </a:lnTo>
                  <a:lnTo>
                    <a:pt x="75514" y="278321"/>
                  </a:lnTo>
                  <a:lnTo>
                    <a:pt x="79995" y="281158"/>
                  </a:lnTo>
                  <a:lnTo>
                    <a:pt x="84564" y="283852"/>
                  </a:lnTo>
                  <a:lnTo>
                    <a:pt x="89216" y="286399"/>
                  </a:lnTo>
                  <a:lnTo>
                    <a:pt x="93946" y="288797"/>
                  </a:lnTo>
                  <a:lnTo>
                    <a:pt x="98751" y="291044"/>
                  </a:lnTo>
                  <a:lnTo>
                    <a:pt x="103624" y="293137"/>
                  </a:lnTo>
                  <a:lnTo>
                    <a:pt x="108561" y="295075"/>
                  </a:lnTo>
                  <a:lnTo>
                    <a:pt x="113557" y="296855"/>
                  </a:lnTo>
                  <a:lnTo>
                    <a:pt x="118607" y="298476"/>
                  </a:lnTo>
                  <a:lnTo>
                    <a:pt x="123705" y="299936"/>
                  </a:lnTo>
                  <a:lnTo>
                    <a:pt x="128848" y="301234"/>
                  </a:lnTo>
                  <a:lnTo>
                    <a:pt x="134029" y="302367"/>
                  </a:lnTo>
                  <a:lnTo>
                    <a:pt x="139244" y="303336"/>
                  </a:lnTo>
                  <a:lnTo>
                    <a:pt x="144486" y="304138"/>
                  </a:lnTo>
                  <a:lnTo>
                    <a:pt x="149752" y="304774"/>
                  </a:lnTo>
                  <a:lnTo>
                    <a:pt x="155035" y="305243"/>
                  </a:lnTo>
                  <a:lnTo>
                    <a:pt x="160330" y="305544"/>
                  </a:lnTo>
                  <a:lnTo>
                    <a:pt x="165632" y="305677"/>
                  </a:lnTo>
                  <a:lnTo>
                    <a:pt x="170935" y="305641"/>
                  </a:lnTo>
                  <a:lnTo>
                    <a:pt x="176235" y="305437"/>
                  </a:lnTo>
                  <a:lnTo>
                    <a:pt x="181526" y="305066"/>
                  </a:lnTo>
                  <a:lnTo>
                    <a:pt x="186802" y="304526"/>
                  </a:lnTo>
                  <a:lnTo>
                    <a:pt x="192059" y="303819"/>
                  </a:lnTo>
                  <a:lnTo>
                    <a:pt x="197290" y="302947"/>
                  </a:lnTo>
                  <a:lnTo>
                    <a:pt x="202491" y="301908"/>
                  </a:lnTo>
                  <a:lnTo>
                    <a:pt x="207656" y="300705"/>
                  </a:lnTo>
                  <a:lnTo>
                    <a:pt x="212781" y="299339"/>
                  </a:lnTo>
                  <a:lnTo>
                    <a:pt x="217860" y="297811"/>
                  </a:lnTo>
                  <a:lnTo>
                    <a:pt x="222888" y="296122"/>
                  </a:lnTo>
                  <a:lnTo>
                    <a:pt x="227859" y="294275"/>
                  </a:lnTo>
                  <a:lnTo>
                    <a:pt x="232770" y="292271"/>
                  </a:lnTo>
                  <a:lnTo>
                    <a:pt x="237615" y="290113"/>
                  </a:lnTo>
                  <a:lnTo>
                    <a:pt x="242388" y="287802"/>
                  </a:lnTo>
                  <a:lnTo>
                    <a:pt x="247086" y="285340"/>
                  </a:lnTo>
                  <a:lnTo>
                    <a:pt x="251704" y="282731"/>
                  </a:lnTo>
                  <a:lnTo>
                    <a:pt x="256236" y="279976"/>
                  </a:lnTo>
                  <a:lnTo>
                    <a:pt x="260679" y="277079"/>
                  </a:lnTo>
                  <a:lnTo>
                    <a:pt x="265027" y="274043"/>
                  </a:lnTo>
                  <a:lnTo>
                    <a:pt x="269277" y="270870"/>
                  </a:lnTo>
                  <a:lnTo>
                    <a:pt x="273424" y="267564"/>
                  </a:lnTo>
                  <a:lnTo>
                    <a:pt x="277465" y="264129"/>
                  </a:lnTo>
                  <a:lnTo>
                    <a:pt x="281394" y="260566"/>
                  </a:lnTo>
                  <a:lnTo>
                    <a:pt x="285208" y="256881"/>
                  </a:lnTo>
                  <a:lnTo>
                    <a:pt x="288904" y="253077"/>
                  </a:lnTo>
                  <a:lnTo>
                    <a:pt x="292477" y="249157"/>
                  </a:lnTo>
                  <a:lnTo>
                    <a:pt x="295923" y="245126"/>
                  </a:lnTo>
                  <a:lnTo>
                    <a:pt x="299241" y="240988"/>
                  </a:lnTo>
                  <a:lnTo>
                    <a:pt x="302425" y="236746"/>
                  </a:lnTo>
                  <a:lnTo>
                    <a:pt x="305473" y="232406"/>
                  </a:lnTo>
                  <a:lnTo>
                    <a:pt x="308382" y="227971"/>
                  </a:lnTo>
                  <a:lnTo>
                    <a:pt x="311148" y="223446"/>
                  </a:lnTo>
                  <a:lnTo>
                    <a:pt x="313770" y="218836"/>
                  </a:lnTo>
                  <a:lnTo>
                    <a:pt x="316244" y="214145"/>
                  </a:lnTo>
                  <a:lnTo>
                    <a:pt x="318569" y="209377"/>
                  </a:lnTo>
                  <a:lnTo>
                    <a:pt x="320740" y="204539"/>
                  </a:lnTo>
                  <a:lnTo>
                    <a:pt x="322757" y="199633"/>
                  </a:lnTo>
                  <a:lnTo>
                    <a:pt x="324618" y="194667"/>
                  </a:lnTo>
                  <a:lnTo>
                    <a:pt x="326320" y="189644"/>
                  </a:lnTo>
                  <a:lnTo>
                    <a:pt x="327862" y="184569"/>
                  </a:lnTo>
                  <a:lnTo>
                    <a:pt x="329242" y="179448"/>
                  </a:lnTo>
                  <a:lnTo>
                    <a:pt x="330459" y="174286"/>
                  </a:lnTo>
                  <a:lnTo>
                    <a:pt x="331511" y="169087"/>
                  </a:lnTo>
                  <a:lnTo>
                    <a:pt x="332398" y="163858"/>
                  </a:lnTo>
                  <a:lnTo>
                    <a:pt x="333119" y="158604"/>
                  </a:lnTo>
                  <a:lnTo>
                    <a:pt x="333673" y="153329"/>
                  </a:lnTo>
                  <a:lnTo>
                    <a:pt x="334059" y="148040"/>
                  </a:lnTo>
                  <a:lnTo>
                    <a:pt x="334277" y="142740"/>
                  </a:lnTo>
                  <a:lnTo>
                    <a:pt x="334327" y="137437"/>
                  </a:lnTo>
                  <a:lnTo>
                    <a:pt x="334208" y="132135"/>
                  </a:lnTo>
                  <a:lnTo>
                    <a:pt x="333922" y="126839"/>
                  </a:lnTo>
                  <a:lnTo>
                    <a:pt x="333468" y="121554"/>
                  </a:lnTo>
                  <a:lnTo>
                    <a:pt x="332846" y="116287"/>
                  </a:lnTo>
                  <a:lnTo>
                    <a:pt x="332057" y="111042"/>
                  </a:lnTo>
                  <a:lnTo>
                    <a:pt x="167163" y="1385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45892" y="4172415"/>
              <a:ext cx="164894" cy="167167"/>
            </a:xfrm>
            <a:custGeom>
              <a:avLst/>
              <a:pathLst>
                <a:path w="164894" h="167167">
                  <a:moveTo>
                    <a:pt x="164894" y="139693"/>
                  </a:moveTo>
                  <a:lnTo>
                    <a:pt x="163908" y="134318"/>
                  </a:lnTo>
                  <a:lnTo>
                    <a:pt x="162747" y="128979"/>
                  </a:lnTo>
                  <a:lnTo>
                    <a:pt x="161411" y="123680"/>
                  </a:lnTo>
                  <a:lnTo>
                    <a:pt x="159904" y="118427"/>
                  </a:lnTo>
                  <a:lnTo>
                    <a:pt x="158225" y="113227"/>
                  </a:lnTo>
                  <a:lnTo>
                    <a:pt x="156378" y="108084"/>
                  </a:lnTo>
                  <a:lnTo>
                    <a:pt x="154363" y="103004"/>
                  </a:lnTo>
                  <a:lnTo>
                    <a:pt x="152183" y="97993"/>
                  </a:lnTo>
                  <a:lnTo>
                    <a:pt x="149841" y="93056"/>
                  </a:lnTo>
                  <a:lnTo>
                    <a:pt x="147339" y="88198"/>
                  </a:lnTo>
                  <a:lnTo>
                    <a:pt x="144679" y="83425"/>
                  </a:lnTo>
                  <a:lnTo>
                    <a:pt x="141865" y="78740"/>
                  </a:lnTo>
                  <a:lnTo>
                    <a:pt x="138899" y="74151"/>
                  </a:lnTo>
                  <a:lnTo>
                    <a:pt x="135784" y="69661"/>
                  </a:lnTo>
                  <a:lnTo>
                    <a:pt x="132525" y="65275"/>
                  </a:lnTo>
                  <a:lnTo>
                    <a:pt x="129124" y="60998"/>
                  </a:lnTo>
                  <a:lnTo>
                    <a:pt x="125584" y="56834"/>
                  </a:lnTo>
                  <a:lnTo>
                    <a:pt x="121911" y="52788"/>
                  </a:lnTo>
                  <a:lnTo>
                    <a:pt x="118107" y="48865"/>
                  </a:lnTo>
                  <a:lnTo>
                    <a:pt x="114178" y="45067"/>
                  </a:lnTo>
                  <a:lnTo>
                    <a:pt x="110126" y="41401"/>
                  </a:lnTo>
                  <a:lnTo>
                    <a:pt x="105956" y="37868"/>
                  </a:lnTo>
                  <a:lnTo>
                    <a:pt x="101674" y="34474"/>
                  </a:lnTo>
                  <a:lnTo>
                    <a:pt x="97282" y="31222"/>
                  </a:lnTo>
                  <a:lnTo>
                    <a:pt x="92787" y="28115"/>
                  </a:lnTo>
                  <a:lnTo>
                    <a:pt x="88193" y="25157"/>
                  </a:lnTo>
                  <a:lnTo>
                    <a:pt x="83504" y="22350"/>
                  </a:lnTo>
                  <a:lnTo>
                    <a:pt x="78726" y="19698"/>
                  </a:lnTo>
                  <a:lnTo>
                    <a:pt x="73864" y="17204"/>
                  </a:lnTo>
                  <a:lnTo>
                    <a:pt x="68923" y="14869"/>
                  </a:lnTo>
                  <a:lnTo>
                    <a:pt x="63908" y="12698"/>
                  </a:lnTo>
                  <a:lnTo>
                    <a:pt x="58825" y="10692"/>
                  </a:lnTo>
                  <a:lnTo>
                    <a:pt x="53679" y="8853"/>
                  </a:lnTo>
                  <a:lnTo>
                    <a:pt x="48476" y="7183"/>
                  </a:lnTo>
                  <a:lnTo>
                    <a:pt x="43221" y="5684"/>
                  </a:lnTo>
                  <a:lnTo>
                    <a:pt x="37920" y="4357"/>
                  </a:lnTo>
                  <a:lnTo>
                    <a:pt x="32579" y="3205"/>
                  </a:lnTo>
                  <a:lnTo>
                    <a:pt x="27202" y="2228"/>
                  </a:lnTo>
                  <a:lnTo>
                    <a:pt x="21797" y="1427"/>
                  </a:lnTo>
                  <a:lnTo>
                    <a:pt x="16368" y="803"/>
                  </a:lnTo>
                  <a:lnTo>
                    <a:pt x="10921" y="357"/>
                  </a:lnTo>
                  <a:lnTo>
                    <a:pt x="546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63896" y="3685283"/>
              <a:ext cx="159598" cy="167167"/>
            </a:xfrm>
            <a:custGeom>
              <a:avLst/>
              <a:pathLst>
                <a:path w="159598" h="167167">
                  <a:moveTo>
                    <a:pt x="159598" y="0"/>
                  </a:moveTo>
                  <a:lnTo>
                    <a:pt x="154161" y="88"/>
                  </a:lnTo>
                  <a:lnTo>
                    <a:pt x="148729" y="353"/>
                  </a:lnTo>
                  <a:lnTo>
                    <a:pt x="143309" y="795"/>
                  </a:lnTo>
                  <a:lnTo>
                    <a:pt x="137907" y="1413"/>
                  </a:lnTo>
                  <a:lnTo>
                    <a:pt x="132527" y="2206"/>
                  </a:lnTo>
                  <a:lnTo>
                    <a:pt x="127176" y="3174"/>
                  </a:lnTo>
                  <a:lnTo>
                    <a:pt x="121859" y="4315"/>
                  </a:lnTo>
                  <a:lnTo>
                    <a:pt x="116582" y="5629"/>
                  </a:lnTo>
                  <a:lnTo>
                    <a:pt x="111351" y="7113"/>
                  </a:lnTo>
                  <a:lnTo>
                    <a:pt x="106170" y="8767"/>
                  </a:lnTo>
                  <a:lnTo>
                    <a:pt x="101046" y="10589"/>
                  </a:lnTo>
                  <a:lnTo>
                    <a:pt x="95985" y="12576"/>
                  </a:lnTo>
                  <a:lnTo>
                    <a:pt x="90990" y="14727"/>
                  </a:lnTo>
                  <a:lnTo>
                    <a:pt x="86068" y="17039"/>
                  </a:lnTo>
                  <a:lnTo>
                    <a:pt x="81224" y="19510"/>
                  </a:lnTo>
                  <a:lnTo>
                    <a:pt x="76463" y="22138"/>
                  </a:lnTo>
                  <a:lnTo>
                    <a:pt x="71790" y="24918"/>
                  </a:lnTo>
                  <a:lnTo>
                    <a:pt x="67209" y="27850"/>
                  </a:lnTo>
                  <a:lnTo>
                    <a:pt x="62727" y="30928"/>
                  </a:lnTo>
                  <a:lnTo>
                    <a:pt x="58347" y="34151"/>
                  </a:lnTo>
                  <a:lnTo>
                    <a:pt x="54074" y="37515"/>
                  </a:lnTo>
                  <a:lnTo>
                    <a:pt x="49913" y="41016"/>
                  </a:lnTo>
                  <a:lnTo>
                    <a:pt x="45868" y="44650"/>
                  </a:lnTo>
                  <a:lnTo>
                    <a:pt x="41943" y="48414"/>
                  </a:lnTo>
                  <a:lnTo>
                    <a:pt x="38143" y="52304"/>
                  </a:lnTo>
                  <a:lnTo>
                    <a:pt x="34471" y="56315"/>
                  </a:lnTo>
                  <a:lnTo>
                    <a:pt x="30932" y="60443"/>
                  </a:lnTo>
                  <a:lnTo>
                    <a:pt x="27528" y="64685"/>
                  </a:lnTo>
                  <a:lnTo>
                    <a:pt x="24265" y="69035"/>
                  </a:lnTo>
                  <a:lnTo>
                    <a:pt x="21145" y="73488"/>
                  </a:lnTo>
                  <a:lnTo>
                    <a:pt x="18171" y="78041"/>
                  </a:lnTo>
                  <a:lnTo>
                    <a:pt x="15347" y="82688"/>
                  </a:lnTo>
                  <a:lnTo>
                    <a:pt x="12676" y="87425"/>
                  </a:lnTo>
                  <a:lnTo>
                    <a:pt x="10160" y="92246"/>
                  </a:lnTo>
                  <a:lnTo>
                    <a:pt x="7802" y="97146"/>
                  </a:lnTo>
                  <a:lnTo>
                    <a:pt x="5605" y="102120"/>
                  </a:lnTo>
                  <a:lnTo>
                    <a:pt x="3571" y="107163"/>
                  </a:lnTo>
                  <a:lnTo>
                    <a:pt x="1702" y="112270"/>
                  </a:lnTo>
                  <a:lnTo>
                    <a:pt x="0" y="117435"/>
                  </a:lnTo>
                  <a:lnTo>
                    <a:pt x="15959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6346" y="3685414"/>
              <a:ext cx="334307" cy="334202"/>
            </a:xfrm>
            <a:custGeom>
              <a:avLst/>
              <a:pathLst>
                <a:path w="334307" h="334202">
                  <a:moveTo>
                    <a:pt x="7550" y="117304"/>
                  </a:moveTo>
                  <a:lnTo>
                    <a:pt x="6055" y="122385"/>
                  </a:lnTo>
                  <a:lnTo>
                    <a:pt x="4721" y="127511"/>
                  </a:lnTo>
                  <a:lnTo>
                    <a:pt x="3550" y="132677"/>
                  </a:lnTo>
                  <a:lnTo>
                    <a:pt x="2544" y="137877"/>
                  </a:lnTo>
                  <a:lnTo>
                    <a:pt x="1703" y="143107"/>
                  </a:lnTo>
                  <a:lnTo>
                    <a:pt x="1028" y="148361"/>
                  </a:lnTo>
                  <a:lnTo>
                    <a:pt x="519" y="153633"/>
                  </a:lnTo>
                  <a:lnTo>
                    <a:pt x="178" y="158919"/>
                  </a:lnTo>
                  <a:lnTo>
                    <a:pt x="5" y="164213"/>
                  </a:lnTo>
                  <a:lnTo>
                    <a:pt x="0" y="169510"/>
                  </a:lnTo>
                  <a:lnTo>
                    <a:pt x="162" y="174804"/>
                  </a:lnTo>
                  <a:lnTo>
                    <a:pt x="492" y="180090"/>
                  </a:lnTo>
                  <a:lnTo>
                    <a:pt x="989" y="185364"/>
                  </a:lnTo>
                  <a:lnTo>
                    <a:pt x="1653" y="190619"/>
                  </a:lnTo>
                  <a:lnTo>
                    <a:pt x="2483" y="195850"/>
                  </a:lnTo>
                  <a:lnTo>
                    <a:pt x="3479" y="201053"/>
                  </a:lnTo>
                  <a:lnTo>
                    <a:pt x="4639" y="206221"/>
                  </a:lnTo>
                  <a:lnTo>
                    <a:pt x="5962" y="211350"/>
                  </a:lnTo>
                  <a:lnTo>
                    <a:pt x="7447" y="216434"/>
                  </a:lnTo>
                  <a:lnTo>
                    <a:pt x="9092" y="221469"/>
                  </a:lnTo>
                  <a:lnTo>
                    <a:pt x="10896" y="226449"/>
                  </a:lnTo>
                  <a:lnTo>
                    <a:pt x="12856" y="231370"/>
                  </a:lnTo>
                  <a:lnTo>
                    <a:pt x="14972" y="236226"/>
                  </a:lnTo>
                  <a:lnTo>
                    <a:pt x="17240" y="241012"/>
                  </a:lnTo>
                  <a:lnTo>
                    <a:pt x="19659" y="245724"/>
                  </a:lnTo>
                  <a:lnTo>
                    <a:pt x="22226" y="250358"/>
                  </a:lnTo>
                  <a:lnTo>
                    <a:pt x="24939" y="254907"/>
                  </a:lnTo>
                  <a:lnTo>
                    <a:pt x="27794" y="259368"/>
                  </a:lnTo>
                  <a:lnTo>
                    <a:pt x="30789" y="263737"/>
                  </a:lnTo>
                  <a:lnTo>
                    <a:pt x="33922" y="268009"/>
                  </a:lnTo>
                  <a:lnTo>
                    <a:pt x="37187" y="272179"/>
                  </a:lnTo>
                  <a:lnTo>
                    <a:pt x="40584" y="276243"/>
                  </a:lnTo>
                  <a:lnTo>
                    <a:pt x="44107" y="280198"/>
                  </a:lnTo>
                  <a:lnTo>
                    <a:pt x="47754" y="284040"/>
                  </a:lnTo>
                  <a:lnTo>
                    <a:pt x="51521" y="287764"/>
                  </a:lnTo>
                  <a:lnTo>
                    <a:pt x="55404" y="291366"/>
                  </a:lnTo>
                  <a:lnTo>
                    <a:pt x="59399" y="294844"/>
                  </a:lnTo>
                  <a:lnTo>
                    <a:pt x="63502" y="298194"/>
                  </a:lnTo>
                  <a:lnTo>
                    <a:pt x="67710" y="301412"/>
                  </a:lnTo>
                  <a:lnTo>
                    <a:pt x="72017" y="304494"/>
                  </a:lnTo>
                  <a:lnTo>
                    <a:pt x="76419" y="307439"/>
                  </a:lnTo>
                  <a:lnTo>
                    <a:pt x="80913" y="310243"/>
                  </a:lnTo>
                  <a:lnTo>
                    <a:pt x="85493" y="312904"/>
                  </a:lnTo>
                  <a:lnTo>
                    <a:pt x="90156" y="315417"/>
                  </a:lnTo>
                  <a:lnTo>
                    <a:pt x="94895" y="317782"/>
                  </a:lnTo>
                  <a:lnTo>
                    <a:pt x="99708" y="319996"/>
                  </a:lnTo>
                  <a:lnTo>
                    <a:pt x="104587" y="322055"/>
                  </a:lnTo>
                  <a:lnTo>
                    <a:pt x="109530" y="323960"/>
                  </a:lnTo>
                  <a:lnTo>
                    <a:pt x="114531" y="325706"/>
                  </a:lnTo>
                  <a:lnTo>
                    <a:pt x="119584" y="327294"/>
                  </a:lnTo>
                  <a:lnTo>
                    <a:pt x="124685" y="328720"/>
                  </a:lnTo>
                  <a:lnTo>
                    <a:pt x="129829" y="329984"/>
                  </a:lnTo>
                  <a:lnTo>
                    <a:pt x="135010" y="331085"/>
                  </a:lnTo>
                  <a:lnTo>
                    <a:pt x="140224" y="332021"/>
                  </a:lnTo>
                  <a:lnTo>
                    <a:pt x="145464" y="332791"/>
                  </a:lnTo>
                  <a:lnTo>
                    <a:pt x="150726" y="333395"/>
                  </a:lnTo>
                  <a:lnTo>
                    <a:pt x="156005" y="333831"/>
                  </a:lnTo>
                  <a:lnTo>
                    <a:pt x="161295" y="334101"/>
                  </a:lnTo>
                  <a:lnTo>
                    <a:pt x="166591" y="334202"/>
                  </a:lnTo>
                  <a:lnTo>
                    <a:pt x="171887" y="334136"/>
                  </a:lnTo>
                  <a:lnTo>
                    <a:pt x="177179" y="333902"/>
                  </a:lnTo>
                  <a:lnTo>
                    <a:pt x="182461" y="333501"/>
                  </a:lnTo>
                  <a:lnTo>
                    <a:pt x="187727" y="332932"/>
                  </a:lnTo>
                  <a:lnTo>
                    <a:pt x="192972" y="332197"/>
                  </a:lnTo>
                  <a:lnTo>
                    <a:pt x="198192" y="331296"/>
                  </a:lnTo>
                  <a:lnTo>
                    <a:pt x="203380" y="330230"/>
                  </a:lnTo>
                  <a:lnTo>
                    <a:pt x="208532" y="329000"/>
                  </a:lnTo>
                  <a:lnTo>
                    <a:pt x="213643" y="327607"/>
                  </a:lnTo>
                  <a:lnTo>
                    <a:pt x="218707" y="326054"/>
                  </a:lnTo>
                  <a:lnTo>
                    <a:pt x="223719" y="324341"/>
                  </a:lnTo>
                  <a:lnTo>
                    <a:pt x="228674" y="322469"/>
                  </a:lnTo>
                  <a:lnTo>
                    <a:pt x="233568" y="320442"/>
                  </a:lnTo>
                  <a:lnTo>
                    <a:pt x="238394" y="318261"/>
                  </a:lnTo>
                  <a:lnTo>
                    <a:pt x="243150" y="315928"/>
                  </a:lnTo>
                  <a:lnTo>
                    <a:pt x="247829" y="313445"/>
                  </a:lnTo>
                  <a:lnTo>
                    <a:pt x="252427" y="310816"/>
                  </a:lnTo>
                  <a:lnTo>
                    <a:pt x="256939" y="308042"/>
                  </a:lnTo>
                  <a:lnTo>
                    <a:pt x="261361" y="305126"/>
                  </a:lnTo>
                  <a:lnTo>
                    <a:pt x="265689" y="302072"/>
                  </a:lnTo>
                  <a:lnTo>
                    <a:pt x="269918" y="298882"/>
                  </a:lnTo>
                  <a:lnTo>
                    <a:pt x="274043" y="295560"/>
                  </a:lnTo>
                  <a:lnTo>
                    <a:pt x="278061" y="292109"/>
                  </a:lnTo>
                  <a:lnTo>
                    <a:pt x="281968" y="288532"/>
                  </a:lnTo>
                  <a:lnTo>
                    <a:pt x="285760" y="284834"/>
                  </a:lnTo>
                  <a:lnTo>
                    <a:pt x="289432" y="281017"/>
                  </a:lnTo>
                  <a:lnTo>
                    <a:pt x="292982" y="277085"/>
                  </a:lnTo>
                  <a:lnTo>
                    <a:pt x="296405" y="273044"/>
                  </a:lnTo>
                  <a:lnTo>
                    <a:pt x="299699" y="268895"/>
                  </a:lnTo>
                  <a:lnTo>
                    <a:pt x="302860" y="264645"/>
                  </a:lnTo>
                  <a:lnTo>
                    <a:pt x="305884" y="260296"/>
                  </a:lnTo>
                  <a:lnTo>
                    <a:pt x="308769" y="255854"/>
                  </a:lnTo>
                  <a:lnTo>
                    <a:pt x="311512" y="251323"/>
                  </a:lnTo>
                  <a:lnTo>
                    <a:pt x="314110" y="246707"/>
                  </a:lnTo>
                  <a:lnTo>
                    <a:pt x="316560" y="242011"/>
                  </a:lnTo>
                  <a:lnTo>
                    <a:pt x="318860" y="237239"/>
                  </a:lnTo>
                  <a:lnTo>
                    <a:pt x="321008" y="232398"/>
                  </a:lnTo>
                  <a:lnTo>
                    <a:pt x="323002" y="227490"/>
                  </a:lnTo>
                  <a:lnTo>
                    <a:pt x="324839" y="222522"/>
                  </a:lnTo>
                  <a:lnTo>
                    <a:pt x="326518" y="217499"/>
                  </a:lnTo>
                  <a:lnTo>
                    <a:pt x="328036" y="212424"/>
                  </a:lnTo>
                  <a:lnTo>
                    <a:pt x="329394" y="207304"/>
                  </a:lnTo>
                  <a:lnTo>
                    <a:pt x="330588" y="202144"/>
                  </a:lnTo>
                  <a:lnTo>
                    <a:pt x="331618" y="196948"/>
                  </a:lnTo>
                  <a:lnTo>
                    <a:pt x="332483" y="191722"/>
                  </a:lnTo>
                  <a:lnTo>
                    <a:pt x="333182" y="186472"/>
                  </a:lnTo>
                  <a:lnTo>
                    <a:pt x="333715" y="181202"/>
                  </a:lnTo>
                  <a:lnTo>
                    <a:pt x="334080" y="175918"/>
                  </a:lnTo>
                  <a:lnTo>
                    <a:pt x="334278" y="170625"/>
                  </a:lnTo>
                  <a:lnTo>
                    <a:pt x="334307" y="165328"/>
                  </a:lnTo>
                  <a:lnTo>
                    <a:pt x="334169" y="160033"/>
                  </a:lnTo>
                  <a:lnTo>
                    <a:pt x="333864" y="154745"/>
                  </a:lnTo>
                  <a:lnTo>
                    <a:pt x="333391" y="149469"/>
                  </a:lnTo>
                  <a:lnTo>
                    <a:pt x="332751" y="144211"/>
                  </a:lnTo>
                  <a:lnTo>
                    <a:pt x="331944" y="138976"/>
                  </a:lnTo>
                  <a:lnTo>
                    <a:pt x="330973" y="133769"/>
                  </a:lnTo>
                  <a:lnTo>
                    <a:pt x="329836" y="128596"/>
                  </a:lnTo>
                  <a:lnTo>
                    <a:pt x="328537" y="123461"/>
                  </a:lnTo>
                  <a:lnTo>
                    <a:pt x="327075" y="118370"/>
                  </a:lnTo>
                  <a:lnTo>
                    <a:pt x="325453" y="113327"/>
                  </a:lnTo>
                  <a:lnTo>
                    <a:pt x="323672" y="108339"/>
                  </a:lnTo>
                  <a:lnTo>
                    <a:pt x="321734" y="103410"/>
                  </a:lnTo>
                  <a:lnTo>
                    <a:pt x="319641" y="98544"/>
                  </a:lnTo>
                  <a:lnTo>
                    <a:pt x="317394" y="93747"/>
                  </a:lnTo>
                  <a:lnTo>
                    <a:pt x="314997" y="89024"/>
                  </a:lnTo>
                  <a:lnTo>
                    <a:pt x="312451" y="84379"/>
                  </a:lnTo>
                  <a:lnTo>
                    <a:pt x="309759" y="79817"/>
                  </a:lnTo>
                  <a:lnTo>
                    <a:pt x="306925" y="75343"/>
                  </a:lnTo>
                  <a:lnTo>
                    <a:pt x="303949" y="70960"/>
                  </a:lnTo>
                  <a:lnTo>
                    <a:pt x="300837" y="66675"/>
                  </a:lnTo>
                  <a:lnTo>
                    <a:pt x="297590" y="62489"/>
                  </a:lnTo>
                  <a:lnTo>
                    <a:pt x="294213" y="58409"/>
                  </a:lnTo>
                  <a:lnTo>
                    <a:pt x="290707" y="54438"/>
                  </a:lnTo>
                  <a:lnTo>
                    <a:pt x="287078" y="50580"/>
                  </a:lnTo>
                  <a:lnTo>
                    <a:pt x="283328" y="46839"/>
                  </a:lnTo>
                  <a:lnTo>
                    <a:pt x="279462" y="43219"/>
                  </a:lnTo>
                  <a:lnTo>
                    <a:pt x="275483" y="39723"/>
                  </a:lnTo>
                  <a:lnTo>
                    <a:pt x="271395" y="36354"/>
                  </a:lnTo>
                  <a:lnTo>
                    <a:pt x="267202" y="33117"/>
                  </a:lnTo>
                  <a:lnTo>
                    <a:pt x="262909" y="30015"/>
                  </a:lnTo>
                  <a:lnTo>
                    <a:pt x="258520" y="27049"/>
                  </a:lnTo>
                  <a:lnTo>
                    <a:pt x="254039" y="24225"/>
                  </a:lnTo>
                  <a:lnTo>
                    <a:pt x="249471" y="21544"/>
                  </a:lnTo>
                  <a:lnTo>
                    <a:pt x="244820" y="19009"/>
                  </a:lnTo>
                  <a:lnTo>
                    <a:pt x="240092" y="16622"/>
                  </a:lnTo>
                  <a:lnTo>
                    <a:pt x="235290" y="14387"/>
                  </a:lnTo>
                  <a:lnTo>
                    <a:pt x="230419" y="12305"/>
                  </a:lnTo>
                  <a:lnTo>
                    <a:pt x="225485" y="10378"/>
                  </a:lnTo>
                  <a:lnTo>
                    <a:pt x="220493" y="8608"/>
                  </a:lnTo>
                  <a:lnTo>
                    <a:pt x="215447" y="6998"/>
                  </a:lnTo>
                  <a:lnTo>
                    <a:pt x="210352" y="5548"/>
                  </a:lnTo>
                  <a:lnTo>
                    <a:pt x="205215" y="4260"/>
                  </a:lnTo>
                  <a:lnTo>
                    <a:pt x="200038" y="3136"/>
                  </a:lnTo>
                  <a:lnTo>
                    <a:pt x="194829" y="2176"/>
                  </a:lnTo>
                  <a:lnTo>
                    <a:pt x="189592" y="1382"/>
                  </a:lnTo>
                  <a:lnTo>
                    <a:pt x="184333" y="754"/>
                  </a:lnTo>
                  <a:lnTo>
                    <a:pt x="179056" y="293"/>
                  </a:lnTo>
                  <a:lnTo>
                    <a:pt x="173767" y="0"/>
                  </a:lnTo>
                  <a:lnTo>
                    <a:pt x="167149" y="1670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6618" cy="167167"/>
            </a:xfrm>
            <a:custGeom>
              <a:avLst/>
              <a:pathLst>
                <a:path w="6618" h="167167">
                  <a:moveTo>
                    <a:pt x="6618" y="1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2025-06-26T11:51:17Z</dcterms:modified>
  <cp:category/>
</cp:coreProperties>
</file>