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4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07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4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7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41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2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89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7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70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9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2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4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7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0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41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12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1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7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90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07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34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34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2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87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4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55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3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3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0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7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0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54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0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1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2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9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2134" y="3170392"/>
              <a:ext cx="61645" cy="167167"/>
            </a:xfrm>
            <a:custGeom>
              <a:avLst/>
              <a:pathLst>
                <a:path w="61645" h="167167">
                  <a:moveTo>
                    <a:pt x="61645" y="0"/>
                  </a:moveTo>
                  <a:lnTo>
                    <a:pt x="55906" y="98"/>
                  </a:lnTo>
                  <a:lnTo>
                    <a:pt x="50175" y="393"/>
                  </a:lnTo>
                  <a:lnTo>
                    <a:pt x="44456" y="886"/>
                  </a:lnTo>
                  <a:lnTo>
                    <a:pt x="38758" y="1574"/>
                  </a:lnTo>
                  <a:lnTo>
                    <a:pt x="33087" y="2457"/>
                  </a:lnTo>
                  <a:lnTo>
                    <a:pt x="27450" y="3534"/>
                  </a:lnTo>
                  <a:lnTo>
                    <a:pt x="21853" y="4804"/>
                  </a:lnTo>
                  <a:lnTo>
                    <a:pt x="16303" y="6266"/>
                  </a:lnTo>
                  <a:lnTo>
                    <a:pt x="10807" y="7917"/>
                  </a:lnTo>
                  <a:lnTo>
                    <a:pt x="5370" y="9756"/>
                  </a:lnTo>
                  <a:lnTo>
                    <a:pt x="0" y="11781"/>
                  </a:lnTo>
                  <a:lnTo>
                    <a:pt x="6164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2134" y="3182173"/>
              <a:ext cx="61645" cy="155386"/>
            </a:xfrm>
            <a:custGeom>
              <a:avLst/>
              <a:pathLst>
                <a:path w="61645" h="155386">
                  <a:moveTo>
                    <a:pt x="0" y="0"/>
                  </a:moveTo>
                  <a:lnTo>
                    <a:pt x="61645" y="155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21" y="3170406"/>
              <a:ext cx="334322" cy="334316"/>
            </a:xfrm>
            <a:custGeom>
              <a:avLst/>
              <a:pathLst>
                <a:path w="334322" h="334316">
                  <a:moveTo>
                    <a:pt x="105512" y="11767"/>
                  </a:moveTo>
                  <a:lnTo>
                    <a:pt x="100621" y="13798"/>
                  </a:lnTo>
                  <a:lnTo>
                    <a:pt x="95797" y="15982"/>
                  </a:lnTo>
                  <a:lnTo>
                    <a:pt x="91044" y="18318"/>
                  </a:lnTo>
                  <a:lnTo>
                    <a:pt x="86368" y="20804"/>
                  </a:lnTo>
                  <a:lnTo>
                    <a:pt x="81773" y="23436"/>
                  </a:lnTo>
                  <a:lnTo>
                    <a:pt x="77263" y="26213"/>
                  </a:lnTo>
                  <a:lnTo>
                    <a:pt x="72844" y="29131"/>
                  </a:lnTo>
                  <a:lnTo>
                    <a:pt x="68520" y="32188"/>
                  </a:lnTo>
                  <a:lnTo>
                    <a:pt x="64294" y="35380"/>
                  </a:lnTo>
                  <a:lnTo>
                    <a:pt x="60172" y="38705"/>
                  </a:lnTo>
                  <a:lnTo>
                    <a:pt x="56157" y="42158"/>
                  </a:lnTo>
                  <a:lnTo>
                    <a:pt x="52253" y="45737"/>
                  </a:lnTo>
                  <a:lnTo>
                    <a:pt x="48465" y="49437"/>
                  </a:lnTo>
                  <a:lnTo>
                    <a:pt x="44796" y="53256"/>
                  </a:lnTo>
                  <a:lnTo>
                    <a:pt x="41249" y="57189"/>
                  </a:lnTo>
                  <a:lnTo>
                    <a:pt x="37829" y="61232"/>
                  </a:lnTo>
                  <a:lnTo>
                    <a:pt x="34539" y="65382"/>
                  </a:lnTo>
                  <a:lnTo>
                    <a:pt x="31382" y="69634"/>
                  </a:lnTo>
                  <a:lnTo>
                    <a:pt x="28361" y="73983"/>
                  </a:lnTo>
                  <a:lnTo>
                    <a:pt x="25480" y="78427"/>
                  </a:lnTo>
                  <a:lnTo>
                    <a:pt x="22740" y="82959"/>
                  </a:lnTo>
                  <a:lnTo>
                    <a:pt x="20146" y="87576"/>
                  </a:lnTo>
                  <a:lnTo>
                    <a:pt x="17699" y="92272"/>
                  </a:lnTo>
                  <a:lnTo>
                    <a:pt x="15402" y="97044"/>
                  </a:lnTo>
                  <a:lnTo>
                    <a:pt x="13257" y="101886"/>
                  </a:lnTo>
                  <a:lnTo>
                    <a:pt x="11267" y="106794"/>
                  </a:lnTo>
                  <a:lnTo>
                    <a:pt x="9434" y="111762"/>
                  </a:lnTo>
                  <a:lnTo>
                    <a:pt x="7758" y="116786"/>
                  </a:lnTo>
                  <a:lnTo>
                    <a:pt x="6243" y="121860"/>
                  </a:lnTo>
                  <a:lnTo>
                    <a:pt x="4889" y="126980"/>
                  </a:lnTo>
                  <a:lnTo>
                    <a:pt x="3698" y="132140"/>
                  </a:lnTo>
                  <a:lnTo>
                    <a:pt x="2671" y="137335"/>
                  </a:lnTo>
                  <a:lnTo>
                    <a:pt x="1809" y="142560"/>
                  </a:lnTo>
                  <a:lnTo>
                    <a:pt x="1113" y="147810"/>
                  </a:lnTo>
                  <a:lnTo>
                    <a:pt x="583" y="153079"/>
                  </a:lnTo>
                  <a:lnTo>
                    <a:pt x="221" y="158363"/>
                  </a:lnTo>
                  <a:lnTo>
                    <a:pt x="26" y="163655"/>
                  </a:lnTo>
                  <a:lnTo>
                    <a:pt x="0" y="168951"/>
                  </a:lnTo>
                  <a:lnTo>
                    <a:pt x="140" y="174244"/>
                  </a:lnTo>
                  <a:lnTo>
                    <a:pt x="449" y="179531"/>
                  </a:lnTo>
                  <a:lnTo>
                    <a:pt x="924" y="184806"/>
                  </a:lnTo>
                  <a:lnTo>
                    <a:pt x="1567" y="190062"/>
                  </a:lnTo>
                  <a:lnTo>
                    <a:pt x="2376" y="195296"/>
                  </a:lnTo>
                  <a:lnTo>
                    <a:pt x="3350" y="200501"/>
                  </a:lnTo>
                  <a:lnTo>
                    <a:pt x="4488" y="205673"/>
                  </a:lnTo>
                  <a:lnTo>
                    <a:pt x="5790" y="210807"/>
                  </a:lnTo>
                  <a:lnTo>
                    <a:pt x="7254" y="215896"/>
                  </a:lnTo>
                  <a:lnTo>
                    <a:pt x="8878" y="220937"/>
                  </a:lnTo>
                  <a:lnTo>
                    <a:pt x="10661" y="225923"/>
                  </a:lnTo>
                  <a:lnTo>
                    <a:pt x="12601" y="230851"/>
                  </a:lnTo>
                  <a:lnTo>
                    <a:pt x="14696" y="235714"/>
                  </a:lnTo>
                  <a:lnTo>
                    <a:pt x="16945" y="240509"/>
                  </a:lnTo>
                  <a:lnTo>
                    <a:pt x="19344" y="245231"/>
                  </a:lnTo>
                  <a:lnTo>
                    <a:pt x="21891" y="249873"/>
                  </a:lnTo>
                  <a:lnTo>
                    <a:pt x="24584" y="254433"/>
                  </a:lnTo>
                  <a:lnTo>
                    <a:pt x="27420" y="258906"/>
                  </a:lnTo>
                  <a:lnTo>
                    <a:pt x="30397" y="263286"/>
                  </a:lnTo>
                  <a:lnTo>
                    <a:pt x="33510" y="267570"/>
                  </a:lnTo>
                  <a:lnTo>
                    <a:pt x="36758" y="271753"/>
                  </a:lnTo>
                  <a:lnTo>
                    <a:pt x="40137" y="275830"/>
                  </a:lnTo>
                  <a:lnTo>
                    <a:pt x="43643" y="279799"/>
                  </a:lnTo>
                  <a:lnTo>
                    <a:pt x="47273" y="283655"/>
                  </a:lnTo>
                  <a:lnTo>
                    <a:pt x="51024" y="287394"/>
                  </a:lnTo>
                  <a:lnTo>
                    <a:pt x="54891" y="291012"/>
                  </a:lnTo>
                  <a:lnTo>
                    <a:pt x="58870" y="294506"/>
                  </a:lnTo>
                  <a:lnTo>
                    <a:pt x="62959" y="297873"/>
                  </a:lnTo>
                  <a:lnTo>
                    <a:pt x="67151" y="301107"/>
                  </a:lnTo>
                  <a:lnTo>
                    <a:pt x="71445" y="304208"/>
                  </a:lnTo>
                  <a:lnTo>
                    <a:pt x="75834" y="307171"/>
                  </a:lnTo>
                  <a:lnTo>
                    <a:pt x="80315" y="309993"/>
                  </a:lnTo>
                  <a:lnTo>
                    <a:pt x="84883" y="312673"/>
                  </a:lnTo>
                  <a:lnTo>
                    <a:pt x="89534" y="315206"/>
                  </a:lnTo>
                  <a:lnTo>
                    <a:pt x="94262" y="317590"/>
                  </a:lnTo>
                  <a:lnTo>
                    <a:pt x="99064" y="319824"/>
                  </a:lnTo>
                  <a:lnTo>
                    <a:pt x="103934" y="321904"/>
                  </a:lnTo>
                  <a:lnTo>
                    <a:pt x="108868" y="323829"/>
                  </a:lnTo>
                  <a:lnTo>
                    <a:pt x="113860" y="325597"/>
                  </a:lnTo>
                  <a:lnTo>
                    <a:pt x="118905" y="327205"/>
                  </a:lnTo>
                  <a:lnTo>
                    <a:pt x="123999" y="328653"/>
                  </a:lnTo>
                  <a:lnTo>
                    <a:pt x="129136" y="329939"/>
                  </a:lnTo>
                  <a:lnTo>
                    <a:pt x="134312" y="331062"/>
                  </a:lnTo>
                  <a:lnTo>
                    <a:pt x="139520" y="332020"/>
                  </a:lnTo>
                  <a:lnTo>
                    <a:pt x="144756" y="332813"/>
                  </a:lnTo>
                  <a:lnTo>
                    <a:pt x="150015" y="333439"/>
                  </a:lnTo>
                  <a:lnTo>
                    <a:pt x="155291" y="333899"/>
                  </a:lnTo>
                  <a:lnTo>
                    <a:pt x="160579" y="334191"/>
                  </a:lnTo>
                  <a:lnTo>
                    <a:pt x="165873" y="334316"/>
                  </a:lnTo>
                  <a:lnTo>
                    <a:pt x="171168" y="334272"/>
                  </a:lnTo>
                  <a:lnTo>
                    <a:pt x="176460" y="334061"/>
                  </a:lnTo>
                  <a:lnTo>
                    <a:pt x="181742" y="333683"/>
                  </a:lnTo>
                  <a:lnTo>
                    <a:pt x="187010" y="333138"/>
                  </a:lnTo>
                  <a:lnTo>
                    <a:pt x="192258" y="332425"/>
                  </a:lnTo>
                  <a:lnTo>
                    <a:pt x="197480" y="331547"/>
                  </a:lnTo>
                  <a:lnTo>
                    <a:pt x="202672" y="330504"/>
                  </a:lnTo>
                  <a:lnTo>
                    <a:pt x="207829" y="329297"/>
                  </a:lnTo>
                  <a:lnTo>
                    <a:pt x="212944" y="327928"/>
                  </a:lnTo>
                  <a:lnTo>
                    <a:pt x="218014" y="326397"/>
                  </a:lnTo>
                  <a:lnTo>
                    <a:pt x="223032" y="324706"/>
                  </a:lnTo>
                  <a:lnTo>
                    <a:pt x="227995" y="322857"/>
                  </a:lnTo>
                  <a:lnTo>
                    <a:pt x="232896" y="320852"/>
                  </a:lnTo>
                  <a:lnTo>
                    <a:pt x="237732" y="318692"/>
                  </a:lnTo>
                  <a:lnTo>
                    <a:pt x="242497" y="316381"/>
                  </a:lnTo>
                  <a:lnTo>
                    <a:pt x="247186" y="313920"/>
                  </a:lnTo>
                  <a:lnTo>
                    <a:pt x="251794" y="311311"/>
                  </a:lnTo>
                  <a:lnTo>
                    <a:pt x="256318" y="308558"/>
                  </a:lnTo>
                  <a:lnTo>
                    <a:pt x="260752" y="305663"/>
                  </a:lnTo>
                  <a:lnTo>
                    <a:pt x="265093" y="302628"/>
                  </a:lnTo>
                  <a:lnTo>
                    <a:pt x="269335" y="299458"/>
                  </a:lnTo>
                  <a:lnTo>
                    <a:pt x="273475" y="296155"/>
                  </a:lnTo>
                  <a:lnTo>
                    <a:pt x="277507" y="292723"/>
                  </a:lnTo>
                  <a:lnTo>
                    <a:pt x="281430" y="289165"/>
                  </a:lnTo>
                  <a:lnTo>
                    <a:pt x="285237" y="285484"/>
                  </a:lnTo>
                  <a:lnTo>
                    <a:pt x="288926" y="281684"/>
                  </a:lnTo>
                  <a:lnTo>
                    <a:pt x="292493" y="277770"/>
                  </a:lnTo>
                  <a:lnTo>
                    <a:pt x="295934" y="273744"/>
                  </a:lnTo>
                  <a:lnTo>
                    <a:pt x="299245" y="269611"/>
                  </a:lnTo>
                  <a:lnTo>
                    <a:pt x="302424" y="265376"/>
                  </a:lnTo>
                  <a:lnTo>
                    <a:pt x="305468" y="261042"/>
                  </a:lnTo>
                  <a:lnTo>
                    <a:pt x="308372" y="256614"/>
                  </a:lnTo>
                  <a:lnTo>
                    <a:pt x="311135" y="252096"/>
                  </a:lnTo>
                  <a:lnTo>
                    <a:pt x="313754" y="247493"/>
                  </a:lnTo>
                  <a:lnTo>
                    <a:pt x="316225" y="242809"/>
                  </a:lnTo>
                  <a:lnTo>
                    <a:pt x="318546" y="238049"/>
                  </a:lnTo>
                  <a:lnTo>
                    <a:pt x="320716" y="233218"/>
                  </a:lnTo>
                  <a:lnTo>
                    <a:pt x="322732" y="228321"/>
                  </a:lnTo>
                  <a:lnTo>
                    <a:pt x="324591" y="223362"/>
                  </a:lnTo>
                  <a:lnTo>
                    <a:pt x="326293" y="218347"/>
                  </a:lnTo>
                  <a:lnTo>
                    <a:pt x="327834" y="213281"/>
                  </a:lnTo>
                  <a:lnTo>
                    <a:pt x="329215" y="208168"/>
                  </a:lnTo>
                  <a:lnTo>
                    <a:pt x="330433" y="203015"/>
                  </a:lnTo>
                  <a:lnTo>
                    <a:pt x="331487" y="197825"/>
                  </a:lnTo>
                  <a:lnTo>
                    <a:pt x="332376" y="192604"/>
                  </a:lnTo>
                  <a:lnTo>
                    <a:pt x="333099" y="187358"/>
                  </a:lnTo>
                  <a:lnTo>
                    <a:pt x="333656" y="182092"/>
                  </a:lnTo>
                  <a:lnTo>
                    <a:pt x="334046" y="176810"/>
                  </a:lnTo>
                  <a:lnTo>
                    <a:pt x="334268" y="171519"/>
                  </a:lnTo>
                  <a:lnTo>
                    <a:pt x="334322" y="166223"/>
                  </a:lnTo>
                  <a:lnTo>
                    <a:pt x="334209" y="160929"/>
                  </a:lnTo>
                  <a:lnTo>
                    <a:pt x="333928" y="155641"/>
                  </a:lnTo>
                  <a:lnTo>
                    <a:pt x="333479" y="150364"/>
                  </a:lnTo>
                  <a:lnTo>
                    <a:pt x="332864" y="145104"/>
                  </a:lnTo>
                  <a:lnTo>
                    <a:pt x="332083" y="139866"/>
                  </a:lnTo>
                  <a:lnTo>
                    <a:pt x="331136" y="134656"/>
                  </a:lnTo>
                  <a:lnTo>
                    <a:pt x="330024" y="129478"/>
                  </a:lnTo>
                  <a:lnTo>
                    <a:pt x="328749" y="124338"/>
                  </a:lnTo>
                  <a:lnTo>
                    <a:pt x="327312" y="119241"/>
                  </a:lnTo>
                  <a:lnTo>
                    <a:pt x="325714" y="114192"/>
                  </a:lnTo>
                  <a:lnTo>
                    <a:pt x="323956" y="109196"/>
                  </a:lnTo>
                  <a:lnTo>
                    <a:pt x="322042" y="104259"/>
                  </a:lnTo>
                  <a:lnTo>
                    <a:pt x="319972" y="99384"/>
                  </a:lnTo>
                  <a:lnTo>
                    <a:pt x="317749" y="94578"/>
                  </a:lnTo>
                  <a:lnTo>
                    <a:pt x="315374" y="89844"/>
                  </a:lnTo>
                  <a:lnTo>
                    <a:pt x="312851" y="85188"/>
                  </a:lnTo>
                  <a:lnTo>
                    <a:pt x="310182" y="80614"/>
                  </a:lnTo>
                  <a:lnTo>
                    <a:pt x="307369" y="76127"/>
                  </a:lnTo>
                  <a:lnTo>
                    <a:pt x="304415" y="71732"/>
                  </a:lnTo>
                  <a:lnTo>
                    <a:pt x="301324" y="67432"/>
                  </a:lnTo>
                  <a:lnTo>
                    <a:pt x="298098" y="63232"/>
                  </a:lnTo>
                  <a:lnTo>
                    <a:pt x="294740" y="59137"/>
                  </a:lnTo>
                  <a:lnTo>
                    <a:pt x="291255" y="55150"/>
                  </a:lnTo>
                  <a:lnTo>
                    <a:pt x="287645" y="51275"/>
                  </a:lnTo>
                  <a:lnTo>
                    <a:pt x="283914" y="47517"/>
                  </a:lnTo>
                  <a:lnTo>
                    <a:pt x="280066" y="43878"/>
                  </a:lnTo>
                  <a:lnTo>
                    <a:pt x="276104" y="40364"/>
                  </a:lnTo>
                  <a:lnTo>
                    <a:pt x="272033" y="36976"/>
                  </a:lnTo>
                  <a:lnTo>
                    <a:pt x="267857" y="33720"/>
                  </a:lnTo>
                  <a:lnTo>
                    <a:pt x="263580" y="30597"/>
                  </a:lnTo>
                  <a:lnTo>
                    <a:pt x="259206" y="27611"/>
                  </a:lnTo>
                  <a:lnTo>
                    <a:pt x="254740" y="24766"/>
                  </a:lnTo>
                  <a:lnTo>
                    <a:pt x="250186" y="22063"/>
                  </a:lnTo>
                  <a:lnTo>
                    <a:pt x="245548" y="19506"/>
                  </a:lnTo>
                  <a:lnTo>
                    <a:pt x="240832" y="17097"/>
                  </a:lnTo>
                  <a:lnTo>
                    <a:pt x="236042" y="14838"/>
                  </a:lnTo>
                  <a:lnTo>
                    <a:pt x="231183" y="12733"/>
                  </a:lnTo>
                  <a:lnTo>
                    <a:pt x="226259" y="10782"/>
                  </a:lnTo>
                  <a:lnTo>
                    <a:pt x="221277" y="8988"/>
                  </a:lnTo>
                  <a:lnTo>
                    <a:pt x="216240" y="7354"/>
                  </a:lnTo>
                  <a:lnTo>
                    <a:pt x="211153" y="5879"/>
                  </a:lnTo>
                  <a:lnTo>
                    <a:pt x="206023" y="4566"/>
                  </a:lnTo>
                  <a:lnTo>
                    <a:pt x="200853" y="3417"/>
                  </a:lnTo>
                  <a:lnTo>
                    <a:pt x="195650" y="2432"/>
                  </a:lnTo>
                  <a:lnTo>
                    <a:pt x="190418" y="1612"/>
                  </a:lnTo>
                  <a:lnTo>
                    <a:pt x="185163" y="958"/>
                  </a:lnTo>
                  <a:lnTo>
                    <a:pt x="179889" y="471"/>
                  </a:lnTo>
                  <a:lnTo>
                    <a:pt x="174603" y="152"/>
                  </a:lnTo>
                  <a:lnTo>
                    <a:pt x="169310" y="0"/>
                  </a:lnTo>
                  <a:lnTo>
                    <a:pt x="167157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4" y="2633064"/>
              <a:ext cx="167167" cy="188631"/>
            </a:xfrm>
            <a:custGeom>
              <a:avLst/>
              <a:pathLst>
                <a:path w="167167" h="188631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10" y="772"/>
                  </a:lnTo>
                  <a:lnTo>
                    <a:pt x="145783" y="1373"/>
                  </a:lnTo>
                  <a:lnTo>
                    <a:pt x="140479" y="2144"/>
                  </a:lnTo>
                  <a:lnTo>
                    <a:pt x="135202" y="3084"/>
                  </a:lnTo>
                  <a:lnTo>
                    <a:pt x="129957" y="4193"/>
                  </a:lnTo>
                  <a:lnTo>
                    <a:pt x="124751" y="5470"/>
                  </a:lnTo>
                  <a:lnTo>
                    <a:pt x="119589" y="6913"/>
                  </a:lnTo>
                  <a:lnTo>
                    <a:pt x="114475" y="8521"/>
                  </a:lnTo>
                  <a:lnTo>
                    <a:pt x="109416" y="10292"/>
                  </a:lnTo>
                  <a:lnTo>
                    <a:pt x="104416" y="12224"/>
                  </a:lnTo>
                  <a:lnTo>
                    <a:pt x="99481" y="14316"/>
                  </a:lnTo>
                  <a:lnTo>
                    <a:pt x="94615" y="16564"/>
                  </a:lnTo>
                  <a:lnTo>
                    <a:pt x="89824" y="18968"/>
                  </a:lnTo>
                  <a:lnTo>
                    <a:pt x="85112" y="21524"/>
                  </a:lnTo>
                  <a:lnTo>
                    <a:pt x="80484" y="24230"/>
                  </a:lnTo>
                  <a:lnTo>
                    <a:pt x="75946" y="27082"/>
                  </a:lnTo>
                  <a:lnTo>
                    <a:pt x="71502" y="30079"/>
                  </a:lnTo>
                  <a:lnTo>
                    <a:pt x="67156" y="33217"/>
                  </a:lnTo>
                  <a:lnTo>
                    <a:pt x="62913" y="36492"/>
                  </a:lnTo>
                  <a:lnTo>
                    <a:pt x="58776" y="39902"/>
                  </a:lnTo>
                  <a:lnTo>
                    <a:pt x="54752" y="43442"/>
                  </a:lnTo>
                  <a:lnTo>
                    <a:pt x="50843" y="47110"/>
                  </a:lnTo>
                  <a:lnTo>
                    <a:pt x="47053" y="50901"/>
                  </a:lnTo>
                  <a:lnTo>
                    <a:pt x="43388" y="54812"/>
                  </a:lnTo>
                  <a:lnTo>
                    <a:pt x="39849" y="58838"/>
                  </a:lnTo>
                  <a:lnTo>
                    <a:pt x="36441" y="62976"/>
                  </a:lnTo>
                  <a:lnTo>
                    <a:pt x="33168" y="67221"/>
                  </a:lnTo>
                  <a:lnTo>
                    <a:pt x="30032" y="71568"/>
                  </a:lnTo>
                  <a:lnTo>
                    <a:pt x="27038" y="76014"/>
                  </a:lnTo>
                  <a:lnTo>
                    <a:pt x="24187" y="80554"/>
                  </a:lnTo>
                  <a:lnTo>
                    <a:pt x="21484" y="85183"/>
                  </a:lnTo>
                  <a:lnTo>
                    <a:pt x="18930" y="89896"/>
                  </a:lnTo>
                  <a:lnTo>
                    <a:pt x="16529" y="94688"/>
                  </a:lnTo>
                  <a:lnTo>
                    <a:pt x="14283" y="99555"/>
                  </a:lnTo>
                  <a:lnTo>
                    <a:pt x="12194" y="104491"/>
                  </a:lnTo>
                  <a:lnTo>
                    <a:pt x="10264" y="109492"/>
                  </a:lnTo>
                  <a:lnTo>
                    <a:pt x="8495" y="114552"/>
                  </a:lnTo>
                  <a:lnTo>
                    <a:pt x="6890" y="119667"/>
                  </a:lnTo>
                  <a:lnTo>
                    <a:pt x="5449" y="124830"/>
                  </a:lnTo>
                  <a:lnTo>
                    <a:pt x="4175" y="130037"/>
                  </a:lnTo>
                  <a:lnTo>
                    <a:pt x="3069" y="135281"/>
                  </a:lnTo>
                  <a:lnTo>
                    <a:pt x="2131" y="140559"/>
                  </a:lnTo>
                  <a:lnTo>
                    <a:pt x="1362" y="145864"/>
                  </a:lnTo>
                  <a:lnTo>
                    <a:pt x="765" y="151191"/>
                  </a:lnTo>
                  <a:lnTo>
                    <a:pt x="338" y="156534"/>
                  </a:lnTo>
                  <a:lnTo>
                    <a:pt x="83" y="161888"/>
                  </a:lnTo>
                  <a:lnTo>
                    <a:pt x="0" y="167248"/>
                  </a:lnTo>
                  <a:lnTo>
                    <a:pt x="88" y="172608"/>
                  </a:lnTo>
                  <a:lnTo>
                    <a:pt x="348" y="177962"/>
                  </a:lnTo>
                  <a:lnTo>
                    <a:pt x="780" y="183305"/>
                  </a:lnTo>
                  <a:lnTo>
                    <a:pt x="1383" y="18863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227" y="2800231"/>
              <a:ext cx="165783" cy="21464"/>
            </a:xfrm>
            <a:custGeom>
              <a:avLst/>
              <a:pathLst>
                <a:path w="165783" h="21464">
                  <a:moveTo>
                    <a:pt x="0" y="21464"/>
                  </a:moveTo>
                  <a:lnTo>
                    <a:pt x="1657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227" y="2670499"/>
              <a:ext cx="332951" cy="296881"/>
            </a:xfrm>
            <a:custGeom>
              <a:avLst/>
              <a:pathLst>
                <a:path w="332951" h="296881">
                  <a:moveTo>
                    <a:pt x="0" y="151196"/>
                  </a:moveTo>
                  <a:lnTo>
                    <a:pt x="764" y="156443"/>
                  </a:lnTo>
                  <a:lnTo>
                    <a:pt x="1694" y="161662"/>
                  </a:lnTo>
                  <a:lnTo>
                    <a:pt x="2789" y="166850"/>
                  </a:lnTo>
                  <a:lnTo>
                    <a:pt x="4048" y="172000"/>
                  </a:lnTo>
                  <a:lnTo>
                    <a:pt x="5470" y="177108"/>
                  </a:lnTo>
                  <a:lnTo>
                    <a:pt x="7053" y="182168"/>
                  </a:lnTo>
                  <a:lnTo>
                    <a:pt x="8795" y="187175"/>
                  </a:lnTo>
                  <a:lnTo>
                    <a:pt x="10696" y="192125"/>
                  </a:lnTo>
                  <a:lnTo>
                    <a:pt x="12752" y="197012"/>
                  </a:lnTo>
                  <a:lnTo>
                    <a:pt x="14963" y="201831"/>
                  </a:lnTo>
                  <a:lnTo>
                    <a:pt x="17325" y="206577"/>
                  </a:lnTo>
                  <a:lnTo>
                    <a:pt x="19837" y="211247"/>
                  </a:lnTo>
                  <a:lnTo>
                    <a:pt x="22495" y="215834"/>
                  </a:lnTo>
                  <a:lnTo>
                    <a:pt x="25298" y="220334"/>
                  </a:lnTo>
                  <a:lnTo>
                    <a:pt x="28242" y="224744"/>
                  </a:lnTo>
                  <a:lnTo>
                    <a:pt x="31324" y="229058"/>
                  </a:lnTo>
                  <a:lnTo>
                    <a:pt x="34541" y="233272"/>
                  </a:lnTo>
                  <a:lnTo>
                    <a:pt x="37891" y="237382"/>
                  </a:lnTo>
                  <a:lnTo>
                    <a:pt x="41369" y="241383"/>
                  </a:lnTo>
                  <a:lnTo>
                    <a:pt x="44972" y="245273"/>
                  </a:lnTo>
                  <a:lnTo>
                    <a:pt x="48697" y="249046"/>
                  </a:lnTo>
                  <a:lnTo>
                    <a:pt x="52539" y="252699"/>
                  </a:lnTo>
                  <a:lnTo>
                    <a:pt x="56496" y="256228"/>
                  </a:lnTo>
                  <a:lnTo>
                    <a:pt x="60562" y="259630"/>
                  </a:lnTo>
                  <a:lnTo>
                    <a:pt x="64735" y="262902"/>
                  </a:lnTo>
                  <a:lnTo>
                    <a:pt x="69008" y="266039"/>
                  </a:lnTo>
                  <a:lnTo>
                    <a:pt x="73380" y="269040"/>
                  </a:lnTo>
                  <a:lnTo>
                    <a:pt x="77844" y="271900"/>
                  </a:lnTo>
                  <a:lnTo>
                    <a:pt x="82397" y="274617"/>
                  </a:lnTo>
                  <a:lnTo>
                    <a:pt x="87033" y="277189"/>
                  </a:lnTo>
                  <a:lnTo>
                    <a:pt x="91749" y="279612"/>
                  </a:lnTo>
                  <a:lnTo>
                    <a:pt x="96539" y="281884"/>
                  </a:lnTo>
                  <a:lnTo>
                    <a:pt x="101399" y="284003"/>
                  </a:lnTo>
                  <a:lnTo>
                    <a:pt x="106324" y="285968"/>
                  </a:lnTo>
                  <a:lnTo>
                    <a:pt x="111308" y="287775"/>
                  </a:lnTo>
                  <a:lnTo>
                    <a:pt x="116347" y="289423"/>
                  </a:lnTo>
                  <a:lnTo>
                    <a:pt x="121436" y="290910"/>
                  </a:lnTo>
                  <a:lnTo>
                    <a:pt x="126570" y="292235"/>
                  </a:lnTo>
                  <a:lnTo>
                    <a:pt x="131743" y="293397"/>
                  </a:lnTo>
                  <a:lnTo>
                    <a:pt x="136950" y="294394"/>
                  </a:lnTo>
                  <a:lnTo>
                    <a:pt x="142187" y="295226"/>
                  </a:lnTo>
                  <a:lnTo>
                    <a:pt x="147447" y="295891"/>
                  </a:lnTo>
                  <a:lnTo>
                    <a:pt x="152725" y="296389"/>
                  </a:lnTo>
                  <a:lnTo>
                    <a:pt x="158017" y="296719"/>
                  </a:lnTo>
                  <a:lnTo>
                    <a:pt x="163316" y="296881"/>
                  </a:lnTo>
                  <a:lnTo>
                    <a:pt x="168618" y="296876"/>
                  </a:lnTo>
                  <a:lnTo>
                    <a:pt x="173917" y="296702"/>
                  </a:lnTo>
                  <a:lnTo>
                    <a:pt x="179208" y="296360"/>
                  </a:lnTo>
                  <a:lnTo>
                    <a:pt x="184485" y="295850"/>
                  </a:lnTo>
                  <a:lnTo>
                    <a:pt x="189744" y="295174"/>
                  </a:lnTo>
                  <a:lnTo>
                    <a:pt x="194978" y="294331"/>
                  </a:lnTo>
                  <a:lnTo>
                    <a:pt x="200183" y="293322"/>
                  </a:lnTo>
                  <a:lnTo>
                    <a:pt x="205354" y="292149"/>
                  </a:lnTo>
                  <a:lnTo>
                    <a:pt x="210484" y="290812"/>
                  </a:lnTo>
                  <a:lnTo>
                    <a:pt x="215570" y="289314"/>
                  </a:lnTo>
                  <a:lnTo>
                    <a:pt x="220606" y="287655"/>
                  </a:lnTo>
                  <a:lnTo>
                    <a:pt x="225586" y="285837"/>
                  </a:lnTo>
                  <a:lnTo>
                    <a:pt x="230506" y="283862"/>
                  </a:lnTo>
                  <a:lnTo>
                    <a:pt x="235362" y="281732"/>
                  </a:lnTo>
                  <a:lnTo>
                    <a:pt x="240147" y="279449"/>
                  </a:lnTo>
                  <a:lnTo>
                    <a:pt x="244857" y="277015"/>
                  </a:lnTo>
                  <a:lnTo>
                    <a:pt x="249488" y="274433"/>
                  </a:lnTo>
                  <a:lnTo>
                    <a:pt x="254035" y="271706"/>
                  </a:lnTo>
                  <a:lnTo>
                    <a:pt x="258493" y="268836"/>
                  </a:lnTo>
                  <a:lnTo>
                    <a:pt x="262857" y="265826"/>
                  </a:lnTo>
                  <a:lnTo>
                    <a:pt x="267124" y="262679"/>
                  </a:lnTo>
                  <a:lnTo>
                    <a:pt x="271289" y="259399"/>
                  </a:lnTo>
                  <a:lnTo>
                    <a:pt x="275348" y="255988"/>
                  </a:lnTo>
                  <a:lnTo>
                    <a:pt x="279297" y="252450"/>
                  </a:lnTo>
                  <a:lnTo>
                    <a:pt x="283132" y="248788"/>
                  </a:lnTo>
                  <a:lnTo>
                    <a:pt x="286848" y="245007"/>
                  </a:lnTo>
                  <a:lnTo>
                    <a:pt x="290443" y="241110"/>
                  </a:lnTo>
                  <a:lnTo>
                    <a:pt x="293912" y="237100"/>
                  </a:lnTo>
                  <a:lnTo>
                    <a:pt x="297253" y="232983"/>
                  </a:lnTo>
                  <a:lnTo>
                    <a:pt x="300461" y="228762"/>
                  </a:lnTo>
                  <a:lnTo>
                    <a:pt x="303533" y="224441"/>
                  </a:lnTo>
                  <a:lnTo>
                    <a:pt x="306468" y="220025"/>
                  </a:lnTo>
                  <a:lnTo>
                    <a:pt x="309260" y="215519"/>
                  </a:lnTo>
                  <a:lnTo>
                    <a:pt x="311909" y="210926"/>
                  </a:lnTo>
                  <a:lnTo>
                    <a:pt x="314410" y="206251"/>
                  </a:lnTo>
                  <a:lnTo>
                    <a:pt x="316762" y="201499"/>
                  </a:lnTo>
                  <a:lnTo>
                    <a:pt x="318962" y="196675"/>
                  </a:lnTo>
                  <a:lnTo>
                    <a:pt x="321007" y="191784"/>
                  </a:lnTo>
                  <a:lnTo>
                    <a:pt x="322897" y="186830"/>
                  </a:lnTo>
                  <a:lnTo>
                    <a:pt x="324629" y="181819"/>
                  </a:lnTo>
                  <a:lnTo>
                    <a:pt x="326201" y="176755"/>
                  </a:lnTo>
                  <a:lnTo>
                    <a:pt x="327611" y="171645"/>
                  </a:lnTo>
                  <a:lnTo>
                    <a:pt x="328859" y="166492"/>
                  </a:lnTo>
                  <a:lnTo>
                    <a:pt x="329943" y="161302"/>
                  </a:lnTo>
                  <a:lnTo>
                    <a:pt x="330861" y="156080"/>
                  </a:lnTo>
                  <a:lnTo>
                    <a:pt x="331614" y="150832"/>
                  </a:lnTo>
                  <a:lnTo>
                    <a:pt x="332199" y="145562"/>
                  </a:lnTo>
                  <a:lnTo>
                    <a:pt x="332618" y="140277"/>
                  </a:lnTo>
                  <a:lnTo>
                    <a:pt x="332868" y="134981"/>
                  </a:lnTo>
                  <a:lnTo>
                    <a:pt x="332951" y="129680"/>
                  </a:lnTo>
                  <a:lnTo>
                    <a:pt x="332865" y="124379"/>
                  </a:lnTo>
                  <a:lnTo>
                    <a:pt x="332611" y="119083"/>
                  </a:lnTo>
                  <a:lnTo>
                    <a:pt x="332189" y="113798"/>
                  </a:lnTo>
                  <a:lnTo>
                    <a:pt x="331600" y="108529"/>
                  </a:lnTo>
                  <a:lnTo>
                    <a:pt x="330845" y="103281"/>
                  </a:lnTo>
                  <a:lnTo>
                    <a:pt x="329923" y="98060"/>
                  </a:lnTo>
                  <a:lnTo>
                    <a:pt x="328836" y="92870"/>
                  </a:lnTo>
                  <a:lnTo>
                    <a:pt x="327585" y="87718"/>
                  </a:lnTo>
                  <a:lnTo>
                    <a:pt x="326171" y="82608"/>
                  </a:lnTo>
                  <a:lnTo>
                    <a:pt x="324596" y="77546"/>
                  </a:lnTo>
                  <a:lnTo>
                    <a:pt x="322861" y="72536"/>
                  </a:lnTo>
                  <a:lnTo>
                    <a:pt x="320968" y="67583"/>
                  </a:lnTo>
                  <a:lnTo>
                    <a:pt x="318920" y="62693"/>
                  </a:lnTo>
                  <a:lnTo>
                    <a:pt x="316717" y="57871"/>
                  </a:lnTo>
                  <a:lnTo>
                    <a:pt x="314362" y="53120"/>
                  </a:lnTo>
                  <a:lnTo>
                    <a:pt x="311858" y="48447"/>
                  </a:lnTo>
                  <a:lnTo>
                    <a:pt x="309206" y="43856"/>
                  </a:lnTo>
                  <a:lnTo>
                    <a:pt x="306411" y="39351"/>
                  </a:lnTo>
                  <a:lnTo>
                    <a:pt x="303474" y="34937"/>
                  </a:lnTo>
                  <a:lnTo>
                    <a:pt x="300399" y="30618"/>
                  </a:lnTo>
                  <a:lnTo>
                    <a:pt x="297188" y="26399"/>
                  </a:lnTo>
                  <a:lnTo>
                    <a:pt x="293845" y="22284"/>
                  </a:lnTo>
                  <a:lnTo>
                    <a:pt x="290373" y="18276"/>
                  </a:lnTo>
                  <a:lnTo>
                    <a:pt x="286776" y="14382"/>
                  </a:lnTo>
                  <a:lnTo>
                    <a:pt x="283057" y="10603"/>
                  </a:lnTo>
                  <a:lnTo>
                    <a:pt x="279220" y="6944"/>
                  </a:lnTo>
                  <a:lnTo>
                    <a:pt x="275269" y="3408"/>
                  </a:lnTo>
                  <a:lnTo>
                    <a:pt x="271208" y="0"/>
                  </a:lnTo>
                  <a:lnTo>
                    <a:pt x="165783" y="129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05424" cy="167167"/>
            </a:xfrm>
            <a:custGeom>
              <a:avLst/>
              <a:pathLst>
                <a:path w="105424" h="167167">
                  <a:moveTo>
                    <a:pt x="105424" y="37434"/>
                  </a:moveTo>
                  <a:lnTo>
                    <a:pt x="100937" y="33913"/>
                  </a:lnTo>
                  <a:lnTo>
                    <a:pt x="96333" y="30548"/>
                  </a:lnTo>
                  <a:lnTo>
                    <a:pt x="91616" y="27341"/>
                  </a:lnTo>
                  <a:lnTo>
                    <a:pt x="86793" y="24297"/>
                  </a:lnTo>
                  <a:lnTo>
                    <a:pt x="81869" y="21419"/>
                  </a:lnTo>
                  <a:lnTo>
                    <a:pt x="76849" y="18711"/>
                  </a:lnTo>
                  <a:lnTo>
                    <a:pt x="71740" y="16176"/>
                  </a:lnTo>
                  <a:lnTo>
                    <a:pt x="66548" y="13817"/>
                  </a:lnTo>
                  <a:lnTo>
                    <a:pt x="61278" y="11636"/>
                  </a:lnTo>
                  <a:lnTo>
                    <a:pt x="55936" y="9636"/>
                  </a:lnTo>
                  <a:lnTo>
                    <a:pt x="50530" y="7819"/>
                  </a:lnTo>
                  <a:lnTo>
                    <a:pt x="45065" y="6188"/>
                  </a:lnTo>
                  <a:lnTo>
                    <a:pt x="39547" y="4745"/>
                  </a:lnTo>
                  <a:lnTo>
                    <a:pt x="33983" y="3490"/>
                  </a:lnTo>
                  <a:lnTo>
                    <a:pt x="28380" y="2426"/>
                  </a:lnTo>
                  <a:lnTo>
                    <a:pt x="22744" y="1554"/>
                  </a:lnTo>
                  <a:lnTo>
                    <a:pt x="17081" y="874"/>
                  </a:lnTo>
                  <a:lnTo>
                    <a:pt x="11398" y="389"/>
                  </a:lnTo>
                  <a:lnTo>
                    <a:pt x="5702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1522" y="2126963"/>
              <a:ext cx="56949" cy="167167"/>
            </a:xfrm>
            <a:custGeom>
              <a:avLst/>
              <a:pathLst>
                <a:path w="56949" h="167167">
                  <a:moveTo>
                    <a:pt x="56949" y="0"/>
                  </a:moveTo>
                  <a:lnTo>
                    <a:pt x="51139" y="101"/>
                  </a:lnTo>
                  <a:lnTo>
                    <a:pt x="45336" y="403"/>
                  </a:lnTo>
                  <a:lnTo>
                    <a:pt x="39547" y="908"/>
                  </a:lnTo>
                  <a:lnTo>
                    <a:pt x="33779" y="1613"/>
                  </a:lnTo>
                  <a:lnTo>
                    <a:pt x="28039" y="2518"/>
                  </a:lnTo>
                  <a:lnTo>
                    <a:pt x="22334" y="3623"/>
                  </a:lnTo>
                  <a:lnTo>
                    <a:pt x="16670" y="4925"/>
                  </a:lnTo>
                  <a:lnTo>
                    <a:pt x="11056" y="6423"/>
                  </a:lnTo>
                  <a:lnTo>
                    <a:pt x="5497" y="8115"/>
                  </a:lnTo>
                  <a:lnTo>
                    <a:pt x="0" y="9999"/>
                  </a:lnTo>
                  <a:lnTo>
                    <a:pt x="569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1522" y="2136963"/>
              <a:ext cx="56949" cy="157167"/>
            </a:xfrm>
            <a:custGeom>
              <a:avLst/>
              <a:pathLst>
                <a:path w="56949" h="157167">
                  <a:moveTo>
                    <a:pt x="0" y="0"/>
                  </a:moveTo>
                  <a:lnTo>
                    <a:pt x="56949" y="15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24" y="2136963"/>
              <a:ext cx="209720" cy="324334"/>
            </a:xfrm>
            <a:custGeom>
              <a:avLst/>
              <a:pathLst>
                <a:path w="209720" h="324334">
                  <a:moveTo>
                    <a:pt x="110198" y="0"/>
                  </a:moveTo>
                  <a:lnTo>
                    <a:pt x="105231" y="1889"/>
                  </a:lnTo>
                  <a:lnTo>
                    <a:pt x="100328" y="3935"/>
                  </a:lnTo>
                  <a:lnTo>
                    <a:pt x="95492" y="6136"/>
                  </a:lnTo>
                  <a:lnTo>
                    <a:pt x="90728" y="8490"/>
                  </a:lnTo>
                  <a:lnTo>
                    <a:pt x="86042" y="10993"/>
                  </a:lnTo>
                  <a:lnTo>
                    <a:pt x="81437" y="13645"/>
                  </a:lnTo>
                  <a:lnTo>
                    <a:pt x="76919" y="16441"/>
                  </a:lnTo>
                  <a:lnTo>
                    <a:pt x="72492" y="19380"/>
                  </a:lnTo>
                  <a:lnTo>
                    <a:pt x="68161" y="22458"/>
                  </a:lnTo>
                  <a:lnTo>
                    <a:pt x="63930" y="25671"/>
                  </a:lnTo>
                  <a:lnTo>
                    <a:pt x="59803" y="29018"/>
                  </a:lnTo>
                  <a:lnTo>
                    <a:pt x="55785" y="32494"/>
                  </a:lnTo>
                  <a:lnTo>
                    <a:pt x="51879" y="36097"/>
                  </a:lnTo>
                  <a:lnTo>
                    <a:pt x="48089" y="39821"/>
                  </a:lnTo>
                  <a:lnTo>
                    <a:pt x="44420" y="43664"/>
                  </a:lnTo>
                  <a:lnTo>
                    <a:pt x="40875" y="47622"/>
                  </a:lnTo>
                  <a:lnTo>
                    <a:pt x="37457" y="51690"/>
                  </a:lnTo>
                  <a:lnTo>
                    <a:pt x="34170" y="55865"/>
                  </a:lnTo>
                  <a:lnTo>
                    <a:pt x="31018" y="60142"/>
                  </a:lnTo>
                  <a:lnTo>
                    <a:pt x="28003" y="64518"/>
                  </a:lnTo>
                  <a:lnTo>
                    <a:pt x="25129" y="68987"/>
                  </a:lnTo>
                  <a:lnTo>
                    <a:pt x="22399" y="73545"/>
                  </a:lnTo>
                  <a:lnTo>
                    <a:pt x="19814" y="78187"/>
                  </a:lnTo>
                  <a:lnTo>
                    <a:pt x="17378" y="82909"/>
                  </a:lnTo>
                  <a:lnTo>
                    <a:pt x="15094" y="87707"/>
                  </a:lnTo>
                  <a:lnTo>
                    <a:pt x="12963" y="92574"/>
                  </a:lnTo>
                  <a:lnTo>
                    <a:pt x="10989" y="97507"/>
                  </a:lnTo>
                  <a:lnTo>
                    <a:pt x="9171" y="102500"/>
                  </a:lnTo>
                  <a:lnTo>
                    <a:pt x="7514" y="107548"/>
                  </a:lnTo>
                  <a:lnTo>
                    <a:pt x="6017" y="112646"/>
                  </a:lnTo>
                  <a:lnTo>
                    <a:pt x="4684" y="117790"/>
                  </a:lnTo>
                  <a:lnTo>
                    <a:pt x="3515" y="122973"/>
                  </a:lnTo>
                  <a:lnTo>
                    <a:pt x="2511" y="128190"/>
                  </a:lnTo>
                  <a:lnTo>
                    <a:pt x="1673" y="133437"/>
                  </a:lnTo>
                  <a:lnTo>
                    <a:pt x="1002" y="138708"/>
                  </a:lnTo>
                  <a:lnTo>
                    <a:pt x="500" y="143998"/>
                  </a:lnTo>
                  <a:lnTo>
                    <a:pt x="165" y="149301"/>
                  </a:lnTo>
                  <a:lnTo>
                    <a:pt x="0" y="154611"/>
                  </a:lnTo>
                  <a:lnTo>
                    <a:pt x="3" y="159925"/>
                  </a:lnTo>
                  <a:lnTo>
                    <a:pt x="175" y="165235"/>
                  </a:lnTo>
                  <a:lnTo>
                    <a:pt x="516" y="170538"/>
                  </a:lnTo>
                  <a:lnTo>
                    <a:pt x="1025" y="175827"/>
                  </a:lnTo>
                  <a:lnTo>
                    <a:pt x="1702" y="181097"/>
                  </a:lnTo>
                  <a:lnTo>
                    <a:pt x="2546" y="186343"/>
                  </a:lnTo>
                  <a:lnTo>
                    <a:pt x="3556" y="191559"/>
                  </a:lnTo>
                  <a:lnTo>
                    <a:pt x="4732" y="196741"/>
                  </a:lnTo>
                  <a:lnTo>
                    <a:pt x="6071" y="201882"/>
                  </a:lnTo>
                  <a:lnTo>
                    <a:pt x="7574" y="206979"/>
                  </a:lnTo>
                  <a:lnTo>
                    <a:pt x="9237" y="212025"/>
                  </a:lnTo>
                  <a:lnTo>
                    <a:pt x="11061" y="217016"/>
                  </a:lnTo>
                  <a:lnTo>
                    <a:pt x="13042" y="221946"/>
                  </a:lnTo>
                  <a:lnTo>
                    <a:pt x="15178" y="226811"/>
                  </a:lnTo>
                  <a:lnTo>
                    <a:pt x="17468" y="231606"/>
                  </a:lnTo>
                  <a:lnTo>
                    <a:pt x="19910" y="236325"/>
                  </a:lnTo>
                  <a:lnTo>
                    <a:pt x="22500" y="240964"/>
                  </a:lnTo>
                  <a:lnTo>
                    <a:pt x="25236" y="245519"/>
                  </a:lnTo>
                  <a:lnTo>
                    <a:pt x="28115" y="249984"/>
                  </a:lnTo>
                  <a:lnTo>
                    <a:pt x="31135" y="254356"/>
                  </a:lnTo>
                  <a:lnTo>
                    <a:pt x="34293" y="258630"/>
                  </a:lnTo>
                  <a:lnTo>
                    <a:pt x="37585" y="262801"/>
                  </a:lnTo>
                  <a:lnTo>
                    <a:pt x="41007" y="266865"/>
                  </a:lnTo>
                  <a:lnTo>
                    <a:pt x="44557" y="270818"/>
                  </a:lnTo>
                  <a:lnTo>
                    <a:pt x="48231" y="274657"/>
                  </a:lnTo>
                  <a:lnTo>
                    <a:pt x="52025" y="278377"/>
                  </a:lnTo>
                  <a:lnTo>
                    <a:pt x="55935" y="281974"/>
                  </a:lnTo>
                  <a:lnTo>
                    <a:pt x="59958" y="285446"/>
                  </a:lnTo>
                  <a:lnTo>
                    <a:pt x="64089" y="288787"/>
                  </a:lnTo>
                  <a:lnTo>
                    <a:pt x="68324" y="291996"/>
                  </a:lnTo>
                  <a:lnTo>
                    <a:pt x="72659" y="295069"/>
                  </a:lnTo>
                  <a:lnTo>
                    <a:pt x="77089" y="298002"/>
                  </a:lnTo>
                  <a:lnTo>
                    <a:pt x="81610" y="300793"/>
                  </a:lnTo>
                  <a:lnTo>
                    <a:pt x="86218" y="303439"/>
                  </a:lnTo>
                  <a:lnTo>
                    <a:pt x="90908" y="305937"/>
                  </a:lnTo>
                  <a:lnTo>
                    <a:pt x="95674" y="308285"/>
                  </a:lnTo>
                  <a:lnTo>
                    <a:pt x="100513" y="310480"/>
                  </a:lnTo>
                  <a:lnTo>
                    <a:pt x="105419" y="312520"/>
                  </a:lnTo>
                  <a:lnTo>
                    <a:pt x="110387" y="314403"/>
                  </a:lnTo>
                  <a:lnTo>
                    <a:pt x="115413" y="316128"/>
                  </a:lnTo>
                  <a:lnTo>
                    <a:pt x="120491" y="317692"/>
                  </a:lnTo>
                  <a:lnTo>
                    <a:pt x="125616" y="319093"/>
                  </a:lnTo>
                  <a:lnTo>
                    <a:pt x="130783" y="320332"/>
                  </a:lnTo>
                  <a:lnTo>
                    <a:pt x="135987" y="321405"/>
                  </a:lnTo>
                  <a:lnTo>
                    <a:pt x="141223" y="322312"/>
                  </a:lnTo>
                  <a:lnTo>
                    <a:pt x="146484" y="323053"/>
                  </a:lnTo>
                  <a:lnTo>
                    <a:pt x="151766" y="323625"/>
                  </a:lnTo>
                  <a:lnTo>
                    <a:pt x="157064" y="324030"/>
                  </a:lnTo>
                  <a:lnTo>
                    <a:pt x="162373" y="324266"/>
                  </a:lnTo>
                  <a:lnTo>
                    <a:pt x="167685" y="324334"/>
                  </a:lnTo>
                  <a:lnTo>
                    <a:pt x="172998" y="324232"/>
                  </a:lnTo>
                  <a:lnTo>
                    <a:pt x="178304" y="323962"/>
                  </a:lnTo>
                  <a:lnTo>
                    <a:pt x="183600" y="323523"/>
                  </a:lnTo>
                  <a:lnTo>
                    <a:pt x="188878" y="322916"/>
                  </a:lnTo>
                  <a:lnTo>
                    <a:pt x="194135" y="322142"/>
                  </a:lnTo>
                  <a:lnTo>
                    <a:pt x="199364" y="321201"/>
                  </a:lnTo>
                  <a:lnTo>
                    <a:pt x="204561" y="320094"/>
                  </a:lnTo>
                  <a:lnTo>
                    <a:pt x="209720" y="318823"/>
                  </a:lnTo>
                  <a:lnTo>
                    <a:pt x="167147" y="15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7" cy="328822"/>
            </a:xfrm>
            <a:custGeom>
              <a:avLst/>
              <a:pathLst>
                <a:path w="167167" h="328822">
                  <a:moveTo>
                    <a:pt x="42572" y="328822"/>
                  </a:moveTo>
                  <a:lnTo>
                    <a:pt x="47730" y="327375"/>
                  </a:lnTo>
                  <a:lnTo>
                    <a:pt x="52838" y="325764"/>
                  </a:lnTo>
                  <a:lnTo>
                    <a:pt x="57893" y="323990"/>
                  </a:lnTo>
                  <a:lnTo>
                    <a:pt x="62888" y="322054"/>
                  </a:lnTo>
                  <a:lnTo>
                    <a:pt x="67818" y="319960"/>
                  </a:lnTo>
                  <a:lnTo>
                    <a:pt x="72678" y="317708"/>
                  </a:lnTo>
                  <a:lnTo>
                    <a:pt x="77464" y="315302"/>
                  </a:lnTo>
                  <a:lnTo>
                    <a:pt x="82171" y="312744"/>
                  </a:lnTo>
                  <a:lnTo>
                    <a:pt x="86793" y="310037"/>
                  </a:lnTo>
                  <a:lnTo>
                    <a:pt x="91326" y="307183"/>
                  </a:lnTo>
                  <a:lnTo>
                    <a:pt x="95765" y="304185"/>
                  </a:lnTo>
                  <a:lnTo>
                    <a:pt x="100106" y="301046"/>
                  </a:lnTo>
                  <a:lnTo>
                    <a:pt x="104344" y="297770"/>
                  </a:lnTo>
                  <a:lnTo>
                    <a:pt x="108475" y="294360"/>
                  </a:lnTo>
                  <a:lnTo>
                    <a:pt x="112495" y="290819"/>
                  </a:lnTo>
                  <a:lnTo>
                    <a:pt x="116399" y="287151"/>
                  </a:lnTo>
                  <a:lnTo>
                    <a:pt x="120183" y="283360"/>
                  </a:lnTo>
                  <a:lnTo>
                    <a:pt x="123844" y="279450"/>
                  </a:lnTo>
                  <a:lnTo>
                    <a:pt x="127378" y="275424"/>
                  </a:lnTo>
                  <a:lnTo>
                    <a:pt x="130781" y="271287"/>
                  </a:lnTo>
                  <a:lnTo>
                    <a:pt x="134050" y="267044"/>
                  </a:lnTo>
                  <a:lnTo>
                    <a:pt x="137182" y="262697"/>
                  </a:lnTo>
                  <a:lnTo>
                    <a:pt x="140172" y="258253"/>
                  </a:lnTo>
                  <a:lnTo>
                    <a:pt x="143018" y="253715"/>
                  </a:lnTo>
                  <a:lnTo>
                    <a:pt x="145718" y="249088"/>
                  </a:lnTo>
                  <a:lnTo>
                    <a:pt x="148268" y="244377"/>
                  </a:lnTo>
                  <a:lnTo>
                    <a:pt x="150665" y="239587"/>
                  </a:lnTo>
                  <a:lnTo>
                    <a:pt x="152908" y="234723"/>
                  </a:lnTo>
                  <a:lnTo>
                    <a:pt x="154994" y="229789"/>
                  </a:lnTo>
                  <a:lnTo>
                    <a:pt x="156921" y="224791"/>
                  </a:lnTo>
                  <a:lnTo>
                    <a:pt x="158687" y="219733"/>
                  </a:lnTo>
                  <a:lnTo>
                    <a:pt x="160290" y="214622"/>
                  </a:lnTo>
                  <a:lnTo>
                    <a:pt x="161728" y="209462"/>
                  </a:lnTo>
                  <a:lnTo>
                    <a:pt x="163000" y="204259"/>
                  </a:lnTo>
                  <a:lnTo>
                    <a:pt x="164105" y="199017"/>
                  </a:lnTo>
                  <a:lnTo>
                    <a:pt x="165041" y="193743"/>
                  </a:lnTo>
                  <a:lnTo>
                    <a:pt x="165808" y="188441"/>
                  </a:lnTo>
                  <a:lnTo>
                    <a:pt x="166404" y="183118"/>
                  </a:lnTo>
                  <a:lnTo>
                    <a:pt x="166830" y="177778"/>
                  </a:lnTo>
                  <a:lnTo>
                    <a:pt x="167084" y="172427"/>
                  </a:lnTo>
                  <a:lnTo>
                    <a:pt x="167167" y="167071"/>
                  </a:lnTo>
                  <a:lnTo>
                    <a:pt x="167078" y="161715"/>
                  </a:lnTo>
                  <a:lnTo>
                    <a:pt x="166818" y="156365"/>
                  </a:lnTo>
                  <a:lnTo>
                    <a:pt x="166386" y="151026"/>
                  </a:lnTo>
                  <a:lnTo>
                    <a:pt x="165783" y="145703"/>
                  </a:lnTo>
                  <a:lnTo>
                    <a:pt x="165010" y="140402"/>
                  </a:lnTo>
                  <a:lnTo>
                    <a:pt x="164068" y="135129"/>
                  </a:lnTo>
                  <a:lnTo>
                    <a:pt x="162957" y="129889"/>
                  </a:lnTo>
                  <a:lnTo>
                    <a:pt x="161679" y="124687"/>
                  </a:lnTo>
                  <a:lnTo>
                    <a:pt x="160235" y="119528"/>
                  </a:lnTo>
                  <a:lnTo>
                    <a:pt x="158627" y="114419"/>
                  </a:lnTo>
                  <a:lnTo>
                    <a:pt x="156855" y="109364"/>
                  </a:lnTo>
                  <a:lnTo>
                    <a:pt x="154923" y="104368"/>
                  </a:lnTo>
                  <a:lnTo>
                    <a:pt x="152831" y="99436"/>
                  </a:lnTo>
                  <a:lnTo>
                    <a:pt x="150583" y="94574"/>
                  </a:lnTo>
                  <a:lnTo>
                    <a:pt x="148179" y="89787"/>
                  </a:lnTo>
                  <a:lnTo>
                    <a:pt x="145624" y="85079"/>
                  </a:lnTo>
                  <a:lnTo>
                    <a:pt x="142919" y="80455"/>
                  </a:lnTo>
                  <a:lnTo>
                    <a:pt x="140068" y="75921"/>
                  </a:lnTo>
                  <a:lnTo>
                    <a:pt x="137072" y="71480"/>
                  </a:lnTo>
                  <a:lnTo>
                    <a:pt x="133936" y="67137"/>
                  </a:lnTo>
                  <a:lnTo>
                    <a:pt x="130662" y="62897"/>
                  </a:lnTo>
                  <a:lnTo>
                    <a:pt x="127254" y="58764"/>
                  </a:lnTo>
                  <a:lnTo>
                    <a:pt x="123716" y="54743"/>
                  </a:lnTo>
                  <a:lnTo>
                    <a:pt x="120050" y="50836"/>
                  </a:lnTo>
                  <a:lnTo>
                    <a:pt x="116261" y="47050"/>
                  </a:lnTo>
                  <a:lnTo>
                    <a:pt x="112353" y="43386"/>
                  </a:lnTo>
                  <a:lnTo>
                    <a:pt x="108329" y="39850"/>
                  </a:lnTo>
                  <a:lnTo>
                    <a:pt x="104195" y="36445"/>
                  </a:lnTo>
                  <a:lnTo>
                    <a:pt x="99953" y="33173"/>
                  </a:lnTo>
                  <a:lnTo>
                    <a:pt x="95608" y="30040"/>
                  </a:lnTo>
                  <a:lnTo>
                    <a:pt x="91166" y="27047"/>
                  </a:lnTo>
                  <a:lnTo>
                    <a:pt x="86629" y="24198"/>
                  </a:lnTo>
                  <a:lnTo>
                    <a:pt x="82004" y="21495"/>
                  </a:lnTo>
                  <a:lnTo>
                    <a:pt x="77295" y="18943"/>
                  </a:lnTo>
                  <a:lnTo>
                    <a:pt x="72506" y="16542"/>
                  </a:lnTo>
                  <a:lnTo>
                    <a:pt x="67643" y="14297"/>
                  </a:lnTo>
                  <a:lnTo>
                    <a:pt x="62710" y="12208"/>
                  </a:lnTo>
                  <a:lnTo>
                    <a:pt x="57713" y="10278"/>
                  </a:lnTo>
                  <a:lnTo>
                    <a:pt x="52657" y="8510"/>
                  </a:lnTo>
                  <a:lnTo>
                    <a:pt x="47546" y="6904"/>
                  </a:lnTo>
                  <a:lnTo>
                    <a:pt x="42387" y="5463"/>
                  </a:lnTo>
                  <a:lnTo>
                    <a:pt x="37184" y="4188"/>
                  </a:lnTo>
                  <a:lnTo>
                    <a:pt x="31944" y="3080"/>
                  </a:lnTo>
                  <a:lnTo>
                    <a:pt x="26670" y="2141"/>
                  </a:lnTo>
                  <a:lnTo>
                    <a:pt x="21369" y="1371"/>
                  </a:lnTo>
                  <a:lnTo>
                    <a:pt x="16046" y="771"/>
                  </a:lnTo>
                  <a:lnTo>
                    <a:pt x="10706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968" y="1681503"/>
              <a:ext cx="43266" cy="167167"/>
            </a:xfrm>
            <a:custGeom>
              <a:avLst/>
              <a:pathLst>
                <a:path w="43266" h="167167">
                  <a:moveTo>
                    <a:pt x="43266" y="0"/>
                  </a:moveTo>
                  <a:lnTo>
                    <a:pt x="37015" y="116"/>
                  </a:lnTo>
                  <a:lnTo>
                    <a:pt x="30773" y="467"/>
                  </a:lnTo>
                  <a:lnTo>
                    <a:pt x="24549" y="1051"/>
                  </a:lnTo>
                  <a:lnTo>
                    <a:pt x="18351" y="1867"/>
                  </a:lnTo>
                  <a:lnTo>
                    <a:pt x="12187" y="2914"/>
                  </a:lnTo>
                  <a:lnTo>
                    <a:pt x="6067" y="4191"/>
                  </a:lnTo>
                  <a:lnTo>
                    <a:pt x="0" y="5696"/>
                  </a:lnTo>
                  <a:lnTo>
                    <a:pt x="432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996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1" y="1687199"/>
              <a:ext cx="334329" cy="328629"/>
            </a:xfrm>
            <a:custGeom>
              <a:avLst/>
              <a:pathLst>
                <a:path w="334329" h="328629">
                  <a:moveTo>
                    <a:pt x="123897" y="0"/>
                  </a:moveTo>
                  <a:lnTo>
                    <a:pt x="118791" y="1455"/>
                  </a:lnTo>
                  <a:lnTo>
                    <a:pt x="113735" y="3071"/>
                  </a:lnTo>
                  <a:lnTo>
                    <a:pt x="108732" y="4848"/>
                  </a:lnTo>
                  <a:lnTo>
                    <a:pt x="103788" y="6782"/>
                  </a:lnTo>
                  <a:lnTo>
                    <a:pt x="98908" y="8873"/>
                  </a:lnTo>
                  <a:lnTo>
                    <a:pt x="94097" y="11117"/>
                  </a:lnTo>
                  <a:lnTo>
                    <a:pt x="89359" y="13513"/>
                  </a:lnTo>
                  <a:lnTo>
                    <a:pt x="84700" y="16058"/>
                  </a:lnTo>
                  <a:lnTo>
                    <a:pt x="80124" y="18750"/>
                  </a:lnTo>
                  <a:lnTo>
                    <a:pt x="75636" y="21586"/>
                  </a:lnTo>
                  <a:lnTo>
                    <a:pt x="71241" y="24563"/>
                  </a:lnTo>
                  <a:lnTo>
                    <a:pt x="66942" y="27678"/>
                  </a:lnTo>
                  <a:lnTo>
                    <a:pt x="62744" y="30928"/>
                  </a:lnTo>
                  <a:lnTo>
                    <a:pt x="58651" y="34309"/>
                  </a:lnTo>
                  <a:lnTo>
                    <a:pt x="54668" y="37819"/>
                  </a:lnTo>
                  <a:lnTo>
                    <a:pt x="50798" y="41453"/>
                  </a:lnTo>
                  <a:lnTo>
                    <a:pt x="47046" y="45209"/>
                  </a:lnTo>
                  <a:lnTo>
                    <a:pt x="43415" y="49082"/>
                  </a:lnTo>
                  <a:lnTo>
                    <a:pt x="39908" y="53068"/>
                  </a:lnTo>
                  <a:lnTo>
                    <a:pt x="36530" y="57164"/>
                  </a:lnTo>
                  <a:lnTo>
                    <a:pt x="33284" y="61364"/>
                  </a:lnTo>
                  <a:lnTo>
                    <a:pt x="30173" y="65666"/>
                  </a:lnTo>
                  <a:lnTo>
                    <a:pt x="27200" y="70064"/>
                  </a:lnTo>
                  <a:lnTo>
                    <a:pt x="24368" y="74555"/>
                  </a:lnTo>
                  <a:lnTo>
                    <a:pt x="21680" y="79133"/>
                  </a:lnTo>
                  <a:lnTo>
                    <a:pt x="19138" y="83794"/>
                  </a:lnTo>
                  <a:lnTo>
                    <a:pt x="16747" y="88534"/>
                  </a:lnTo>
                  <a:lnTo>
                    <a:pt x="14506" y="93347"/>
                  </a:lnTo>
                  <a:lnTo>
                    <a:pt x="12420" y="98228"/>
                  </a:lnTo>
                  <a:lnTo>
                    <a:pt x="10490" y="103174"/>
                  </a:lnTo>
                  <a:lnTo>
                    <a:pt x="8718" y="108178"/>
                  </a:lnTo>
                  <a:lnTo>
                    <a:pt x="7105" y="113237"/>
                  </a:lnTo>
                  <a:lnTo>
                    <a:pt x="5655" y="118343"/>
                  </a:lnTo>
                  <a:lnTo>
                    <a:pt x="4367" y="123494"/>
                  </a:lnTo>
                  <a:lnTo>
                    <a:pt x="3243" y="128682"/>
                  </a:lnTo>
                  <a:lnTo>
                    <a:pt x="2284" y="133904"/>
                  </a:lnTo>
                  <a:lnTo>
                    <a:pt x="1492" y="139153"/>
                  </a:lnTo>
                  <a:lnTo>
                    <a:pt x="867" y="144425"/>
                  </a:lnTo>
                  <a:lnTo>
                    <a:pt x="409" y="149714"/>
                  </a:lnTo>
                  <a:lnTo>
                    <a:pt x="120" y="155015"/>
                  </a:lnTo>
                  <a:lnTo>
                    <a:pt x="0" y="160323"/>
                  </a:lnTo>
                  <a:lnTo>
                    <a:pt x="47" y="165632"/>
                  </a:lnTo>
                  <a:lnTo>
                    <a:pt x="264" y="170936"/>
                  </a:lnTo>
                  <a:lnTo>
                    <a:pt x="648" y="176231"/>
                  </a:lnTo>
                  <a:lnTo>
                    <a:pt x="1201" y="181511"/>
                  </a:lnTo>
                  <a:lnTo>
                    <a:pt x="1921" y="186771"/>
                  </a:lnTo>
                  <a:lnTo>
                    <a:pt x="2808" y="192005"/>
                  </a:lnTo>
                  <a:lnTo>
                    <a:pt x="3860" y="197209"/>
                  </a:lnTo>
                  <a:lnTo>
                    <a:pt x="5078" y="202376"/>
                  </a:lnTo>
                  <a:lnTo>
                    <a:pt x="6458" y="207502"/>
                  </a:lnTo>
                  <a:lnTo>
                    <a:pt x="8001" y="212582"/>
                  </a:lnTo>
                  <a:lnTo>
                    <a:pt x="9704" y="217611"/>
                  </a:lnTo>
                  <a:lnTo>
                    <a:pt x="11566" y="222582"/>
                  </a:lnTo>
                  <a:lnTo>
                    <a:pt x="13585" y="227492"/>
                  </a:lnTo>
                  <a:lnTo>
                    <a:pt x="15759" y="232336"/>
                  </a:lnTo>
                  <a:lnTo>
                    <a:pt x="18086" y="237107"/>
                  </a:lnTo>
                  <a:lnTo>
                    <a:pt x="20563" y="241803"/>
                  </a:lnTo>
                  <a:lnTo>
                    <a:pt x="23187" y="246418"/>
                  </a:lnTo>
                  <a:lnTo>
                    <a:pt x="25957" y="250947"/>
                  </a:lnTo>
                  <a:lnTo>
                    <a:pt x="28870" y="255385"/>
                  </a:lnTo>
                  <a:lnTo>
                    <a:pt x="31922" y="259729"/>
                  </a:lnTo>
                  <a:lnTo>
                    <a:pt x="35110" y="263974"/>
                  </a:lnTo>
                  <a:lnTo>
                    <a:pt x="38431" y="268116"/>
                  </a:lnTo>
                  <a:lnTo>
                    <a:pt x="41883" y="272150"/>
                  </a:lnTo>
                  <a:lnTo>
                    <a:pt x="45460" y="276072"/>
                  </a:lnTo>
                  <a:lnTo>
                    <a:pt x="49161" y="279879"/>
                  </a:lnTo>
                  <a:lnTo>
                    <a:pt x="52980" y="283566"/>
                  </a:lnTo>
                  <a:lnTo>
                    <a:pt x="56915" y="287130"/>
                  </a:lnTo>
                  <a:lnTo>
                    <a:pt x="60961" y="290568"/>
                  </a:lnTo>
                  <a:lnTo>
                    <a:pt x="65114" y="293875"/>
                  </a:lnTo>
                  <a:lnTo>
                    <a:pt x="69369" y="297049"/>
                  </a:lnTo>
                  <a:lnTo>
                    <a:pt x="73724" y="300086"/>
                  </a:lnTo>
                  <a:lnTo>
                    <a:pt x="78172" y="302983"/>
                  </a:lnTo>
                  <a:lnTo>
                    <a:pt x="82711" y="305737"/>
                  </a:lnTo>
                  <a:lnTo>
                    <a:pt x="87335" y="308346"/>
                  </a:lnTo>
                  <a:lnTo>
                    <a:pt x="92039" y="310807"/>
                  </a:lnTo>
                  <a:lnTo>
                    <a:pt x="96819" y="313117"/>
                  </a:lnTo>
                  <a:lnTo>
                    <a:pt x="101669" y="315274"/>
                  </a:lnTo>
                  <a:lnTo>
                    <a:pt x="106586" y="317277"/>
                  </a:lnTo>
                  <a:lnTo>
                    <a:pt x="111564" y="319122"/>
                  </a:lnTo>
                  <a:lnTo>
                    <a:pt x="116598" y="320808"/>
                  </a:lnTo>
                  <a:lnTo>
                    <a:pt x="121683" y="322333"/>
                  </a:lnTo>
                  <a:lnTo>
                    <a:pt x="126814" y="323696"/>
                  </a:lnTo>
                  <a:lnTo>
                    <a:pt x="131986" y="324895"/>
                  </a:lnTo>
                  <a:lnTo>
                    <a:pt x="137193" y="325930"/>
                  </a:lnTo>
                  <a:lnTo>
                    <a:pt x="142430" y="326799"/>
                  </a:lnTo>
                  <a:lnTo>
                    <a:pt x="147693" y="327501"/>
                  </a:lnTo>
                  <a:lnTo>
                    <a:pt x="152975" y="328035"/>
                  </a:lnTo>
                  <a:lnTo>
                    <a:pt x="158271" y="328402"/>
                  </a:lnTo>
                  <a:lnTo>
                    <a:pt x="163576" y="328600"/>
                  </a:lnTo>
                  <a:lnTo>
                    <a:pt x="168885" y="328629"/>
                  </a:lnTo>
                  <a:lnTo>
                    <a:pt x="174192" y="328490"/>
                  </a:lnTo>
                  <a:lnTo>
                    <a:pt x="179492" y="328183"/>
                  </a:lnTo>
                  <a:lnTo>
                    <a:pt x="184779" y="327707"/>
                  </a:lnTo>
                  <a:lnTo>
                    <a:pt x="190049" y="327064"/>
                  </a:lnTo>
                  <a:lnTo>
                    <a:pt x="195296" y="326254"/>
                  </a:lnTo>
                  <a:lnTo>
                    <a:pt x="200514" y="325278"/>
                  </a:lnTo>
                  <a:lnTo>
                    <a:pt x="205699" y="324136"/>
                  </a:lnTo>
                  <a:lnTo>
                    <a:pt x="210845" y="322830"/>
                  </a:lnTo>
                  <a:lnTo>
                    <a:pt x="215947" y="321362"/>
                  </a:lnTo>
                  <a:lnTo>
                    <a:pt x="220999" y="319732"/>
                  </a:lnTo>
                  <a:lnTo>
                    <a:pt x="225997" y="317943"/>
                  </a:lnTo>
                  <a:lnTo>
                    <a:pt x="230936" y="315996"/>
                  </a:lnTo>
                  <a:lnTo>
                    <a:pt x="235811" y="313893"/>
                  </a:lnTo>
                  <a:lnTo>
                    <a:pt x="240616" y="311636"/>
                  </a:lnTo>
                  <a:lnTo>
                    <a:pt x="245348" y="309228"/>
                  </a:lnTo>
                  <a:lnTo>
                    <a:pt x="250000" y="306671"/>
                  </a:lnTo>
                  <a:lnTo>
                    <a:pt x="254569" y="303967"/>
                  </a:lnTo>
                  <a:lnTo>
                    <a:pt x="259050" y="301120"/>
                  </a:lnTo>
                  <a:lnTo>
                    <a:pt x="263438" y="298132"/>
                  </a:lnTo>
                  <a:lnTo>
                    <a:pt x="267729" y="295005"/>
                  </a:lnTo>
                  <a:lnTo>
                    <a:pt x="271918" y="291745"/>
                  </a:lnTo>
                  <a:lnTo>
                    <a:pt x="276002" y="288353"/>
                  </a:lnTo>
                  <a:lnTo>
                    <a:pt x="279976" y="284833"/>
                  </a:lnTo>
                  <a:lnTo>
                    <a:pt x="283837" y="281188"/>
                  </a:lnTo>
                  <a:lnTo>
                    <a:pt x="287579" y="277423"/>
                  </a:lnTo>
                  <a:lnTo>
                    <a:pt x="291200" y="273541"/>
                  </a:lnTo>
                  <a:lnTo>
                    <a:pt x="294697" y="269546"/>
                  </a:lnTo>
                  <a:lnTo>
                    <a:pt x="298064" y="265441"/>
                  </a:lnTo>
                  <a:lnTo>
                    <a:pt x="301299" y="261232"/>
                  </a:lnTo>
                  <a:lnTo>
                    <a:pt x="304400" y="256923"/>
                  </a:lnTo>
                  <a:lnTo>
                    <a:pt x="307361" y="252517"/>
                  </a:lnTo>
                  <a:lnTo>
                    <a:pt x="310182" y="248019"/>
                  </a:lnTo>
                  <a:lnTo>
                    <a:pt x="312858" y="243434"/>
                  </a:lnTo>
                  <a:lnTo>
                    <a:pt x="315387" y="238766"/>
                  </a:lnTo>
                  <a:lnTo>
                    <a:pt x="317767" y="234021"/>
                  </a:lnTo>
                  <a:lnTo>
                    <a:pt x="319995" y="229202"/>
                  </a:lnTo>
                  <a:lnTo>
                    <a:pt x="322068" y="224315"/>
                  </a:lnTo>
                  <a:lnTo>
                    <a:pt x="323986" y="219364"/>
                  </a:lnTo>
                  <a:lnTo>
                    <a:pt x="325745" y="214355"/>
                  </a:lnTo>
                  <a:lnTo>
                    <a:pt x="327344" y="209293"/>
                  </a:lnTo>
                  <a:lnTo>
                    <a:pt x="328782" y="204182"/>
                  </a:lnTo>
                  <a:lnTo>
                    <a:pt x="330057" y="199029"/>
                  </a:lnTo>
                  <a:lnTo>
                    <a:pt x="331167" y="193837"/>
                  </a:lnTo>
                  <a:lnTo>
                    <a:pt x="332112" y="188613"/>
                  </a:lnTo>
                  <a:lnTo>
                    <a:pt x="332891" y="183362"/>
                  </a:lnTo>
                  <a:lnTo>
                    <a:pt x="333502" y="178088"/>
                  </a:lnTo>
                  <a:lnTo>
                    <a:pt x="333946" y="172798"/>
                  </a:lnTo>
                  <a:lnTo>
                    <a:pt x="334222" y="167496"/>
                  </a:lnTo>
                  <a:lnTo>
                    <a:pt x="334329" y="162188"/>
                  </a:lnTo>
                  <a:lnTo>
                    <a:pt x="334267" y="156880"/>
                  </a:lnTo>
                  <a:lnTo>
                    <a:pt x="334037" y="151576"/>
                  </a:lnTo>
                  <a:lnTo>
                    <a:pt x="333639" y="146282"/>
                  </a:lnTo>
                  <a:lnTo>
                    <a:pt x="333073" y="141003"/>
                  </a:lnTo>
                  <a:lnTo>
                    <a:pt x="332339" y="135745"/>
                  </a:lnTo>
                  <a:lnTo>
                    <a:pt x="331439" y="130513"/>
                  </a:lnTo>
                  <a:lnTo>
                    <a:pt x="330373" y="125313"/>
                  </a:lnTo>
                  <a:lnTo>
                    <a:pt x="329143" y="120148"/>
                  </a:lnTo>
                  <a:lnTo>
                    <a:pt x="327749" y="115026"/>
                  </a:lnTo>
                  <a:lnTo>
                    <a:pt x="326193" y="109950"/>
                  </a:lnTo>
                  <a:lnTo>
                    <a:pt x="324477" y="104926"/>
                  </a:lnTo>
                  <a:lnTo>
                    <a:pt x="322602" y="99959"/>
                  </a:lnTo>
                  <a:lnTo>
                    <a:pt x="320570" y="95054"/>
                  </a:lnTo>
                  <a:lnTo>
                    <a:pt x="318384" y="90217"/>
                  </a:lnTo>
                  <a:lnTo>
                    <a:pt x="316045" y="85451"/>
                  </a:lnTo>
                  <a:lnTo>
                    <a:pt x="313556" y="80761"/>
                  </a:lnTo>
                  <a:lnTo>
                    <a:pt x="310919" y="76153"/>
                  </a:lnTo>
                  <a:lnTo>
                    <a:pt x="308138" y="71632"/>
                  </a:lnTo>
                  <a:lnTo>
                    <a:pt x="305214" y="67200"/>
                  </a:lnTo>
                  <a:lnTo>
                    <a:pt x="302151" y="62864"/>
                  </a:lnTo>
                  <a:lnTo>
                    <a:pt x="298952" y="58628"/>
                  </a:lnTo>
                  <a:lnTo>
                    <a:pt x="295619" y="54495"/>
                  </a:lnTo>
                  <a:lnTo>
                    <a:pt x="292158" y="50470"/>
                  </a:lnTo>
                  <a:lnTo>
                    <a:pt x="288570" y="46557"/>
                  </a:lnTo>
                  <a:lnTo>
                    <a:pt x="284860" y="42759"/>
                  </a:lnTo>
                  <a:lnTo>
                    <a:pt x="281031" y="39082"/>
                  </a:lnTo>
                  <a:lnTo>
                    <a:pt x="277087" y="35528"/>
                  </a:lnTo>
                  <a:lnTo>
                    <a:pt x="273033" y="32101"/>
                  </a:lnTo>
                  <a:lnTo>
                    <a:pt x="268871" y="28804"/>
                  </a:lnTo>
                  <a:lnTo>
                    <a:pt x="264607" y="25642"/>
                  </a:lnTo>
                  <a:lnTo>
                    <a:pt x="260245" y="22616"/>
                  </a:lnTo>
                  <a:lnTo>
                    <a:pt x="255789" y="19730"/>
                  </a:lnTo>
                  <a:lnTo>
                    <a:pt x="251243" y="16987"/>
                  </a:lnTo>
                  <a:lnTo>
                    <a:pt x="246613" y="14390"/>
                  </a:lnTo>
                  <a:lnTo>
                    <a:pt x="241903" y="11942"/>
                  </a:lnTo>
                  <a:lnTo>
                    <a:pt x="167163" y="161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4739" cy="167167"/>
            </a:xfrm>
            <a:custGeom>
              <a:avLst/>
              <a:pathLst>
                <a:path w="74739" h="167167">
                  <a:moveTo>
                    <a:pt x="74739" y="17638"/>
                  </a:moveTo>
                  <a:lnTo>
                    <a:pt x="69361" y="15069"/>
                  </a:lnTo>
                  <a:lnTo>
                    <a:pt x="63895" y="12693"/>
                  </a:lnTo>
                  <a:lnTo>
                    <a:pt x="58348" y="10513"/>
                  </a:lnTo>
                  <a:lnTo>
                    <a:pt x="52727" y="8533"/>
                  </a:lnTo>
                  <a:lnTo>
                    <a:pt x="47038" y="6754"/>
                  </a:lnTo>
                  <a:lnTo>
                    <a:pt x="41290" y="5179"/>
                  </a:lnTo>
                  <a:lnTo>
                    <a:pt x="35489" y="3810"/>
                  </a:lnTo>
                  <a:lnTo>
                    <a:pt x="29644" y="2649"/>
                  </a:lnTo>
                  <a:lnTo>
                    <a:pt x="23760" y="1697"/>
                  </a:lnTo>
                  <a:lnTo>
                    <a:pt x="17846" y="955"/>
                  </a:lnTo>
                  <a:lnTo>
                    <a:pt x="11910" y="424"/>
                  </a:lnTo>
                  <a:lnTo>
                    <a:pt x="595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6560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6942" cy="167167"/>
            </a:xfrm>
            <a:custGeom>
              <a:avLst/>
              <a:pathLst>
                <a:path w="66942" h="167167">
                  <a:moveTo>
                    <a:pt x="66942" y="13989"/>
                  </a:move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3" y="1071028"/>
              <a:ext cx="330016" cy="334330"/>
            </a:xfrm>
            <a:custGeom>
              <a:avLst/>
              <a:pathLst>
                <a:path w="330016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0" y="2109"/>
                  </a:lnTo>
                  <a:lnTo>
                    <a:pt x="135444" y="3035"/>
                  </a:lnTo>
                  <a:lnTo>
                    <a:pt x="130240" y="4126"/>
                  </a:lnTo>
                  <a:lnTo>
                    <a:pt x="125074" y="5383"/>
                  </a:lnTo>
                  <a:lnTo>
                    <a:pt x="119950" y="6803"/>
                  </a:lnTo>
                  <a:lnTo>
                    <a:pt x="114874" y="8385"/>
                  </a:lnTo>
                  <a:lnTo>
                    <a:pt x="109851" y="10128"/>
                  </a:lnTo>
                  <a:lnTo>
                    <a:pt x="104886" y="12030"/>
                  </a:lnTo>
                  <a:lnTo>
                    <a:pt x="99983" y="14089"/>
                  </a:lnTo>
                  <a:lnTo>
                    <a:pt x="95149" y="16302"/>
                  </a:lnTo>
                  <a:lnTo>
                    <a:pt x="90387" y="18669"/>
                  </a:lnTo>
                  <a:lnTo>
                    <a:pt x="85704" y="21185"/>
                  </a:lnTo>
                  <a:lnTo>
                    <a:pt x="81102" y="23849"/>
                  </a:lnTo>
                  <a:lnTo>
                    <a:pt x="76588" y="26658"/>
                  </a:lnTo>
                  <a:lnTo>
                    <a:pt x="72165" y="29610"/>
                  </a:lnTo>
                  <a:lnTo>
                    <a:pt x="67839" y="32700"/>
                  </a:lnTo>
                  <a:lnTo>
                    <a:pt x="63612" y="35927"/>
                  </a:lnTo>
                  <a:lnTo>
                    <a:pt x="59491" y="39286"/>
                  </a:lnTo>
                  <a:lnTo>
                    <a:pt x="55479" y="42775"/>
                  </a:lnTo>
                  <a:lnTo>
                    <a:pt x="51579" y="46389"/>
                  </a:lnTo>
                  <a:lnTo>
                    <a:pt x="47796" y="50126"/>
                  </a:lnTo>
                  <a:lnTo>
                    <a:pt x="44135" y="53981"/>
                  </a:lnTo>
                  <a:lnTo>
                    <a:pt x="40597" y="57951"/>
                  </a:lnTo>
                  <a:lnTo>
                    <a:pt x="37188" y="62031"/>
                  </a:lnTo>
                  <a:lnTo>
                    <a:pt x="33910" y="66217"/>
                  </a:lnTo>
                  <a:lnTo>
                    <a:pt x="30767" y="70506"/>
                  </a:lnTo>
                  <a:lnTo>
                    <a:pt x="27762" y="74892"/>
                  </a:lnTo>
                  <a:lnTo>
                    <a:pt x="24898" y="79372"/>
                  </a:lnTo>
                  <a:lnTo>
                    <a:pt x="22178" y="83940"/>
                  </a:lnTo>
                  <a:lnTo>
                    <a:pt x="19604" y="88593"/>
                  </a:lnTo>
                  <a:lnTo>
                    <a:pt x="17180" y="93325"/>
                  </a:lnTo>
                  <a:lnTo>
                    <a:pt x="14907" y="98132"/>
                  </a:lnTo>
                  <a:lnTo>
                    <a:pt x="12789" y="103009"/>
                  </a:lnTo>
                  <a:lnTo>
                    <a:pt x="10827" y="107951"/>
                  </a:lnTo>
                  <a:lnTo>
                    <a:pt x="9022" y="112952"/>
                  </a:lnTo>
                  <a:lnTo>
                    <a:pt x="7378" y="118009"/>
                  </a:lnTo>
                  <a:lnTo>
                    <a:pt x="5896" y="123115"/>
                  </a:lnTo>
                  <a:lnTo>
                    <a:pt x="4576" y="128266"/>
                  </a:lnTo>
                  <a:lnTo>
                    <a:pt x="3421" y="133456"/>
                  </a:lnTo>
                  <a:lnTo>
                    <a:pt x="2432" y="138680"/>
                  </a:lnTo>
                  <a:lnTo>
                    <a:pt x="1610" y="143933"/>
                  </a:lnTo>
                  <a:lnTo>
                    <a:pt x="954" y="149209"/>
                  </a:lnTo>
                  <a:lnTo>
                    <a:pt x="467" y="154504"/>
                  </a:lnTo>
                  <a:lnTo>
                    <a:pt x="149" y="159812"/>
                  </a:lnTo>
                  <a:lnTo>
                    <a:pt x="0" y="165127"/>
                  </a:lnTo>
                  <a:lnTo>
                    <a:pt x="19" y="170444"/>
                  </a:lnTo>
                  <a:lnTo>
                    <a:pt x="208" y="175757"/>
                  </a:lnTo>
                  <a:lnTo>
                    <a:pt x="566" y="181062"/>
                  </a:lnTo>
                  <a:lnTo>
                    <a:pt x="1092" y="186353"/>
                  </a:lnTo>
                  <a:lnTo>
                    <a:pt x="1786" y="191625"/>
                  </a:lnTo>
                  <a:lnTo>
                    <a:pt x="2647" y="196871"/>
                  </a:lnTo>
                  <a:lnTo>
                    <a:pt x="3675" y="202088"/>
                  </a:lnTo>
                  <a:lnTo>
                    <a:pt x="4869" y="207270"/>
                  </a:lnTo>
                  <a:lnTo>
                    <a:pt x="6226" y="212410"/>
                  </a:lnTo>
                  <a:lnTo>
                    <a:pt x="7746" y="217506"/>
                  </a:lnTo>
                  <a:lnTo>
                    <a:pt x="9428" y="222550"/>
                  </a:lnTo>
                  <a:lnTo>
                    <a:pt x="11269" y="227538"/>
                  </a:lnTo>
                  <a:lnTo>
                    <a:pt x="13268" y="232465"/>
                  </a:lnTo>
                  <a:lnTo>
                    <a:pt x="15422" y="237326"/>
                  </a:lnTo>
                  <a:lnTo>
                    <a:pt x="17730" y="242116"/>
                  </a:lnTo>
                  <a:lnTo>
                    <a:pt x="20189" y="246830"/>
                  </a:lnTo>
                  <a:lnTo>
                    <a:pt x="22797" y="251464"/>
                  </a:lnTo>
                  <a:lnTo>
                    <a:pt x="25551" y="256012"/>
                  </a:lnTo>
                  <a:lnTo>
                    <a:pt x="28448" y="260470"/>
                  </a:lnTo>
                  <a:lnTo>
                    <a:pt x="31486" y="264834"/>
                  </a:lnTo>
                  <a:lnTo>
                    <a:pt x="34660" y="269099"/>
                  </a:lnTo>
                  <a:lnTo>
                    <a:pt x="37969" y="273262"/>
                  </a:lnTo>
                  <a:lnTo>
                    <a:pt x="41408" y="277316"/>
                  </a:lnTo>
                  <a:lnTo>
                    <a:pt x="44975" y="281260"/>
                  </a:lnTo>
                  <a:lnTo>
                    <a:pt x="48665" y="285088"/>
                  </a:lnTo>
                  <a:lnTo>
                    <a:pt x="52475" y="288796"/>
                  </a:lnTo>
                  <a:lnTo>
                    <a:pt x="56402" y="292382"/>
                  </a:lnTo>
                  <a:lnTo>
                    <a:pt x="60440" y="295841"/>
                  </a:lnTo>
                  <a:lnTo>
                    <a:pt x="64586" y="299169"/>
                  </a:lnTo>
                  <a:lnTo>
                    <a:pt x="68836" y="302365"/>
                  </a:lnTo>
                  <a:lnTo>
                    <a:pt x="73185" y="305423"/>
                  </a:lnTo>
                  <a:lnTo>
                    <a:pt x="77630" y="308342"/>
                  </a:lnTo>
                  <a:lnTo>
                    <a:pt x="82165" y="311117"/>
                  </a:lnTo>
                  <a:lnTo>
                    <a:pt x="86786" y="313747"/>
                  </a:lnTo>
                  <a:lnTo>
                    <a:pt x="91488" y="316229"/>
                  </a:lnTo>
                  <a:lnTo>
                    <a:pt x="96267" y="318560"/>
                  </a:lnTo>
                  <a:lnTo>
                    <a:pt x="101117" y="320738"/>
                  </a:lnTo>
                  <a:lnTo>
                    <a:pt x="106035" y="322760"/>
                  </a:lnTo>
                  <a:lnTo>
                    <a:pt x="111014" y="324625"/>
                  </a:lnTo>
                  <a:lnTo>
                    <a:pt x="116050" y="326331"/>
                  </a:lnTo>
                  <a:lnTo>
                    <a:pt x="121138" y="327876"/>
                  </a:lnTo>
                  <a:lnTo>
                    <a:pt x="126272" y="329258"/>
                  </a:lnTo>
                  <a:lnTo>
                    <a:pt x="131447" y="330476"/>
                  </a:lnTo>
                  <a:lnTo>
                    <a:pt x="136659" y="331529"/>
                  </a:lnTo>
                  <a:lnTo>
                    <a:pt x="141902" y="332416"/>
                  </a:lnTo>
                  <a:lnTo>
                    <a:pt x="147170" y="333136"/>
                  </a:lnTo>
                  <a:lnTo>
                    <a:pt x="152458" y="333687"/>
                  </a:lnTo>
                  <a:lnTo>
                    <a:pt x="157761" y="334070"/>
                  </a:lnTo>
                  <a:lnTo>
                    <a:pt x="163074" y="334285"/>
                  </a:lnTo>
                  <a:lnTo>
                    <a:pt x="168391" y="334330"/>
                  </a:lnTo>
                  <a:lnTo>
                    <a:pt x="173707" y="334206"/>
                  </a:lnTo>
                  <a:lnTo>
                    <a:pt x="179015" y="333913"/>
                  </a:lnTo>
                  <a:lnTo>
                    <a:pt x="184312" y="333452"/>
                  </a:lnTo>
                  <a:lnTo>
                    <a:pt x="189592" y="332822"/>
                  </a:lnTo>
                  <a:lnTo>
                    <a:pt x="194849" y="332024"/>
                  </a:lnTo>
                  <a:lnTo>
                    <a:pt x="200078" y="331060"/>
                  </a:lnTo>
                  <a:lnTo>
                    <a:pt x="205273" y="329930"/>
                  </a:lnTo>
                  <a:lnTo>
                    <a:pt x="210430" y="328636"/>
                  </a:lnTo>
                  <a:lnTo>
                    <a:pt x="215544" y="327178"/>
                  </a:lnTo>
                  <a:lnTo>
                    <a:pt x="220608" y="325558"/>
                  </a:lnTo>
                  <a:lnTo>
                    <a:pt x="225618" y="323778"/>
                  </a:lnTo>
                  <a:lnTo>
                    <a:pt x="230569" y="321839"/>
                  </a:lnTo>
                  <a:lnTo>
                    <a:pt x="235456" y="319744"/>
                  </a:lnTo>
                  <a:lnTo>
                    <a:pt x="240274" y="317495"/>
                  </a:lnTo>
                  <a:lnTo>
                    <a:pt x="245018" y="315093"/>
                  </a:lnTo>
                  <a:lnTo>
                    <a:pt x="249683" y="312542"/>
                  </a:lnTo>
                  <a:lnTo>
                    <a:pt x="254264" y="309844"/>
                  </a:lnTo>
                  <a:lnTo>
                    <a:pt x="258758" y="307002"/>
                  </a:lnTo>
                  <a:lnTo>
                    <a:pt x="263159" y="304018"/>
                  </a:lnTo>
                  <a:lnTo>
                    <a:pt x="267462" y="300895"/>
                  </a:lnTo>
                  <a:lnTo>
                    <a:pt x="271664" y="297638"/>
                  </a:lnTo>
                  <a:lnTo>
                    <a:pt x="275761" y="294248"/>
                  </a:lnTo>
                  <a:lnTo>
                    <a:pt x="279747" y="290730"/>
                  </a:lnTo>
                  <a:lnTo>
                    <a:pt x="283620" y="287087"/>
                  </a:lnTo>
                  <a:lnTo>
                    <a:pt x="287375" y="283322"/>
                  </a:lnTo>
                  <a:lnTo>
                    <a:pt x="291008" y="279440"/>
                  </a:lnTo>
                  <a:lnTo>
                    <a:pt x="294516" y="275444"/>
                  </a:lnTo>
                  <a:lnTo>
                    <a:pt x="297895" y="271339"/>
                  </a:lnTo>
                  <a:lnTo>
                    <a:pt x="301142" y="267128"/>
                  </a:lnTo>
                  <a:lnTo>
                    <a:pt x="304253" y="262817"/>
                  </a:lnTo>
                  <a:lnTo>
                    <a:pt x="307226" y="258408"/>
                  </a:lnTo>
                  <a:lnTo>
                    <a:pt x="310057" y="253907"/>
                  </a:lnTo>
                  <a:lnTo>
                    <a:pt x="312743" y="249319"/>
                  </a:lnTo>
                  <a:lnTo>
                    <a:pt x="315282" y="244647"/>
                  </a:lnTo>
                  <a:lnTo>
                    <a:pt x="317671" y="239897"/>
                  </a:lnTo>
                  <a:lnTo>
                    <a:pt x="319908" y="235074"/>
                  </a:lnTo>
                  <a:lnTo>
                    <a:pt x="321990" y="230181"/>
                  </a:lnTo>
                  <a:lnTo>
                    <a:pt x="323916" y="225225"/>
                  </a:lnTo>
                  <a:lnTo>
                    <a:pt x="325683" y="220210"/>
                  </a:lnTo>
                  <a:lnTo>
                    <a:pt x="327290" y="215142"/>
                  </a:lnTo>
                  <a:lnTo>
                    <a:pt x="328735" y="210025"/>
                  </a:lnTo>
                  <a:lnTo>
                    <a:pt x="330016" y="20486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2861" cy="37697"/>
            </a:xfrm>
            <a:custGeom>
              <a:avLst/>
              <a:pathLst>
                <a:path w="162861" h="37697">
                  <a:moveTo>
                    <a:pt x="162861" y="376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3021" cy="37697"/>
            </a:xfrm>
            <a:custGeom>
              <a:avLst/>
              <a:pathLst>
                <a:path w="163021" h="37697">
                  <a:moveTo>
                    <a:pt x="162861" y="37697"/>
                  </a:moveTo>
                  <a:lnTo>
                    <a:pt x="163021" y="36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7" cy="204165"/>
            </a:xfrm>
            <a:custGeom>
              <a:avLst/>
              <a:pathLst>
                <a:path w="167167" h="204165">
                  <a:moveTo>
                    <a:pt x="163021" y="204165"/>
                  </a:moveTo>
                  <a:lnTo>
                    <a:pt x="164123" y="198925"/>
                  </a:lnTo>
                  <a:lnTo>
                    <a:pt x="165056" y="193652"/>
                  </a:lnTo>
                  <a:lnTo>
                    <a:pt x="165819" y="188351"/>
                  </a:lnTo>
                  <a:lnTo>
                    <a:pt x="166413" y="183029"/>
                  </a:lnTo>
                  <a:lnTo>
                    <a:pt x="166835" y="177691"/>
                  </a:lnTo>
                  <a:lnTo>
                    <a:pt x="167087" y="172342"/>
                  </a:lnTo>
                  <a:lnTo>
                    <a:pt x="167167" y="166988"/>
                  </a:lnTo>
                  <a:lnTo>
                    <a:pt x="167075" y="161633"/>
                  </a:lnTo>
                  <a:lnTo>
                    <a:pt x="166812" y="156285"/>
                  </a:lnTo>
                  <a:lnTo>
                    <a:pt x="166378" y="150947"/>
                  </a:lnTo>
                  <a:lnTo>
                    <a:pt x="165773" y="145627"/>
                  </a:lnTo>
                  <a:lnTo>
                    <a:pt x="164998" y="140328"/>
                  </a:lnTo>
                  <a:lnTo>
                    <a:pt x="164054" y="135057"/>
                  </a:lnTo>
                  <a:lnTo>
                    <a:pt x="162941" y="129819"/>
                  </a:lnTo>
                  <a:lnTo>
                    <a:pt x="161662" y="124619"/>
                  </a:lnTo>
                  <a:lnTo>
                    <a:pt x="160216" y="119463"/>
                  </a:lnTo>
                  <a:lnTo>
                    <a:pt x="158606" y="114356"/>
                  </a:lnTo>
                  <a:lnTo>
                    <a:pt x="156833" y="109303"/>
                  </a:lnTo>
                  <a:lnTo>
                    <a:pt x="154899" y="104309"/>
                  </a:lnTo>
                  <a:lnTo>
                    <a:pt x="152806" y="99380"/>
                  </a:lnTo>
                  <a:lnTo>
                    <a:pt x="150557" y="94520"/>
                  </a:lnTo>
                  <a:lnTo>
                    <a:pt x="148152" y="89735"/>
                  </a:lnTo>
                  <a:lnTo>
                    <a:pt x="145596" y="85030"/>
                  </a:lnTo>
                  <a:lnTo>
                    <a:pt x="142891" y="80408"/>
                  </a:lnTo>
                  <a:lnTo>
                    <a:pt x="140039" y="75876"/>
                  </a:lnTo>
                  <a:lnTo>
                    <a:pt x="137043" y="71438"/>
                  </a:lnTo>
                  <a:lnTo>
                    <a:pt x="133906" y="67097"/>
                  </a:lnTo>
                  <a:lnTo>
                    <a:pt x="130632" y="62860"/>
                  </a:lnTo>
                  <a:lnTo>
                    <a:pt x="127224" y="58729"/>
                  </a:lnTo>
                  <a:lnTo>
                    <a:pt x="123686" y="54710"/>
                  </a:lnTo>
                  <a:lnTo>
                    <a:pt x="120020" y="50806"/>
                  </a:lnTo>
                  <a:lnTo>
                    <a:pt x="116232" y="47021"/>
                  </a:lnTo>
                  <a:lnTo>
                    <a:pt x="112324" y="43360"/>
                  </a:lnTo>
                  <a:lnTo>
                    <a:pt x="108301" y="39826"/>
                  </a:lnTo>
                  <a:lnTo>
                    <a:pt x="104167" y="36422"/>
                  </a:lnTo>
                  <a:lnTo>
                    <a:pt x="99925" y="33153"/>
                  </a:lnTo>
                  <a:lnTo>
                    <a:pt x="95582" y="30021"/>
                  </a:lnTo>
                  <a:lnTo>
                    <a:pt x="91140" y="27030"/>
                  </a:lnTo>
                  <a:lnTo>
                    <a:pt x="86605" y="24183"/>
                  </a:lnTo>
                  <a:lnTo>
                    <a:pt x="81980" y="21482"/>
                  </a:lnTo>
                  <a:lnTo>
                    <a:pt x="77272" y="18931"/>
                  </a:lnTo>
                  <a:lnTo>
                    <a:pt x="72485" y="16532"/>
                  </a:lnTo>
                  <a:lnTo>
                    <a:pt x="67623" y="14288"/>
                  </a:lnTo>
                  <a:lnTo>
                    <a:pt x="62691" y="12200"/>
                  </a:lnTo>
                  <a:lnTo>
                    <a:pt x="57696" y="10272"/>
                  </a:lnTo>
                  <a:lnTo>
                    <a:pt x="52641" y="8504"/>
                  </a:lnTo>
                  <a:lnTo>
                    <a:pt x="47532" y="6900"/>
                  </a:lnTo>
                  <a:lnTo>
                    <a:pt x="42374" y="5459"/>
                  </a:lnTo>
                  <a:lnTo>
                    <a:pt x="37173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2" y="1370"/>
                  </a:lnTo>
                  <a:lnTo>
                    <a:pt x="16040" y="771"/>
                  </a:lnTo>
                  <a:lnTo>
                    <a:pt x="10703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3327" y="941493"/>
              <a:ext cx="120216" cy="167167"/>
            </a:xfrm>
            <a:custGeom>
              <a:avLst/>
              <a:pathLst>
                <a:path w="120216" h="167167">
                  <a:moveTo>
                    <a:pt x="120216" y="0"/>
                  </a:moveTo>
                  <a:lnTo>
                    <a:pt x="114627" y="93"/>
                  </a:lnTo>
                  <a:lnTo>
                    <a:pt x="109045" y="373"/>
                  </a:lnTo>
                  <a:lnTo>
                    <a:pt x="103474" y="840"/>
                  </a:lnTo>
                  <a:lnTo>
                    <a:pt x="97923" y="1493"/>
                  </a:lnTo>
                  <a:lnTo>
                    <a:pt x="92396" y="2331"/>
                  </a:lnTo>
                  <a:lnTo>
                    <a:pt x="86900" y="3353"/>
                  </a:lnTo>
                  <a:lnTo>
                    <a:pt x="81442" y="4559"/>
                  </a:lnTo>
                  <a:lnTo>
                    <a:pt x="76027" y="5946"/>
                  </a:lnTo>
                  <a:lnTo>
                    <a:pt x="70661" y="7513"/>
                  </a:lnTo>
                  <a:lnTo>
                    <a:pt x="65351" y="9259"/>
                  </a:lnTo>
                  <a:lnTo>
                    <a:pt x="60103" y="11182"/>
                  </a:lnTo>
                  <a:lnTo>
                    <a:pt x="54921" y="13279"/>
                  </a:lnTo>
                  <a:lnTo>
                    <a:pt x="49812" y="15548"/>
                  </a:lnTo>
                  <a:lnTo>
                    <a:pt x="44783" y="17987"/>
                  </a:lnTo>
                  <a:lnTo>
                    <a:pt x="39837" y="20592"/>
                  </a:lnTo>
                  <a:lnTo>
                    <a:pt x="34981" y="23362"/>
                  </a:lnTo>
                  <a:lnTo>
                    <a:pt x="30221" y="26292"/>
                  </a:lnTo>
                  <a:lnTo>
                    <a:pt x="25561" y="29380"/>
                  </a:lnTo>
                  <a:lnTo>
                    <a:pt x="21007" y="32621"/>
                  </a:lnTo>
                  <a:lnTo>
                    <a:pt x="16565" y="36013"/>
                  </a:lnTo>
                  <a:lnTo>
                    <a:pt x="12238" y="39552"/>
                  </a:lnTo>
                  <a:lnTo>
                    <a:pt x="8031" y="43234"/>
                  </a:lnTo>
                  <a:lnTo>
                    <a:pt x="3950" y="47054"/>
                  </a:lnTo>
                  <a:lnTo>
                    <a:pt x="0" y="51008"/>
                  </a:lnTo>
                  <a:lnTo>
                    <a:pt x="120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84" y="960769"/>
              <a:ext cx="334317" cy="315058"/>
            </a:xfrm>
            <a:custGeom>
              <a:avLst/>
              <a:pathLst>
                <a:path w="334317" h="315058">
                  <a:moveTo>
                    <a:pt x="46943" y="31732"/>
                  </a:moveTo>
                  <a:lnTo>
                    <a:pt x="43331" y="35590"/>
                  </a:lnTo>
                  <a:lnTo>
                    <a:pt x="39842" y="39561"/>
                  </a:lnTo>
                  <a:lnTo>
                    <a:pt x="36481" y="43640"/>
                  </a:lnTo>
                  <a:lnTo>
                    <a:pt x="33251" y="47823"/>
                  </a:lnTo>
                  <a:lnTo>
                    <a:pt x="30155" y="52106"/>
                  </a:lnTo>
                  <a:lnTo>
                    <a:pt x="27195" y="56485"/>
                  </a:lnTo>
                  <a:lnTo>
                    <a:pt x="24375" y="60956"/>
                  </a:lnTo>
                  <a:lnTo>
                    <a:pt x="21699" y="65513"/>
                  </a:lnTo>
                  <a:lnTo>
                    <a:pt x="19167" y="70153"/>
                  </a:lnTo>
                  <a:lnTo>
                    <a:pt x="16784" y="74870"/>
                  </a:lnTo>
                  <a:lnTo>
                    <a:pt x="14550" y="79660"/>
                  </a:lnTo>
                  <a:lnTo>
                    <a:pt x="12470" y="84519"/>
                  </a:lnTo>
                  <a:lnTo>
                    <a:pt x="10544" y="89441"/>
                  </a:lnTo>
                  <a:lnTo>
                    <a:pt x="8774" y="94421"/>
                  </a:lnTo>
                  <a:lnTo>
                    <a:pt x="7163" y="99455"/>
                  </a:lnTo>
                  <a:lnTo>
                    <a:pt x="5712" y="104537"/>
                  </a:lnTo>
                  <a:lnTo>
                    <a:pt x="4422" y="109662"/>
                  </a:lnTo>
                  <a:lnTo>
                    <a:pt x="3295" y="114826"/>
                  </a:lnTo>
                  <a:lnTo>
                    <a:pt x="2331" y="120023"/>
                  </a:lnTo>
                  <a:lnTo>
                    <a:pt x="1533" y="125247"/>
                  </a:lnTo>
                  <a:lnTo>
                    <a:pt x="900" y="130494"/>
                  </a:lnTo>
                  <a:lnTo>
                    <a:pt x="433" y="135759"/>
                  </a:lnTo>
                  <a:lnTo>
                    <a:pt x="133" y="141036"/>
                  </a:lnTo>
                  <a:lnTo>
                    <a:pt x="0" y="146319"/>
                  </a:lnTo>
                  <a:lnTo>
                    <a:pt x="33" y="151605"/>
                  </a:lnTo>
                  <a:lnTo>
                    <a:pt x="234" y="156886"/>
                  </a:lnTo>
                  <a:lnTo>
                    <a:pt x="602" y="162158"/>
                  </a:lnTo>
                  <a:lnTo>
                    <a:pt x="1136" y="167417"/>
                  </a:lnTo>
                  <a:lnTo>
                    <a:pt x="1837" y="172655"/>
                  </a:lnTo>
                  <a:lnTo>
                    <a:pt x="2702" y="177869"/>
                  </a:lnTo>
                  <a:lnTo>
                    <a:pt x="3732" y="183053"/>
                  </a:lnTo>
                  <a:lnTo>
                    <a:pt x="4925" y="188202"/>
                  </a:lnTo>
                  <a:lnTo>
                    <a:pt x="6281" y="193311"/>
                  </a:lnTo>
                  <a:lnTo>
                    <a:pt x="7797" y="198374"/>
                  </a:lnTo>
                  <a:lnTo>
                    <a:pt x="9473" y="203386"/>
                  </a:lnTo>
                  <a:lnTo>
                    <a:pt x="11306" y="208344"/>
                  </a:lnTo>
                  <a:lnTo>
                    <a:pt x="13295" y="213240"/>
                  </a:lnTo>
                  <a:lnTo>
                    <a:pt x="15438" y="218072"/>
                  </a:lnTo>
                  <a:lnTo>
                    <a:pt x="17732" y="222833"/>
                  </a:lnTo>
                  <a:lnTo>
                    <a:pt x="20176" y="227519"/>
                  </a:lnTo>
                  <a:lnTo>
                    <a:pt x="22767" y="232126"/>
                  </a:lnTo>
                  <a:lnTo>
                    <a:pt x="25502" y="236649"/>
                  </a:lnTo>
                  <a:lnTo>
                    <a:pt x="28378" y="241083"/>
                  </a:lnTo>
                  <a:lnTo>
                    <a:pt x="31394" y="245423"/>
                  </a:lnTo>
                  <a:lnTo>
                    <a:pt x="34545" y="249666"/>
                  </a:lnTo>
                  <a:lnTo>
                    <a:pt x="37829" y="253808"/>
                  </a:lnTo>
                  <a:lnTo>
                    <a:pt x="41242" y="257843"/>
                  </a:lnTo>
                  <a:lnTo>
                    <a:pt x="44781" y="261769"/>
                  </a:lnTo>
                  <a:lnTo>
                    <a:pt x="48442" y="265581"/>
                  </a:lnTo>
                  <a:lnTo>
                    <a:pt x="52222" y="269275"/>
                  </a:lnTo>
                  <a:lnTo>
                    <a:pt x="56116" y="272848"/>
                  </a:lnTo>
                  <a:lnTo>
                    <a:pt x="60122" y="276296"/>
                  </a:lnTo>
                  <a:lnTo>
                    <a:pt x="64235" y="279615"/>
                  </a:lnTo>
                  <a:lnTo>
                    <a:pt x="68450" y="282803"/>
                  </a:lnTo>
                  <a:lnTo>
                    <a:pt x="72765" y="285856"/>
                  </a:lnTo>
                  <a:lnTo>
                    <a:pt x="77173" y="288771"/>
                  </a:lnTo>
                  <a:lnTo>
                    <a:pt x="81672" y="291546"/>
                  </a:lnTo>
                  <a:lnTo>
                    <a:pt x="86256" y="294176"/>
                  </a:lnTo>
                  <a:lnTo>
                    <a:pt x="90921" y="296661"/>
                  </a:lnTo>
                  <a:lnTo>
                    <a:pt x="95662" y="298997"/>
                  </a:lnTo>
                  <a:lnTo>
                    <a:pt x="100475" y="301181"/>
                  </a:lnTo>
                  <a:lnTo>
                    <a:pt x="105354" y="303213"/>
                  </a:lnTo>
                  <a:lnTo>
                    <a:pt x="110295" y="305089"/>
                  </a:lnTo>
                  <a:lnTo>
                    <a:pt x="115293" y="306808"/>
                  </a:lnTo>
                  <a:lnTo>
                    <a:pt x="120343" y="308368"/>
                  </a:lnTo>
                  <a:lnTo>
                    <a:pt x="125439" y="309768"/>
                  </a:lnTo>
                  <a:lnTo>
                    <a:pt x="130578" y="311006"/>
                  </a:lnTo>
                  <a:lnTo>
                    <a:pt x="135752" y="312081"/>
                  </a:lnTo>
                  <a:lnTo>
                    <a:pt x="140959" y="312992"/>
                  </a:lnTo>
                  <a:lnTo>
                    <a:pt x="146191" y="313738"/>
                  </a:lnTo>
                  <a:lnTo>
                    <a:pt x="151444" y="314318"/>
                  </a:lnTo>
                  <a:lnTo>
                    <a:pt x="156713" y="314731"/>
                  </a:lnTo>
                  <a:lnTo>
                    <a:pt x="161993" y="314978"/>
                  </a:lnTo>
                  <a:lnTo>
                    <a:pt x="167278" y="315058"/>
                  </a:lnTo>
                  <a:lnTo>
                    <a:pt x="172562" y="314971"/>
                  </a:lnTo>
                  <a:lnTo>
                    <a:pt x="177841" y="314716"/>
                  </a:lnTo>
                  <a:lnTo>
                    <a:pt x="183110" y="314295"/>
                  </a:lnTo>
                  <a:lnTo>
                    <a:pt x="188362" y="313708"/>
                  </a:lnTo>
                  <a:lnTo>
                    <a:pt x="193594" y="312955"/>
                  </a:lnTo>
                  <a:lnTo>
                    <a:pt x="198799" y="312037"/>
                  </a:lnTo>
                  <a:lnTo>
                    <a:pt x="203972" y="310954"/>
                  </a:lnTo>
                  <a:lnTo>
                    <a:pt x="209108" y="309709"/>
                  </a:lnTo>
                  <a:lnTo>
                    <a:pt x="214203" y="308302"/>
                  </a:lnTo>
                  <a:lnTo>
                    <a:pt x="219251" y="306735"/>
                  </a:lnTo>
                  <a:lnTo>
                    <a:pt x="224246" y="305009"/>
                  </a:lnTo>
                  <a:lnTo>
                    <a:pt x="229184" y="303125"/>
                  </a:lnTo>
                  <a:lnTo>
                    <a:pt x="234061" y="301087"/>
                  </a:lnTo>
                  <a:lnTo>
                    <a:pt x="238870" y="298896"/>
                  </a:lnTo>
                  <a:lnTo>
                    <a:pt x="243608" y="296553"/>
                  </a:lnTo>
                  <a:lnTo>
                    <a:pt x="248270" y="294062"/>
                  </a:lnTo>
                  <a:lnTo>
                    <a:pt x="252850" y="291425"/>
                  </a:lnTo>
                  <a:lnTo>
                    <a:pt x="257345" y="288644"/>
                  </a:lnTo>
                  <a:lnTo>
                    <a:pt x="261749" y="285723"/>
                  </a:lnTo>
                  <a:lnTo>
                    <a:pt x="266059" y="282664"/>
                  </a:lnTo>
                  <a:lnTo>
                    <a:pt x="270270" y="279470"/>
                  </a:lnTo>
                  <a:lnTo>
                    <a:pt x="274378" y="276144"/>
                  </a:lnTo>
                  <a:lnTo>
                    <a:pt x="278379" y="272691"/>
                  </a:lnTo>
                  <a:lnTo>
                    <a:pt x="282269" y="269113"/>
                  </a:lnTo>
                  <a:lnTo>
                    <a:pt x="286044" y="265413"/>
                  </a:lnTo>
                  <a:lnTo>
                    <a:pt x="289699" y="261596"/>
                  </a:lnTo>
                  <a:lnTo>
                    <a:pt x="293233" y="257665"/>
                  </a:lnTo>
                  <a:lnTo>
                    <a:pt x="296640" y="253625"/>
                  </a:lnTo>
                  <a:lnTo>
                    <a:pt x="299918" y="249479"/>
                  </a:lnTo>
                  <a:lnTo>
                    <a:pt x="303063" y="245231"/>
                  </a:lnTo>
                  <a:lnTo>
                    <a:pt x="306072" y="240886"/>
                  </a:lnTo>
                  <a:lnTo>
                    <a:pt x="308943" y="236449"/>
                  </a:lnTo>
                  <a:lnTo>
                    <a:pt x="311671" y="231922"/>
                  </a:lnTo>
                  <a:lnTo>
                    <a:pt x="314256" y="227312"/>
                  </a:lnTo>
                  <a:lnTo>
                    <a:pt x="316693" y="222622"/>
                  </a:lnTo>
                  <a:lnTo>
                    <a:pt x="318980" y="217857"/>
                  </a:lnTo>
                  <a:lnTo>
                    <a:pt x="321116" y="213023"/>
                  </a:lnTo>
                  <a:lnTo>
                    <a:pt x="323098" y="208123"/>
                  </a:lnTo>
                  <a:lnTo>
                    <a:pt x="324925" y="203164"/>
                  </a:lnTo>
                  <a:lnTo>
                    <a:pt x="326593" y="198149"/>
                  </a:lnTo>
                  <a:lnTo>
                    <a:pt x="328102" y="193083"/>
                  </a:lnTo>
                  <a:lnTo>
                    <a:pt x="329451" y="187973"/>
                  </a:lnTo>
                  <a:lnTo>
                    <a:pt x="330637" y="182822"/>
                  </a:lnTo>
                  <a:lnTo>
                    <a:pt x="331659" y="177637"/>
                  </a:lnTo>
                  <a:lnTo>
                    <a:pt x="332517" y="172422"/>
                  </a:lnTo>
                  <a:lnTo>
                    <a:pt x="333210" y="167182"/>
                  </a:lnTo>
                  <a:lnTo>
                    <a:pt x="333737" y="161923"/>
                  </a:lnTo>
                  <a:lnTo>
                    <a:pt x="334097" y="156650"/>
                  </a:lnTo>
                  <a:lnTo>
                    <a:pt x="334291" y="151368"/>
                  </a:lnTo>
                  <a:lnTo>
                    <a:pt x="334317" y="146083"/>
                  </a:lnTo>
                  <a:lnTo>
                    <a:pt x="334177" y="140800"/>
                  </a:lnTo>
                  <a:lnTo>
                    <a:pt x="333869" y="135524"/>
                  </a:lnTo>
                  <a:lnTo>
                    <a:pt x="333395" y="130260"/>
                  </a:lnTo>
                  <a:lnTo>
                    <a:pt x="332754" y="125013"/>
                  </a:lnTo>
                  <a:lnTo>
                    <a:pt x="331948" y="119790"/>
                  </a:lnTo>
                  <a:lnTo>
                    <a:pt x="330978" y="114594"/>
                  </a:lnTo>
                  <a:lnTo>
                    <a:pt x="329843" y="109432"/>
                  </a:lnTo>
                  <a:lnTo>
                    <a:pt x="328546" y="104309"/>
                  </a:lnTo>
                  <a:lnTo>
                    <a:pt x="327088" y="99229"/>
                  </a:lnTo>
                  <a:lnTo>
                    <a:pt x="325469" y="94197"/>
                  </a:lnTo>
                  <a:lnTo>
                    <a:pt x="323693" y="89219"/>
                  </a:lnTo>
                  <a:lnTo>
                    <a:pt x="321760" y="84300"/>
                  </a:lnTo>
                  <a:lnTo>
                    <a:pt x="319672" y="79445"/>
                  </a:lnTo>
                  <a:lnTo>
                    <a:pt x="317432" y="74658"/>
                  </a:lnTo>
                  <a:lnTo>
                    <a:pt x="315042" y="69944"/>
                  </a:lnTo>
                  <a:lnTo>
                    <a:pt x="312504" y="65308"/>
                  </a:lnTo>
                  <a:lnTo>
                    <a:pt x="309821" y="60754"/>
                  </a:lnTo>
                  <a:lnTo>
                    <a:pt x="306995" y="56288"/>
                  </a:lnTo>
                  <a:lnTo>
                    <a:pt x="304029" y="51913"/>
                  </a:lnTo>
                  <a:lnTo>
                    <a:pt x="300927" y="47634"/>
                  </a:lnTo>
                  <a:lnTo>
                    <a:pt x="297690" y="43455"/>
                  </a:lnTo>
                  <a:lnTo>
                    <a:pt x="294324" y="39381"/>
                  </a:lnTo>
                  <a:lnTo>
                    <a:pt x="290830" y="35415"/>
                  </a:lnTo>
                  <a:lnTo>
                    <a:pt x="287212" y="31562"/>
                  </a:lnTo>
                  <a:lnTo>
                    <a:pt x="283475" y="27825"/>
                  </a:lnTo>
                  <a:lnTo>
                    <a:pt x="279621" y="24208"/>
                  </a:lnTo>
                  <a:lnTo>
                    <a:pt x="275655" y="20715"/>
                  </a:lnTo>
                  <a:lnTo>
                    <a:pt x="271580" y="17348"/>
                  </a:lnTo>
                  <a:lnTo>
                    <a:pt x="267401" y="14113"/>
                  </a:lnTo>
                  <a:lnTo>
                    <a:pt x="263122" y="11011"/>
                  </a:lnTo>
                  <a:lnTo>
                    <a:pt x="258747" y="8045"/>
                  </a:lnTo>
                  <a:lnTo>
                    <a:pt x="254280" y="5220"/>
                  </a:lnTo>
                  <a:lnTo>
                    <a:pt x="249727" y="2537"/>
                  </a:lnTo>
                  <a:lnTo>
                    <a:pt x="245090" y="0"/>
                  </a:lnTo>
                  <a:lnTo>
                    <a:pt x="167160" y="147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7930" cy="167167"/>
            </a:xfrm>
            <a:custGeom>
              <a:avLst/>
              <a:pathLst>
                <a:path w="77930" h="167167">
                  <a:moveTo>
                    <a:pt x="77930" y="19276"/>
                  </a:moveTo>
                  <a:lnTo>
                    <a:pt x="72762" y="16666"/>
                  </a:lnTo>
                  <a:lnTo>
                    <a:pt x="67505" y="14236"/>
                  </a:lnTo>
                  <a:lnTo>
                    <a:pt x="62168" y="11990"/>
                  </a:lnTo>
                  <a:lnTo>
                    <a:pt x="56757" y="9930"/>
                  </a:lnTo>
                  <a:lnTo>
                    <a:pt x="51277" y="8058"/>
                  </a:lnTo>
                  <a:lnTo>
                    <a:pt x="45735" y="6378"/>
                  </a:lnTo>
                  <a:lnTo>
                    <a:pt x="40139" y="4890"/>
                  </a:lnTo>
                  <a:lnTo>
                    <a:pt x="34495" y="3597"/>
                  </a:lnTo>
                  <a:lnTo>
                    <a:pt x="28809" y="2501"/>
                  </a:lnTo>
                  <a:lnTo>
                    <a:pt x="23089" y="1602"/>
                  </a:lnTo>
                  <a:lnTo>
                    <a:pt x="17341" y="901"/>
                  </a:lnTo>
                  <a:lnTo>
                    <a:pt x="11572" y="401"/>
                  </a:lnTo>
                  <a:lnTo>
                    <a:pt x="578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3720" y="941493"/>
              <a:ext cx="112495" cy="167167"/>
            </a:xfrm>
            <a:custGeom>
              <a:avLst/>
              <a:pathLst>
                <a:path w="112495" h="167167">
                  <a:moveTo>
                    <a:pt x="112495" y="0"/>
                  </a:moveTo>
                  <a:lnTo>
                    <a:pt x="106887" y="94"/>
                  </a:lnTo>
                  <a:lnTo>
                    <a:pt x="101285" y="376"/>
                  </a:lnTo>
                  <a:lnTo>
                    <a:pt x="95696" y="846"/>
                  </a:lnTo>
                  <a:lnTo>
                    <a:pt x="90125" y="1503"/>
                  </a:lnTo>
                  <a:lnTo>
                    <a:pt x="84580" y="2347"/>
                  </a:lnTo>
                  <a:lnTo>
                    <a:pt x="79067" y="3376"/>
                  </a:lnTo>
                  <a:lnTo>
                    <a:pt x="73591" y="4589"/>
                  </a:lnTo>
                  <a:lnTo>
                    <a:pt x="68159" y="5986"/>
                  </a:lnTo>
                  <a:lnTo>
                    <a:pt x="62776" y="7564"/>
                  </a:lnTo>
                  <a:lnTo>
                    <a:pt x="57450" y="9322"/>
                  </a:lnTo>
                  <a:lnTo>
                    <a:pt x="52186" y="11257"/>
                  </a:lnTo>
                  <a:lnTo>
                    <a:pt x="46989" y="13368"/>
                  </a:lnTo>
                  <a:lnTo>
                    <a:pt x="41866" y="15653"/>
                  </a:lnTo>
                  <a:lnTo>
                    <a:pt x="36823" y="18107"/>
                  </a:lnTo>
                  <a:lnTo>
                    <a:pt x="31865" y="20730"/>
                  </a:lnTo>
                  <a:lnTo>
                    <a:pt x="26998" y="23517"/>
                  </a:lnTo>
                  <a:lnTo>
                    <a:pt x="22227" y="26466"/>
                  </a:lnTo>
                  <a:lnTo>
                    <a:pt x="17558" y="29574"/>
                  </a:lnTo>
                  <a:lnTo>
                    <a:pt x="12995" y="32836"/>
                  </a:lnTo>
                  <a:lnTo>
                    <a:pt x="8545" y="36250"/>
                  </a:lnTo>
                  <a:lnTo>
                    <a:pt x="4211" y="39811"/>
                  </a:lnTo>
                  <a:lnTo>
                    <a:pt x="0" y="43515"/>
                  </a:lnTo>
                  <a:lnTo>
                    <a:pt x="1124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7" y="985008"/>
              <a:ext cx="167158" cy="262746"/>
            </a:xfrm>
            <a:custGeom>
              <a:avLst/>
              <a:pathLst>
                <a:path w="167158" h="262746">
                  <a:moveTo>
                    <a:pt x="54663" y="0"/>
                  </a:moveTo>
                  <a:lnTo>
                    <a:pt x="50714" y="3711"/>
                  </a:lnTo>
                  <a:lnTo>
                    <a:pt x="46888" y="7548"/>
                  </a:lnTo>
                  <a:lnTo>
                    <a:pt x="43188" y="11507"/>
                  </a:lnTo>
                  <a:lnTo>
                    <a:pt x="39618" y="15584"/>
                  </a:lnTo>
                  <a:lnTo>
                    <a:pt x="36182" y="19775"/>
                  </a:lnTo>
                  <a:lnTo>
                    <a:pt x="32884" y="24075"/>
                  </a:lnTo>
                  <a:lnTo>
                    <a:pt x="29727" y="28480"/>
                  </a:lnTo>
                  <a:lnTo>
                    <a:pt x="26715" y="32984"/>
                  </a:lnTo>
                  <a:lnTo>
                    <a:pt x="23850" y="37584"/>
                  </a:lnTo>
                  <a:lnTo>
                    <a:pt x="21135" y="42274"/>
                  </a:lnTo>
                  <a:lnTo>
                    <a:pt x="18574" y="47050"/>
                  </a:lnTo>
                  <a:lnTo>
                    <a:pt x="16170" y="51906"/>
                  </a:lnTo>
                  <a:lnTo>
                    <a:pt x="13923" y="56838"/>
                  </a:lnTo>
                  <a:lnTo>
                    <a:pt x="11838" y="61840"/>
                  </a:lnTo>
                  <a:lnTo>
                    <a:pt x="9916" y="66906"/>
                  </a:lnTo>
                  <a:lnTo>
                    <a:pt x="8160" y="72033"/>
                  </a:lnTo>
                  <a:lnTo>
                    <a:pt x="6570" y="77213"/>
                  </a:lnTo>
                  <a:lnTo>
                    <a:pt x="5149" y="82443"/>
                  </a:lnTo>
                  <a:lnTo>
                    <a:pt x="3899" y="87716"/>
                  </a:lnTo>
                  <a:lnTo>
                    <a:pt x="2820" y="93026"/>
                  </a:lnTo>
                  <a:lnTo>
                    <a:pt x="1914" y="98369"/>
                  </a:lnTo>
                  <a:lnTo>
                    <a:pt x="1181" y="103738"/>
                  </a:lnTo>
                  <a:lnTo>
                    <a:pt x="623" y="109129"/>
                  </a:lnTo>
                  <a:lnTo>
                    <a:pt x="239" y="114534"/>
                  </a:lnTo>
                  <a:lnTo>
                    <a:pt x="32" y="119949"/>
                  </a:lnTo>
                  <a:lnTo>
                    <a:pt x="0" y="125368"/>
                  </a:lnTo>
                  <a:lnTo>
                    <a:pt x="143" y="130785"/>
                  </a:lnTo>
                  <a:lnTo>
                    <a:pt x="462" y="136195"/>
                  </a:lnTo>
                  <a:lnTo>
                    <a:pt x="956" y="141591"/>
                  </a:lnTo>
                  <a:lnTo>
                    <a:pt x="1625" y="146969"/>
                  </a:lnTo>
                  <a:lnTo>
                    <a:pt x="2468" y="152322"/>
                  </a:lnTo>
                  <a:lnTo>
                    <a:pt x="3484" y="157645"/>
                  </a:lnTo>
                  <a:lnTo>
                    <a:pt x="4671" y="162932"/>
                  </a:lnTo>
                  <a:lnTo>
                    <a:pt x="6030" y="168178"/>
                  </a:lnTo>
                  <a:lnTo>
                    <a:pt x="7558" y="173378"/>
                  </a:lnTo>
                  <a:lnTo>
                    <a:pt x="9253" y="178525"/>
                  </a:lnTo>
                  <a:lnTo>
                    <a:pt x="11115" y="183614"/>
                  </a:lnTo>
                  <a:lnTo>
                    <a:pt x="13141" y="188640"/>
                  </a:lnTo>
                  <a:lnTo>
                    <a:pt x="15328" y="193598"/>
                  </a:lnTo>
                  <a:lnTo>
                    <a:pt x="17675" y="198483"/>
                  </a:lnTo>
                  <a:lnTo>
                    <a:pt x="20179" y="203288"/>
                  </a:lnTo>
                  <a:lnTo>
                    <a:pt x="22837" y="208011"/>
                  </a:lnTo>
                  <a:lnTo>
                    <a:pt x="25647" y="212644"/>
                  </a:lnTo>
                  <a:lnTo>
                    <a:pt x="28606" y="217184"/>
                  </a:lnTo>
                  <a:lnTo>
                    <a:pt x="31711" y="221626"/>
                  </a:lnTo>
                  <a:lnTo>
                    <a:pt x="34958" y="225964"/>
                  </a:lnTo>
                  <a:lnTo>
                    <a:pt x="38343" y="230196"/>
                  </a:lnTo>
                  <a:lnTo>
                    <a:pt x="41864" y="234315"/>
                  </a:lnTo>
                  <a:lnTo>
                    <a:pt x="45517" y="238318"/>
                  </a:lnTo>
                  <a:lnTo>
                    <a:pt x="49298" y="242200"/>
                  </a:lnTo>
                  <a:lnTo>
                    <a:pt x="53202" y="245958"/>
                  </a:lnTo>
                  <a:lnTo>
                    <a:pt x="57226" y="249588"/>
                  </a:lnTo>
                  <a:lnTo>
                    <a:pt x="61366" y="253085"/>
                  </a:lnTo>
                  <a:lnTo>
                    <a:pt x="65617" y="256446"/>
                  </a:lnTo>
                  <a:lnTo>
                    <a:pt x="69974" y="259667"/>
                  </a:lnTo>
                  <a:lnTo>
                    <a:pt x="74434" y="262746"/>
                  </a:lnTo>
                  <a:lnTo>
                    <a:pt x="167158" y="1236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3491" y="941493"/>
              <a:ext cx="259884" cy="334318"/>
            </a:xfrm>
            <a:custGeom>
              <a:avLst/>
              <a:pathLst>
                <a:path w="259884" h="334318">
                  <a:moveTo>
                    <a:pt x="0" y="306261"/>
                  </a:moveTo>
                  <a:lnTo>
                    <a:pt x="4480" y="309146"/>
                  </a:lnTo>
                  <a:lnTo>
                    <a:pt x="9050" y="311886"/>
                  </a:lnTo>
                  <a:lnTo>
                    <a:pt x="13704" y="314479"/>
                  </a:lnTo>
                  <a:lnTo>
                    <a:pt x="18440" y="316923"/>
                  </a:lnTo>
                  <a:lnTo>
                    <a:pt x="23250" y="319214"/>
                  </a:lnTo>
                  <a:lnTo>
                    <a:pt x="28132" y="321351"/>
                  </a:lnTo>
                  <a:lnTo>
                    <a:pt x="33078" y="323332"/>
                  </a:lnTo>
                  <a:lnTo>
                    <a:pt x="38086" y="325153"/>
                  </a:lnTo>
                  <a:lnTo>
                    <a:pt x="43149" y="326814"/>
                  </a:lnTo>
                  <a:lnTo>
                    <a:pt x="48262" y="328313"/>
                  </a:lnTo>
                  <a:lnTo>
                    <a:pt x="53421" y="329648"/>
                  </a:lnTo>
                  <a:lnTo>
                    <a:pt x="58619" y="330819"/>
                  </a:lnTo>
                  <a:lnTo>
                    <a:pt x="63852" y="331822"/>
                  </a:lnTo>
                  <a:lnTo>
                    <a:pt x="69115" y="332659"/>
                  </a:lnTo>
                  <a:lnTo>
                    <a:pt x="74401" y="333327"/>
                  </a:lnTo>
                  <a:lnTo>
                    <a:pt x="79706" y="333827"/>
                  </a:lnTo>
                  <a:lnTo>
                    <a:pt x="85024" y="334157"/>
                  </a:lnTo>
                  <a:lnTo>
                    <a:pt x="90351" y="334318"/>
                  </a:lnTo>
                  <a:lnTo>
                    <a:pt x="95679" y="334308"/>
                  </a:lnTo>
                  <a:lnTo>
                    <a:pt x="101005" y="334129"/>
                  </a:lnTo>
                  <a:lnTo>
                    <a:pt x="106322" y="333780"/>
                  </a:lnTo>
                  <a:lnTo>
                    <a:pt x="111625" y="333262"/>
                  </a:lnTo>
                  <a:lnTo>
                    <a:pt x="116909" y="332576"/>
                  </a:lnTo>
                  <a:lnTo>
                    <a:pt x="122168" y="331721"/>
                  </a:lnTo>
                  <a:lnTo>
                    <a:pt x="127398" y="330699"/>
                  </a:lnTo>
                  <a:lnTo>
                    <a:pt x="132592" y="329510"/>
                  </a:lnTo>
                  <a:lnTo>
                    <a:pt x="137746" y="328157"/>
                  </a:lnTo>
                  <a:lnTo>
                    <a:pt x="142854" y="326641"/>
                  </a:lnTo>
                  <a:lnTo>
                    <a:pt x="147911" y="324962"/>
                  </a:lnTo>
                  <a:lnTo>
                    <a:pt x="152913" y="323123"/>
                  </a:lnTo>
                  <a:lnTo>
                    <a:pt x="157853" y="321125"/>
                  </a:lnTo>
                  <a:lnTo>
                    <a:pt x="162726" y="318971"/>
                  </a:lnTo>
                  <a:lnTo>
                    <a:pt x="167529" y="316663"/>
                  </a:lnTo>
                  <a:lnTo>
                    <a:pt x="172256" y="314203"/>
                  </a:lnTo>
                  <a:lnTo>
                    <a:pt x="176901" y="311594"/>
                  </a:lnTo>
                  <a:lnTo>
                    <a:pt x="181462" y="308837"/>
                  </a:lnTo>
                  <a:lnTo>
                    <a:pt x="185932" y="305937"/>
                  </a:lnTo>
                  <a:lnTo>
                    <a:pt x="190307" y="302896"/>
                  </a:lnTo>
                  <a:lnTo>
                    <a:pt x="194583" y="299717"/>
                  </a:lnTo>
                  <a:lnTo>
                    <a:pt x="198756" y="296403"/>
                  </a:lnTo>
                  <a:lnTo>
                    <a:pt x="202821" y="292958"/>
                  </a:lnTo>
                  <a:lnTo>
                    <a:pt x="206775" y="289385"/>
                  </a:lnTo>
                  <a:lnTo>
                    <a:pt x="210612" y="285688"/>
                  </a:lnTo>
                  <a:lnTo>
                    <a:pt x="214329" y="281871"/>
                  </a:lnTo>
                  <a:lnTo>
                    <a:pt x="217923" y="277937"/>
                  </a:lnTo>
                  <a:lnTo>
                    <a:pt x="221390" y="273890"/>
                  </a:lnTo>
                  <a:lnTo>
                    <a:pt x="224726" y="269735"/>
                  </a:lnTo>
                  <a:lnTo>
                    <a:pt x="227928" y="265476"/>
                  </a:lnTo>
                  <a:lnTo>
                    <a:pt x="230993" y="261117"/>
                  </a:lnTo>
                  <a:lnTo>
                    <a:pt x="233917" y="256662"/>
                  </a:lnTo>
                  <a:lnTo>
                    <a:pt x="236697" y="252117"/>
                  </a:lnTo>
                  <a:lnTo>
                    <a:pt x="239332" y="247485"/>
                  </a:lnTo>
                  <a:lnTo>
                    <a:pt x="241817" y="242772"/>
                  </a:lnTo>
                  <a:lnTo>
                    <a:pt x="244151" y="237982"/>
                  </a:lnTo>
                  <a:lnTo>
                    <a:pt x="246331" y="233119"/>
                  </a:lnTo>
                  <a:lnTo>
                    <a:pt x="248355" y="228190"/>
                  </a:lnTo>
                  <a:lnTo>
                    <a:pt x="250221" y="223199"/>
                  </a:lnTo>
                  <a:lnTo>
                    <a:pt x="251926" y="218151"/>
                  </a:lnTo>
                  <a:lnTo>
                    <a:pt x="253471" y="213051"/>
                  </a:lnTo>
                  <a:lnTo>
                    <a:pt x="254851" y="207905"/>
                  </a:lnTo>
                  <a:lnTo>
                    <a:pt x="256067" y="202717"/>
                  </a:lnTo>
                  <a:lnTo>
                    <a:pt x="257117" y="197493"/>
                  </a:lnTo>
                  <a:lnTo>
                    <a:pt x="258000" y="192238"/>
                  </a:lnTo>
                  <a:lnTo>
                    <a:pt x="258715" y="186958"/>
                  </a:lnTo>
                  <a:lnTo>
                    <a:pt x="259262" y="181657"/>
                  </a:lnTo>
                  <a:lnTo>
                    <a:pt x="259639" y="176342"/>
                  </a:lnTo>
                  <a:lnTo>
                    <a:pt x="259847" y="171018"/>
                  </a:lnTo>
                  <a:lnTo>
                    <a:pt x="259884" y="165689"/>
                  </a:lnTo>
                  <a:lnTo>
                    <a:pt x="259752" y="160362"/>
                  </a:lnTo>
                  <a:lnTo>
                    <a:pt x="259451" y="155042"/>
                  </a:lnTo>
                  <a:lnTo>
                    <a:pt x="258980" y="149735"/>
                  </a:lnTo>
                  <a:lnTo>
                    <a:pt x="258340" y="144445"/>
                  </a:lnTo>
                  <a:lnTo>
                    <a:pt x="257531" y="139178"/>
                  </a:lnTo>
                  <a:lnTo>
                    <a:pt x="256555" y="133939"/>
                  </a:lnTo>
                  <a:lnTo>
                    <a:pt x="255413" y="128735"/>
                  </a:lnTo>
                  <a:lnTo>
                    <a:pt x="254106" y="123569"/>
                  </a:lnTo>
                  <a:lnTo>
                    <a:pt x="252634" y="118448"/>
                  </a:lnTo>
                  <a:lnTo>
                    <a:pt x="251000" y="113376"/>
                  </a:lnTo>
                  <a:lnTo>
                    <a:pt x="249205" y="108359"/>
                  </a:lnTo>
                  <a:lnTo>
                    <a:pt x="247252" y="103402"/>
                  </a:lnTo>
                  <a:lnTo>
                    <a:pt x="245141" y="98509"/>
                  </a:lnTo>
                  <a:lnTo>
                    <a:pt x="242875" y="93686"/>
                  </a:lnTo>
                  <a:lnTo>
                    <a:pt x="240457" y="88938"/>
                  </a:lnTo>
                  <a:lnTo>
                    <a:pt x="237889" y="84269"/>
                  </a:lnTo>
                  <a:lnTo>
                    <a:pt x="235173" y="79685"/>
                  </a:lnTo>
                  <a:lnTo>
                    <a:pt x="232312" y="75189"/>
                  </a:lnTo>
                  <a:lnTo>
                    <a:pt x="229310" y="70787"/>
                  </a:lnTo>
                  <a:lnTo>
                    <a:pt x="226169" y="66483"/>
                  </a:lnTo>
                  <a:lnTo>
                    <a:pt x="222892" y="62281"/>
                  </a:lnTo>
                  <a:lnTo>
                    <a:pt x="219483" y="58185"/>
                  </a:lnTo>
                  <a:lnTo>
                    <a:pt x="215945" y="54201"/>
                  </a:lnTo>
                  <a:lnTo>
                    <a:pt x="212282" y="50331"/>
                  </a:lnTo>
                  <a:lnTo>
                    <a:pt x="208498" y="46580"/>
                  </a:lnTo>
                  <a:lnTo>
                    <a:pt x="204596" y="42951"/>
                  </a:lnTo>
                  <a:lnTo>
                    <a:pt x="200580" y="39449"/>
                  </a:lnTo>
                  <a:lnTo>
                    <a:pt x="196455" y="36076"/>
                  </a:lnTo>
                  <a:lnTo>
                    <a:pt x="192224" y="32837"/>
                  </a:lnTo>
                  <a:lnTo>
                    <a:pt x="187892" y="29734"/>
                  </a:lnTo>
                  <a:lnTo>
                    <a:pt x="183464" y="26770"/>
                  </a:lnTo>
                  <a:lnTo>
                    <a:pt x="178943" y="23950"/>
                  </a:lnTo>
                  <a:lnTo>
                    <a:pt x="174335" y="21275"/>
                  </a:lnTo>
                  <a:lnTo>
                    <a:pt x="169644" y="18748"/>
                  </a:lnTo>
                  <a:lnTo>
                    <a:pt x="164874" y="16372"/>
                  </a:lnTo>
                  <a:lnTo>
                    <a:pt x="160031" y="14149"/>
                  </a:lnTo>
                  <a:lnTo>
                    <a:pt x="155120" y="12081"/>
                  </a:lnTo>
                  <a:lnTo>
                    <a:pt x="150146" y="10171"/>
                  </a:lnTo>
                  <a:lnTo>
                    <a:pt x="145113" y="8421"/>
                  </a:lnTo>
                  <a:lnTo>
                    <a:pt x="140027" y="6832"/>
                  </a:lnTo>
                  <a:lnTo>
                    <a:pt x="134893" y="5406"/>
                  </a:lnTo>
                  <a:lnTo>
                    <a:pt x="129716" y="4144"/>
                  </a:lnTo>
                  <a:lnTo>
                    <a:pt x="124501" y="3048"/>
                  </a:lnTo>
                  <a:lnTo>
                    <a:pt x="119255" y="2118"/>
                  </a:lnTo>
                  <a:lnTo>
                    <a:pt x="113981" y="1357"/>
                  </a:lnTo>
                  <a:lnTo>
                    <a:pt x="108685" y="763"/>
                  </a:lnTo>
                  <a:lnTo>
                    <a:pt x="103374" y="339"/>
                  </a:lnTo>
                  <a:lnTo>
                    <a:pt x="98051" y="84"/>
                  </a:lnTo>
                  <a:lnTo>
                    <a:pt x="92724" y="0"/>
                  </a:lnTo>
                  <a:lnTo>
                    <a:pt x="927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47" y="1071028"/>
              <a:ext cx="167153" cy="331496"/>
            </a:xfrm>
            <a:custGeom>
              <a:avLst/>
              <a:pathLst>
                <a:path w="167153" h="331496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49" y="1350"/>
                  </a:lnTo>
                  <a:lnTo>
                    <a:pt x="140689" y="2108"/>
                  </a:lnTo>
                  <a:lnTo>
                    <a:pt x="135455" y="3032"/>
                  </a:lnTo>
                  <a:lnTo>
                    <a:pt x="130253" y="4123"/>
                  </a:lnTo>
                  <a:lnTo>
                    <a:pt x="125088" y="5379"/>
                  </a:lnTo>
                  <a:lnTo>
                    <a:pt x="119966" y="6798"/>
                  </a:lnTo>
                  <a:lnTo>
                    <a:pt x="114892" y="8379"/>
                  </a:lnTo>
                  <a:lnTo>
                    <a:pt x="109870" y="10121"/>
                  </a:lnTo>
                  <a:lnTo>
                    <a:pt x="104906" y="12021"/>
                  </a:lnTo>
                  <a:lnTo>
                    <a:pt x="100005" y="14078"/>
                  </a:lnTo>
                  <a:lnTo>
                    <a:pt x="95173" y="16290"/>
                  </a:lnTo>
                  <a:lnTo>
                    <a:pt x="90413" y="18655"/>
                  </a:lnTo>
                  <a:lnTo>
                    <a:pt x="85730" y="21170"/>
                  </a:lnTo>
                  <a:lnTo>
                    <a:pt x="81130" y="23832"/>
                  </a:lnTo>
                  <a:lnTo>
                    <a:pt x="76617" y="26639"/>
                  </a:lnTo>
                  <a:lnTo>
                    <a:pt x="72195" y="29588"/>
                  </a:lnTo>
                  <a:lnTo>
                    <a:pt x="67869" y="32677"/>
                  </a:lnTo>
                  <a:lnTo>
                    <a:pt x="63644" y="35901"/>
                  </a:lnTo>
                  <a:lnTo>
                    <a:pt x="59523" y="39258"/>
                  </a:lnTo>
                  <a:lnTo>
                    <a:pt x="55511" y="42744"/>
                  </a:lnTo>
                  <a:lnTo>
                    <a:pt x="51612" y="46357"/>
                  </a:lnTo>
                  <a:lnTo>
                    <a:pt x="47830" y="50091"/>
                  </a:lnTo>
                  <a:lnTo>
                    <a:pt x="44168" y="53943"/>
                  </a:lnTo>
                  <a:lnTo>
                    <a:pt x="40631" y="57910"/>
                  </a:lnTo>
                  <a:lnTo>
                    <a:pt x="37221" y="61988"/>
                  </a:lnTo>
                  <a:lnTo>
                    <a:pt x="33943" y="66172"/>
                  </a:lnTo>
                  <a:lnTo>
                    <a:pt x="30800" y="70458"/>
                  </a:lnTo>
                  <a:lnTo>
                    <a:pt x="27794" y="74841"/>
                  </a:lnTo>
                  <a:lnTo>
                    <a:pt x="24930" y="79318"/>
                  </a:lnTo>
                  <a:lnTo>
                    <a:pt x="22209" y="83884"/>
                  </a:lnTo>
                  <a:lnTo>
                    <a:pt x="19634" y="88534"/>
                  </a:lnTo>
                  <a:lnTo>
                    <a:pt x="17209" y="93264"/>
                  </a:lnTo>
                  <a:lnTo>
                    <a:pt x="14935" y="98068"/>
                  </a:lnTo>
                  <a:lnTo>
                    <a:pt x="12816" y="102942"/>
                  </a:lnTo>
                  <a:lnTo>
                    <a:pt x="10852" y="107881"/>
                  </a:lnTo>
                  <a:lnTo>
                    <a:pt x="9046" y="112880"/>
                  </a:lnTo>
                  <a:lnTo>
                    <a:pt x="7400" y="117933"/>
                  </a:lnTo>
                  <a:lnTo>
                    <a:pt x="5916" y="123037"/>
                  </a:lnTo>
                  <a:lnTo>
                    <a:pt x="4594" y="128185"/>
                  </a:lnTo>
                  <a:lnTo>
                    <a:pt x="3437" y="133373"/>
                  </a:lnTo>
                  <a:lnTo>
                    <a:pt x="2446" y="138595"/>
                  </a:lnTo>
                  <a:lnTo>
                    <a:pt x="1621" y="143845"/>
                  </a:lnTo>
                  <a:lnTo>
                    <a:pt x="963" y="149119"/>
                  </a:lnTo>
                  <a:lnTo>
                    <a:pt x="473" y="154412"/>
                  </a:lnTo>
                  <a:lnTo>
                    <a:pt x="152" y="159717"/>
                  </a:lnTo>
                  <a:lnTo>
                    <a:pt x="0" y="165030"/>
                  </a:lnTo>
                  <a:lnTo>
                    <a:pt x="16" y="170345"/>
                  </a:lnTo>
                  <a:lnTo>
                    <a:pt x="202" y="175657"/>
                  </a:lnTo>
                  <a:lnTo>
                    <a:pt x="556" y="180960"/>
                  </a:lnTo>
                  <a:lnTo>
                    <a:pt x="1079" y="186249"/>
                  </a:lnTo>
                  <a:lnTo>
                    <a:pt x="1769" y="191519"/>
                  </a:lnTo>
                  <a:lnTo>
                    <a:pt x="2627" y="196765"/>
                  </a:lnTo>
                  <a:lnTo>
                    <a:pt x="3651" y="201980"/>
                  </a:lnTo>
                  <a:lnTo>
                    <a:pt x="4840" y="207161"/>
                  </a:lnTo>
                  <a:lnTo>
                    <a:pt x="6194" y="212300"/>
                  </a:lnTo>
                  <a:lnTo>
                    <a:pt x="7710" y="217395"/>
                  </a:lnTo>
                  <a:lnTo>
                    <a:pt x="9387" y="222438"/>
                  </a:lnTo>
                  <a:lnTo>
                    <a:pt x="11224" y="227426"/>
                  </a:lnTo>
                  <a:lnTo>
                    <a:pt x="13219" y="232352"/>
                  </a:lnTo>
                  <a:lnTo>
                    <a:pt x="15369" y="237213"/>
                  </a:lnTo>
                  <a:lnTo>
                    <a:pt x="17672" y="242003"/>
                  </a:lnTo>
                  <a:lnTo>
                    <a:pt x="20127" y="246717"/>
                  </a:lnTo>
                  <a:lnTo>
                    <a:pt x="22730" y="251351"/>
                  </a:lnTo>
                  <a:lnTo>
                    <a:pt x="25480" y="255900"/>
                  </a:lnTo>
                  <a:lnTo>
                    <a:pt x="28372" y="260359"/>
                  </a:lnTo>
                  <a:lnTo>
                    <a:pt x="31405" y="264724"/>
                  </a:lnTo>
                  <a:lnTo>
                    <a:pt x="34575" y="268990"/>
                  </a:lnTo>
                  <a:lnTo>
                    <a:pt x="37879" y="273153"/>
                  </a:lnTo>
                  <a:lnTo>
                    <a:pt x="41314" y="277210"/>
                  </a:lnTo>
                  <a:lnTo>
                    <a:pt x="44876" y="281155"/>
                  </a:lnTo>
                  <a:lnTo>
                    <a:pt x="48561" y="284984"/>
                  </a:lnTo>
                  <a:lnTo>
                    <a:pt x="52367" y="288695"/>
                  </a:lnTo>
                  <a:lnTo>
                    <a:pt x="56288" y="292283"/>
                  </a:lnTo>
                  <a:lnTo>
                    <a:pt x="60322" y="295744"/>
                  </a:lnTo>
                  <a:lnTo>
                    <a:pt x="64463" y="299075"/>
                  </a:lnTo>
                  <a:lnTo>
                    <a:pt x="68709" y="302273"/>
                  </a:lnTo>
                  <a:lnTo>
                    <a:pt x="73054" y="305334"/>
                  </a:lnTo>
                  <a:lnTo>
                    <a:pt x="77494" y="308256"/>
                  </a:lnTo>
                  <a:lnTo>
                    <a:pt x="82024" y="311035"/>
                  </a:lnTo>
                  <a:lnTo>
                    <a:pt x="86641" y="313669"/>
                  </a:lnTo>
                  <a:lnTo>
                    <a:pt x="91339" y="316154"/>
                  </a:lnTo>
                  <a:lnTo>
                    <a:pt x="96114" y="318489"/>
                  </a:lnTo>
                  <a:lnTo>
                    <a:pt x="100961" y="320671"/>
                  </a:lnTo>
                  <a:lnTo>
                    <a:pt x="105874" y="322698"/>
                  </a:lnTo>
                  <a:lnTo>
                    <a:pt x="110849" y="324567"/>
                  </a:lnTo>
                  <a:lnTo>
                    <a:pt x="115882" y="326278"/>
                  </a:lnTo>
                  <a:lnTo>
                    <a:pt x="120966" y="327827"/>
                  </a:lnTo>
                  <a:lnTo>
                    <a:pt x="126097" y="329214"/>
                  </a:lnTo>
                  <a:lnTo>
                    <a:pt x="131269" y="330438"/>
                  </a:lnTo>
                  <a:lnTo>
                    <a:pt x="136478" y="33149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33825" y="1238196"/>
              <a:ext cx="30675" cy="164328"/>
            </a:xfrm>
            <a:custGeom>
              <a:avLst/>
              <a:pathLst>
                <a:path w="30675" h="164328">
                  <a:moveTo>
                    <a:pt x="0" y="164328"/>
                  </a:moveTo>
                  <a:lnTo>
                    <a:pt x="306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33825" y="1084448"/>
              <a:ext cx="197837" cy="320911"/>
            </a:xfrm>
            <a:custGeom>
              <a:avLst/>
              <a:pathLst>
                <a:path w="197837" h="320911">
                  <a:moveTo>
                    <a:pt x="0" y="318076"/>
                  </a:moveTo>
                  <a:lnTo>
                    <a:pt x="5235" y="318967"/>
                  </a:lnTo>
                  <a:lnTo>
                    <a:pt x="10495" y="319692"/>
                  </a:lnTo>
                  <a:lnTo>
                    <a:pt x="15777" y="320249"/>
                  </a:lnTo>
                  <a:lnTo>
                    <a:pt x="21073" y="320638"/>
                  </a:lnTo>
                  <a:lnTo>
                    <a:pt x="26379" y="320859"/>
                  </a:lnTo>
                  <a:lnTo>
                    <a:pt x="31689" y="320911"/>
                  </a:lnTo>
                  <a:lnTo>
                    <a:pt x="36998" y="320795"/>
                  </a:lnTo>
                  <a:lnTo>
                    <a:pt x="42301" y="320510"/>
                  </a:lnTo>
                  <a:lnTo>
                    <a:pt x="47592" y="320056"/>
                  </a:lnTo>
                  <a:lnTo>
                    <a:pt x="52866" y="319435"/>
                  </a:lnTo>
                  <a:lnTo>
                    <a:pt x="58117" y="318646"/>
                  </a:lnTo>
                  <a:lnTo>
                    <a:pt x="63341" y="317692"/>
                  </a:lnTo>
                  <a:lnTo>
                    <a:pt x="68532" y="316571"/>
                  </a:lnTo>
                  <a:lnTo>
                    <a:pt x="73685" y="315287"/>
                  </a:lnTo>
                  <a:lnTo>
                    <a:pt x="78794" y="313839"/>
                  </a:lnTo>
                  <a:lnTo>
                    <a:pt x="83855" y="312230"/>
                  </a:lnTo>
                  <a:lnTo>
                    <a:pt x="88862" y="310461"/>
                  </a:lnTo>
                  <a:lnTo>
                    <a:pt x="93810" y="308533"/>
                  </a:lnTo>
                  <a:lnTo>
                    <a:pt x="98695" y="306450"/>
                  </a:lnTo>
                  <a:lnTo>
                    <a:pt x="103511" y="304212"/>
                  </a:lnTo>
                  <a:lnTo>
                    <a:pt x="108254" y="301823"/>
                  </a:lnTo>
                  <a:lnTo>
                    <a:pt x="112918" y="299284"/>
                  </a:lnTo>
                  <a:lnTo>
                    <a:pt x="117499" y="296598"/>
                  </a:lnTo>
                  <a:lnTo>
                    <a:pt x="121993" y="293768"/>
                  </a:lnTo>
                  <a:lnTo>
                    <a:pt x="126394" y="290797"/>
                  </a:lnTo>
                  <a:lnTo>
                    <a:pt x="130699" y="287688"/>
                  </a:lnTo>
                  <a:lnTo>
                    <a:pt x="134903" y="284443"/>
                  </a:lnTo>
                  <a:lnTo>
                    <a:pt x="139002" y="281066"/>
                  </a:lnTo>
                  <a:lnTo>
                    <a:pt x="142991" y="277561"/>
                  </a:lnTo>
                  <a:lnTo>
                    <a:pt x="146867" y="273931"/>
                  </a:lnTo>
                  <a:lnTo>
                    <a:pt x="150626" y="270180"/>
                  </a:lnTo>
                  <a:lnTo>
                    <a:pt x="154264" y="266311"/>
                  </a:lnTo>
                  <a:lnTo>
                    <a:pt x="157777" y="262329"/>
                  </a:lnTo>
                  <a:lnTo>
                    <a:pt x="161162" y="258237"/>
                  </a:lnTo>
                  <a:lnTo>
                    <a:pt x="164415" y="254039"/>
                  </a:lnTo>
                  <a:lnTo>
                    <a:pt x="167533" y="249741"/>
                  </a:lnTo>
                  <a:lnTo>
                    <a:pt x="170513" y="245345"/>
                  </a:lnTo>
                  <a:lnTo>
                    <a:pt x="173352" y="240857"/>
                  </a:lnTo>
                  <a:lnTo>
                    <a:pt x="176047" y="236282"/>
                  </a:lnTo>
                  <a:lnTo>
                    <a:pt x="178595" y="231622"/>
                  </a:lnTo>
                  <a:lnTo>
                    <a:pt x="180994" y="226885"/>
                  </a:lnTo>
                  <a:lnTo>
                    <a:pt x="183241" y="222073"/>
                  </a:lnTo>
                  <a:lnTo>
                    <a:pt x="185334" y="217193"/>
                  </a:lnTo>
                  <a:lnTo>
                    <a:pt x="187272" y="212248"/>
                  </a:lnTo>
                  <a:lnTo>
                    <a:pt x="189051" y="207245"/>
                  </a:lnTo>
                  <a:lnTo>
                    <a:pt x="190670" y="202187"/>
                  </a:lnTo>
                  <a:lnTo>
                    <a:pt x="192128" y="197081"/>
                  </a:lnTo>
                  <a:lnTo>
                    <a:pt x="193423" y="191931"/>
                  </a:lnTo>
                  <a:lnTo>
                    <a:pt x="194554" y="186742"/>
                  </a:lnTo>
                  <a:lnTo>
                    <a:pt x="195519" y="181520"/>
                  </a:lnTo>
                  <a:lnTo>
                    <a:pt x="196318" y="176270"/>
                  </a:lnTo>
                  <a:lnTo>
                    <a:pt x="196950" y="170997"/>
                  </a:lnTo>
                  <a:lnTo>
                    <a:pt x="197414" y="165707"/>
                  </a:lnTo>
                  <a:lnTo>
                    <a:pt x="197710" y="160405"/>
                  </a:lnTo>
                  <a:lnTo>
                    <a:pt x="197837" y="155096"/>
                  </a:lnTo>
                  <a:lnTo>
                    <a:pt x="197795" y="149786"/>
                  </a:lnTo>
                  <a:lnTo>
                    <a:pt x="197585" y="144479"/>
                  </a:lnTo>
                  <a:lnTo>
                    <a:pt x="197207" y="139182"/>
                  </a:lnTo>
                  <a:lnTo>
                    <a:pt x="196660" y="133900"/>
                  </a:lnTo>
                  <a:lnTo>
                    <a:pt x="195946" y="128638"/>
                  </a:lnTo>
                  <a:lnTo>
                    <a:pt x="195065" y="123401"/>
                  </a:lnTo>
                  <a:lnTo>
                    <a:pt x="194018" y="118195"/>
                  </a:lnTo>
                  <a:lnTo>
                    <a:pt x="192807" y="113024"/>
                  </a:lnTo>
                  <a:lnTo>
                    <a:pt x="191431" y="107895"/>
                  </a:lnTo>
                  <a:lnTo>
                    <a:pt x="189894" y="102812"/>
                  </a:lnTo>
                  <a:lnTo>
                    <a:pt x="188196" y="97781"/>
                  </a:lnTo>
                  <a:lnTo>
                    <a:pt x="186338" y="92805"/>
                  </a:lnTo>
                  <a:lnTo>
                    <a:pt x="184324" y="87892"/>
                  </a:lnTo>
                  <a:lnTo>
                    <a:pt x="182155" y="83045"/>
                  </a:lnTo>
                  <a:lnTo>
                    <a:pt x="179833" y="78269"/>
                  </a:lnTo>
                  <a:lnTo>
                    <a:pt x="177360" y="73569"/>
                  </a:lnTo>
                  <a:lnTo>
                    <a:pt x="174739" y="68950"/>
                  </a:lnTo>
                  <a:lnTo>
                    <a:pt x="171973" y="64417"/>
                  </a:lnTo>
                  <a:lnTo>
                    <a:pt x="169064" y="59974"/>
                  </a:lnTo>
                  <a:lnTo>
                    <a:pt x="166016" y="55626"/>
                  </a:lnTo>
                  <a:lnTo>
                    <a:pt x="162831" y="51376"/>
                  </a:lnTo>
                  <a:lnTo>
                    <a:pt x="159513" y="47230"/>
                  </a:lnTo>
                  <a:lnTo>
                    <a:pt x="156065" y="43192"/>
                  </a:lnTo>
                  <a:lnTo>
                    <a:pt x="152490" y="39265"/>
                  </a:lnTo>
                  <a:lnTo>
                    <a:pt x="148792" y="35453"/>
                  </a:lnTo>
                  <a:lnTo>
                    <a:pt x="144975" y="31761"/>
                  </a:lnTo>
                  <a:lnTo>
                    <a:pt x="141043" y="28192"/>
                  </a:lnTo>
                  <a:lnTo>
                    <a:pt x="136999" y="24750"/>
                  </a:lnTo>
                  <a:lnTo>
                    <a:pt x="132848" y="21438"/>
                  </a:lnTo>
                  <a:lnTo>
                    <a:pt x="128594" y="18259"/>
                  </a:lnTo>
                  <a:lnTo>
                    <a:pt x="124241" y="15217"/>
                  </a:lnTo>
                  <a:lnTo>
                    <a:pt x="119793" y="12315"/>
                  </a:lnTo>
                  <a:lnTo>
                    <a:pt x="115256" y="9556"/>
                  </a:lnTo>
                  <a:lnTo>
                    <a:pt x="110634" y="6942"/>
                  </a:lnTo>
                  <a:lnTo>
                    <a:pt x="105930" y="4477"/>
                  </a:lnTo>
                  <a:lnTo>
                    <a:pt x="101151" y="2162"/>
                  </a:lnTo>
                  <a:lnTo>
                    <a:pt x="96301" y="0"/>
                  </a:lnTo>
                  <a:lnTo>
                    <a:pt x="30675" y="153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5625" cy="167167"/>
            </a:xfrm>
            <a:custGeom>
              <a:avLst/>
              <a:pathLst>
                <a:path w="65625" h="167167">
                  <a:moveTo>
                    <a:pt x="65625" y="13420"/>
                  </a:moveTo>
                  <a:lnTo>
                    <a:pt x="59943" y="11117"/>
                  </a:lnTo>
                  <a:lnTo>
                    <a:pt x="54181" y="9024"/>
                  </a:lnTo>
                  <a:lnTo>
                    <a:pt x="48346" y="7143"/>
                  </a:lnTo>
                  <a:lnTo>
                    <a:pt x="42446" y="5478"/>
                  </a:lnTo>
                  <a:lnTo>
                    <a:pt x="36489" y="4031"/>
                  </a:lnTo>
                  <a:lnTo>
                    <a:pt x="30483" y="2802"/>
                  </a:lnTo>
                  <a:lnTo>
                    <a:pt x="24435" y="1795"/>
                  </a:lnTo>
                  <a:lnTo>
                    <a:pt x="18355" y="1010"/>
                  </a:lnTo>
                  <a:lnTo>
                    <a:pt x="12250" y="449"/>
                  </a:lnTo>
                  <a:lnTo>
                    <a:pt x="6129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9441" y="1322571"/>
              <a:ext cx="129279" cy="167167"/>
            </a:xfrm>
            <a:custGeom>
              <a:avLst/>
              <a:pathLst>
                <a:path w="129279" h="167167">
                  <a:moveTo>
                    <a:pt x="129279" y="0"/>
                  </a:moveTo>
                  <a:lnTo>
                    <a:pt x="123806" y="89"/>
                  </a:lnTo>
                  <a:lnTo>
                    <a:pt x="118339" y="358"/>
                  </a:lnTo>
                  <a:lnTo>
                    <a:pt x="112883" y="805"/>
                  </a:lnTo>
                  <a:lnTo>
                    <a:pt x="107446" y="1431"/>
                  </a:lnTo>
                  <a:lnTo>
                    <a:pt x="102031" y="2235"/>
                  </a:lnTo>
                  <a:lnTo>
                    <a:pt x="96646" y="3215"/>
                  </a:lnTo>
                  <a:lnTo>
                    <a:pt x="91296" y="4372"/>
                  </a:lnTo>
                  <a:lnTo>
                    <a:pt x="85987" y="5702"/>
                  </a:lnTo>
                  <a:lnTo>
                    <a:pt x="80724" y="7206"/>
                  </a:lnTo>
                  <a:lnTo>
                    <a:pt x="75513" y="8882"/>
                  </a:lnTo>
                  <a:lnTo>
                    <a:pt x="70360" y="10727"/>
                  </a:lnTo>
                  <a:lnTo>
                    <a:pt x="65270" y="12740"/>
                  </a:lnTo>
                  <a:lnTo>
                    <a:pt x="60248" y="14918"/>
                  </a:lnTo>
                  <a:lnTo>
                    <a:pt x="55301" y="17260"/>
                  </a:lnTo>
                  <a:lnTo>
                    <a:pt x="50432" y="19762"/>
                  </a:lnTo>
                  <a:lnTo>
                    <a:pt x="45649" y="22422"/>
                  </a:lnTo>
                  <a:lnTo>
                    <a:pt x="40955" y="25238"/>
                  </a:lnTo>
                  <a:lnTo>
                    <a:pt x="36356" y="28206"/>
                  </a:lnTo>
                  <a:lnTo>
                    <a:pt x="31856" y="31322"/>
                  </a:lnTo>
                  <a:lnTo>
                    <a:pt x="27461" y="34585"/>
                  </a:lnTo>
                  <a:lnTo>
                    <a:pt x="23175" y="37989"/>
                  </a:lnTo>
                  <a:lnTo>
                    <a:pt x="19002" y="41532"/>
                  </a:lnTo>
                  <a:lnTo>
                    <a:pt x="14948" y="45210"/>
                  </a:lnTo>
                  <a:lnTo>
                    <a:pt x="11017" y="49018"/>
                  </a:lnTo>
                  <a:lnTo>
                    <a:pt x="7212" y="52953"/>
                  </a:lnTo>
                  <a:lnTo>
                    <a:pt x="3538" y="57011"/>
                  </a:lnTo>
                  <a:lnTo>
                    <a:pt x="0" y="61186"/>
                  </a:lnTo>
                  <a:lnTo>
                    <a:pt x="12927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9441" y="1383758"/>
              <a:ext cx="129279" cy="105980"/>
            </a:xfrm>
            <a:custGeom>
              <a:avLst/>
              <a:pathLst>
                <a:path w="129279" h="105980">
                  <a:moveTo>
                    <a:pt x="0" y="0"/>
                  </a:moveTo>
                  <a:lnTo>
                    <a:pt x="129279" y="105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69" y="1383758"/>
              <a:ext cx="334313" cy="273147"/>
            </a:xfrm>
            <a:custGeom>
              <a:avLst/>
              <a:pathLst>
                <a:path w="334313" h="273147">
                  <a:moveTo>
                    <a:pt x="37872" y="0"/>
                  </a:moveTo>
                  <a:lnTo>
                    <a:pt x="34565" y="4168"/>
                  </a:lnTo>
                  <a:lnTo>
                    <a:pt x="31391" y="8439"/>
                  </a:lnTo>
                  <a:lnTo>
                    <a:pt x="28356" y="12810"/>
                  </a:lnTo>
                  <a:lnTo>
                    <a:pt x="25461" y="17275"/>
                  </a:lnTo>
                  <a:lnTo>
                    <a:pt x="22709" y="21829"/>
                  </a:lnTo>
                  <a:lnTo>
                    <a:pt x="20104" y="26469"/>
                  </a:lnTo>
                  <a:lnTo>
                    <a:pt x="17648" y="31190"/>
                  </a:lnTo>
                  <a:lnTo>
                    <a:pt x="15343" y="35986"/>
                  </a:lnTo>
                  <a:lnTo>
                    <a:pt x="13192" y="40853"/>
                  </a:lnTo>
                  <a:lnTo>
                    <a:pt x="11197" y="45786"/>
                  </a:lnTo>
                  <a:lnTo>
                    <a:pt x="9360" y="50781"/>
                  </a:lnTo>
                  <a:lnTo>
                    <a:pt x="7683" y="55831"/>
                  </a:lnTo>
                  <a:lnTo>
                    <a:pt x="6168" y="60932"/>
                  </a:lnTo>
                  <a:lnTo>
                    <a:pt x="4816" y="66078"/>
                  </a:lnTo>
                  <a:lnTo>
                    <a:pt x="3628" y="71265"/>
                  </a:lnTo>
                  <a:lnTo>
                    <a:pt x="2606" y="76488"/>
                  </a:lnTo>
                  <a:lnTo>
                    <a:pt x="1751" y="81740"/>
                  </a:lnTo>
                  <a:lnTo>
                    <a:pt x="1063" y="87016"/>
                  </a:lnTo>
                  <a:lnTo>
                    <a:pt x="544" y="92312"/>
                  </a:lnTo>
                  <a:lnTo>
                    <a:pt x="193" y="97622"/>
                  </a:lnTo>
                  <a:lnTo>
                    <a:pt x="12" y="102940"/>
                  </a:lnTo>
                  <a:lnTo>
                    <a:pt x="0" y="108261"/>
                  </a:lnTo>
                  <a:lnTo>
                    <a:pt x="157" y="113580"/>
                  </a:lnTo>
                  <a:lnTo>
                    <a:pt x="483" y="118892"/>
                  </a:lnTo>
                  <a:lnTo>
                    <a:pt x="979" y="124190"/>
                  </a:lnTo>
                  <a:lnTo>
                    <a:pt x="1642" y="129469"/>
                  </a:lnTo>
                  <a:lnTo>
                    <a:pt x="2474" y="134725"/>
                  </a:lnTo>
                  <a:lnTo>
                    <a:pt x="3472" y="139952"/>
                  </a:lnTo>
                  <a:lnTo>
                    <a:pt x="4636" y="145145"/>
                  </a:lnTo>
                  <a:lnTo>
                    <a:pt x="5965" y="150297"/>
                  </a:lnTo>
                  <a:lnTo>
                    <a:pt x="7458" y="155405"/>
                  </a:lnTo>
                  <a:lnTo>
                    <a:pt x="9112" y="160463"/>
                  </a:lnTo>
                  <a:lnTo>
                    <a:pt x="10926" y="165465"/>
                  </a:lnTo>
                  <a:lnTo>
                    <a:pt x="12898" y="170407"/>
                  </a:lnTo>
                  <a:lnTo>
                    <a:pt x="15027" y="175284"/>
                  </a:lnTo>
                  <a:lnTo>
                    <a:pt x="17310" y="180091"/>
                  </a:lnTo>
                  <a:lnTo>
                    <a:pt x="19744" y="184823"/>
                  </a:lnTo>
                  <a:lnTo>
                    <a:pt x="22329" y="189474"/>
                  </a:lnTo>
                  <a:lnTo>
                    <a:pt x="25059" y="194041"/>
                  </a:lnTo>
                  <a:lnTo>
                    <a:pt x="27934" y="198519"/>
                  </a:lnTo>
                  <a:lnTo>
                    <a:pt x="30950" y="202903"/>
                  </a:lnTo>
                  <a:lnTo>
                    <a:pt x="34104" y="207189"/>
                  </a:lnTo>
                  <a:lnTo>
                    <a:pt x="37393" y="211373"/>
                  </a:lnTo>
                  <a:lnTo>
                    <a:pt x="40813" y="215449"/>
                  </a:lnTo>
                  <a:lnTo>
                    <a:pt x="44361" y="219415"/>
                  </a:lnTo>
                  <a:lnTo>
                    <a:pt x="48034" y="223266"/>
                  </a:lnTo>
                  <a:lnTo>
                    <a:pt x="51827" y="226998"/>
                  </a:lnTo>
                  <a:lnTo>
                    <a:pt x="55737" y="230607"/>
                  </a:lnTo>
                  <a:lnTo>
                    <a:pt x="59760" y="234090"/>
                  </a:lnTo>
                  <a:lnTo>
                    <a:pt x="63892" y="237443"/>
                  </a:lnTo>
                  <a:lnTo>
                    <a:pt x="68129" y="240663"/>
                  </a:lnTo>
                  <a:lnTo>
                    <a:pt x="72465" y="243746"/>
                  </a:lnTo>
                  <a:lnTo>
                    <a:pt x="76898" y="246690"/>
                  </a:lnTo>
                  <a:lnTo>
                    <a:pt x="81422" y="249491"/>
                  </a:lnTo>
                  <a:lnTo>
                    <a:pt x="86034" y="252147"/>
                  </a:lnTo>
                  <a:lnTo>
                    <a:pt x="90727" y="254655"/>
                  </a:lnTo>
                  <a:lnTo>
                    <a:pt x="95498" y="257012"/>
                  </a:lnTo>
                  <a:lnTo>
                    <a:pt x="100341" y="259216"/>
                  </a:lnTo>
                  <a:lnTo>
                    <a:pt x="105252" y="261265"/>
                  </a:lnTo>
                  <a:lnTo>
                    <a:pt x="110226" y="263156"/>
                  </a:lnTo>
                  <a:lnTo>
                    <a:pt x="115257" y="264889"/>
                  </a:lnTo>
                  <a:lnTo>
                    <a:pt x="120341" y="266460"/>
                  </a:lnTo>
                  <a:lnTo>
                    <a:pt x="125473" y="267868"/>
                  </a:lnTo>
                  <a:lnTo>
                    <a:pt x="130646" y="269113"/>
                  </a:lnTo>
                  <a:lnTo>
                    <a:pt x="135857" y="270192"/>
                  </a:lnTo>
                  <a:lnTo>
                    <a:pt x="141100" y="271105"/>
                  </a:lnTo>
                  <a:lnTo>
                    <a:pt x="146368" y="271851"/>
                  </a:lnTo>
                  <a:lnTo>
                    <a:pt x="151658" y="272428"/>
                  </a:lnTo>
                  <a:lnTo>
                    <a:pt x="156964" y="272837"/>
                  </a:lnTo>
                  <a:lnTo>
                    <a:pt x="162280" y="273077"/>
                  </a:lnTo>
                  <a:lnTo>
                    <a:pt x="167600" y="273147"/>
                  </a:lnTo>
                  <a:lnTo>
                    <a:pt x="172921" y="273048"/>
                  </a:lnTo>
                  <a:lnTo>
                    <a:pt x="178235" y="272780"/>
                  </a:lnTo>
                  <a:lnTo>
                    <a:pt x="183539" y="272342"/>
                  </a:lnTo>
                  <a:lnTo>
                    <a:pt x="188825" y="271737"/>
                  </a:lnTo>
                  <a:lnTo>
                    <a:pt x="194090" y="270963"/>
                  </a:lnTo>
                  <a:lnTo>
                    <a:pt x="199327" y="270022"/>
                  </a:lnTo>
                  <a:lnTo>
                    <a:pt x="204532" y="268914"/>
                  </a:lnTo>
                  <a:lnTo>
                    <a:pt x="209699" y="267642"/>
                  </a:lnTo>
                  <a:lnTo>
                    <a:pt x="214823" y="266206"/>
                  </a:lnTo>
                  <a:lnTo>
                    <a:pt x="219898" y="264608"/>
                  </a:lnTo>
                  <a:lnTo>
                    <a:pt x="224921" y="262848"/>
                  </a:lnTo>
                  <a:lnTo>
                    <a:pt x="229884" y="260930"/>
                  </a:lnTo>
                  <a:lnTo>
                    <a:pt x="234784" y="258855"/>
                  </a:lnTo>
                  <a:lnTo>
                    <a:pt x="239616" y="256625"/>
                  </a:lnTo>
                  <a:lnTo>
                    <a:pt x="244374" y="254242"/>
                  </a:lnTo>
                  <a:lnTo>
                    <a:pt x="249053" y="251709"/>
                  </a:lnTo>
                  <a:lnTo>
                    <a:pt x="253650" y="249029"/>
                  </a:lnTo>
                  <a:lnTo>
                    <a:pt x="258159" y="246203"/>
                  </a:lnTo>
                  <a:lnTo>
                    <a:pt x="262576" y="243236"/>
                  </a:lnTo>
                  <a:lnTo>
                    <a:pt x="266896" y="240129"/>
                  </a:lnTo>
                  <a:lnTo>
                    <a:pt x="271115" y="236886"/>
                  </a:lnTo>
                  <a:lnTo>
                    <a:pt x="275229" y="233511"/>
                  </a:lnTo>
                  <a:lnTo>
                    <a:pt x="279234" y="230006"/>
                  </a:lnTo>
                  <a:lnTo>
                    <a:pt x="283124" y="226376"/>
                  </a:lnTo>
                  <a:lnTo>
                    <a:pt x="286898" y="222624"/>
                  </a:lnTo>
                  <a:lnTo>
                    <a:pt x="290549" y="218754"/>
                  </a:lnTo>
                  <a:lnTo>
                    <a:pt x="294076" y="214769"/>
                  </a:lnTo>
                  <a:lnTo>
                    <a:pt x="297474" y="210674"/>
                  </a:lnTo>
                  <a:lnTo>
                    <a:pt x="300741" y="206473"/>
                  </a:lnTo>
                  <a:lnTo>
                    <a:pt x="303871" y="202170"/>
                  </a:lnTo>
                  <a:lnTo>
                    <a:pt x="306864" y="197770"/>
                  </a:lnTo>
                  <a:lnTo>
                    <a:pt x="309714" y="193277"/>
                  </a:lnTo>
                  <a:lnTo>
                    <a:pt x="312421" y="188695"/>
                  </a:lnTo>
                  <a:lnTo>
                    <a:pt x="314980" y="184030"/>
                  </a:lnTo>
                  <a:lnTo>
                    <a:pt x="317389" y="179285"/>
                  </a:lnTo>
                  <a:lnTo>
                    <a:pt x="319646" y="174466"/>
                  </a:lnTo>
                  <a:lnTo>
                    <a:pt x="321749" y="169578"/>
                  </a:lnTo>
                  <a:lnTo>
                    <a:pt x="323694" y="164625"/>
                  </a:lnTo>
                  <a:lnTo>
                    <a:pt x="325482" y="159613"/>
                  </a:lnTo>
                  <a:lnTo>
                    <a:pt x="327108" y="154546"/>
                  </a:lnTo>
                  <a:lnTo>
                    <a:pt x="328573" y="149431"/>
                  </a:lnTo>
                  <a:lnTo>
                    <a:pt x="329874" y="144271"/>
                  </a:lnTo>
                  <a:lnTo>
                    <a:pt x="331011" y="139072"/>
                  </a:lnTo>
                  <a:lnTo>
                    <a:pt x="331981" y="133840"/>
                  </a:lnTo>
                  <a:lnTo>
                    <a:pt x="332784" y="128580"/>
                  </a:lnTo>
                  <a:lnTo>
                    <a:pt x="333419" y="123297"/>
                  </a:lnTo>
                  <a:lnTo>
                    <a:pt x="333886" y="117996"/>
                  </a:lnTo>
                  <a:lnTo>
                    <a:pt x="334184" y="112683"/>
                  </a:lnTo>
                  <a:lnTo>
                    <a:pt x="334313" y="107363"/>
                  </a:lnTo>
                  <a:lnTo>
                    <a:pt x="334272" y="102042"/>
                  </a:lnTo>
                  <a:lnTo>
                    <a:pt x="334062" y="96725"/>
                  </a:lnTo>
                  <a:lnTo>
                    <a:pt x="333683" y="91417"/>
                  </a:lnTo>
                  <a:lnTo>
                    <a:pt x="333135" y="86124"/>
                  </a:lnTo>
                  <a:lnTo>
                    <a:pt x="332419" y="80851"/>
                  </a:lnTo>
                  <a:lnTo>
                    <a:pt x="331536" y="75604"/>
                  </a:lnTo>
                  <a:lnTo>
                    <a:pt x="330486" y="70387"/>
                  </a:lnTo>
                  <a:lnTo>
                    <a:pt x="329270" y="65207"/>
                  </a:lnTo>
                  <a:lnTo>
                    <a:pt x="327890" y="60068"/>
                  </a:lnTo>
                  <a:lnTo>
                    <a:pt x="326348" y="54975"/>
                  </a:lnTo>
                  <a:lnTo>
                    <a:pt x="324643" y="49934"/>
                  </a:lnTo>
                  <a:lnTo>
                    <a:pt x="322780" y="44949"/>
                  </a:lnTo>
                  <a:lnTo>
                    <a:pt x="320759" y="40027"/>
                  </a:lnTo>
                  <a:lnTo>
                    <a:pt x="318582" y="35171"/>
                  </a:lnTo>
                  <a:lnTo>
                    <a:pt x="316251" y="30388"/>
                  </a:lnTo>
                  <a:lnTo>
                    <a:pt x="313770" y="25680"/>
                  </a:lnTo>
                  <a:lnTo>
                    <a:pt x="311140" y="21055"/>
                  </a:lnTo>
                  <a:lnTo>
                    <a:pt x="308364" y="16515"/>
                  </a:lnTo>
                  <a:lnTo>
                    <a:pt x="305445" y="12065"/>
                  </a:lnTo>
                  <a:lnTo>
                    <a:pt x="167151" y="105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38293" cy="167167"/>
            </a:xfrm>
            <a:custGeom>
              <a:avLst/>
              <a:pathLst>
                <a:path w="138293" h="167167">
                  <a:moveTo>
                    <a:pt x="138293" y="73252"/>
                  </a:moveTo>
                  <a:lnTo>
                    <a:pt x="135170" y="68812"/>
                  </a:lnTo>
                  <a:lnTo>
                    <a:pt x="131906" y="64475"/>
                  </a:lnTo>
                  <a:lnTo>
                    <a:pt x="128502" y="60246"/>
                  </a:lnTo>
                  <a:lnTo>
                    <a:pt x="124963" y="56130"/>
                  </a:lnTo>
                  <a:lnTo>
                    <a:pt x="121291" y="52131"/>
                  </a:lnTo>
                  <a:lnTo>
                    <a:pt x="117492" y="48254"/>
                  </a:lnTo>
                  <a:lnTo>
                    <a:pt x="113569" y="44501"/>
                  </a:lnTo>
                  <a:lnTo>
                    <a:pt x="109527" y="40879"/>
                  </a:lnTo>
                  <a:lnTo>
                    <a:pt x="105369" y="37389"/>
                  </a:lnTo>
                  <a:lnTo>
                    <a:pt x="101099" y="34036"/>
                  </a:lnTo>
                  <a:lnTo>
                    <a:pt x="96723" y="30824"/>
                  </a:lnTo>
                  <a:lnTo>
                    <a:pt x="92245" y="27755"/>
                  </a:lnTo>
                  <a:lnTo>
                    <a:pt x="87670" y="24834"/>
                  </a:lnTo>
                  <a:lnTo>
                    <a:pt x="83003" y="22062"/>
                  </a:lnTo>
                  <a:lnTo>
                    <a:pt x="78247" y="19444"/>
                  </a:lnTo>
                  <a:lnTo>
                    <a:pt x="73410" y="16981"/>
                  </a:lnTo>
                  <a:lnTo>
                    <a:pt x="68495" y="14676"/>
                  </a:lnTo>
                  <a:lnTo>
                    <a:pt x="63507" y="12533"/>
                  </a:lnTo>
                  <a:lnTo>
                    <a:pt x="58453" y="10552"/>
                  </a:lnTo>
                  <a:lnTo>
                    <a:pt x="53337" y="8737"/>
                  </a:lnTo>
                  <a:lnTo>
                    <a:pt x="48165" y="7089"/>
                  </a:lnTo>
                  <a:lnTo>
                    <a:pt x="42942" y="5609"/>
                  </a:lnTo>
                  <a:lnTo>
                    <a:pt x="37674" y="4300"/>
                  </a:lnTo>
                  <a:lnTo>
                    <a:pt x="32366" y="3163"/>
                  </a:lnTo>
                  <a:lnTo>
                    <a:pt x="27024" y="2198"/>
                  </a:lnTo>
                  <a:lnTo>
                    <a:pt x="21653" y="1408"/>
                  </a:lnTo>
                  <a:lnTo>
                    <a:pt x="16260" y="792"/>
                  </a:lnTo>
                  <a:lnTo>
                    <a:pt x="10849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2427" y="1681503"/>
              <a:ext cx="74097" cy="167167"/>
            </a:xfrm>
            <a:custGeom>
              <a:avLst/>
              <a:pathLst>
                <a:path w="74097" h="167167">
                  <a:moveTo>
                    <a:pt x="74097" y="0"/>
                  </a:moveTo>
                  <a:lnTo>
                    <a:pt x="68193" y="104"/>
                  </a:lnTo>
                  <a:lnTo>
                    <a:pt x="62296" y="417"/>
                  </a:lnTo>
                  <a:lnTo>
                    <a:pt x="56414" y="937"/>
                  </a:lnTo>
                  <a:lnTo>
                    <a:pt x="50555" y="1666"/>
                  </a:lnTo>
                  <a:lnTo>
                    <a:pt x="44724" y="2600"/>
                  </a:lnTo>
                  <a:lnTo>
                    <a:pt x="38930" y="3740"/>
                  </a:lnTo>
                  <a:lnTo>
                    <a:pt x="33180" y="5084"/>
                  </a:lnTo>
                  <a:lnTo>
                    <a:pt x="27482" y="6630"/>
                  </a:lnTo>
                  <a:lnTo>
                    <a:pt x="21841" y="8377"/>
                  </a:lnTo>
                  <a:lnTo>
                    <a:pt x="16266" y="10321"/>
                  </a:lnTo>
                  <a:lnTo>
                    <a:pt x="10762" y="12462"/>
                  </a:lnTo>
                  <a:lnTo>
                    <a:pt x="5338" y="14795"/>
                  </a:lnTo>
                  <a:lnTo>
                    <a:pt x="0" y="17318"/>
                  </a:lnTo>
                  <a:lnTo>
                    <a:pt x="740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2427" y="169882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58" y="1681503"/>
              <a:ext cx="334322" cy="334329"/>
            </a:xfrm>
            <a:custGeom>
              <a:avLst/>
              <a:pathLst>
                <a:path w="334322" h="334329">
                  <a:moveTo>
                    <a:pt x="93069" y="17318"/>
                  </a:moveTo>
                  <a:lnTo>
                    <a:pt x="88364" y="19738"/>
                  </a:lnTo>
                  <a:lnTo>
                    <a:pt x="83737" y="22306"/>
                  </a:lnTo>
                  <a:lnTo>
                    <a:pt x="79195" y="25019"/>
                  </a:lnTo>
                  <a:lnTo>
                    <a:pt x="74740" y="27874"/>
                  </a:lnTo>
                  <a:lnTo>
                    <a:pt x="70379" y="30869"/>
                  </a:lnTo>
                  <a:lnTo>
                    <a:pt x="66114" y="34000"/>
                  </a:lnTo>
                  <a:lnTo>
                    <a:pt x="61950" y="37265"/>
                  </a:lnTo>
                  <a:lnTo>
                    <a:pt x="57892" y="40660"/>
                  </a:lnTo>
                  <a:lnTo>
                    <a:pt x="53943" y="44181"/>
                  </a:lnTo>
                  <a:lnTo>
                    <a:pt x="50107" y="47826"/>
                  </a:lnTo>
                  <a:lnTo>
                    <a:pt x="46389" y="51590"/>
                  </a:lnTo>
                  <a:lnTo>
                    <a:pt x="42792" y="55470"/>
                  </a:lnTo>
                  <a:lnTo>
                    <a:pt x="39320" y="59462"/>
                  </a:lnTo>
                  <a:lnTo>
                    <a:pt x="35975" y="63562"/>
                  </a:lnTo>
                  <a:lnTo>
                    <a:pt x="32762" y="67766"/>
                  </a:lnTo>
                  <a:lnTo>
                    <a:pt x="29684" y="72069"/>
                  </a:lnTo>
                  <a:lnTo>
                    <a:pt x="26743" y="76467"/>
                  </a:lnTo>
                  <a:lnTo>
                    <a:pt x="23943" y="80957"/>
                  </a:lnTo>
                  <a:lnTo>
                    <a:pt x="21287" y="85532"/>
                  </a:lnTo>
                  <a:lnTo>
                    <a:pt x="18776" y="90190"/>
                  </a:lnTo>
                  <a:lnTo>
                    <a:pt x="16414" y="94924"/>
                  </a:lnTo>
                  <a:lnTo>
                    <a:pt x="14204" y="99731"/>
                  </a:lnTo>
                  <a:lnTo>
                    <a:pt x="12146" y="104606"/>
                  </a:lnTo>
                  <a:lnTo>
                    <a:pt x="10244" y="109543"/>
                  </a:lnTo>
                  <a:lnTo>
                    <a:pt x="8499" y="114538"/>
                  </a:lnTo>
                  <a:lnTo>
                    <a:pt x="6913" y="119586"/>
                  </a:lnTo>
                  <a:lnTo>
                    <a:pt x="5487" y="124681"/>
                  </a:lnTo>
                  <a:lnTo>
                    <a:pt x="4224" y="129819"/>
                  </a:lnTo>
                  <a:lnTo>
                    <a:pt x="3124" y="134994"/>
                  </a:lnTo>
                  <a:lnTo>
                    <a:pt x="2188" y="140202"/>
                  </a:lnTo>
                  <a:lnTo>
                    <a:pt x="1417" y="145436"/>
                  </a:lnTo>
                  <a:lnTo>
                    <a:pt x="812" y="150692"/>
                  </a:lnTo>
                  <a:lnTo>
                    <a:pt x="374" y="155965"/>
                  </a:lnTo>
                  <a:lnTo>
                    <a:pt x="103" y="161249"/>
                  </a:lnTo>
                  <a:lnTo>
                    <a:pt x="0" y="166539"/>
                  </a:lnTo>
                  <a:lnTo>
                    <a:pt x="63" y="171830"/>
                  </a:lnTo>
                  <a:lnTo>
                    <a:pt x="295" y="177116"/>
                  </a:lnTo>
                  <a:lnTo>
                    <a:pt x="693" y="182392"/>
                  </a:lnTo>
                  <a:lnTo>
                    <a:pt x="1258" y="187652"/>
                  </a:lnTo>
                  <a:lnTo>
                    <a:pt x="1990" y="192892"/>
                  </a:lnTo>
                  <a:lnTo>
                    <a:pt x="2886" y="198107"/>
                  </a:lnTo>
                  <a:lnTo>
                    <a:pt x="3948" y="203290"/>
                  </a:lnTo>
                  <a:lnTo>
                    <a:pt x="5173" y="208437"/>
                  </a:lnTo>
                  <a:lnTo>
                    <a:pt x="6560" y="213543"/>
                  </a:lnTo>
                  <a:lnTo>
                    <a:pt x="8108" y="218603"/>
                  </a:lnTo>
                  <a:lnTo>
                    <a:pt x="9816" y="223611"/>
                  </a:lnTo>
                  <a:lnTo>
                    <a:pt x="11681" y="228562"/>
                  </a:lnTo>
                  <a:lnTo>
                    <a:pt x="13702" y="233452"/>
                  </a:lnTo>
                  <a:lnTo>
                    <a:pt x="15876" y="238275"/>
                  </a:lnTo>
                  <a:lnTo>
                    <a:pt x="18202" y="243027"/>
                  </a:lnTo>
                  <a:lnTo>
                    <a:pt x="20678" y="247704"/>
                  </a:lnTo>
                  <a:lnTo>
                    <a:pt x="23300" y="252299"/>
                  </a:lnTo>
                  <a:lnTo>
                    <a:pt x="26066" y="256809"/>
                  </a:lnTo>
                  <a:lnTo>
                    <a:pt x="28973" y="261230"/>
                  </a:lnTo>
                  <a:lnTo>
                    <a:pt x="32019" y="265556"/>
                  </a:lnTo>
                  <a:lnTo>
                    <a:pt x="35201" y="269784"/>
                  </a:lnTo>
                  <a:lnTo>
                    <a:pt x="38514" y="273909"/>
                  </a:lnTo>
                  <a:lnTo>
                    <a:pt x="41957" y="277926"/>
                  </a:lnTo>
                  <a:lnTo>
                    <a:pt x="45525" y="281833"/>
                  </a:lnTo>
                  <a:lnTo>
                    <a:pt x="49214" y="285626"/>
                  </a:lnTo>
                  <a:lnTo>
                    <a:pt x="53022" y="289299"/>
                  </a:lnTo>
                  <a:lnTo>
                    <a:pt x="56945" y="292850"/>
                  </a:lnTo>
                  <a:lnTo>
                    <a:pt x="60977" y="296275"/>
                  </a:lnTo>
                  <a:lnTo>
                    <a:pt x="65116" y="299571"/>
                  </a:lnTo>
                  <a:lnTo>
                    <a:pt x="69358" y="302734"/>
                  </a:lnTo>
                  <a:lnTo>
                    <a:pt x="73697" y="305762"/>
                  </a:lnTo>
                  <a:lnTo>
                    <a:pt x="78130" y="308650"/>
                  </a:lnTo>
                  <a:lnTo>
                    <a:pt x="82652" y="311397"/>
                  </a:lnTo>
                  <a:lnTo>
                    <a:pt x="87259" y="313999"/>
                  </a:lnTo>
                  <a:lnTo>
                    <a:pt x="91945" y="316455"/>
                  </a:lnTo>
                  <a:lnTo>
                    <a:pt x="96707" y="318760"/>
                  </a:lnTo>
                  <a:lnTo>
                    <a:pt x="101540" y="320914"/>
                  </a:lnTo>
                  <a:lnTo>
                    <a:pt x="106439" y="322914"/>
                  </a:lnTo>
                  <a:lnTo>
                    <a:pt x="111398" y="324758"/>
                  </a:lnTo>
                  <a:lnTo>
                    <a:pt x="116413" y="326444"/>
                  </a:lnTo>
                  <a:lnTo>
                    <a:pt x="121479" y="327970"/>
                  </a:lnTo>
                  <a:lnTo>
                    <a:pt x="126591" y="329335"/>
                  </a:lnTo>
                  <a:lnTo>
                    <a:pt x="131743" y="330538"/>
                  </a:lnTo>
                  <a:lnTo>
                    <a:pt x="136931" y="331577"/>
                  </a:lnTo>
                  <a:lnTo>
                    <a:pt x="142149" y="332452"/>
                  </a:lnTo>
                  <a:lnTo>
                    <a:pt x="147393" y="333161"/>
                  </a:lnTo>
                  <a:lnTo>
                    <a:pt x="152656" y="333703"/>
                  </a:lnTo>
                  <a:lnTo>
                    <a:pt x="157933" y="334079"/>
                  </a:lnTo>
                  <a:lnTo>
                    <a:pt x="163220" y="334288"/>
                  </a:lnTo>
                  <a:lnTo>
                    <a:pt x="168511" y="334329"/>
                  </a:lnTo>
                  <a:lnTo>
                    <a:pt x="173800" y="334203"/>
                  </a:lnTo>
                  <a:lnTo>
                    <a:pt x="179083" y="333909"/>
                  </a:lnTo>
                  <a:lnTo>
                    <a:pt x="184354" y="333448"/>
                  </a:lnTo>
                  <a:lnTo>
                    <a:pt x="189608" y="332821"/>
                  </a:lnTo>
                  <a:lnTo>
                    <a:pt x="194839" y="332028"/>
                  </a:lnTo>
                  <a:lnTo>
                    <a:pt x="200042" y="331070"/>
                  </a:lnTo>
                  <a:lnTo>
                    <a:pt x="205213" y="329947"/>
                  </a:lnTo>
                  <a:lnTo>
                    <a:pt x="210345" y="328661"/>
                  </a:lnTo>
                  <a:lnTo>
                    <a:pt x="215434" y="327214"/>
                  </a:lnTo>
                  <a:lnTo>
                    <a:pt x="220475" y="325606"/>
                  </a:lnTo>
                  <a:lnTo>
                    <a:pt x="225463" y="323840"/>
                  </a:lnTo>
                  <a:lnTo>
                    <a:pt x="230392" y="321917"/>
                  </a:lnTo>
                  <a:lnTo>
                    <a:pt x="235257" y="319838"/>
                  </a:lnTo>
                  <a:lnTo>
                    <a:pt x="240055" y="317607"/>
                  </a:lnTo>
                  <a:lnTo>
                    <a:pt x="244779" y="315225"/>
                  </a:lnTo>
                  <a:lnTo>
                    <a:pt x="249426" y="312694"/>
                  </a:lnTo>
                  <a:lnTo>
                    <a:pt x="253990" y="310018"/>
                  </a:lnTo>
                  <a:lnTo>
                    <a:pt x="258467" y="307199"/>
                  </a:lnTo>
                  <a:lnTo>
                    <a:pt x="262853" y="304240"/>
                  </a:lnTo>
                  <a:lnTo>
                    <a:pt x="267143" y="301143"/>
                  </a:lnTo>
                  <a:lnTo>
                    <a:pt x="271333" y="297912"/>
                  </a:lnTo>
                  <a:lnTo>
                    <a:pt x="275418" y="294550"/>
                  </a:lnTo>
                  <a:lnTo>
                    <a:pt x="279395" y="291060"/>
                  </a:lnTo>
                  <a:lnTo>
                    <a:pt x="283260" y="287446"/>
                  </a:lnTo>
                  <a:lnTo>
                    <a:pt x="287008" y="283712"/>
                  </a:lnTo>
                  <a:lnTo>
                    <a:pt x="290636" y="279861"/>
                  </a:lnTo>
                  <a:lnTo>
                    <a:pt x="294141" y="275897"/>
                  </a:lnTo>
                  <a:lnTo>
                    <a:pt x="297518" y="271824"/>
                  </a:lnTo>
                  <a:lnTo>
                    <a:pt x="300765" y="267647"/>
                  </a:lnTo>
                  <a:lnTo>
                    <a:pt x="303878" y="263368"/>
                  </a:lnTo>
                  <a:lnTo>
                    <a:pt x="306854" y="258994"/>
                  </a:lnTo>
                  <a:lnTo>
                    <a:pt x="309690" y="254527"/>
                  </a:lnTo>
                  <a:lnTo>
                    <a:pt x="312383" y="249973"/>
                  </a:lnTo>
                  <a:lnTo>
                    <a:pt x="314931" y="245336"/>
                  </a:lnTo>
                  <a:lnTo>
                    <a:pt x="317331" y="240620"/>
                  </a:lnTo>
                  <a:lnTo>
                    <a:pt x="319580" y="235831"/>
                  </a:lnTo>
                  <a:lnTo>
                    <a:pt x="321677" y="230973"/>
                  </a:lnTo>
                  <a:lnTo>
                    <a:pt x="323619" y="226052"/>
                  </a:lnTo>
                  <a:lnTo>
                    <a:pt x="325404" y="221071"/>
                  </a:lnTo>
                  <a:lnTo>
                    <a:pt x="327031" y="216036"/>
                  </a:lnTo>
                  <a:lnTo>
                    <a:pt x="328497" y="210953"/>
                  </a:lnTo>
                  <a:lnTo>
                    <a:pt x="329802" y="205825"/>
                  </a:lnTo>
                  <a:lnTo>
                    <a:pt x="330944" y="200659"/>
                  </a:lnTo>
                  <a:lnTo>
                    <a:pt x="331922" y="195459"/>
                  </a:lnTo>
                  <a:lnTo>
                    <a:pt x="332735" y="190231"/>
                  </a:lnTo>
                  <a:lnTo>
                    <a:pt x="333381" y="184980"/>
                  </a:lnTo>
                  <a:lnTo>
                    <a:pt x="333862" y="179710"/>
                  </a:lnTo>
                  <a:lnTo>
                    <a:pt x="334175" y="174429"/>
                  </a:lnTo>
                  <a:lnTo>
                    <a:pt x="334322" y="169140"/>
                  </a:lnTo>
                  <a:lnTo>
                    <a:pt x="334300" y="163849"/>
                  </a:lnTo>
                  <a:lnTo>
                    <a:pt x="334112" y="158561"/>
                  </a:lnTo>
                  <a:lnTo>
                    <a:pt x="333756" y="153282"/>
                  </a:lnTo>
                  <a:lnTo>
                    <a:pt x="333233" y="148017"/>
                  </a:lnTo>
                  <a:lnTo>
                    <a:pt x="332544" y="142771"/>
                  </a:lnTo>
                  <a:lnTo>
                    <a:pt x="331689" y="137550"/>
                  </a:lnTo>
                  <a:lnTo>
                    <a:pt x="330669" y="132358"/>
                  </a:lnTo>
                  <a:lnTo>
                    <a:pt x="329486" y="127201"/>
                  </a:lnTo>
                  <a:lnTo>
                    <a:pt x="328139" y="122084"/>
                  </a:lnTo>
                  <a:lnTo>
                    <a:pt x="326632" y="117013"/>
                  </a:lnTo>
                  <a:lnTo>
                    <a:pt x="324965" y="111991"/>
                  </a:lnTo>
                  <a:lnTo>
                    <a:pt x="323140" y="107025"/>
                  </a:lnTo>
                  <a:lnTo>
                    <a:pt x="321158" y="102119"/>
                  </a:lnTo>
                  <a:lnTo>
                    <a:pt x="319023" y="97278"/>
                  </a:lnTo>
                  <a:lnTo>
                    <a:pt x="316735" y="92508"/>
                  </a:lnTo>
                  <a:lnTo>
                    <a:pt x="314297" y="87812"/>
                  </a:lnTo>
                  <a:lnTo>
                    <a:pt x="311712" y="83195"/>
                  </a:lnTo>
                  <a:lnTo>
                    <a:pt x="308982" y="78663"/>
                  </a:lnTo>
                  <a:lnTo>
                    <a:pt x="306111" y="74219"/>
                  </a:lnTo>
                  <a:lnTo>
                    <a:pt x="303099" y="69869"/>
                  </a:lnTo>
                  <a:lnTo>
                    <a:pt x="299952" y="65615"/>
                  </a:lnTo>
                  <a:lnTo>
                    <a:pt x="296672" y="61464"/>
                  </a:lnTo>
                  <a:lnTo>
                    <a:pt x="293262" y="57419"/>
                  </a:lnTo>
                  <a:lnTo>
                    <a:pt x="289726" y="53483"/>
                  </a:lnTo>
                  <a:lnTo>
                    <a:pt x="286066" y="49661"/>
                  </a:lnTo>
                  <a:lnTo>
                    <a:pt x="282288" y="45957"/>
                  </a:lnTo>
                  <a:lnTo>
                    <a:pt x="278395" y="42375"/>
                  </a:lnTo>
                  <a:lnTo>
                    <a:pt x="274390" y="38917"/>
                  </a:lnTo>
                  <a:lnTo>
                    <a:pt x="270277" y="35588"/>
                  </a:lnTo>
                  <a:lnTo>
                    <a:pt x="266062" y="32391"/>
                  </a:lnTo>
                  <a:lnTo>
                    <a:pt x="261747" y="29329"/>
                  </a:lnTo>
                  <a:lnTo>
                    <a:pt x="257337" y="26405"/>
                  </a:lnTo>
                  <a:lnTo>
                    <a:pt x="252838" y="23622"/>
                  </a:lnTo>
                  <a:lnTo>
                    <a:pt x="248252" y="20982"/>
                  </a:lnTo>
                  <a:lnTo>
                    <a:pt x="243585" y="18489"/>
                  </a:lnTo>
                  <a:lnTo>
                    <a:pt x="238842" y="16145"/>
                  </a:lnTo>
                  <a:lnTo>
                    <a:pt x="234026" y="13953"/>
                  </a:lnTo>
                  <a:lnTo>
                    <a:pt x="229144" y="11914"/>
                  </a:lnTo>
                  <a:lnTo>
                    <a:pt x="224200" y="10030"/>
                  </a:lnTo>
                  <a:lnTo>
                    <a:pt x="219198" y="8304"/>
                  </a:lnTo>
                  <a:lnTo>
                    <a:pt x="214145" y="6737"/>
                  </a:lnTo>
                  <a:lnTo>
                    <a:pt x="209044" y="5330"/>
                  </a:lnTo>
                  <a:lnTo>
                    <a:pt x="203902" y="4086"/>
                  </a:lnTo>
                  <a:lnTo>
                    <a:pt x="198722" y="3005"/>
                  </a:lnTo>
                  <a:lnTo>
                    <a:pt x="193511" y="2089"/>
                  </a:lnTo>
                  <a:lnTo>
                    <a:pt x="188274" y="1338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9807" y="2126963"/>
              <a:ext cx="101480" cy="167167"/>
            </a:xfrm>
            <a:custGeom>
              <a:avLst/>
              <a:pathLst>
                <a:path w="101480" h="167167">
                  <a:moveTo>
                    <a:pt x="101480" y="0"/>
                  </a:moveTo>
                  <a:lnTo>
                    <a:pt x="95741" y="98"/>
                  </a:lnTo>
                  <a:lnTo>
                    <a:pt x="90010" y="393"/>
                  </a:lnTo>
                  <a:lnTo>
                    <a:pt x="84291" y="886"/>
                  </a:lnTo>
                  <a:lnTo>
                    <a:pt x="78594" y="1574"/>
                  </a:lnTo>
                  <a:lnTo>
                    <a:pt x="72923" y="2457"/>
                  </a:lnTo>
                  <a:lnTo>
                    <a:pt x="67285" y="3534"/>
                  </a:lnTo>
                  <a:lnTo>
                    <a:pt x="61688" y="4804"/>
                  </a:lnTo>
                  <a:lnTo>
                    <a:pt x="56138" y="6266"/>
                  </a:lnTo>
                  <a:lnTo>
                    <a:pt x="50642" y="7917"/>
                  </a:lnTo>
                  <a:lnTo>
                    <a:pt x="45205" y="9756"/>
                  </a:lnTo>
                  <a:lnTo>
                    <a:pt x="39835" y="11781"/>
                  </a:lnTo>
                  <a:lnTo>
                    <a:pt x="34537" y="13989"/>
                  </a:lnTo>
                  <a:lnTo>
                    <a:pt x="29318" y="16377"/>
                  </a:lnTo>
                  <a:lnTo>
                    <a:pt x="24184" y="18943"/>
                  </a:lnTo>
                  <a:lnTo>
                    <a:pt x="19142" y="21684"/>
                  </a:lnTo>
                  <a:lnTo>
                    <a:pt x="14196" y="24596"/>
                  </a:lnTo>
                  <a:lnTo>
                    <a:pt x="9354" y="27676"/>
                  </a:lnTo>
                  <a:lnTo>
                    <a:pt x="4619" y="30921"/>
                  </a:lnTo>
                  <a:lnTo>
                    <a:pt x="0" y="34326"/>
                  </a:lnTo>
                  <a:lnTo>
                    <a:pt x="1014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0" y="2127708"/>
              <a:ext cx="334325" cy="333581"/>
            </a:xfrm>
            <a:custGeom>
              <a:avLst/>
              <a:pathLst>
                <a:path w="334325" h="333581">
                  <a:moveTo>
                    <a:pt x="65687" y="33581"/>
                  </a:moveTo>
                  <a:lnTo>
                    <a:pt x="61535" y="36858"/>
                  </a:lnTo>
                  <a:lnTo>
                    <a:pt x="57490" y="40264"/>
                  </a:lnTo>
                  <a:lnTo>
                    <a:pt x="53554" y="43796"/>
                  </a:lnTo>
                  <a:lnTo>
                    <a:pt x="49732" y="47451"/>
                  </a:lnTo>
                  <a:lnTo>
                    <a:pt x="46028" y="51226"/>
                  </a:lnTo>
                  <a:lnTo>
                    <a:pt x="42445" y="55115"/>
                  </a:lnTo>
                  <a:lnTo>
                    <a:pt x="38986" y="59116"/>
                  </a:lnTo>
                  <a:lnTo>
                    <a:pt x="35656" y="63224"/>
                  </a:lnTo>
                  <a:lnTo>
                    <a:pt x="32458" y="67436"/>
                  </a:lnTo>
                  <a:lnTo>
                    <a:pt x="29394" y="71746"/>
                  </a:lnTo>
                  <a:lnTo>
                    <a:pt x="26468" y="76151"/>
                  </a:lnTo>
                  <a:lnTo>
                    <a:pt x="23683" y="80647"/>
                  </a:lnTo>
                  <a:lnTo>
                    <a:pt x="21042" y="85229"/>
                  </a:lnTo>
                  <a:lnTo>
                    <a:pt x="18547" y="89891"/>
                  </a:lnTo>
                  <a:lnTo>
                    <a:pt x="16200" y="94631"/>
                  </a:lnTo>
                  <a:lnTo>
                    <a:pt x="14005" y="99442"/>
                  </a:lnTo>
                  <a:lnTo>
                    <a:pt x="11963" y="104320"/>
                  </a:lnTo>
                  <a:lnTo>
                    <a:pt x="10076" y="109261"/>
                  </a:lnTo>
                  <a:lnTo>
                    <a:pt x="8347" y="114258"/>
                  </a:lnTo>
                  <a:lnTo>
                    <a:pt x="6776" y="119308"/>
                  </a:lnTo>
                  <a:lnTo>
                    <a:pt x="5366" y="124405"/>
                  </a:lnTo>
                  <a:lnTo>
                    <a:pt x="4118" y="129544"/>
                  </a:lnTo>
                  <a:lnTo>
                    <a:pt x="3033" y="134720"/>
                  </a:lnTo>
                  <a:lnTo>
                    <a:pt x="2112" y="139927"/>
                  </a:lnTo>
                  <a:lnTo>
                    <a:pt x="1357" y="145162"/>
                  </a:lnTo>
                  <a:lnTo>
                    <a:pt x="767" y="150417"/>
                  </a:lnTo>
                  <a:lnTo>
                    <a:pt x="344" y="155689"/>
                  </a:lnTo>
                  <a:lnTo>
                    <a:pt x="88" y="160971"/>
                  </a:lnTo>
                  <a:lnTo>
                    <a:pt x="0" y="166258"/>
                  </a:lnTo>
                  <a:lnTo>
                    <a:pt x="78" y="171546"/>
                  </a:lnTo>
                  <a:lnTo>
                    <a:pt x="324" y="176829"/>
                  </a:lnTo>
                  <a:lnTo>
                    <a:pt x="736" y="182101"/>
                  </a:lnTo>
                  <a:lnTo>
                    <a:pt x="1316" y="187358"/>
                  </a:lnTo>
                  <a:lnTo>
                    <a:pt x="2061" y="192593"/>
                  </a:lnTo>
                  <a:lnTo>
                    <a:pt x="2971" y="197803"/>
                  </a:lnTo>
                  <a:lnTo>
                    <a:pt x="4046" y="202981"/>
                  </a:lnTo>
                  <a:lnTo>
                    <a:pt x="5284" y="208122"/>
                  </a:lnTo>
                  <a:lnTo>
                    <a:pt x="6684" y="213222"/>
                  </a:lnTo>
                  <a:lnTo>
                    <a:pt x="8245" y="218275"/>
                  </a:lnTo>
                  <a:lnTo>
                    <a:pt x="9964" y="223276"/>
                  </a:lnTo>
                  <a:lnTo>
                    <a:pt x="11841" y="228220"/>
                  </a:lnTo>
                  <a:lnTo>
                    <a:pt x="13874" y="233102"/>
                  </a:lnTo>
                  <a:lnTo>
                    <a:pt x="16060" y="237918"/>
                  </a:lnTo>
                  <a:lnTo>
                    <a:pt x="18397" y="242662"/>
                  </a:lnTo>
                  <a:lnTo>
                    <a:pt x="20883" y="247329"/>
                  </a:lnTo>
                  <a:lnTo>
                    <a:pt x="23515" y="251916"/>
                  </a:lnTo>
                  <a:lnTo>
                    <a:pt x="26291" y="256417"/>
                  </a:lnTo>
                  <a:lnTo>
                    <a:pt x="29209" y="260828"/>
                  </a:lnTo>
                  <a:lnTo>
                    <a:pt x="32264" y="265145"/>
                  </a:lnTo>
                  <a:lnTo>
                    <a:pt x="35454" y="269362"/>
                  </a:lnTo>
                  <a:lnTo>
                    <a:pt x="38776" y="273477"/>
                  </a:lnTo>
                  <a:lnTo>
                    <a:pt x="42227" y="277485"/>
                  </a:lnTo>
                  <a:lnTo>
                    <a:pt x="45802" y="281381"/>
                  </a:lnTo>
                  <a:lnTo>
                    <a:pt x="49499" y="285163"/>
                  </a:lnTo>
                  <a:lnTo>
                    <a:pt x="53314" y="288825"/>
                  </a:lnTo>
                  <a:lnTo>
                    <a:pt x="57243" y="292365"/>
                  </a:lnTo>
                  <a:lnTo>
                    <a:pt x="61281" y="295779"/>
                  </a:lnTo>
                  <a:lnTo>
                    <a:pt x="65426" y="299064"/>
                  </a:lnTo>
                  <a:lnTo>
                    <a:pt x="69673" y="302216"/>
                  </a:lnTo>
                  <a:lnTo>
                    <a:pt x="74017" y="305232"/>
                  </a:lnTo>
                  <a:lnTo>
                    <a:pt x="78454" y="308109"/>
                  </a:lnTo>
                  <a:lnTo>
                    <a:pt x="82980" y="310844"/>
                  </a:lnTo>
                  <a:lnTo>
                    <a:pt x="87591" y="313435"/>
                  </a:lnTo>
                  <a:lnTo>
                    <a:pt x="92281" y="315878"/>
                  </a:lnTo>
                  <a:lnTo>
                    <a:pt x="97046" y="318172"/>
                  </a:lnTo>
                  <a:lnTo>
                    <a:pt x="101881" y="320314"/>
                  </a:lnTo>
                  <a:lnTo>
                    <a:pt x="106781" y="322302"/>
                  </a:lnTo>
                  <a:lnTo>
                    <a:pt x="111742" y="324134"/>
                  </a:lnTo>
                  <a:lnTo>
                    <a:pt x="116759" y="325809"/>
                  </a:lnTo>
                  <a:lnTo>
                    <a:pt x="121825" y="327323"/>
                  </a:lnTo>
                  <a:lnTo>
                    <a:pt x="126938" y="328677"/>
                  </a:lnTo>
                  <a:lnTo>
                    <a:pt x="132090" y="329868"/>
                  </a:lnTo>
                  <a:lnTo>
                    <a:pt x="137278" y="330896"/>
                  </a:lnTo>
                  <a:lnTo>
                    <a:pt x="142495" y="331759"/>
                  </a:lnTo>
                  <a:lnTo>
                    <a:pt x="147737" y="332457"/>
                  </a:lnTo>
                  <a:lnTo>
                    <a:pt x="152999" y="332988"/>
                  </a:lnTo>
                  <a:lnTo>
                    <a:pt x="158275" y="333353"/>
                  </a:lnTo>
                  <a:lnTo>
                    <a:pt x="163559" y="333551"/>
                  </a:lnTo>
                  <a:lnTo>
                    <a:pt x="168848" y="333581"/>
                  </a:lnTo>
                  <a:lnTo>
                    <a:pt x="174134" y="333445"/>
                  </a:lnTo>
                  <a:lnTo>
                    <a:pt x="179414" y="333141"/>
                  </a:lnTo>
                  <a:lnTo>
                    <a:pt x="184681" y="332670"/>
                  </a:lnTo>
                  <a:lnTo>
                    <a:pt x="189931" y="332033"/>
                  </a:lnTo>
                  <a:lnTo>
                    <a:pt x="195158" y="331230"/>
                  </a:lnTo>
                  <a:lnTo>
                    <a:pt x="200357" y="330262"/>
                  </a:lnTo>
                  <a:lnTo>
                    <a:pt x="205523" y="329130"/>
                  </a:lnTo>
                  <a:lnTo>
                    <a:pt x="210651" y="327835"/>
                  </a:lnTo>
                  <a:lnTo>
                    <a:pt x="215735" y="326379"/>
                  </a:lnTo>
                  <a:lnTo>
                    <a:pt x="220770" y="324763"/>
                  </a:lnTo>
                  <a:lnTo>
                    <a:pt x="225752" y="322988"/>
                  </a:lnTo>
                  <a:lnTo>
                    <a:pt x="230675" y="321056"/>
                  </a:lnTo>
                  <a:lnTo>
                    <a:pt x="235534" y="318970"/>
                  </a:lnTo>
                  <a:lnTo>
                    <a:pt x="240325" y="316731"/>
                  </a:lnTo>
                  <a:lnTo>
                    <a:pt x="245043" y="314342"/>
                  </a:lnTo>
                  <a:lnTo>
                    <a:pt x="249683" y="311805"/>
                  </a:lnTo>
                  <a:lnTo>
                    <a:pt x="254241" y="309122"/>
                  </a:lnTo>
                  <a:lnTo>
                    <a:pt x="258711" y="306296"/>
                  </a:lnTo>
                  <a:lnTo>
                    <a:pt x="263089" y="303330"/>
                  </a:lnTo>
                  <a:lnTo>
                    <a:pt x="267372" y="300228"/>
                  </a:lnTo>
                  <a:lnTo>
                    <a:pt x="271554" y="296991"/>
                  </a:lnTo>
                  <a:lnTo>
                    <a:pt x="275632" y="293624"/>
                  </a:lnTo>
                  <a:lnTo>
                    <a:pt x="279601" y="290129"/>
                  </a:lnTo>
                  <a:lnTo>
                    <a:pt x="283458" y="286511"/>
                  </a:lnTo>
                  <a:lnTo>
                    <a:pt x="287199" y="282772"/>
                  </a:lnTo>
                  <a:lnTo>
                    <a:pt x="290819" y="278918"/>
                  </a:lnTo>
                  <a:lnTo>
                    <a:pt x="294315" y="274950"/>
                  </a:lnTo>
                  <a:lnTo>
                    <a:pt x="297685" y="270874"/>
                  </a:lnTo>
                  <a:lnTo>
                    <a:pt x="300923" y="266693"/>
                  </a:lnTo>
                  <a:lnTo>
                    <a:pt x="304028" y="262412"/>
                  </a:lnTo>
                  <a:lnTo>
                    <a:pt x="306996" y="258035"/>
                  </a:lnTo>
                  <a:lnTo>
                    <a:pt x="309824" y="253566"/>
                  </a:lnTo>
                  <a:lnTo>
                    <a:pt x="312509" y="249010"/>
                  </a:lnTo>
                  <a:lnTo>
                    <a:pt x="315048" y="244371"/>
                  </a:lnTo>
                  <a:lnTo>
                    <a:pt x="317440" y="239655"/>
                  </a:lnTo>
                  <a:lnTo>
                    <a:pt x="319681" y="234865"/>
                  </a:lnTo>
                  <a:lnTo>
                    <a:pt x="321770" y="230006"/>
                  </a:lnTo>
                  <a:lnTo>
                    <a:pt x="323704" y="225084"/>
                  </a:lnTo>
                  <a:lnTo>
                    <a:pt x="325481" y="220103"/>
                  </a:lnTo>
                  <a:lnTo>
                    <a:pt x="327100" y="215069"/>
                  </a:lnTo>
                  <a:lnTo>
                    <a:pt x="328558" y="209985"/>
                  </a:lnTo>
                  <a:lnTo>
                    <a:pt x="329856" y="204859"/>
                  </a:lnTo>
                  <a:lnTo>
                    <a:pt x="330990" y="199693"/>
                  </a:lnTo>
                  <a:lnTo>
                    <a:pt x="331960" y="194495"/>
                  </a:lnTo>
                  <a:lnTo>
                    <a:pt x="332766" y="189268"/>
                  </a:lnTo>
                  <a:lnTo>
                    <a:pt x="333406" y="184018"/>
                  </a:lnTo>
                  <a:lnTo>
                    <a:pt x="333879" y="178751"/>
                  </a:lnTo>
                  <a:lnTo>
                    <a:pt x="334186" y="173472"/>
                  </a:lnTo>
                  <a:lnTo>
                    <a:pt x="334325" y="168185"/>
                  </a:lnTo>
                  <a:lnTo>
                    <a:pt x="334297" y="162897"/>
                  </a:lnTo>
                  <a:lnTo>
                    <a:pt x="334102" y="157612"/>
                  </a:lnTo>
                  <a:lnTo>
                    <a:pt x="333740" y="152336"/>
                  </a:lnTo>
                  <a:lnTo>
                    <a:pt x="333211" y="147074"/>
                  </a:lnTo>
                  <a:lnTo>
                    <a:pt x="332516" y="141832"/>
                  </a:lnTo>
                  <a:lnTo>
                    <a:pt x="331655" y="136614"/>
                  </a:lnTo>
                  <a:lnTo>
                    <a:pt x="330630" y="131426"/>
                  </a:lnTo>
                  <a:lnTo>
                    <a:pt x="329441" y="126273"/>
                  </a:lnTo>
                  <a:lnTo>
                    <a:pt x="328090" y="121160"/>
                  </a:lnTo>
                  <a:lnTo>
                    <a:pt x="326578" y="116092"/>
                  </a:lnTo>
                  <a:lnTo>
                    <a:pt x="324906" y="111075"/>
                  </a:lnTo>
                  <a:lnTo>
                    <a:pt x="323076" y="106113"/>
                  </a:lnTo>
                  <a:lnTo>
                    <a:pt x="321091" y="101212"/>
                  </a:lnTo>
                  <a:lnTo>
                    <a:pt x="318951" y="96376"/>
                  </a:lnTo>
                  <a:lnTo>
                    <a:pt x="316659" y="91609"/>
                  </a:lnTo>
                  <a:lnTo>
                    <a:pt x="314218" y="86918"/>
                  </a:lnTo>
                  <a:lnTo>
                    <a:pt x="311630" y="82307"/>
                  </a:lnTo>
                  <a:lnTo>
                    <a:pt x="308897" y="77779"/>
                  </a:lnTo>
                  <a:lnTo>
                    <a:pt x="306022" y="73340"/>
                  </a:lnTo>
                  <a:lnTo>
                    <a:pt x="303008" y="68995"/>
                  </a:lnTo>
                  <a:lnTo>
                    <a:pt x="299858" y="64747"/>
                  </a:lnTo>
                  <a:lnTo>
                    <a:pt x="296576" y="60600"/>
                  </a:lnTo>
                  <a:lnTo>
                    <a:pt x="293164" y="56560"/>
                  </a:lnTo>
                  <a:lnTo>
                    <a:pt x="289626" y="52629"/>
                  </a:lnTo>
                  <a:lnTo>
                    <a:pt x="285965" y="48813"/>
                  </a:lnTo>
                  <a:lnTo>
                    <a:pt x="282185" y="45114"/>
                  </a:lnTo>
                  <a:lnTo>
                    <a:pt x="278291" y="41537"/>
                  </a:lnTo>
                  <a:lnTo>
                    <a:pt x="274285" y="38084"/>
                  </a:lnTo>
                  <a:lnTo>
                    <a:pt x="270172" y="34760"/>
                  </a:lnTo>
                  <a:lnTo>
                    <a:pt x="265955" y="31568"/>
                  </a:lnTo>
                  <a:lnTo>
                    <a:pt x="261640" y="28510"/>
                  </a:lnTo>
                  <a:lnTo>
                    <a:pt x="257231" y="25591"/>
                  </a:lnTo>
                  <a:lnTo>
                    <a:pt x="252731" y="22813"/>
                  </a:lnTo>
                  <a:lnTo>
                    <a:pt x="248145" y="20178"/>
                  </a:lnTo>
                  <a:lnTo>
                    <a:pt x="243479" y="17690"/>
                  </a:lnTo>
                  <a:lnTo>
                    <a:pt x="238736" y="15350"/>
                  </a:lnTo>
                  <a:lnTo>
                    <a:pt x="233922" y="13162"/>
                  </a:lnTo>
                  <a:lnTo>
                    <a:pt x="229041" y="11127"/>
                  </a:lnTo>
                  <a:lnTo>
                    <a:pt x="224097" y="9248"/>
                  </a:lnTo>
                  <a:lnTo>
                    <a:pt x="219097" y="7526"/>
                  </a:lnTo>
                  <a:lnTo>
                    <a:pt x="214045" y="5962"/>
                  </a:lnTo>
                  <a:lnTo>
                    <a:pt x="208946" y="4560"/>
                  </a:lnTo>
                  <a:lnTo>
                    <a:pt x="203805" y="3319"/>
                  </a:lnTo>
                  <a:lnTo>
                    <a:pt x="198628" y="2242"/>
                  </a:lnTo>
                  <a:lnTo>
                    <a:pt x="193419" y="1329"/>
                  </a:lnTo>
                  <a:lnTo>
                    <a:pt x="188184" y="581"/>
                  </a:lnTo>
                  <a:lnTo>
                    <a:pt x="182927" y="0"/>
                  </a:lnTo>
                  <a:lnTo>
                    <a:pt x="167167" y="166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5760" cy="167167"/>
            </a:xfrm>
            <a:custGeom>
              <a:avLst/>
              <a:pathLst>
                <a:path w="15760" h="167167">
                  <a:moveTo>
                    <a:pt x="15760" y="744"/>
                  </a:moveTo>
                  <a:lnTo>
                    <a:pt x="7888" y="1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1" y="4088"/>
                  </a:lnTo>
                  <a:lnTo>
                    <a:pt x="125267" y="5333"/>
                  </a:lnTo>
                  <a:lnTo>
                    <a:pt x="120165" y="6739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2"/>
                  </a:lnTo>
                  <a:lnTo>
                    <a:pt x="90720" y="18497"/>
                  </a:lnTo>
                  <a:lnTo>
                    <a:pt x="86052" y="20991"/>
                  </a:lnTo>
                  <a:lnTo>
                    <a:pt x="81466" y="23632"/>
                  </a:lnTo>
                  <a:lnTo>
                    <a:pt x="76965" y="26416"/>
                  </a:lnTo>
                  <a:lnTo>
                    <a:pt x="72555" y="29341"/>
                  </a:lnTo>
                  <a:lnTo>
                    <a:pt x="68240" y="32405"/>
                  </a:lnTo>
                  <a:lnTo>
                    <a:pt x="64024" y="35603"/>
                  </a:lnTo>
                  <a:lnTo>
                    <a:pt x="59911" y="38934"/>
                  </a:lnTo>
                  <a:lnTo>
                    <a:pt x="55906" y="42393"/>
                  </a:lnTo>
                  <a:lnTo>
                    <a:pt x="52012" y="45977"/>
                  </a:lnTo>
                  <a:lnTo>
                    <a:pt x="48233" y="49682"/>
                  </a:lnTo>
                  <a:lnTo>
                    <a:pt x="44574" y="53505"/>
                  </a:lnTo>
                  <a:lnTo>
                    <a:pt x="41038" y="57442"/>
                  </a:lnTo>
                  <a:lnTo>
                    <a:pt x="37628" y="61489"/>
                  </a:lnTo>
                  <a:lnTo>
                    <a:pt x="34348" y="65642"/>
                  </a:lnTo>
                  <a:lnTo>
                    <a:pt x="31201" y="69897"/>
                  </a:lnTo>
                  <a:lnTo>
                    <a:pt x="28190" y="74249"/>
                  </a:lnTo>
                  <a:lnTo>
                    <a:pt x="25318" y="78694"/>
                  </a:lnTo>
                  <a:lnTo>
                    <a:pt x="22589" y="83228"/>
                  </a:lnTo>
                  <a:lnTo>
                    <a:pt x="20004" y="87847"/>
                  </a:lnTo>
                  <a:lnTo>
                    <a:pt x="17567" y="92544"/>
                  </a:lnTo>
                  <a:lnTo>
                    <a:pt x="15280" y="97317"/>
                  </a:lnTo>
                  <a:lnTo>
                    <a:pt x="13145" y="102159"/>
                  </a:lnTo>
                  <a:lnTo>
                    <a:pt x="11165" y="107066"/>
                  </a:lnTo>
                  <a:lnTo>
                    <a:pt x="9340" y="112034"/>
                  </a:lnTo>
                  <a:lnTo>
                    <a:pt x="7674" y="117057"/>
                  </a:lnTo>
                  <a:lnTo>
                    <a:pt x="6168" y="122130"/>
                  </a:lnTo>
                  <a:lnTo>
                    <a:pt x="4823" y="127249"/>
                  </a:lnTo>
                  <a:lnTo>
                    <a:pt x="3641" y="132407"/>
                  </a:lnTo>
                  <a:lnTo>
                    <a:pt x="2623" y="137600"/>
                  </a:lnTo>
                  <a:lnTo>
                    <a:pt x="1769" y="142823"/>
                  </a:lnTo>
                  <a:lnTo>
                    <a:pt x="1081" y="148071"/>
                  </a:lnTo>
                  <a:lnTo>
                    <a:pt x="560" y="153337"/>
                  </a:lnTo>
                  <a:lnTo>
                    <a:pt x="206" y="158617"/>
                  </a:lnTo>
                  <a:lnTo>
                    <a:pt x="19" y="163906"/>
                  </a:lnTo>
                  <a:lnTo>
                    <a:pt x="0" y="169198"/>
                  </a:lnTo>
                  <a:lnTo>
                    <a:pt x="148" y="174488"/>
                  </a:lnTo>
                  <a:lnTo>
                    <a:pt x="463" y="179771"/>
                  </a:lnTo>
                  <a:lnTo>
                    <a:pt x="945" y="185041"/>
                  </a:lnTo>
                  <a:lnTo>
                    <a:pt x="1595" y="190293"/>
                  </a:lnTo>
                  <a:lnTo>
                    <a:pt x="2410" y="195522"/>
                  </a:lnTo>
                  <a:lnTo>
                    <a:pt x="3390" y="200723"/>
                  </a:lnTo>
                  <a:lnTo>
                    <a:pt x="4534" y="205890"/>
                  </a:lnTo>
                  <a:lnTo>
                    <a:pt x="5841" y="211018"/>
                  </a:lnTo>
                  <a:lnTo>
                    <a:pt x="7310" y="216102"/>
                  </a:lnTo>
                  <a:lnTo>
                    <a:pt x="8939" y="221137"/>
                  </a:lnTo>
                  <a:lnTo>
                    <a:pt x="10727" y="226118"/>
                  </a:lnTo>
                  <a:lnTo>
                    <a:pt x="12671" y="231040"/>
                  </a:lnTo>
                  <a:lnTo>
                    <a:pt x="14770" y="235898"/>
                  </a:lnTo>
                  <a:lnTo>
                    <a:pt x="17022" y="240687"/>
                  </a:lnTo>
                  <a:lnTo>
                    <a:pt x="19425" y="245403"/>
                  </a:lnTo>
                  <a:lnTo>
                    <a:pt x="21975" y="250040"/>
                  </a:lnTo>
                  <a:lnTo>
                    <a:pt x="24671" y="254594"/>
                  </a:lnTo>
                  <a:lnTo>
                    <a:pt x="27510" y="259060"/>
                  </a:lnTo>
                  <a:lnTo>
                    <a:pt x="30489" y="263434"/>
                  </a:lnTo>
                  <a:lnTo>
                    <a:pt x="33604" y="267712"/>
                  </a:lnTo>
                  <a:lnTo>
                    <a:pt x="36854" y="271889"/>
                  </a:lnTo>
                  <a:lnTo>
                    <a:pt x="40234" y="275961"/>
                  </a:lnTo>
                  <a:lnTo>
                    <a:pt x="43741" y="279924"/>
                  </a:lnTo>
                  <a:lnTo>
                    <a:pt x="47372" y="283774"/>
                  </a:lnTo>
                  <a:lnTo>
                    <a:pt x="51123" y="287507"/>
                  </a:lnTo>
                  <a:lnTo>
                    <a:pt x="54991" y="291119"/>
                  </a:lnTo>
                  <a:lnTo>
                    <a:pt x="58970" y="294608"/>
                  </a:lnTo>
                  <a:lnTo>
                    <a:pt x="63059" y="297968"/>
                  </a:lnTo>
                  <a:lnTo>
                    <a:pt x="67251" y="301198"/>
                  </a:lnTo>
                  <a:lnTo>
                    <a:pt x="71544" y="304293"/>
                  </a:lnTo>
                  <a:lnTo>
                    <a:pt x="75932" y="307251"/>
                  </a:lnTo>
                  <a:lnTo>
                    <a:pt x="80412" y="310068"/>
                  </a:lnTo>
                  <a:lnTo>
                    <a:pt x="84979" y="312742"/>
                  </a:lnTo>
                  <a:lnTo>
                    <a:pt x="89628" y="315270"/>
                  </a:lnTo>
                  <a:lnTo>
                    <a:pt x="94355" y="317650"/>
                  </a:lnTo>
                  <a:lnTo>
                    <a:pt x="99155" y="319879"/>
                  </a:lnTo>
                  <a:lnTo>
                    <a:pt x="104023" y="321955"/>
                  </a:lnTo>
                  <a:lnTo>
                    <a:pt x="108954" y="323876"/>
                  </a:lnTo>
                  <a:lnTo>
                    <a:pt x="113943" y="325639"/>
                  </a:lnTo>
                  <a:lnTo>
                    <a:pt x="118986" y="327244"/>
                  </a:lnTo>
                  <a:lnTo>
                    <a:pt x="124078" y="328689"/>
                  </a:lnTo>
                  <a:lnTo>
                    <a:pt x="129212" y="329971"/>
                  </a:lnTo>
                  <a:lnTo>
                    <a:pt x="134384" y="331091"/>
                  </a:lnTo>
                  <a:lnTo>
                    <a:pt x="139589" y="332046"/>
                  </a:lnTo>
                  <a:lnTo>
                    <a:pt x="144822" y="332836"/>
                  </a:lnTo>
                  <a:lnTo>
                    <a:pt x="150077" y="333460"/>
                  </a:lnTo>
                  <a:lnTo>
                    <a:pt x="155350" y="333917"/>
                  </a:lnTo>
                  <a:lnTo>
                    <a:pt x="160634" y="334207"/>
                  </a:lnTo>
                  <a:lnTo>
                    <a:pt x="165925" y="334330"/>
                  </a:lnTo>
                  <a:lnTo>
                    <a:pt x="171217" y="334285"/>
                  </a:lnTo>
                  <a:lnTo>
                    <a:pt x="176504" y="334073"/>
                  </a:lnTo>
                  <a:lnTo>
                    <a:pt x="181783" y="333693"/>
                  </a:lnTo>
                  <a:lnTo>
                    <a:pt x="187047" y="333147"/>
                  </a:lnTo>
                  <a:lnTo>
                    <a:pt x="192291" y="332434"/>
                  </a:lnTo>
                  <a:lnTo>
                    <a:pt x="197509" y="331555"/>
                  </a:lnTo>
                  <a:lnTo>
                    <a:pt x="202698" y="330512"/>
                  </a:lnTo>
                  <a:lnTo>
                    <a:pt x="207850" y="329305"/>
                  </a:lnTo>
                  <a:lnTo>
                    <a:pt x="212962" y="327936"/>
                  </a:lnTo>
                  <a:lnTo>
                    <a:pt x="218028" y="326405"/>
                  </a:lnTo>
                  <a:lnTo>
                    <a:pt x="223043" y="324715"/>
                  </a:lnTo>
                  <a:lnTo>
                    <a:pt x="228002" y="322867"/>
                  </a:lnTo>
                  <a:lnTo>
                    <a:pt x="232900" y="320863"/>
                  </a:lnTo>
                  <a:lnTo>
                    <a:pt x="237732" y="318705"/>
                  </a:lnTo>
                  <a:lnTo>
                    <a:pt x="242494" y="316395"/>
                  </a:lnTo>
                  <a:lnTo>
                    <a:pt x="247179" y="313935"/>
                  </a:lnTo>
                  <a:lnTo>
                    <a:pt x="251785" y="311329"/>
                  </a:lnTo>
                  <a:lnTo>
                    <a:pt x="256306" y="308578"/>
                  </a:lnTo>
                  <a:lnTo>
                    <a:pt x="260737" y="305685"/>
                  </a:lnTo>
                  <a:lnTo>
                    <a:pt x="265075" y="302653"/>
                  </a:lnTo>
                  <a:lnTo>
                    <a:pt x="269315" y="299486"/>
                  </a:lnTo>
                  <a:lnTo>
                    <a:pt x="273452" y="296186"/>
                  </a:lnTo>
                  <a:lnTo>
                    <a:pt x="277483" y="292756"/>
                  </a:lnTo>
                  <a:lnTo>
                    <a:pt x="281403" y="289201"/>
                  </a:lnTo>
                  <a:lnTo>
                    <a:pt x="285208" y="285524"/>
                  </a:lnTo>
                  <a:lnTo>
                    <a:pt x="288895" y="281727"/>
                  </a:lnTo>
                  <a:lnTo>
                    <a:pt x="292461" y="277817"/>
                  </a:lnTo>
                  <a:lnTo>
                    <a:pt x="295900" y="273795"/>
                  </a:lnTo>
                  <a:lnTo>
                    <a:pt x="299211" y="269666"/>
                  </a:lnTo>
                  <a:lnTo>
                    <a:pt x="302389" y="265435"/>
                  </a:lnTo>
                  <a:lnTo>
                    <a:pt x="305432" y="261105"/>
                  </a:lnTo>
                  <a:lnTo>
                    <a:pt x="308336" y="256681"/>
                  </a:lnTo>
                  <a:lnTo>
                    <a:pt x="311099" y="252167"/>
                  </a:lnTo>
                  <a:lnTo>
                    <a:pt x="313717" y="247568"/>
                  </a:lnTo>
                  <a:lnTo>
                    <a:pt x="316189" y="242888"/>
                  </a:lnTo>
                  <a:lnTo>
                    <a:pt x="318511" y="238133"/>
                  </a:lnTo>
                  <a:lnTo>
                    <a:pt x="320682" y="233306"/>
                  </a:lnTo>
                  <a:lnTo>
                    <a:pt x="322698" y="228413"/>
                  </a:lnTo>
                  <a:lnTo>
                    <a:pt x="324559" y="223459"/>
                  </a:lnTo>
                  <a:lnTo>
                    <a:pt x="326262" y="218449"/>
                  </a:lnTo>
                  <a:lnTo>
                    <a:pt x="327805" y="213387"/>
                  </a:lnTo>
                  <a:lnTo>
                    <a:pt x="329188" y="208278"/>
                  </a:lnTo>
                  <a:lnTo>
                    <a:pt x="330408" y="203129"/>
                  </a:lnTo>
                  <a:lnTo>
                    <a:pt x="331465" y="197943"/>
                  </a:lnTo>
                  <a:lnTo>
                    <a:pt x="332356" y="192727"/>
                  </a:lnTo>
                  <a:lnTo>
                    <a:pt x="333083" y="187485"/>
                  </a:lnTo>
                  <a:lnTo>
                    <a:pt x="333643" y="182222"/>
                  </a:lnTo>
                  <a:lnTo>
                    <a:pt x="334036" y="176945"/>
                  </a:lnTo>
                  <a:lnTo>
                    <a:pt x="334262" y="171657"/>
                  </a:lnTo>
                  <a:lnTo>
                    <a:pt x="334320" y="166366"/>
                  </a:lnTo>
                  <a:lnTo>
                    <a:pt x="334211" y="161075"/>
                  </a:lnTo>
                  <a:lnTo>
                    <a:pt x="333934" y="155790"/>
                  </a:lnTo>
                  <a:lnTo>
                    <a:pt x="333491" y="150516"/>
                  </a:lnTo>
                  <a:lnTo>
                    <a:pt x="332880" y="145259"/>
                  </a:lnTo>
                  <a:lnTo>
                    <a:pt x="332104" y="14002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3089"/>
              <a:ext cx="164949" cy="27142"/>
            </a:xfrm>
            <a:custGeom>
              <a:avLst/>
              <a:pathLst>
                <a:path w="164949" h="27142">
                  <a:moveTo>
                    <a:pt x="164949" y="0"/>
                  </a:moveTo>
                  <a:lnTo>
                    <a:pt x="0" y="2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0765"/>
              <a:ext cx="164949" cy="159466"/>
            </a:xfrm>
            <a:custGeom>
              <a:avLst/>
              <a:pathLst>
                <a:path w="164949" h="159466">
                  <a:moveTo>
                    <a:pt x="164949" y="132324"/>
                  </a:moveTo>
                  <a:lnTo>
                    <a:pt x="163982" y="126988"/>
                  </a:lnTo>
                  <a:lnTo>
                    <a:pt x="162842" y="121686"/>
                  </a:lnTo>
                  <a:lnTo>
                    <a:pt x="161531" y="116424"/>
                  </a:lnTo>
                  <a:lnTo>
                    <a:pt x="160050" y="111207"/>
                  </a:lnTo>
                  <a:lnTo>
                    <a:pt x="158400" y="106041"/>
                  </a:lnTo>
                  <a:lnTo>
                    <a:pt x="156584" y="100932"/>
                  </a:lnTo>
                  <a:lnTo>
                    <a:pt x="154603" y="95884"/>
                  </a:lnTo>
                  <a:lnTo>
                    <a:pt x="152459" y="90903"/>
                  </a:lnTo>
                  <a:lnTo>
                    <a:pt x="150155" y="85994"/>
                  </a:lnTo>
                  <a:lnTo>
                    <a:pt x="147693" y="81162"/>
                  </a:lnTo>
                  <a:lnTo>
                    <a:pt x="145076" y="76413"/>
                  </a:lnTo>
                  <a:lnTo>
                    <a:pt x="142306" y="71751"/>
                  </a:lnTo>
                  <a:lnTo>
                    <a:pt x="139386" y="67181"/>
                  </a:lnTo>
                  <a:lnTo>
                    <a:pt x="136319" y="62709"/>
                  </a:lnTo>
                  <a:lnTo>
                    <a:pt x="133109" y="58338"/>
                  </a:lnTo>
                  <a:lnTo>
                    <a:pt x="129759" y="54074"/>
                  </a:lnTo>
                  <a:lnTo>
                    <a:pt x="126272" y="49921"/>
                  </a:lnTo>
                  <a:lnTo>
                    <a:pt x="122653" y="45882"/>
                  </a:lnTo>
                  <a:lnTo>
                    <a:pt x="118904" y="41964"/>
                  </a:lnTo>
                  <a:lnTo>
                    <a:pt x="115030" y="38169"/>
                  </a:lnTo>
                  <a:lnTo>
                    <a:pt x="111035" y="34502"/>
                  </a:lnTo>
                  <a:lnTo>
                    <a:pt x="106924" y="30966"/>
                  </a:lnTo>
                  <a:lnTo>
                    <a:pt x="102700" y="27566"/>
                  </a:lnTo>
                  <a:lnTo>
                    <a:pt x="98367" y="24304"/>
                  </a:lnTo>
                  <a:lnTo>
                    <a:pt x="93932" y="21184"/>
                  </a:lnTo>
                  <a:lnTo>
                    <a:pt x="89397" y="18211"/>
                  </a:lnTo>
                  <a:lnTo>
                    <a:pt x="84768" y="15385"/>
                  </a:lnTo>
                  <a:lnTo>
                    <a:pt x="80050" y="12712"/>
                  </a:lnTo>
                  <a:lnTo>
                    <a:pt x="75248" y="10192"/>
                  </a:lnTo>
                  <a:lnTo>
                    <a:pt x="70367" y="7830"/>
                  </a:lnTo>
                  <a:lnTo>
                    <a:pt x="65412" y="5628"/>
                  </a:lnTo>
                  <a:lnTo>
                    <a:pt x="60387" y="3587"/>
                  </a:lnTo>
                  <a:lnTo>
                    <a:pt x="55300" y="1710"/>
                  </a:lnTo>
                  <a:lnTo>
                    <a:pt x="50154" y="0"/>
                  </a:lnTo>
                  <a:lnTo>
                    <a:pt x="0" y="159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0154" cy="167167"/>
            </a:xfrm>
            <a:custGeom>
              <a:avLst/>
              <a:pathLst>
                <a:path w="50154" h="167167">
                  <a:moveTo>
                    <a:pt x="50154" y="7701"/>
                  </a:moveTo>
                  <a:lnTo>
                    <a:pt x="44045" y="5906"/>
                  </a:lnTo>
                  <a:lnTo>
                    <a:pt x="37872" y="4346"/>
                  </a:lnTo>
                  <a:lnTo>
                    <a:pt x="31644" y="3022"/>
                  </a:lnTo>
                  <a:lnTo>
                    <a:pt x="25370" y="1936"/>
                  </a:lnTo>
                  <a:lnTo>
                    <a:pt x="19060" y="1090"/>
                  </a:lnTo>
                  <a:lnTo>
                    <a:pt x="12722" y="484"/>
                  </a:lnTo>
                  <a:lnTo>
                    <a:pt x="6365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1" y="333"/>
                  </a:lnTo>
                  <a:lnTo>
                    <a:pt x="151334" y="750"/>
                  </a:lnTo>
                  <a:lnTo>
                    <a:pt x="146084" y="1333"/>
                  </a:lnTo>
                  <a:lnTo>
                    <a:pt x="140854" y="2082"/>
                  </a:lnTo>
                  <a:lnTo>
                    <a:pt x="135651" y="2996"/>
                  </a:lnTo>
                  <a:lnTo>
                    <a:pt x="130479" y="4073"/>
                  </a:lnTo>
                  <a:lnTo>
                    <a:pt x="125344" y="5314"/>
                  </a:lnTo>
                  <a:lnTo>
                    <a:pt x="120251" y="6716"/>
                  </a:lnTo>
                  <a:lnTo>
                    <a:pt x="115204" y="8278"/>
                  </a:lnTo>
                  <a:lnTo>
                    <a:pt x="110210" y="9999"/>
                  </a:lnTo>
                  <a:lnTo>
                    <a:pt x="105272" y="11877"/>
                  </a:lnTo>
                  <a:lnTo>
                    <a:pt x="100396" y="13910"/>
                  </a:lnTo>
                  <a:lnTo>
                    <a:pt x="95587" y="16096"/>
                  </a:lnTo>
                  <a:lnTo>
                    <a:pt x="90849" y="18433"/>
                  </a:lnTo>
                  <a:lnTo>
                    <a:pt x="86187" y="20919"/>
                  </a:lnTo>
                  <a:lnTo>
                    <a:pt x="81607" y="23551"/>
                  </a:lnTo>
                  <a:lnTo>
                    <a:pt x="77112" y="26326"/>
                  </a:lnTo>
                  <a:lnTo>
                    <a:pt x="72706" y="29241"/>
                  </a:lnTo>
                  <a:lnTo>
                    <a:pt x="68395" y="32295"/>
                  </a:lnTo>
                  <a:lnTo>
                    <a:pt x="64183" y="35483"/>
                  </a:lnTo>
                  <a:lnTo>
                    <a:pt x="60073" y="38802"/>
                  </a:lnTo>
                  <a:lnTo>
                    <a:pt x="56071" y="42250"/>
                  </a:lnTo>
                  <a:lnTo>
                    <a:pt x="52179" y="45823"/>
                  </a:lnTo>
                  <a:lnTo>
                    <a:pt x="48402" y="49516"/>
                  </a:lnTo>
                  <a:lnTo>
                    <a:pt x="44744" y="53328"/>
                  </a:lnTo>
                  <a:lnTo>
                    <a:pt x="41208" y="57253"/>
                  </a:lnTo>
                  <a:lnTo>
                    <a:pt x="37798" y="61287"/>
                  </a:lnTo>
                  <a:lnTo>
                    <a:pt x="34517" y="65428"/>
                  </a:lnTo>
                  <a:lnTo>
                    <a:pt x="31368" y="69670"/>
                  </a:lnTo>
                  <a:lnTo>
                    <a:pt x="28355" y="74009"/>
                  </a:lnTo>
                  <a:lnTo>
                    <a:pt x="25481" y="78442"/>
                  </a:lnTo>
                  <a:lnTo>
                    <a:pt x="22748" y="82963"/>
                  </a:lnTo>
                  <a:lnTo>
                    <a:pt x="20160" y="87568"/>
                  </a:lnTo>
                  <a:lnTo>
                    <a:pt x="17718" y="92252"/>
                  </a:lnTo>
                  <a:lnTo>
                    <a:pt x="15426" y="97012"/>
                  </a:lnTo>
                  <a:lnTo>
                    <a:pt x="13285" y="101841"/>
                  </a:lnTo>
                  <a:lnTo>
                    <a:pt x="11297" y="106736"/>
                  </a:lnTo>
                  <a:lnTo>
                    <a:pt x="9466" y="111691"/>
                  </a:lnTo>
                  <a:lnTo>
                    <a:pt x="7791" y="116702"/>
                  </a:lnTo>
                  <a:lnTo>
                    <a:pt x="6276" y="121763"/>
                  </a:lnTo>
                  <a:lnTo>
                    <a:pt x="4922" y="126869"/>
                  </a:lnTo>
                  <a:lnTo>
                    <a:pt x="3730" y="132015"/>
                  </a:lnTo>
                  <a:lnTo>
                    <a:pt x="2701" y="137197"/>
                  </a:lnTo>
                  <a:lnTo>
                    <a:pt x="1836" y="142409"/>
                  </a:lnTo>
                  <a:lnTo>
                    <a:pt x="1136" y="147645"/>
                  </a:lnTo>
                  <a:lnTo>
                    <a:pt x="602" y="152901"/>
                  </a:lnTo>
                  <a:lnTo>
                    <a:pt x="234" y="158171"/>
                  </a:lnTo>
                  <a:lnTo>
                    <a:pt x="34" y="163450"/>
                  </a:lnTo>
                  <a:lnTo>
                    <a:pt x="0" y="168732"/>
                  </a:lnTo>
                  <a:lnTo>
                    <a:pt x="132" y="174013"/>
                  </a:lnTo>
                  <a:lnTo>
                    <a:pt x="432" y="179288"/>
                  </a:lnTo>
                  <a:lnTo>
                    <a:pt x="898" y="184550"/>
                  </a:lnTo>
                  <a:lnTo>
                    <a:pt x="1531" y="189795"/>
                  </a:lnTo>
                  <a:lnTo>
                    <a:pt x="2328" y="195017"/>
                  </a:lnTo>
                  <a:lnTo>
                    <a:pt x="3291" y="200211"/>
                  </a:lnTo>
                  <a:lnTo>
                    <a:pt x="4417" y="205373"/>
                  </a:lnTo>
                  <a:lnTo>
                    <a:pt x="5705" y="210496"/>
                  </a:lnTo>
                  <a:lnTo>
                    <a:pt x="7155" y="215576"/>
                  </a:lnTo>
                  <a:lnTo>
                    <a:pt x="8764" y="220608"/>
                  </a:lnTo>
                  <a:lnTo>
                    <a:pt x="10532" y="225586"/>
                  </a:lnTo>
                  <a:lnTo>
                    <a:pt x="12456" y="230506"/>
                  </a:lnTo>
                  <a:lnTo>
                    <a:pt x="14535" y="235363"/>
                  </a:lnTo>
                  <a:lnTo>
                    <a:pt x="16766" y="240151"/>
                  </a:lnTo>
                  <a:lnTo>
                    <a:pt x="19147" y="244867"/>
                  </a:lnTo>
                  <a:lnTo>
                    <a:pt x="21676" y="249505"/>
                  </a:lnTo>
                  <a:lnTo>
                    <a:pt x="24351" y="254061"/>
                  </a:lnTo>
                  <a:lnTo>
                    <a:pt x="27168" y="258530"/>
                  </a:lnTo>
                  <a:lnTo>
                    <a:pt x="30124" y="262908"/>
                  </a:lnTo>
                  <a:lnTo>
                    <a:pt x="33218" y="267190"/>
                  </a:lnTo>
                  <a:lnTo>
                    <a:pt x="36445" y="271372"/>
                  </a:lnTo>
                  <a:lnTo>
                    <a:pt x="39803" y="275451"/>
                  </a:lnTo>
                  <a:lnTo>
                    <a:pt x="43288" y="279421"/>
                  </a:lnTo>
                  <a:lnTo>
                    <a:pt x="46897" y="283279"/>
                  </a:lnTo>
                  <a:lnTo>
                    <a:pt x="50626" y="287021"/>
                  </a:lnTo>
                  <a:lnTo>
                    <a:pt x="54472" y="290643"/>
                  </a:lnTo>
                  <a:lnTo>
                    <a:pt x="58429" y="294142"/>
                  </a:lnTo>
                  <a:lnTo>
                    <a:pt x="62496" y="297514"/>
                  </a:lnTo>
                  <a:lnTo>
                    <a:pt x="66667" y="300756"/>
                  </a:lnTo>
                  <a:lnTo>
                    <a:pt x="70938" y="303865"/>
                  </a:lnTo>
                  <a:lnTo>
                    <a:pt x="75306" y="306837"/>
                  </a:lnTo>
                  <a:lnTo>
                    <a:pt x="79765" y="309670"/>
                  </a:lnTo>
                  <a:lnTo>
                    <a:pt x="84311" y="312360"/>
                  </a:lnTo>
                  <a:lnTo>
                    <a:pt x="88940" y="314906"/>
                  </a:lnTo>
                  <a:lnTo>
                    <a:pt x="93648" y="317303"/>
                  </a:lnTo>
                  <a:lnTo>
                    <a:pt x="98428" y="319551"/>
                  </a:lnTo>
                  <a:lnTo>
                    <a:pt x="103278" y="321647"/>
                  </a:lnTo>
                  <a:lnTo>
                    <a:pt x="108191" y="323588"/>
                  </a:lnTo>
                  <a:lnTo>
                    <a:pt x="113163" y="325374"/>
                  </a:lnTo>
                  <a:lnTo>
                    <a:pt x="118189" y="327001"/>
                  </a:lnTo>
                  <a:lnTo>
                    <a:pt x="123264" y="328468"/>
                  </a:lnTo>
                  <a:lnTo>
                    <a:pt x="128383" y="329775"/>
                  </a:lnTo>
                  <a:lnTo>
                    <a:pt x="133540" y="330919"/>
                  </a:lnTo>
                  <a:lnTo>
                    <a:pt x="138731" y="331899"/>
                  </a:lnTo>
                  <a:lnTo>
                    <a:pt x="143950" y="332715"/>
                  </a:lnTo>
                  <a:lnTo>
                    <a:pt x="149193" y="333366"/>
                  </a:lnTo>
                  <a:lnTo>
                    <a:pt x="154453" y="333851"/>
                  </a:lnTo>
                  <a:lnTo>
                    <a:pt x="159727" y="334169"/>
                  </a:lnTo>
                  <a:lnTo>
                    <a:pt x="165007" y="334321"/>
                  </a:lnTo>
                  <a:lnTo>
                    <a:pt x="170290" y="334305"/>
                  </a:lnTo>
                  <a:lnTo>
                    <a:pt x="175570" y="334123"/>
                  </a:lnTo>
                  <a:lnTo>
                    <a:pt x="180841" y="333774"/>
                  </a:lnTo>
                  <a:lnTo>
                    <a:pt x="186099" y="333258"/>
                  </a:lnTo>
                  <a:lnTo>
                    <a:pt x="191337" y="332577"/>
                  </a:lnTo>
                  <a:lnTo>
                    <a:pt x="196552" y="331730"/>
                  </a:lnTo>
                  <a:lnTo>
                    <a:pt x="201737" y="330719"/>
                  </a:lnTo>
                  <a:lnTo>
                    <a:pt x="206888" y="329545"/>
                  </a:lnTo>
                  <a:lnTo>
                    <a:pt x="211999" y="328209"/>
                  </a:lnTo>
                  <a:lnTo>
                    <a:pt x="217065" y="326711"/>
                  </a:lnTo>
                  <a:lnTo>
                    <a:pt x="222081" y="325055"/>
                  </a:lnTo>
                  <a:lnTo>
                    <a:pt x="227043" y="323241"/>
                  </a:lnTo>
                  <a:lnTo>
                    <a:pt x="231944" y="321270"/>
                  </a:lnTo>
                  <a:lnTo>
                    <a:pt x="236781" y="319146"/>
                  </a:lnTo>
                  <a:lnTo>
                    <a:pt x="241549" y="316871"/>
                  </a:lnTo>
                  <a:lnTo>
                    <a:pt x="246242" y="314445"/>
                  </a:lnTo>
                  <a:lnTo>
                    <a:pt x="250856" y="311873"/>
                  </a:lnTo>
                  <a:lnTo>
                    <a:pt x="255387" y="309156"/>
                  </a:lnTo>
                  <a:lnTo>
                    <a:pt x="259829" y="306297"/>
                  </a:lnTo>
                  <a:lnTo>
                    <a:pt x="264179" y="303300"/>
                  </a:lnTo>
                  <a:lnTo>
                    <a:pt x="268432" y="300166"/>
                  </a:lnTo>
                  <a:lnTo>
                    <a:pt x="272584" y="296900"/>
                  </a:lnTo>
                  <a:lnTo>
                    <a:pt x="276631" y="293504"/>
                  </a:lnTo>
                  <a:lnTo>
                    <a:pt x="280568" y="289982"/>
                  </a:lnTo>
                  <a:lnTo>
                    <a:pt x="284392" y="286337"/>
                  </a:lnTo>
                  <a:lnTo>
                    <a:pt x="288099" y="282573"/>
                  </a:lnTo>
                  <a:lnTo>
                    <a:pt x="291686" y="278694"/>
                  </a:lnTo>
                  <a:lnTo>
                    <a:pt x="295147" y="274703"/>
                  </a:lnTo>
                  <a:lnTo>
                    <a:pt x="298481" y="270606"/>
                  </a:lnTo>
                  <a:lnTo>
                    <a:pt x="301684" y="266404"/>
                  </a:lnTo>
                  <a:lnTo>
                    <a:pt x="304753" y="262104"/>
                  </a:lnTo>
                  <a:lnTo>
                    <a:pt x="307684" y="257709"/>
                  </a:lnTo>
                  <a:lnTo>
                    <a:pt x="310475" y="253224"/>
                  </a:lnTo>
                  <a:lnTo>
                    <a:pt x="313122" y="248652"/>
                  </a:lnTo>
                  <a:lnTo>
                    <a:pt x="315624" y="243999"/>
                  </a:lnTo>
                  <a:lnTo>
                    <a:pt x="317978" y="239270"/>
                  </a:lnTo>
                  <a:lnTo>
                    <a:pt x="320181" y="234468"/>
                  </a:lnTo>
                  <a:lnTo>
                    <a:pt x="322231" y="229599"/>
                  </a:lnTo>
                  <a:lnTo>
                    <a:pt x="324126" y="224668"/>
                  </a:lnTo>
                  <a:lnTo>
                    <a:pt x="325865" y="219680"/>
                  </a:lnTo>
                  <a:lnTo>
                    <a:pt x="327445" y="214639"/>
                  </a:lnTo>
                  <a:lnTo>
                    <a:pt x="328865" y="209550"/>
                  </a:lnTo>
                  <a:lnTo>
                    <a:pt x="330123" y="204420"/>
                  </a:lnTo>
                  <a:lnTo>
                    <a:pt x="331219" y="199252"/>
                  </a:lnTo>
                  <a:lnTo>
                    <a:pt x="332151" y="194052"/>
                  </a:lnTo>
                  <a:lnTo>
                    <a:pt x="332918" y="188825"/>
                  </a:lnTo>
                  <a:lnTo>
                    <a:pt x="333520" y="183577"/>
                  </a:lnTo>
                  <a:lnTo>
                    <a:pt x="333955" y="178312"/>
                  </a:lnTo>
                  <a:lnTo>
                    <a:pt x="334224" y="173036"/>
                  </a:lnTo>
                  <a:lnTo>
                    <a:pt x="334326" y="167754"/>
                  </a:lnTo>
                  <a:lnTo>
                    <a:pt x="334261" y="162472"/>
                  </a:lnTo>
                  <a:lnTo>
                    <a:pt x="334029" y="157194"/>
                  </a:lnTo>
                  <a:lnTo>
                    <a:pt x="333631" y="151926"/>
                  </a:lnTo>
                  <a:lnTo>
                    <a:pt x="333066" y="146674"/>
                  </a:lnTo>
                  <a:lnTo>
                    <a:pt x="332336" y="141441"/>
                  </a:lnTo>
                  <a:lnTo>
                    <a:pt x="331440" y="136235"/>
                  </a:lnTo>
                  <a:lnTo>
                    <a:pt x="330381" y="131060"/>
                  </a:lnTo>
                  <a:lnTo>
                    <a:pt x="329159" y="125920"/>
                  </a:lnTo>
                  <a:lnTo>
                    <a:pt x="327774" y="120822"/>
                  </a:lnTo>
                  <a:lnTo>
                    <a:pt x="326230" y="115770"/>
                  </a:lnTo>
                  <a:lnTo>
                    <a:pt x="324526" y="110769"/>
                  </a:lnTo>
                  <a:lnTo>
                    <a:pt x="322666" y="105825"/>
                  </a:lnTo>
                  <a:lnTo>
                    <a:pt x="320650" y="100942"/>
                  </a:lnTo>
                  <a:lnTo>
                    <a:pt x="318480" y="96125"/>
                  </a:lnTo>
                  <a:lnTo>
                    <a:pt x="316160" y="91379"/>
                  </a:lnTo>
                  <a:lnTo>
                    <a:pt x="313691" y="86709"/>
                  </a:lnTo>
                  <a:lnTo>
                    <a:pt x="311076" y="82119"/>
                  </a:lnTo>
                  <a:lnTo>
                    <a:pt x="308316" y="77614"/>
                  </a:lnTo>
                  <a:lnTo>
                    <a:pt x="305416" y="73198"/>
                  </a:lnTo>
                  <a:lnTo>
                    <a:pt x="302378" y="68877"/>
                  </a:lnTo>
                  <a:lnTo>
                    <a:pt x="299205" y="64653"/>
                  </a:lnTo>
                  <a:lnTo>
                    <a:pt x="295899" y="60532"/>
                  </a:lnTo>
                  <a:lnTo>
                    <a:pt x="292466" y="56517"/>
                  </a:lnTo>
                  <a:lnTo>
                    <a:pt x="288907" y="52613"/>
                  </a:lnTo>
                  <a:lnTo>
                    <a:pt x="285226" y="48823"/>
                  </a:lnTo>
                  <a:lnTo>
                    <a:pt x="281428" y="45152"/>
                  </a:lnTo>
                  <a:lnTo>
                    <a:pt x="277516" y="41602"/>
                  </a:lnTo>
                  <a:lnTo>
                    <a:pt x="273493" y="38178"/>
                  </a:lnTo>
                  <a:lnTo>
                    <a:pt x="269364" y="34882"/>
                  </a:lnTo>
                  <a:lnTo>
                    <a:pt x="265133" y="31719"/>
                  </a:lnTo>
                  <a:lnTo>
                    <a:pt x="260804" y="28691"/>
                  </a:lnTo>
                  <a:lnTo>
                    <a:pt x="256382" y="25801"/>
                  </a:lnTo>
                  <a:lnTo>
                    <a:pt x="251870" y="23052"/>
                  </a:lnTo>
                  <a:lnTo>
                    <a:pt x="247274" y="20448"/>
                  </a:lnTo>
                  <a:lnTo>
                    <a:pt x="242598" y="17989"/>
                  </a:lnTo>
                  <a:lnTo>
                    <a:pt x="237847" y="15680"/>
                  </a:lnTo>
                  <a:lnTo>
                    <a:pt x="233025" y="13522"/>
                  </a:lnTo>
                  <a:lnTo>
                    <a:pt x="228137" y="1151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191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8530"/>
              <a:ext cx="60977" cy="159029"/>
            </a:xfrm>
            <a:custGeom>
              <a:avLst/>
              <a:pathLst>
                <a:path w="60977" h="159029">
                  <a:moveTo>
                    <a:pt x="60977" y="3380"/>
                  </a:moveTo>
                  <a:lnTo>
                    <a:pt x="51521" y="0"/>
                  </a:lnTo>
                  <a:lnTo>
                    <a:pt x="0" y="159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1521" cy="167167"/>
            </a:xfrm>
            <a:custGeom>
              <a:avLst/>
              <a:pathLst>
                <a:path w="51521" h="167167">
                  <a:moveTo>
                    <a:pt x="51521" y="8137"/>
                  </a:moveTo>
                  <a:lnTo>
                    <a:pt x="45255" y="6242"/>
                  </a:lnTo>
                  <a:lnTo>
                    <a:pt x="38919" y="4593"/>
                  </a:lnTo>
                  <a:lnTo>
                    <a:pt x="32524" y="3194"/>
                  </a:lnTo>
                  <a:lnTo>
                    <a:pt x="26079" y="2046"/>
                  </a:lnTo>
                  <a:lnTo>
                    <a:pt x="19594" y="1152"/>
                  </a:lnTo>
                  <a:lnTo>
                    <a:pt x="13080" y="512"/>
                  </a:lnTo>
                  <a:lnTo>
                    <a:pt x="6545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482" y="4659281"/>
              <a:ext cx="167042" cy="167167"/>
            </a:xfrm>
            <a:custGeom>
              <a:avLst/>
              <a:pathLst>
                <a:path w="167042" h="167167">
                  <a:moveTo>
                    <a:pt x="167042" y="0"/>
                  </a:moveTo>
                  <a:lnTo>
                    <a:pt x="161594" y="88"/>
                  </a:lnTo>
                  <a:lnTo>
                    <a:pt x="156151" y="355"/>
                  </a:lnTo>
                  <a:lnTo>
                    <a:pt x="150720" y="798"/>
                  </a:lnTo>
                  <a:lnTo>
                    <a:pt x="145306" y="1419"/>
                  </a:lnTo>
                  <a:lnTo>
                    <a:pt x="139915" y="2215"/>
                  </a:lnTo>
                  <a:lnTo>
                    <a:pt x="134553" y="3187"/>
                  </a:lnTo>
                  <a:lnTo>
                    <a:pt x="129226" y="4333"/>
                  </a:lnTo>
                  <a:lnTo>
                    <a:pt x="123938" y="5652"/>
                  </a:lnTo>
                  <a:lnTo>
                    <a:pt x="118697" y="7143"/>
                  </a:lnTo>
                  <a:lnTo>
                    <a:pt x="113507" y="8804"/>
                  </a:lnTo>
                  <a:lnTo>
                    <a:pt x="108374" y="10633"/>
                  </a:lnTo>
                  <a:lnTo>
                    <a:pt x="103303" y="12628"/>
                  </a:lnTo>
                  <a:lnTo>
                    <a:pt x="98300" y="14788"/>
                  </a:lnTo>
                  <a:lnTo>
                    <a:pt x="93370" y="17109"/>
                  </a:lnTo>
                  <a:lnTo>
                    <a:pt x="88518" y="19590"/>
                  </a:lnTo>
                  <a:lnTo>
                    <a:pt x="83750" y="22228"/>
                  </a:lnTo>
                  <a:lnTo>
                    <a:pt x="79070" y="25020"/>
                  </a:lnTo>
                  <a:lnTo>
                    <a:pt x="74483" y="27963"/>
                  </a:lnTo>
                  <a:lnTo>
                    <a:pt x="69995" y="31054"/>
                  </a:lnTo>
                  <a:lnTo>
                    <a:pt x="65611" y="34289"/>
                  </a:lnTo>
                  <a:lnTo>
                    <a:pt x="61333" y="37666"/>
                  </a:lnTo>
                  <a:lnTo>
                    <a:pt x="57169" y="41180"/>
                  </a:lnTo>
                  <a:lnTo>
                    <a:pt x="53121" y="44828"/>
                  </a:lnTo>
                  <a:lnTo>
                    <a:pt x="49194" y="48606"/>
                  </a:lnTo>
                  <a:lnTo>
                    <a:pt x="45392" y="52510"/>
                  </a:lnTo>
                  <a:lnTo>
                    <a:pt x="41720" y="56536"/>
                  </a:lnTo>
                  <a:lnTo>
                    <a:pt x="38180" y="60680"/>
                  </a:lnTo>
                  <a:lnTo>
                    <a:pt x="34778" y="64936"/>
                  </a:lnTo>
                  <a:lnTo>
                    <a:pt x="31516" y="69302"/>
                  </a:lnTo>
                  <a:lnTo>
                    <a:pt x="28398" y="73771"/>
                  </a:lnTo>
                  <a:lnTo>
                    <a:pt x="25428" y="78339"/>
                  </a:lnTo>
                  <a:lnTo>
                    <a:pt x="22608" y="83002"/>
                  </a:lnTo>
                  <a:lnTo>
                    <a:pt x="19942" y="87755"/>
                  </a:lnTo>
                  <a:lnTo>
                    <a:pt x="17431" y="92591"/>
                  </a:lnTo>
                  <a:lnTo>
                    <a:pt x="15080" y="97507"/>
                  </a:lnTo>
                  <a:lnTo>
                    <a:pt x="12890" y="102497"/>
                  </a:lnTo>
                  <a:lnTo>
                    <a:pt x="10864" y="107556"/>
                  </a:lnTo>
                  <a:lnTo>
                    <a:pt x="9005" y="112678"/>
                  </a:lnTo>
                  <a:lnTo>
                    <a:pt x="7313" y="117858"/>
                  </a:lnTo>
                  <a:lnTo>
                    <a:pt x="5790" y="123090"/>
                  </a:lnTo>
                  <a:lnTo>
                    <a:pt x="4439" y="128370"/>
                  </a:lnTo>
                  <a:lnTo>
                    <a:pt x="3261" y="133690"/>
                  </a:lnTo>
                  <a:lnTo>
                    <a:pt x="2257" y="139046"/>
                  </a:lnTo>
                  <a:lnTo>
                    <a:pt x="1428" y="144432"/>
                  </a:lnTo>
                  <a:lnTo>
                    <a:pt x="775" y="149842"/>
                  </a:lnTo>
                  <a:lnTo>
                    <a:pt x="299" y="155270"/>
                  </a:lnTo>
                  <a:lnTo>
                    <a:pt x="0" y="160712"/>
                  </a:lnTo>
                  <a:lnTo>
                    <a:pt x="16704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482" y="4819993"/>
              <a:ext cx="167042" cy="6455"/>
            </a:xfrm>
            <a:custGeom>
              <a:avLst/>
              <a:pathLst>
                <a:path w="167042" h="6455">
                  <a:moveTo>
                    <a:pt x="0" y="0"/>
                  </a:moveTo>
                  <a:lnTo>
                    <a:pt x="167042" y="6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88" y="4819993"/>
              <a:ext cx="167136" cy="19356"/>
            </a:xfrm>
            <a:custGeom>
              <a:avLst/>
              <a:pathLst>
                <a:path w="167136" h="19356">
                  <a:moveTo>
                    <a:pt x="93" y="0"/>
                  </a:moveTo>
                  <a:lnTo>
                    <a:pt x="0" y="9683"/>
                  </a:lnTo>
                  <a:lnTo>
                    <a:pt x="467" y="19356"/>
                  </a:lnTo>
                  <a:lnTo>
                    <a:pt x="167136" y="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856" y="4659281"/>
              <a:ext cx="333817" cy="334334"/>
            </a:xfrm>
            <a:custGeom>
              <a:avLst/>
              <a:pathLst>
                <a:path w="333817" h="334334">
                  <a:moveTo>
                    <a:pt x="0" y="180068"/>
                  </a:moveTo>
                  <a:lnTo>
                    <a:pt x="493" y="185352"/>
                  </a:lnTo>
                  <a:lnTo>
                    <a:pt x="1154" y="190618"/>
                  </a:lnTo>
                  <a:lnTo>
                    <a:pt x="1982" y="195860"/>
                  </a:lnTo>
                  <a:lnTo>
                    <a:pt x="2976" y="201073"/>
                  </a:lnTo>
                  <a:lnTo>
                    <a:pt x="4134" y="206252"/>
                  </a:lnTo>
                  <a:lnTo>
                    <a:pt x="5457" y="211391"/>
                  </a:lnTo>
                  <a:lnTo>
                    <a:pt x="6942" y="216486"/>
                  </a:lnTo>
                  <a:lnTo>
                    <a:pt x="8588" y="221531"/>
                  </a:lnTo>
                  <a:lnTo>
                    <a:pt x="10393" y="226522"/>
                  </a:lnTo>
                  <a:lnTo>
                    <a:pt x="12356" y="231452"/>
                  </a:lnTo>
                  <a:lnTo>
                    <a:pt x="14474" y="236318"/>
                  </a:lnTo>
                  <a:lnTo>
                    <a:pt x="16746" y="241114"/>
                  </a:lnTo>
                  <a:lnTo>
                    <a:pt x="19169" y="245836"/>
                  </a:lnTo>
                  <a:lnTo>
                    <a:pt x="21740" y="250478"/>
                  </a:lnTo>
                  <a:lnTo>
                    <a:pt x="24458" y="255037"/>
                  </a:lnTo>
                  <a:lnTo>
                    <a:pt x="27318" y="259506"/>
                  </a:lnTo>
                  <a:lnTo>
                    <a:pt x="30320" y="263883"/>
                  </a:lnTo>
                  <a:lnTo>
                    <a:pt x="33458" y="268162"/>
                  </a:lnTo>
                  <a:lnTo>
                    <a:pt x="36731" y="272340"/>
                  </a:lnTo>
                  <a:lnTo>
                    <a:pt x="40135" y="276411"/>
                  </a:lnTo>
                  <a:lnTo>
                    <a:pt x="43667" y="280373"/>
                  </a:lnTo>
                  <a:lnTo>
                    <a:pt x="47322" y="284220"/>
                  </a:lnTo>
                  <a:lnTo>
                    <a:pt x="51098" y="287949"/>
                  </a:lnTo>
                  <a:lnTo>
                    <a:pt x="54990" y="291557"/>
                  </a:lnTo>
                  <a:lnTo>
                    <a:pt x="58995" y="295039"/>
                  </a:lnTo>
                  <a:lnTo>
                    <a:pt x="63108" y="298392"/>
                  </a:lnTo>
                  <a:lnTo>
                    <a:pt x="67325" y="301614"/>
                  </a:lnTo>
                  <a:lnTo>
                    <a:pt x="71643" y="304699"/>
                  </a:lnTo>
                  <a:lnTo>
                    <a:pt x="76056" y="307646"/>
                  </a:lnTo>
                  <a:lnTo>
                    <a:pt x="80561" y="310452"/>
                  </a:lnTo>
                  <a:lnTo>
                    <a:pt x="85153" y="313113"/>
                  </a:lnTo>
                  <a:lnTo>
                    <a:pt x="89826" y="315627"/>
                  </a:lnTo>
                  <a:lnTo>
                    <a:pt x="94578" y="317991"/>
                  </a:lnTo>
                  <a:lnTo>
                    <a:pt x="99401" y="320203"/>
                  </a:lnTo>
                  <a:lnTo>
                    <a:pt x="104293" y="322261"/>
                  </a:lnTo>
                  <a:lnTo>
                    <a:pt x="109248" y="324163"/>
                  </a:lnTo>
                  <a:lnTo>
                    <a:pt x="114260" y="325907"/>
                  </a:lnTo>
                  <a:lnTo>
                    <a:pt x="119325" y="327490"/>
                  </a:lnTo>
                  <a:lnTo>
                    <a:pt x="124438" y="328912"/>
                  </a:lnTo>
                  <a:lnTo>
                    <a:pt x="129593" y="330171"/>
                  </a:lnTo>
                  <a:lnTo>
                    <a:pt x="134786" y="331266"/>
                  </a:lnTo>
                  <a:lnTo>
                    <a:pt x="140011" y="332195"/>
                  </a:lnTo>
                  <a:lnTo>
                    <a:pt x="145263" y="332958"/>
                  </a:lnTo>
                  <a:lnTo>
                    <a:pt x="150536" y="333554"/>
                  </a:lnTo>
                  <a:lnTo>
                    <a:pt x="155826" y="333982"/>
                  </a:lnTo>
                  <a:lnTo>
                    <a:pt x="161126" y="334242"/>
                  </a:lnTo>
                  <a:lnTo>
                    <a:pt x="166432" y="334334"/>
                  </a:lnTo>
                  <a:lnTo>
                    <a:pt x="171739" y="334257"/>
                  </a:lnTo>
                  <a:lnTo>
                    <a:pt x="177040" y="334012"/>
                  </a:lnTo>
                  <a:lnTo>
                    <a:pt x="182331" y="333599"/>
                  </a:lnTo>
                  <a:lnTo>
                    <a:pt x="187606" y="333018"/>
                  </a:lnTo>
                  <a:lnTo>
                    <a:pt x="192860" y="332270"/>
                  </a:lnTo>
                  <a:lnTo>
                    <a:pt x="198087" y="331355"/>
                  </a:lnTo>
                  <a:lnTo>
                    <a:pt x="203283" y="330275"/>
                  </a:lnTo>
                  <a:lnTo>
                    <a:pt x="208442" y="329031"/>
                  </a:lnTo>
                  <a:lnTo>
                    <a:pt x="213559" y="327623"/>
                  </a:lnTo>
                  <a:lnTo>
                    <a:pt x="218629" y="326054"/>
                  </a:lnTo>
                  <a:lnTo>
                    <a:pt x="223646" y="324325"/>
                  </a:lnTo>
                  <a:lnTo>
                    <a:pt x="228606" y="322437"/>
                  </a:lnTo>
                  <a:lnTo>
                    <a:pt x="233503" y="320392"/>
                  </a:lnTo>
                  <a:lnTo>
                    <a:pt x="238333" y="318194"/>
                  </a:lnTo>
                  <a:lnTo>
                    <a:pt x="243091" y="315843"/>
                  </a:lnTo>
                  <a:lnTo>
                    <a:pt x="247772" y="313342"/>
                  </a:lnTo>
                  <a:lnTo>
                    <a:pt x="252371" y="310694"/>
                  </a:lnTo>
                  <a:lnTo>
                    <a:pt x="256884" y="307901"/>
                  </a:lnTo>
                  <a:lnTo>
                    <a:pt x="261305" y="304967"/>
                  </a:lnTo>
                  <a:lnTo>
                    <a:pt x="265632" y="301893"/>
                  </a:lnTo>
                  <a:lnTo>
                    <a:pt x="269858" y="298684"/>
                  </a:lnTo>
                  <a:lnTo>
                    <a:pt x="273981" y="295342"/>
                  </a:lnTo>
                  <a:lnTo>
                    <a:pt x="277995" y="291872"/>
                  </a:lnTo>
                  <a:lnTo>
                    <a:pt x="281898" y="288275"/>
                  </a:lnTo>
                  <a:lnTo>
                    <a:pt x="285684" y="284556"/>
                  </a:lnTo>
                  <a:lnTo>
                    <a:pt x="289350" y="280719"/>
                  </a:lnTo>
                  <a:lnTo>
                    <a:pt x="292893" y="276768"/>
                  </a:lnTo>
                  <a:lnTo>
                    <a:pt x="296308" y="272706"/>
                  </a:lnTo>
                  <a:lnTo>
                    <a:pt x="299593" y="268538"/>
                  </a:lnTo>
                  <a:lnTo>
                    <a:pt x="302744" y="264267"/>
                  </a:lnTo>
                  <a:lnTo>
                    <a:pt x="305757" y="259899"/>
                  </a:lnTo>
                  <a:lnTo>
                    <a:pt x="308631" y="255437"/>
                  </a:lnTo>
                  <a:lnTo>
                    <a:pt x="311361" y="250887"/>
                  </a:lnTo>
                  <a:lnTo>
                    <a:pt x="313945" y="246252"/>
                  </a:lnTo>
                  <a:lnTo>
                    <a:pt x="316382" y="241537"/>
                  </a:lnTo>
                  <a:lnTo>
                    <a:pt x="318667" y="236747"/>
                  </a:lnTo>
                  <a:lnTo>
                    <a:pt x="320799" y="231887"/>
                  </a:lnTo>
                  <a:lnTo>
                    <a:pt x="322776" y="226962"/>
                  </a:lnTo>
                  <a:lnTo>
                    <a:pt x="324595" y="221977"/>
                  </a:lnTo>
                  <a:lnTo>
                    <a:pt x="326255" y="216937"/>
                  </a:lnTo>
                  <a:lnTo>
                    <a:pt x="327755" y="211846"/>
                  </a:lnTo>
                  <a:lnTo>
                    <a:pt x="329092" y="206710"/>
                  </a:lnTo>
                  <a:lnTo>
                    <a:pt x="330265" y="201535"/>
                  </a:lnTo>
                  <a:lnTo>
                    <a:pt x="331273" y="196324"/>
                  </a:lnTo>
                  <a:lnTo>
                    <a:pt x="332116" y="191085"/>
                  </a:lnTo>
                  <a:lnTo>
                    <a:pt x="332792" y="185821"/>
                  </a:lnTo>
                  <a:lnTo>
                    <a:pt x="333300" y="180538"/>
                  </a:lnTo>
                  <a:lnTo>
                    <a:pt x="333641" y="175242"/>
                  </a:lnTo>
                  <a:lnTo>
                    <a:pt x="333813" y="169938"/>
                  </a:lnTo>
                  <a:lnTo>
                    <a:pt x="333817" y="164631"/>
                  </a:lnTo>
                  <a:lnTo>
                    <a:pt x="333652" y="159327"/>
                  </a:lnTo>
                  <a:lnTo>
                    <a:pt x="333319" y="154031"/>
                  </a:lnTo>
                  <a:lnTo>
                    <a:pt x="332818" y="148747"/>
                  </a:lnTo>
                  <a:lnTo>
                    <a:pt x="332150" y="143483"/>
                  </a:lnTo>
                  <a:lnTo>
                    <a:pt x="331314" y="138242"/>
                  </a:lnTo>
                  <a:lnTo>
                    <a:pt x="330313" y="133030"/>
                  </a:lnTo>
                  <a:lnTo>
                    <a:pt x="329147" y="127853"/>
                  </a:lnTo>
                  <a:lnTo>
                    <a:pt x="327817" y="122715"/>
                  </a:lnTo>
                  <a:lnTo>
                    <a:pt x="326325" y="117623"/>
                  </a:lnTo>
                  <a:lnTo>
                    <a:pt x="324672" y="112580"/>
                  </a:lnTo>
                  <a:lnTo>
                    <a:pt x="322860" y="107592"/>
                  </a:lnTo>
                  <a:lnTo>
                    <a:pt x="320890" y="102664"/>
                  </a:lnTo>
                  <a:lnTo>
                    <a:pt x="318765" y="97801"/>
                  </a:lnTo>
                  <a:lnTo>
                    <a:pt x="316486" y="93008"/>
                  </a:lnTo>
                  <a:lnTo>
                    <a:pt x="314057" y="88290"/>
                  </a:lnTo>
                  <a:lnTo>
                    <a:pt x="311479" y="83651"/>
                  </a:lnTo>
                  <a:lnTo>
                    <a:pt x="308755" y="79097"/>
                  </a:lnTo>
                  <a:lnTo>
                    <a:pt x="305888" y="74631"/>
                  </a:lnTo>
                  <a:lnTo>
                    <a:pt x="302880" y="70259"/>
                  </a:lnTo>
                  <a:lnTo>
                    <a:pt x="299736" y="65984"/>
                  </a:lnTo>
                  <a:lnTo>
                    <a:pt x="296457" y="61811"/>
                  </a:lnTo>
                  <a:lnTo>
                    <a:pt x="293047" y="57744"/>
                  </a:lnTo>
                  <a:lnTo>
                    <a:pt x="289510" y="53788"/>
                  </a:lnTo>
                  <a:lnTo>
                    <a:pt x="285849" y="49946"/>
                  </a:lnTo>
                  <a:lnTo>
                    <a:pt x="282068" y="46222"/>
                  </a:lnTo>
                  <a:lnTo>
                    <a:pt x="278171" y="42620"/>
                  </a:lnTo>
                  <a:lnTo>
                    <a:pt x="274162" y="39143"/>
                  </a:lnTo>
                  <a:lnTo>
                    <a:pt x="270044" y="35795"/>
                  </a:lnTo>
                  <a:lnTo>
                    <a:pt x="265822" y="32580"/>
                  </a:lnTo>
                  <a:lnTo>
                    <a:pt x="261500" y="29501"/>
                  </a:lnTo>
                  <a:lnTo>
                    <a:pt x="257082" y="26560"/>
                  </a:lnTo>
                  <a:lnTo>
                    <a:pt x="252573" y="23761"/>
                  </a:lnTo>
                  <a:lnTo>
                    <a:pt x="247978" y="21106"/>
                  </a:lnTo>
                  <a:lnTo>
                    <a:pt x="243301" y="18599"/>
                  </a:lnTo>
                  <a:lnTo>
                    <a:pt x="238546" y="16241"/>
                  </a:lnTo>
                  <a:lnTo>
                    <a:pt x="233719" y="14036"/>
                  </a:lnTo>
                  <a:lnTo>
                    <a:pt x="228825" y="11985"/>
                  </a:lnTo>
                  <a:lnTo>
                    <a:pt x="223868" y="10090"/>
                  </a:lnTo>
                  <a:lnTo>
                    <a:pt x="218853" y="8353"/>
                  </a:lnTo>
                  <a:lnTo>
                    <a:pt x="213785" y="6777"/>
                  </a:lnTo>
                  <a:lnTo>
                    <a:pt x="208671" y="5362"/>
                  </a:lnTo>
                  <a:lnTo>
                    <a:pt x="203513" y="4111"/>
                  </a:lnTo>
                  <a:lnTo>
                    <a:pt x="198319" y="3023"/>
                  </a:lnTo>
                  <a:lnTo>
                    <a:pt x="193093" y="2101"/>
                  </a:lnTo>
                  <a:lnTo>
                    <a:pt x="187840" y="1346"/>
                  </a:lnTo>
                  <a:lnTo>
                    <a:pt x="182566" y="757"/>
                  </a:lnTo>
                  <a:lnTo>
                    <a:pt x="177276" y="336"/>
                  </a:lnTo>
                  <a:lnTo>
                    <a:pt x="171975" y="84"/>
                  </a:lnTo>
                  <a:lnTo>
                    <a:pt x="166668" y="0"/>
                  </a:lnTo>
                  <a:lnTo>
                    <a:pt x="1666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003" y="5018213"/>
              <a:ext cx="717" cy="167167"/>
            </a:xfrm>
            <a:custGeom>
              <a:avLst/>
              <a:pathLst>
                <a:path w="717" h="167167">
                  <a:moveTo>
                    <a:pt x="717" y="0"/>
                  </a:moveTo>
                  <a:lnTo>
                    <a:pt x="0" y="1"/>
                  </a:lnTo>
                  <a:lnTo>
                    <a:pt x="71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9" y="5018214"/>
              <a:ext cx="334319" cy="334327"/>
            </a:xfrm>
            <a:custGeom>
              <a:avLst/>
              <a:pathLst>
                <a:path w="334319" h="334327">
                  <a:moveTo>
                    <a:pt x="166434" y="0"/>
                  </a:moveTo>
                  <a:lnTo>
                    <a:pt x="161152" y="106"/>
                  </a:lnTo>
                  <a:lnTo>
                    <a:pt x="155876" y="379"/>
                  </a:lnTo>
                  <a:lnTo>
                    <a:pt x="150612" y="818"/>
                  </a:lnTo>
                  <a:lnTo>
                    <a:pt x="145364" y="1424"/>
                  </a:lnTo>
                  <a:lnTo>
                    <a:pt x="140138" y="2195"/>
                  </a:lnTo>
                  <a:lnTo>
                    <a:pt x="134939" y="3131"/>
                  </a:lnTo>
                  <a:lnTo>
                    <a:pt x="129771" y="4231"/>
                  </a:lnTo>
                  <a:lnTo>
                    <a:pt x="124642" y="5493"/>
                  </a:lnTo>
                  <a:lnTo>
                    <a:pt x="119554" y="6917"/>
                  </a:lnTo>
                  <a:lnTo>
                    <a:pt x="114515" y="8501"/>
                  </a:lnTo>
                  <a:lnTo>
                    <a:pt x="109528" y="10244"/>
                  </a:lnTo>
                  <a:lnTo>
                    <a:pt x="104598" y="12143"/>
                  </a:lnTo>
                  <a:lnTo>
                    <a:pt x="99731" y="14197"/>
                  </a:lnTo>
                  <a:lnTo>
                    <a:pt x="94931" y="16403"/>
                  </a:lnTo>
                  <a:lnTo>
                    <a:pt x="90203" y="18761"/>
                  </a:lnTo>
                  <a:lnTo>
                    <a:pt x="85552" y="21266"/>
                  </a:lnTo>
                  <a:lnTo>
                    <a:pt x="80983" y="23918"/>
                  </a:lnTo>
                  <a:lnTo>
                    <a:pt x="76500" y="26712"/>
                  </a:lnTo>
                  <a:lnTo>
                    <a:pt x="72107" y="29646"/>
                  </a:lnTo>
                  <a:lnTo>
                    <a:pt x="67809" y="32718"/>
                  </a:lnTo>
                  <a:lnTo>
                    <a:pt x="63610" y="35924"/>
                  </a:lnTo>
                  <a:lnTo>
                    <a:pt x="59515" y="39262"/>
                  </a:lnTo>
                  <a:lnTo>
                    <a:pt x="55527" y="42727"/>
                  </a:lnTo>
                  <a:lnTo>
                    <a:pt x="51651" y="46316"/>
                  </a:lnTo>
                  <a:lnTo>
                    <a:pt x="47890" y="50026"/>
                  </a:lnTo>
                  <a:lnTo>
                    <a:pt x="44248" y="53853"/>
                  </a:lnTo>
                  <a:lnTo>
                    <a:pt x="40729" y="57793"/>
                  </a:lnTo>
                  <a:lnTo>
                    <a:pt x="37336" y="61842"/>
                  </a:lnTo>
                  <a:lnTo>
                    <a:pt x="34073" y="65996"/>
                  </a:lnTo>
                  <a:lnTo>
                    <a:pt x="30943" y="70252"/>
                  </a:lnTo>
                  <a:lnTo>
                    <a:pt x="27949" y="74604"/>
                  </a:lnTo>
                  <a:lnTo>
                    <a:pt x="25093" y="79049"/>
                  </a:lnTo>
                  <a:lnTo>
                    <a:pt x="22380" y="83582"/>
                  </a:lnTo>
                  <a:lnTo>
                    <a:pt x="19811" y="88198"/>
                  </a:lnTo>
                  <a:lnTo>
                    <a:pt x="17390" y="92893"/>
                  </a:lnTo>
                  <a:lnTo>
                    <a:pt x="15118" y="97662"/>
                  </a:lnTo>
                  <a:lnTo>
                    <a:pt x="12997" y="102501"/>
                  </a:lnTo>
                  <a:lnTo>
                    <a:pt x="11031" y="107404"/>
                  </a:lnTo>
                  <a:lnTo>
                    <a:pt x="9221" y="112367"/>
                  </a:lnTo>
                  <a:lnTo>
                    <a:pt x="7568" y="117385"/>
                  </a:lnTo>
                  <a:lnTo>
                    <a:pt x="6075" y="122452"/>
                  </a:lnTo>
                  <a:lnTo>
                    <a:pt x="4742" y="127564"/>
                  </a:lnTo>
                  <a:lnTo>
                    <a:pt x="3572" y="132716"/>
                  </a:lnTo>
                  <a:lnTo>
                    <a:pt x="2565" y="137902"/>
                  </a:lnTo>
                  <a:lnTo>
                    <a:pt x="1723" y="143117"/>
                  </a:lnTo>
                  <a:lnTo>
                    <a:pt x="1045" y="148356"/>
                  </a:lnTo>
                  <a:lnTo>
                    <a:pt x="534" y="153614"/>
                  </a:lnTo>
                  <a:lnTo>
                    <a:pt x="189" y="158886"/>
                  </a:lnTo>
                  <a:lnTo>
                    <a:pt x="11" y="164165"/>
                  </a:lnTo>
                  <a:lnTo>
                    <a:pt x="0" y="169448"/>
                  </a:lnTo>
                  <a:lnTo>
                    <a:pt x="155" y="174729"/>
                  </a:lnTo>
                  <a:lnTo>
                    <a:pt x="477" y="180002"/>
                  </a:lnTo>
                  <a:lnTo>
                    <a:pt x="966" y="185262"/>
                  </a:lnTo>
                  <a:lnTo>
                    <a:pt x="1621" y="190504"/>
                  </a:lnTo>
                  <a:lnTo>
                    <a:pt x="2441" y="195723"/>
                  </a:lnTo>
                  <a:lnTo>
                    <a:pt x="3426" y="200913"/>
                  </a:lnTo>
                  <a:lnTo>
                    <a:pt x="4574" y="206069"/>
                  </a:lnTo>
                  <a:lnTo>
                    <a:pt x="5884" y="211187"/>
                  </a:lnTo>
                  <a:lnTo>
                    <a:pt x="7356" y="216261"/>
                  </a:lnTo>
                  <a:lnTo>
                    <a:pt x="8987" y="221285"/>
                  </a:lnTo>
                  <a:lnTo>
                    <a:pt x="10776" y="226256"/>
                  </a:lnTo>
                  <a:lnTo>
                    <a:pt x="12721" y="231168"/>
                  </a:lnTo>
                  <a:lnTo>
                    <a:pt x="14821" y="236015"/>
                  </a:lnTo>
                  <a:lnTo>
                    <a:pt x="17072" y="240794"/>
                  </a:lnTo>
                  <a:lnTo>
                    <a:pt x="19474" y="245500"/>
                  </a:lnTo>
                  <a:lnTo>
                    <a:pt x="22023" y="250127"/>
                  </a:lnTo>
                  <a:lnTo>
                    <a:pt x="24717" y="254671"/>
                  </a:lnTo>
                  <a:lnTo>
                    <a:pt x="27553" y="259128"/>
                  </a:lnTo>
                  <a:lnTo>
                    <a:pt x="30528" y="263493"/>
                  </a:lnTo>
                  <a:lnTo>
                    <a:pt x="33640" y="267762"/>
                  </a:lnTo>
                  <a:lnTo>
                    <a:pt x="36886" y="271931"/>
                  </a:lnTo>
                  <a:lnTo>
                    <a:pt x="40261" y="275995"/>
                  </a:lnTo>
                  <a:lnTo>
                    <a:pt x="43763" y="279950"/>
                  </a:lnTo>
                  <a:lnTo>
                    <a:pt x="47389" y="283792"/>
                  </a:lnTo>
                  <a:lnTo>
                    <a:pt x="51133" y="287518"/>
                  </a:lnTo>
                  <a:lnTo>
                    <a:pt x="54994" y="291124"/>
                  </a:lnTo>
                  <a:lnTo>
                    <a:pt x="58967" y="294606"/>
                  </a:lnTo>
                  <a:lnTo>
                    <a:pt x="63048" y="297961"/>
                  </a:lnTo>
                  <a:lnTo>
                    <a:pt x="67233" y="301185"/>
                  </a:lnTo>
                  <a:lnTo>
                    <a:pt x="71518" y="304275"/>
                  </a:lnTo>
                  <a:lnTo>
                    <a:pt x="75898" y="307229"/>
                  </a:lnTo>
                  <a:lnTo>
                    <a:pt x="80369" y="310042"/>
                  </a:lnTo>
                  <a:lnTo>
                    <a:pt x="84927" y="312713"/>
                  </a:lnTo>
                  <a:lnTo>
                    <a:pt x="89567" y="315238"/>
                  </a:lnTo>
                  <a:lnTo>
                    <a:pt x="94285" y="317616"/>
                  </a:lnTo>
                  <a:lnTo>
                    <a:pt x="99075" y="319843"/>
                  </a:lnTo>
                  <a:lnTo>
                    <a:pt x="103933" y="321918"/>
                  </a:lnTo>
                  <a:lnTo>
                    <a:pt x="108855" y="323838"/>
                  </a:lnTo>
                  <a:lnTo>
                    <a:pt x="113834" y="325602"/>
                  </a:lnTo>
                  <a:lnTo>
                    <a:pt x="118867" y="327208"/>
                  </a:lnTo>
                  <a:lnTo>
                    <a:pt x="123948" y="328654"/>
                  </a:lnTo>
                  <a:lnTo>
                    <a:pt x="129073" y="329938"/>
                  </a:lnTo>
                  <a:lnTo>
                    <a:pt x="134235" y="331060"/>
                  </a:lnTo>
                  <a:lnTo>
                    <a:pt x="139430" y="332018"/>
                  </a:lnTo>
                  <a:lnTo>
                    <a:pt x="144653" y="332812"/>
                  </a:lnTo>
                  <a:lnTo>
                    <a:pt x="149898" y="333440"/>
                  </a:lnTo>
                  <a:lnTo>
                    <a:pt x="155161" y="333902"/>
                  </a:lnTo>
                  <a:lnTo>
                    <a:pt x="160435" y="334198"/>
                  </a:lnTo>
                  <a:lnTo>
                    <a:pt x="165716" y="334327"/>
                  </a:lnTo>
                  <a:lnTo>
                    <a:pt x="170999" y="334289"/>
                  </a:lnTo>
                  <a:lnTo>
                    <a:pt x="176278" y="334084"/>
                  </a:lnTo>
                  <a:lnTo>
                    <a:pt x="181548" y="333712"/>
                  </a:lnTo>
                  <a:lnTo>
                    <a:pt x="186803" y="333174"/>
                  </a:lnTo>
                  <a:lnTo>
                    <a:pt x="192039" y="332470"/>
                  </a:lnTo>
                  <a:lnTo>
                    <a:pt x="197250" y="331601"/>
                  </a:lnTo>
                  <a:lnTo>
                    <a:pt x="202430" y="330568"/>
                  </a:lnTo>
                  <a:lnTo>
                    <a:pt x="207576" y="329371"/>
                  </a:lnTo>
                  <a:lnTo>
                    <a:pt x="212681" y="328013"/>
                  </a:lnTo>
                  <a:lnTo>
                    <a:pt x="217741" y="326494"/>
                  </a:lnTo>
                  <a:lnTo>
                    <a:pt x="222750" y="324816"/>
                  </a:lnTo>
                  <a:lnTo>
                    <a:pt x="227704" y="322981"/>
                  </a:lnTo>
                  <a:lnTo>
                    <a:pt x="232597" y="320989"/>
                  </a:lnTo>
                  <a:lnTo>
                    <a:pt x="237425" y="318845"/>
                  </a:lnTo>
                  <a:lnTo>
                    <a:pt x="242182" y="316548"/>
                  </a:lnTo>
                  <a:lnTo>
                    <a:pt x="246865" y="314103"/>
                  </a:lnTo>
                  <a:lnTo>
                    <a:pt x="251468" y="311511"/>
                  </a:lnTo>
                  <a:lnTo>
                    <a:pt x="255987" y="308775"/>
                  </a:lnTo>
                  <a:lnTo>
                    <a:pt x="260417" y="305897"/>
                  </a:lnTo>
                  <a:lnTo>
                    <a:pt x="264754" y="302880"/>
                  </a:lnTo>
                  <a:lnTo>
                    <a:pt x="268994" y="299729"/>
                  </a:lnTo>
                  <a:lnTo>
                    <a:pt x="273132" y="296444"/>
                  </a:lnTo>
                  <a:lnTo>
                    <a:pt x="277164" y="293031"/>
                  </a:lnTo>
                  <a:lnTo>
                    <a:pt x="281086" y="289492"/>
                  </a:lnTo>
                  <a:lnTo>
                    <a:pt x="284894" y="285831"/>
                  </a:lnTo>
                  <a:lnTo>
                    <a:pt x="288585" y="282051"/>
                  </a:lnTo>
                  <a:lnTo>
                    <a:pt x="292155" y="278157"/>
                  </a:lnTo>
                  <a:lnTo>
                    <a:pt x="295599" y="274152"/>
                  </a:lnTo>
                  <a:lnTo>
                    <a:pt x="298916" y="270039"/>
                  </a:lnTo>
                  <a:lnTo>
                    <a:pt x="302101" y="265825"/>
                  </a:lnTo>
                  <a:lnTo>
                    <a:pt x="305151" y="261511"/>
                  </a:lnTo>
                  <a:lnTo>
                    <a:pt x="308063" y="257104"/>
                  </a:lnTo>
                  <a:lnTo>
                    <a:pt x="310834" y="252606"/>
                  </a:lnTo>
                  <a:lnTo>
                    <a:pt x="313462" y="248023"/>
                  </a:lnTo>
                  <a:lnTo>
                    <a:pt x="315944" y="243360"/>
                  </a:lnTo>
                  <a:lnTo>
                    <a:pt x="318278" y="238620"/>
                  </a:lnTo>
                  <a:lnTo>
                    <a:pt x="320460" y="233809"/>
                  </a:lnTo>
                  <a:lnTo>
                    <a:pt x="322489" y="228932"/>
                  </a:lnTo>
                  <a:lnTo>
                    <a:pt x="324363" y="223993"/>
                  </a:lnTo>
                  <a:lnTo>
                    <a:pt x="326081" y="218997"/>
                  </a:lnTo>
                  <a:lnTo>
                    <a:pt x="327639" y="213949"/>
                  </a:lnTo>
                  <a:lnTo>
                    <a:pt x="329037" y="208854"/>
                  </a:lnTo>
                  <a:lnTo>
                    <a:pt x="330273" y="203718"/>
                  </a:lnTo>
                  <a:lnTo>
                    <a:pt x="331347" y="198546"/>
                  </a:lnTo>
                  <a:lnTo>
                    <a:pt x="332257" y="193342"/>
                  </a:lnTo>
                  <a:lnTo>
                    <a:pt x="333001" y="188112"/>
                  </a:lnTo>
                  <a:lnTo>
                    <a:pt x="333580" y="182861"/>
                  </a:lnTo>
                  <a:lnTo>
                    <a:pt x="333993" y="177594"/>
                  </a:lnTo>
                  <a:lnTo>
                    <a:pt x="334239" y="172317"/>
                  </a:lnTo>
                  <a:lnTo>
                    <a:pt x="334319" y="167035"/>
                  </a:lnTo>
                  <a:lnTo>
                    <a:pt x="334231" y="161753"/>
                  </a:lnTo>
                  <a:lnTo>
                    <a:pt x="333977" y="156476"/>
                  </a:lnTo>
                  <a:lnTo>
                    <a:pt x="333556" y="151210"/>
                  </a:lnTo>
                  <a:lnTo>
                    <a:pt x="332968" y="145960"/>
                  </a:lnTo>
                  <a:lnTo>
                    <a:pt x="332216" y="140731"/>
                  </a:lnTo>
                  <a:lnTo>
                    <a:pt x="331298" y="135529"/>
                  </a:lnTo>
                  <a:lnTo>
                    <a:pt x="330216" y="130358"/>
                  </a:lnTo>
                  <a:lnTo>
                    <a:pt x="328972" y="125224"/>
                  </a:lnTo>
                  <a:lnTo>
                    <a:pt x="327566" y="120131"/>
                  </a:lnTo>
                  <a:lnTo>
                    <a:pt x="325999" y="115086"/>
                  </a:lnTo>
                  <a:lnTo>
                    <a:pt x="324275" y="110093"/>
                  </a:lnTo>
                  <a:lnTo>
                    <a:pt x="322393" y="105157"/>
                  </a:lnTo>
                  <a:lnTo>
                    <a:pt x="320356" y="100282"/>
                  </a:lnTo>
                  <a:lnTo>
                    <a:pt x="318166" y="95475"/>
                  </a:lnTo>
                  <a:lnTo>
                    <a:pt x="315825" y="90739"/>
                  </a:lnTo>
                  <a:lnTo>
                    <a:pt x="313336" y="86079"/>
                  </a:lnTo>
                  <a:lnTo>
                    <a:pt x="310701" y="81501"/>
                  </a:lnTo>
                  <a:lnTo>
                    <a:pt x="307922" y="77007"/>
                  </a:lnTo>
                  <a:lnTo>
                    <a:pt x="305003" y="72604"/>
                  </a:lnTo>
                  <a:lnTo>
                    <a:pt x="301947" y="68296"/>
                  </a:lnTo>
                  <a:lnTo>
                    <a:pt x="298755" y="64086"/>
                  </a:lnTo>
                  <a:lnTo>
                    <a:pt x="295432" y="59979"/>
                  </a:lnTo>
                  <a:lnTo>
                    <a:pt x="291981" y="55979"/>
                  </a:lnTo>
                  <a:lnTo>
                    <a:pt x="288406" y="52090"/>
                  </a:lnTo>
                  <a:lnTo>
                    <a:pt x="284709" y="48316"/>
                  </a:lnTo>
                  <a:lnTo>
                    <a:pt x="280895" y="44661"/>
                  </a:lnTo>
                  <a:lnTo>
                    <a:pt x="276967" y="41128"/>
                  </a:lnTo>
                  <a:lnTo>
                    <a:pt x="272930" y="37721"/>
                  </a:lnTo>
                  <a:lnTo>
                    <a:pt x="268787" y="34443"/>
                  </a:lnTo>
                  <a:lnTo>
                    <a:pt x="264543" y="31298"/>
                  </a:lnTo>
                  <a:lnTo>
                    <a:pt x="260201" y="28289"/>
                  </a:lnTo>
                  <a:lnTo>
                    <a:pt x="255766" y="25418"/>
                  </a:lnTo>
                  <a:lnTo>
                    <a:pt x="251243" y="22689"/>
                  </a:lnTo>
                  <a:lnTo>
                    <a:pt x="246636" y="20104"/>
                  </a:lnTo>
                  <a:lnTo>
                    <a:pt x="241949" y="17665"/>
                  </a:lnTo>
                  <a:lnTo>
                    <a:pt x="237188" y="15377"/>
                  </a:lnTo>
                  <a:lnTo>
                    <a:pt x="232357" y="13239"/>
                  </a:lnTo>
                  <a:lnTo>
                    <a:pt x="227460" y="11256"/>
                  </a:lnTo>
                  <a:lnTo>
                    <a:pt x="222504" y="9428"/>
                  </a:lnTo>
                  <a:lnTo>
                    <a:pt x="217492" y="7758"/>
                  </a:lnTo>
                  <a:lnTo>
                    <a:pt x="212430" y="6247"/>
                  </a:lnTo>
                  <a:lnTo>
                    <a:pt x="207323" y="4896"/>
                  </a:lnTo>
                  <a:lnTo>
                    <a:pt x="202175" y="3708"/>
                  </a:lnTo>
                  <a:lnTo>
                    <a:pt x="196993" y="2683"/>
                  </a:lnTo>
                  <a:lnTo>
                    <a:pt x="191781" y="1822"/>
                  </a:lnTo>
                  <a:lnTo>
                    <a:pt x="186544" y="1127"/>
                  </a:lnTo>
                  <a:lnTo>
                    <a:pt x="181288" y="597"/>
                  </a:lnTo>
                  <a:lnTo>
                    <a:pt x="176017" y="233"/>
                  </a:lnTo>
                  <a:lnTo>
                    <a:pt x="170738" y="36"/>
                  </a:lnTo>
                  <a:lnTo>
                    <a:pt x="16715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3586" cy="167167"/>
            </a:xfrm>
            <a:custGeom>
              <a:avLst/>
              <a:pathLst>
                <a:path w="3586" h="167167">
                  <a:moveTo>
                    <a:pt x="3586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35" y="5269756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1" y="89"/>
                  </a:lnTo>
                  <a:lnTo>
                    <a:pt x="156262" y="355"/>
                  </a:lnTo>
                  <a:lnTo>
                    <a:pt x="150825" y="800"/>
                  </a:lnTo>
                  <a:lnTo>
                    <a:pt x="145405" y="1422"/>
                  </a:lnTo>
                  <a:lnTo>
                    <a:pt x="140008" y="2220"/>
                  </a:lnTo>
                  <a:lnTo>
                    <a:pt x="134641" y="3194"/>
                  </a:lnTo>
                  <a:lnTo>
                    <a:pt x="129308" y="4343"/>
                  </a:lnTo>
                  <a:lnTo>
                    <a:pt x="124015" y="5665"/>
                  </a:lnTo>
                  <a:lnTo>
                    <a:pt x="118768" y="7159"/>
                  </a:lnTo>
                  <a:lnTo>
                    <a:pt x="113573" y="8823"/>
                  </a:lnTo>
                  <a:lnTo>
                    <a:pt x="108435" y="10656"/>
                  </a:lnTo>
                  <a:lnTo>
                    <a:pt x="103359" y="12656"/>
                  </a:lnTo>
                  <a:lnTo>
                    <a:pt x="98351" y="14820"/>
                  </a:lnTo>
                  <a:lnTo>
                    <a:pt x="93417" y="17147"/>
                  </a:lnTo>
                  <a:lnTo>
                    <a:pt x="88561" y="19633"/>
                  </a:lnTo>
                  <a:lnTo>
                    <a:pt x="83789" y="22276"/>
                  </a:lnTo>
                  <a:lnTo>
                    <a:pt x="79106" y="25074"/>
                  </a:lnTo>
                  <a:lnTo>
                    <a:pt x="74516" y="28023"/>
                  </a:lnTo>
                  <a:lnTo>
                    <a:pt x="70025" y="31120"/>
                  </a:lnTo>
                  <a:lnTo>
                    <a:pt x="65638" y="34362"/>
                  </a:lnTo>
                  <a:lnTo>
                    <a:pt x="61358" y="37746"/>
                  </a:lnTo>
                  <a:lnTo>
                    <a:pt x="57192" y="41267"/>
                  </a:lnTo>
                  <a:lnTo>
                    <a:pt x="53142" y="44923"/>
                  </a:lnTo>
                  <a:lnTo>
                    <a:pt x="49214" y="48708"/>
                  </a:lnTo>
                  <a:lnTo>
                    <a:pt x="45412" y="52620"/>
                  </a:lnTo>
                  <a:lnTo>
                    <a:pt x="41739" y="56654"/>
                  </a:lnTo>
                  <a:lnTo>
                    <a:pt x="38200" y="60805"/>
                  </a:lnTo>
                  <a:lnTo>
                    <a:pt x="34798" y="65070"/>
                  </a:lnTo>
                  <a:lnTo>
                    <a:pt x="31537" y="69444"/>
                  </a:lnTo>
                  <a:lnTo>
                    <a:pt x="28420" y="73921"/>
                  </a:lnTo>
                  <a:lnTo>
                    <a:pt x="25452" y="78498"/>
                  </a:lnTo>
                  <a:lnTo>
                    <a:pt x="22634" y="83169"/>
                  </a:lnTo>
                  <a:lnTo>
                    <a:pt x="19970" y="87930"/>
                  </a:lnTo>
                  <a:lnTo>
                    <a:pt x="17463" y="92775"/>
                  </a:lnTo>
                  <a:lnTo>
                    <a:pt x="15115" y="97700"/>
                  </a:lnTo>
                  <a:lnTo>
                    <a:pt x="12930" y="102698"/>
                  </a:lnTo>
                  <a:lnTo>
                    <a:pt x="10908" y="107765"/>
                  </a:lnTo>
                  <a:lnTo>
                    <a:pt x="9053" y="112895"/>
                  </a:lnTo>
                  <a:lnTo>
                    <a:pt x="7366" y="118083"/>
                  </a:lnTo>
                  <a:lnTo>
                    <a:pt x="5850" y="123324"/>
                  </a:lnTo>
                  <a:lnTo>
                    <a:pt x="4505" y="128611"/>
                  </a:lnTo>
                  <a:lnTo>
                    <a:pt x="3334" y="133939"/>
                  </a:lnTo>
                  <a:lnTo>
                    <a:pt x="2337" y="139302"/>
                  </a:lnTo>
                  <a:lnTo>
                    <a:pt x="1515" y="144695"/>
                  </a:lnTo>
                  <a:lnTo>
                    <a:pt x="870" y="150112"/>
                  </a:lnTo>
                  <a:lnTo>
                    <a:pt x="402" y="155548"/>
                  </a:lnTo>
                  <a:lnTo>
                    <a:pt x="112" y="160995"/>
                  </a:lnTo>
                  <a:lnTo>
                    <a:pt x="0" y="16644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5" y="5269756"/>
              <a:ext cx="334321" cy="334329"/>
            </a:xfrm>
            <a:custGeom>
              <a:avLst/>
              <a:pathLst>
                <a:path w="334321" h="334329">
                  <a:moveTo>
                    <a:pt x="0" y="166449"/>
                  </a:moveTo>
                  <a:lnTo>
                    <a:pt x="61" y="171741"/>
                  </a:lnTo>
                  <a:lnTo>
                    <a:pt x="289" y="177027"/>
                  </a:lnTo>
                  <a:lnTo>
                    <a:pt x="685" y="182304"/>
                  </a:lnTo>
                  <a:lnTo>
                    <a:pt x="1247" y="187566"/>
                  </a:lnTo>
                  <a:lnTo>
                    <a:pt x="1976" y="192807"/>
                  </a:lnTo>
                  <a:lnTo>
                    <a:pt x="2870" y="198022"/>
                  </a:lnTo>
                  <a:lnTo>
                    <a:pt x="3929" y="203207"/>
                  </a:lnTo>
                  <a:lnTo>
                    <a:pt x="5152" y="208355"/>
                  </a:lnTo>
                  <a:lnTo>
                    <a:pt x="6536" y="213462"/>
                  </a:lnTo>
                  <a:lnTo>
                    <a:pt x="8082" y="218523"/>
                  </a:lnTo>
                  <a:lnTo>
                    <a:pt x="9787" y="223532"/>
                  </a:lnTo>
                  <a:lnTo>
                    <a:pt x="11650" y="228485"/>
                  </a:lnTo>
                  <a:lnTo>
                    <a:pt x="13669" y="233377"/>
                  </a:lnTo>
                  <a:lnTo>
                    <a:pt x="15841" y="238202"/>
                  </a:lnTo>
                  <a:lnTo>
                    <a:pt x="18165" y="242956"/>
                  </a:lnTo>
                  <a:lnTo>
                    <a:pt x="20639" y="247633"/>
                  </a:lnTo>
                  <a:lnTo>
                    <a:pt x="23259" y="252231"/>
                  </a:lnTo>
                  <a:lnTo>
                    <a:pt x="26023" y="256743"/>
                  </a:lnTo>
                  <a:lnTo>
                    <a:pt x="28929" y="261165"/>
                  </a:lnTo>
                  <a:lnTo>
                    <a:pt x="31973" y="265493"/>
                  </a:lnTo>
                  <a:lnTo>
                    <a:pt x="35153" y="269723"/>
                  </a:lnTo>
                  <a:lnTo>
                    <a:pt x="38465" y="273850"/>
                  </a:lnTo>
                  <a:lnTo>
                    <a:pt x="41906" y="277870"/>
                  </a:lnTo>
                  <a:lnTo>
                    <a:pt x="45473" y="281779"/>
                  </a:lnTo>
                  <a:lnTo>
                    <a:pt x="49161" y="285573"/>
                  </a:lnTo>
                  <a:lnTo>
                    <a:pt x="52968" y="289248"/>
                  </a:lnTo>
                  <a:lnTo>
                    <a:pt x="56889" y="292802"/>
                  </a:lnTo>
                  <a:lnTo>
                    <a:pt x="60921" y="296229"/>
                  </a:lnTo>
                  <a:lnTo>
                    <a:pt x="65059" y="299527"/>
                  </a:lnTo>
                  <a:lnTo>
                    <a:pt x="69299" y="302692"/>
                  </a:lnTo>
                  <a:lnTo>
                    <a:pt x="73638" y="305722"/>
                  </a:lnTo>
                  <a:lnTo>
                    <a:pt x="78070" y="308613"/>
                  </a:lnTo>
                  <a:lnTo>
                    <a:pt x="82591" y="311362"/>
                  </a:lnTo>
                  <a:lnTo>
                    <a:pt x="87197" y="313966"/>
                  </a:lnTo>
                  <a:lnTo>
                    <a:pt x="91884" y="316424"/>
                  </a:lnTo>
                  <a:lnTo>
                    <a:pt x="96645" y="318732"/>
                  </a:lnTo>
                  <a:lnTo>
                    <a:pt x="101478" y="320888"/>
                  </a:lnTo>
                  <a:lnTo>
                    <a:pt x="106376" y="322890"/>
                  </a:lnTo>
                  <a:lnTo>
                    <a:pt x="111335" y="324736"/>
                  </a:lnTo>
                  <a:lnTo>
                    <a:pt x="116350" y="326424"/>
                  </a:lnTo>
                  <a:lnTo>
                    <a:pt x="121416" y="327952"/>
                  </a:lnTo>
                  <a:lnTo>
                    <a:pt x="126528" y="329320"/>
                  </a:lnTo>
                  <a:lnTo>
                    <a:pt x="131681" y="330525"/>
                  </a:lnTo>
                  <a:lnTo>
                    <a:pt x="136869" y="331566"/>
                  </a:lnTo>
                  <a:lnTo>
                    <a:pt x="142087" y="332443"/>
                  </a:lnTo>
                  <a:lnTo>
                    <a:pt x="147331" y="333154"/>
                  </a:lnTo>
                  <a:lnTo>
                    <a:pt x="152594" y="333698"/>
                  </a:lnTo>
                  <a:lnTo>
                    <a:pt x="157872" y="334076"/>
                  </a:lnTo>
                  <a:lnTo>
                    <a:pt x="163160" y="334286"/>
                  </a:lnTo>
                  <a:lnTo>
                    <a:pt x="168451" y="334329"/>
                  </a:lnTo>
                  <a:lnTo>
                    <a:pt x="173741" y="334205"/>
                  </a:lnTo>
                  <a:lnTo>
                    <a:pt x="179025" y="333913"/>
                  </a:lnTo>
                  <a:lnTo>
                    <a:pt x="184296" y="333454"/>
                  </a:lnTo>
                  <a:lnTo>
                    <a:pt x="189551" y="332829"/>
                  </a:lnTo>
                  <a:lnTo>
                    <a:pt x="194783" y="332037"/>
                  </a:lnTo>
                  <a:lnTo>
                    <a:pt x="199987" y="331081"/>
                  </a:lnTo>
                  <a:lnTo>
                    <a:pt x="205159" y="329960"/>
                  </a:lnTo>
                  <a:lnTo>
                    <a:pt x="210292" y="328676"/>
                  </a:lnTo>
                  <a:lnTo>
                    <a:pt x="215382" y="327230"/>
                  </a:lnTo>
                  <a:lnTo>
                    <a:pt x="220424" y="325623"/>
                  </a:lnTo>
                  <a:lnTo>
                    <a:pt x="225413" y="323858"/>
                  </a:lnTo>
                  <a:lnTo>
                    <a:pt x="230343" y="321936"/>
                  </a:lnTo>
                  <a:lnTo>
                    <a:pt x="235210" y="319859"/>
                  </a:lnTo>
                  <a:lnTo>
                    <a:pt x="240008" y="317629"/>
                  </a:lnTo>
                  <a:lnTo>
                    <a:pt x="244734" y="315248"/>
                  </a:lnTo>
                  <a:lnTo>
                    <a:pt x="249382" y="312719"/>
                  </a:lnTo>
                  <a:lnTo>
                    <a:pt x="253947" y="310044"/>
                  </a:lnTo>
                  <a:lnTo>
                    <a:pt x="258426" y="307226"/>
                  </a:lnTo>
                  <a:lnTo>
                    <a:pt x="262813" y="304267"/>
                  </a:lnTo>
                  <a:lnTo>
                    <a:pt x="267105" y="301171"/>
                  </a:lnTo>
                  <a:lnTo>
                    <a:pt x="271296" y="297941"/>
                  </a:lnTo>
                  <a:lnTo>
                    <a:pt x="275383" y="294580"/>
                  </a:lnTo>
                  <a:lnTo>
                    <a:pt x="279361" y="291091"/>
                  </a:lnTo>
                  <a:lnTo>
                    <a:pt x="283227" y="287478"/>
                  </a:lnTo>
                  <a:lnTo>
                    <a:pt x="286977" y="283744"/>
                  </a:lnTo>
                  <a:lnTo>
                    <a:pt x="290606" y="279893"/>
                  </a:lnTo>
                  <a:lnTo>
                    <a:pt x="294112" y="275930"/>
                  </a:lnTo>
                  <a:lnTo>
                    <a:pt x="297491" y="271858"/>
                  </a:lnTo>
                  <a:lnTo>
                    <a:pt x="300739" y="267680"/>
                  </a:lnTo>
                  <a:lnTo>
                    <a:pt x="303854" y="263402"/>
                  </a:lnTo>
                  <a:lnTo>
                    <a:pt x="306831" y="259028"/>
                  </a:lnTo>
                  <a:lnTo>
                    <a:pt x="309669" y="254561"/>
                  </a:lnTo>
                  <a:lnTo>
                    <a:pt x="312363" y="250007"/>
                  </a:lnTo>
                  <a:lnTo>
                    <a:pt x="314912" y="245370"/>
                  </a:lnTo>
                  <a:lnTo>
                    <a:pt x="317314" y="240655"/>
                  </a:lnTo>
                  <a:lnTo>
                    <a:pt x="319564" y="235866"/>
                  </a:lnTo>
                  <a:lnTo>
                    <a:pt x="321662" y="231008"/>
                  </a:lnTo>
                  <a:lnTo>
                    <a:pt x="323605" y="226086"/>
                  </a:lnTo>
                  <a:lnTo>
                    <a:pt x="325392" y="221105"/>
                  </a:lnTo>
                  <a:lnTo>
                    <a:pt x="327020" y="216070"/>
                  </a:lnTo>
                  <a:lnTo>
                    <a:pt x="328488" y="210986"/>
                  </a:lnTo>
                  <a:lnTo>
                    <a:pt x="329794" y="205858"/>
                  </a:lnTo>
                  <a:lnTo>
                    <a:pt x="330937" y="200692"/>
                  </a:lnTo>
                  <a:lnTo>
                    <a:pt x="331916" y="195492"/>
                  </a:lnTo>
                  <a:lnTo>
                    <a:pt x="332730" y="190263"/>
                  </a:lnTo>
                  <a:lnTo>
                    <a:pt x="333378" y="185011"/>
                  </a:lnTo>
                  <a:lnTo>
                    <a:pt x="333859" y="179742"/>
                  </a:lnTo>
                  <a:lnTo>
                    <a:pt x="334174" y="174459"/>
                  </a:lnTo>
                  <a:lnTo>
                    <a:pt x="334321" y="169170"/>
                  </a:lnTo>
                  <a:lnTo>
                    <a:pt x="334300" y="163878"/>
                  </a:lnTo>
                  <a:lnTo>
                    <a:pt x="334113" y="158590"/>
                  </a:lnTo>
                  <a:lnTo>
                    <a:pt x="333758" y="153311"/>
                  </a:lnTo>
                  <a:lnTo>
                    <a:pt x="333236" y="148045"/>
                  </a:lnTo>
                  <a:lnTo>
                    <a:pt x="332547" y="142798"/>
                  </a:lnTo>
                  <a:lnTo>
                    <a:pt x="331693" y="137576"/>
                  </a:lnTo>
                  <a:lnTo>
                    <a:pt x="330674" y="132384"/>
                  </a:lnTo>
                  <a:lnTo>
                    <a:pt x="329491" y="127226"/>
                  </a:lnTo>
                  <a:lnTo>
                    <a:pt x="328146" y="122108"/>
                  </a:lnTo>
                  <a:lnTo>
                    <a:pt x="326639" y="117036"/>
                  </a:lnTo>
                  <a:lnTo>
                    <a:pt x="324972" y="112013"/>
                  </a:lnTo>
                  <a:lnTo>
                    <a:pt x="323148" y="107046"/>
                  </a:lnTo>
                  <a:lnTo>
                    <a:pt x="321167" y="102140"/>
                  </a:lnTo>
                  <a:lnTo>
                    <a:pt x="319031" y="97298"/>
                  </a:lnTo>
                  <a:lnTo>
                    <a:pt x="316744" y="92526"/>
                  </a:lnTo>
                  <a:lnTo>
                    <a:pt x="314307" y="87830"/>
                  </a:lnTo>
                  <a:lnTo>
                    <a:pt x="311722" y="83212"/>
                  </a:lnTo>
                  <a:lnTo>
                    <a:pt x="308992" y="78679"/>
                  </a:lnTo>
                  <a:lnTo>
                    <a:pt x="306121" y="74235"/>
                  </a:lnTo>
                  <a:lnTo>
                    <a:pt x="303110" y="69883"/>
                  </a:lnTo>
                  <a:lnTo>
                    <a:pt x="299962" y="65629"/>
                  </a:lnTo>
                  <a:lnTo>
                    <a:pt x="296682" y="61477"/>
                  </a:lnTo>
                  <a:lnTo>
                    <a:pt x="293272" y="57431"/>
                  </a:lnTo>
                  <a:lnTo>
                    <a:pt x="289736" y="53494"/>
                  </a:lnTo>
                  <a:lnTo>
                    <a:pt x="286077" y="49672"/>
                  </a:lnTo>
                  <a:lnTo>
                    <a:pt x="282298" y="45967"/>
                  </a:lnTo>
                  <a:lnTo>
                    <a:pt x="278405" y="42384"/>
                  </a:lnTo>
                  <a:lnTo>
                    <a:pt x="274400" y="38926"/>
                  </a:lnTo>
                  <a:lnTo>
                    <a:pt x="270287" y="35596"/>
                  </a:lnTo>
                  <a:lnTo>
                    <a:pt x="266071" y="32398"/>
                  </a:lnTo>
                  <a:lnTo>
                    <a:pt x="261756" y="29335"/>
                  </a:lnTo>
                  <a:lnTo>
                    <a:pt x="257346" y="26411"/>
                  </a:lnTo>
                  <a:lnTo>
                    <a:pt x="252846" y="23627"/>
                  </a:lnTo>
                  <a:lnTo>
                    <a:pt x="248260" y="20987"/>
                  </a:lnTo>
                  <a:lnTo>
                    <a:pt x="243593" y="18493"/>
                  </a:lnTo>
                  <a:lnTo>
                    <a:pt x="238849" y="16149"/>
                  </a:lnTo>
                  <a:lnTo>
                    <a:pt x="234033" y="13956"/>
                  </a:lnTo>
                  <a:lnTo>
                    <a:pt x="229151" y="11916"/>
                  </a:lnTo>
                  <a:lnTo>
                    <a:pt x="224206" y="10032"/>
                  </a:lnTo>
                  <a:lnTo>
                    <a:pt x="219204" y="8306"/>
                  </a:lnTo>
                  <a:lnTo>
                    <a:pt x="214150" y="6738"/>
                  </a:lnTo>
                  <a:lnTo>
                    <a:pt x="209049" y="5331"/>
                  </a:lnTo>
                  <a:lnTo>
                    <a:pt x="203905" y="4087"/>
                  </a:lnTo>
                  <a:lnTo>
                    <a:pt x="198726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3427" y="5399291"/>
              <a:ext cx="32788" cy="167167"/>
            </a:xfrm>
            <a:custGeom>
              <a:avLst/>
              <a:pathLst>
                <a:path w="32788" h="167167">
                  <a:moveTo>
                    <a:pt x="32788" y="0"/>
                  </a:moveTo>
                  <a:lnTo>
                    <a:pt x="26189" y="130"/>
                  </a:lnTo>
                  <a:lnTo>
                    <a:pt x="19601" y="520"/>
                  </a:lnTo>
                  <a:lnTo>
                    <a:pt x="13033" y="1171"/>
                  </a:lnTo>
                  <a:lnTo>
                    <a:pt x="6496" y="2080"/>
                  </a:lnTo>
                  <a:lnTo>
                    <a:pt x="0" y="3247"/>
                  </a:lnTo>
                  <a:lnTo>
                    <a:pt x="3278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3427" y="5402538"/>
              <a:ext cx="32788" cy="163920"/>
            </a:xfrm>
            <a:custGeom>
              <a:avLst/>
              <a:pathLst>
                <a:path w="32788" h="163920">
                  <a:moveTo>
                    <a:pt x="0" y="0"/>
                  </a:moveTo>
                  <a:lnTo>
                    <a:pt x="32788" y="1639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6" y="5402538"/>
              <a:ext cx="334315" cy="331085"/>
            </a:xfrm>
            <a:custGeom>
              <a:avLst/>
              <a:pathLst>
                <a:path w="334315" h="331085">
                  <a:moveTo>
                    <a:pt x="134360" y="0"/>
                  </a:moveTo>
                  <a:lnTo>
                    <a:pt x="129198" y="1117"/>
                  </a:lnTo>
                  <a:lnTo>
                    <a:pt x="124074" y="2397"/>
                  </a:lnTo>
                  <a:lnTo>
                    <a:pt x="118993" y="3839"/>
                  </a:lnTo>
                  <a:lnTo>
                    <a:pt x="113959" y="5440"/>
                  </a:lnTo>
                  <a:lnTo>
                    <a:pt x="108979" y="7199"/>
                  </a:lnTo>
                  <a:lnTo>
                    <a:pt x="104057" y="9115"/>
                  </a:lnTo>
                  <a:lnTo>
                    <a:pt x="99198" y="11186"/>
                  </a:lnTo>
                  <a:lnTo>
                    <a:pt x="94407" y="13409"/>
                  </a:lnTo>
                  <a:lnTo>
                    <a:pt x="89688" y="15782"/>
                  </a:lnTo>
                  <a:lnTo>
                    <a:pt x="85047" y="18303"/>
                  </a:lnTo>
                  <a:lnTo>
                    <a:pt x="80488" y="20969"/>
                  </a:lnTo>
                  <a:lnTo>
                    <a:pt x="76015" y="23778"/>
                  </a:lnTo>
                  <a:lnTo>
                    <a:pt x="71633" y="26727"/>
                  </a:lnTo>
                  <a:lnTo>
                    <a:pt x="67347" y="29813"/>
                  </a:lnTo>
                  <a:lnTo>
                    <a:pt x="63160" y="33033"/>
                  </a:lnTo>
                  <a:lnTo>
                    <a:pt x="59077" y="36384"/>
                  </a:lnTo>
                  <a:lnTo>
                    <a:pt x="55102" y="39862"/>
                  </a:lnTo>
                  <a:lnTo>
                    <a:pt x="51239" y="43463"/>
                  </a:lnTo>
                  <a:lnTo>
                    <a:pt x="47491" y="47185"/>
                  </a:lnTo>
                  <a:lnTo>
                    <a:pt x="43863" y="51024"/>
                  </a:lnTo>
                  <a:lnTo>
                    <a:pt x="40358" y="54975"/>
                  </a:lnTo>
                  <a:lnTo>
                    <a:pt x="36979" y="59035"/>
                  </a:lnTo>
                  <a:lnTo>
                    <a:pt x="33731" y="63199"/>
                  </a:lnTo>
                  <a:lnTo>
                    <a:pt x="30616" y="67464"/>
                  </a:lnTo>
                  <a:lnTo>
                    <a:pt x="27637" y="71826"/>
                  </a:lnTo>
                  <a:lnTo>
                    <a:pt x="24797" y="76279"/>
                  </a:lnTo>
                  <a:lnTo>
                    <a:pt x="22099" y="80820"/>
                  </a:lnTo>
                  <a:lnTo>
                    <a:pt x="19546" y="85444"/>
                  </a:lnTo>
                  <a:lnTo>
                    <a:pt x="17141" y="90146"/>
                  </a:lnTo>
                  <a:lnTo>
                    <a:pt x="14885" y="94922"/>
                  </a:lnTo>
                  <a:lnTo>
                    <a:pt x="12781" y="99767"/>
                  </a:lnTo>
                  <a:lnTo>
                    <a:pt x="10832" y="104675"/>
                  </a:lnTo>
                  <a:lnTo>
                    <a:pt x="9038" y="109643"/>
                  </a:lnTo>
                  <a:lnTo>
                    <a:pt x="7402" y="114665"/>
                  </a:lnTo>
                  <a:lnTo>
                    <a:pt x="5926" y="119737"/>
                  </a:lnTo>
                  <a:lnTo>
                    <a:pt x="4611" y="124852"/>
                  </a:lnTo>
                  <a:lnTo>
                    <a:pt x="3458" y="130006"/>
                  </a:lnTo>
                  <a:lnTo>
                    <a:pt x="2468" y="135194"/>
                  </a:lnTo>
                  <a:lnTo>
                    <a:pt x="1643" y="140411"/>
                  </a:lnTo>
                  <a:lnTo>
                    <a:pt x="983" y="145652"/>
                  </a:lnTo>
                  <a:lnTo>
                    <a:pt x="488" y="150910"/>
                  </a:lnTo>
                  <a:lnTo>
                    <a:pt x="161" y="156182"/>
                  </a:lnTo>
                  <a:lnTo>
                    <a:pt x="0" y="161461"/>
                  </a:lnTo>
                  <a:lnTo>
                    <a:pt x="5" y="166743"/>
                  </a:lnTo>
                  <a:lnTo>
                    <a:pt x="178" y="172022"/>
                  </a:lnTo>
                  <a:lnTo>
                    <a:pt x="517" y="177293"/>
                  </a:lnTo>
                  <a:lnTo>
                    <a:pt x="1023" y="182550"/>
                  </a:lnTo>
                  <a:lnTo>
                    <a:pt x="1694" y="187789"/>
                  </a:lnTo>
                  <a:lnTo>
                    <a:pt x="2531" y="193004"/>
                  </a:lnTo>
                  <a:lnTo>
                    <a:pt x="3532" y="198190"/>
                  </a:lnTo>
                  <a:lnTo>
                    <a:pt x="4696" y="203342"/>
                  </a:lnTo>
                  <a:lnTo>
                    <a:pt x="6023" y="208454"/>
                  </a:lnTo>
                  <a:lnTo>
                    <a:pt x="7510" y="213522"/>
                  </a:lnTo>
                  <a:lnTo>
                    <a:pt x="9157" y="218541"/>
                  </a:lnTo>
                  <a:lnTo>
                    <a:pt x="10961" y="223505"/>
                  </a:lnTo>
                  <a:lnTo>
                    <a:pt x="12922" y="228409"/>
                  </a:lnTo>
                  <a:lnTo>
                    <a:pt x="15036" y="233249"/>
                  </a:lnTo>
                  <a:lnTo>
                    <a:pt x="17302" y="238020"/>
                  </a:lnTo>
                  <a:lnTo>
                    <a:pt x="19718" y="242717"/>
                  </a:lnTo>
                  <a:lnTo>
                    <a:pt x="22281" y="247336"/>
                  </a:lnTo>
                  <a:lnTo>
                    <a:pt x="24988" y="251871"/>
                  </a:lnTo>
                  <a:lnTo>
                    <a:pt x="27838" y="256318"/>
                  </a:lnTo>
                  <a:lnTo>
                    <a:pt x="30826" y="260673"/>
                  </a:lnTo>
                  <a:lnTo>
                    <a:pt x="33951" y="264931"/>
                  </a:lnTo>
                  <a:lnTo>
                    <a:pt x="37209" y="269089"/>
                  </a:lnTo>
                  <a:lnTo>
                    <a:pt x="40596" y="273141"/>
                  </a:lnTo>
                  <a:lnTo>
                    <a:pt x="44109" y="277085"/>
                  </a:lnTo>
                  <a:lnTo>
                    <a:pt x="47746" y="280915"/>
                  </a:lnTo>
                  <a:lnTo>
                    <a:pt x="51502" y="284629"/>
                  </a:lnTo>
                  <a:lnTo>
                    <a:pt x="55373" y="288222"/>
                  </a:lnTo>
                  <a:lnTo>
                    <a:pt x="59355" y="291691"/>
                  </a:lnTo>
                  <a:lnTo>
                    <a:pt x="63446" y="295033"/>
                  </a:lnTo>
                  <a:lnTo>
                    <a:pt x="67640" y="298243"/>
                  </a:lnTo>
                  <a:lnTo>
                    <a:pt x="71933" y="301320"/>
                  </a:lnTo>
                  <a:lnTo>
                    <a:pt x="76321" y="304260"/>
                  </a:lnTo>
                  <a:lnTo>
                    <a:pt x="80800" y="307059"/>
                  </a:lnTo>
                  <a:lnTo>
                    <a:pt x="85365" y="309715"/>
                  </a:lnTo>
                  <a:lnTo>
                    <a:pt x="90012" y="312226"/>
                  </a:lnTo>
                  <a:lnTo>
                    <a:pt x="94735" y="314589"/>
                  </a:lnTo>
                  <a:lnTo>
                    <a:pt x="99531" y="316802"/>
                  </a:lnTo>
                  <a:lnTo>
                    <a:pt x="104395" y="318861"/>
                  </a:lnTo>
                  <a:lnTo>
                    <a:pt x="109321" y="320767"/>
                  </a:lnTo>
                  <a:lnTo>
                    <a:pt x="114305" y="322515"/>
                  </a:lnTo>
                  <a:lnTo>
                    <a:pt x="119342" y="324105"/>
                  </a:lnTo>
                  <a:lnTo>
                    <a:pt x="124426" y="325536"/>
                  </a:lnTo>
                  <a:lnTo>
                    <a:pt x="129553" y="326805"/>
                  </a:lnTo>
                  <a:lnTo>
                    <a:pt x="134718" y="327911"/>
                  </a:lnTo>
                  <a:lnTo>
                    <a:pt x="139915" y="328854"/>
                  </a:lnTo>
                  <a:lnTo>
                    <a:pt x="145139" y="329632"/>
                  </a:lnTo>
                  <a:lnTo>
                    <a:pt x="150385" y="330245"/>
                  </a:lnTo>
                  <a:lnTo>
                    <a:pt x="155648" y="330691"/>
                  </a:lnTo>
                  <a:lnTo>
                    <a:pt x="160922" y="330971"/>
                  </a:lnTo>
                  <a:lnTo>
                    <a:pt x="166203" y="331085"/>
                  </a:lnTo>
                  <a:lnTo>
                    <a:pt x="171484" y="331031"/>
                  </a:lnTo>
                  <a:lnTo>
                    <a:pt x="176761" y="330811"/>
                  </a:lnTo>
                  <a:lnTo>
                    <a:pt x="182029" y="330424"/>
                  </a:lnTo>
                  <a:lnTo>
                    <a:pt x="187281" y="329870"/>
                  </a:lnTo>
                  <a:lnTo>
                    <a:pt x="192514" y="329152"/>
                  </a:lnTo>
                  <a:lnTo>
                    <a:pt x="197721" y="328268"/>
                  </a:lnTo>
                  <a:lnTo>
                    <a:pt x="202898" y="327220"/>
                  </a:lnTo>
                  <a:lnTo>
                    <a:pt x="208039" y="326009"/>
                  </a:lnTo>
                  <a:lnTo>
                    <a:pt x="213139" y="324636"/>
                  </a:lnTo>
                  <a:lnTo>
                    <a:pt x="218194" y="323103"/>
                  </a:lnTo>
                  <a:lnTo>
                    <a:pt x="223197" y="321411"/>
                  </a:lnTo>
                  <a:lnTo>
                    <a:pt x="228145" y="319562"/>
                  </a:lnTo>
                  <a:lnTo>
                    <a:pt x="233031" y="317557"/>
                  </a:lnTo>
                  <a:lnTo>
                    <a:pt x="237852" y="315399"/>
                  </a:lnTo>
                  <a:lnTo>
                    <a:pt x="242602" y="313090"/>
                  </a:lnTo>
                  <a:lnTo>
                    <a:pt x="247277" y="310632"/>
                  </a:lnTo>
                  <a:lnTo>
                    <a:pt x="251872" y="308027"/>
                  </a:lnTo>
                  <a:lnTo>
                    <a:pt x="256382" y="305279"/>
                  </a:lnTo>
                  <a:lnTo>
                    <a:pt x="260803" y="302389"/>
                  </a:lnTo>
                  <a:lnTo>
                    <a:pt x="265131" y="299361"/>
                  </a:lnTo>
                  <a:lnTo>
                    <a:pt x="269361" y="296198"/>
                  </a:lnTo>
                  <a:lnTo>
                    <a:pt x="273489" y="292903"/>
                  </a:lnTo>
                  <a:lnTo>
                    <a:pt x="277511" y="289479"/>
                  </a:lnTo>
                  <a:lnTo>
                    <a:pt x="281422" y="285930"/>
                  </a:lnTo>
                  <a:lnTo>
                    <a:pt x="285220" y="282259"/>
                  </a:lnTo>
                  <a:lnTo>
                    <a:pt x="288899" y="278470"/>
                  </a:lnTo>
                  <a:lnTo>
                    <a:pt x="292457" y="274567"/>
                  </a:lnTo>
                  <a:lnTo>
                    <a:pt x="295890" y="270553"/>
                  </a:lnTo>
                  <a:lnTo>
                    <a:pt x="299195" y="266432"/>
                  </a:lnTo>
                  <a:lnTo>
                    <a:pt x="302367" y="262210"/>
                  </a:lnTo>
                  <a:lnTo>
                    <a:pt x="305405" y="257889"/>
                  </a:lnTo>
                  <a:lnTo>
                    <a:pt x="308305" y="253474"/>
                  </a:lnTo>
                  <a:lnTo>
                    <a:pt x="311063" y="248970"/>
                  </a:lnTo>
                  <a:lnTo>
                    <a:pt x="313678" y="244381"/>
                  </a:lnTo>
                  <a:lnTo>
                    <a:pt x="316147" y="239712"/>
                  </a:lnTo>
                  <a:lnTo>
                    <a:pt x="318467" y="234967"/>
                  </a:lnTo>
                  <a:lnTo>
                    <a:pt x="320636" y="230151"/>
                  </a:lnTo>
                  <a:lnTo>
                    <a:pt x="322652" y="225269"/>
                  </a:lnTo>
                  <a:lnTo>
                    <a:pt x="324512" y="220326"/>
                  </a:lnTo>
                  <a:lnTo>
                    <a:pt x="326216" y="215326"/>
                  </a:lnTo>
                  <a:lnTo>
                    <a:pt x="327760" y="210276"/>
                  </a:lnTo>
                  <a:lnTo>
                    <a:pt x="329145" y="205179"/>
                  </a:lnTo>
                  <a:lnTo>
                    <a:pt x="330367" y="200040"/>
                  </a:lnTo>
                  <a:lnTo>
                    <a:pt x="331427" y="194866"/>
                  </a:lnTo>
                  <a:lnTo>
                    <a:pt x="332323" y="189661"/>
                  </a:lnTo>
                  <a:lnTo>
                    <a:pt x="333053" y="184430"/>
                  </a:lnTo>
                  <a:lnTo>
                    <a:pt x="333618" y="179178"/>
                  </a:lnTo>
                  <a:lnTo>
                    <a:pt x="334017" y="173912"/>
                  </a:lnTo>
                  <a:lnTo>
                    <a:pt x="334250" y="168635"/>
                  </a:lnTo>
                  <a:lnTo>
                    <a:pt x="334315" y="163354"/>
                  </a:lnTo>
                  <a:lnTo>
                    <a:pt x="334214" y="158073"/>
                  </a:lnTo>
                  <a:lnTo>
                    <a:pt x="333946" y="152798"/>
                  </a:lnTo>
                  <a:lnTo>
                    <a:pt x="333511" y="147534"/>
                  </a:lnTo>
                  <a:lnTo>
                    <a:pt x="332911" y="142287"/>
                  </a:lnTo>
                  <a:lnTo>
                    <a:pt x="332144" y="137061"/>
                  </a:lnTo>
                  <a:lnTo>
                    <a:pt x="331214" y="131862"/>
                  </a:lnTo>
                  <a:lnTo>
                    <a:pt x="330119" y="126695"/>
                  </a:lnTo>
                  <a:lnTo>
                    <a:pt x="328862" y="121565"/>
                  </a:lnTo>
                  <a:lnTo>
                    <a:pt x="327443" y="116477"/>
                  </a:lnTo>
                  <a:lnTo>
                    <a:pt x="325864" y="111437"/>
                  </a:lnTo>
                  <a:lnTo>
                    <a:pt x="324127" y="106449"/>
                  </a:lnTo>
                  <a:lnTo>
                    <a:pt x="322233" y="101518"/>
                  </a:lnTo>
                  <a:lnTo>
                    <a:pt x="320184" y="96650"/>
                  </a:lnTo>
                  <a:lnTo>
                    <a:pt x="317982" y="91849"/>
                  </a:lnTo>
                  <a:lnTo>
                    <a:pt x="315630" y="87120"/>
                  </a:lnTo>
                  <a:lnTo>
                    <a:pt x="313130" y="82468"/>
                  </a:lnTo>
                  <a:lnTo>
                    <a:pt x="310484" y="77896"/>
                  </a:lnTo>
                  <a:lnTo>
                    <a:pt x="307695" y="73411"/>
                  </a:lnTo>
                  <a:lnTo>
                    <a:pt x="304765" y="69016"/>
                  </a:lnTo>
                  <a:lnTo>
                    <a:pt x="301698" y="64716"/>
                  </a:lnTo>
                  <a:lnTo>
                    <a:pt x="298497" y="60515"/>
                  </a:lnTo>
                  <a:lnTo>
                    <a:pt x="295165" y="56417"/>
                  </a:lnTo>
                  <a:lnTo>
                    <a:pt x="291705" y="52427"/>
                  </a:lnTo>
                  <a:lnTo>
                    <a:pt x="288120" y="48547"/>
                  </a:lnTo>
                  <a:lnTo>
                    <a:pt x="284415" y="44783"/>
                  </a:lnTo>
                  <a:lnTo>
                    <a:pt x="280593" y="41138"/>
                  </a:lnTo>
                  <a:lnTo>
                    <a:pt x="276658" y="37615"/>
                  </a:lnTo>
                  <a:lnTo>
                    <a:pt x="272613" y="34219"/>
                  </a:lnTo>
                  <a:lnTo>
                    <a:pt x="268463" y="30952"/>
                  </a:lnTo>
                  <a:lnTo>
                    <a:pt x="264211" y="27818"/>
                  </a:lnTo>
                  <a:lnTo>
                    <a:pt x="259863" y="24819"/>
                  </a:lnTo>
                  <a:lnTo>
                    <a:pt x="255423" y="21960"/>
                  </a:lnTo>
                  <a:lnTo>
                    <a:pt x="250894" y="19242"/>
                  </a:lnTo>
                  <a:lnTo>
                    <a:pt x="246281" y="16668"/>
                  </a:lnTo>
                  <a:lnTo>
                    <a:pt x="241590" y="14242"/>
                  </a:lnTo>
                  <a:lnTo>
                    <a:pt x="236824" y="11965"/>
                  </a:lnTo>
                  <a:lnTo>
                    <a:pt x="231989" y="9840"/>
                  </a:lnTo>
                  <a:lnTo>
                    <a:pt x="227089" y="7868"/>
                  </a:lnTo>
                  <a:lnTo>
                    <a:pt x="222129" y="6052"/>
                  </a:lnTo>
                  <a:lnTo>
                    <a:pt x="217114" y="4394"/>
                  </a:lnTo>
                  <a:lnTo>
                    <a:pt x="212050" y="2895"/>
                  </a:lnTo>
                  <a:lnTo>
                    <a:pt x="206940" y="1557"/>
                  </a:lnTo>
                  <a:lnTo>
                    <a:pt x="167149" y="163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9791" cy="167167"/>
            </a:xfrm>
            <a:custGeom>
              <a:avLst/>
              <a:pathLst>
                <a:path w="39791" h="167167">
                  <a:moveTo>
                    <a:pt x="39791" y="4804"/>
                  </a:moveTo>
                  <a:lnTo>
                    <a:pt x="33257" y="3341"/>
                  </a:lnTo>
                  <a:lnTo>
                    <a:pt x="26670" y="2141"/>
                  </a:lnTo>
                  <a:lnTo>
                    <a:pt x="20040" y="1205"/>
                  </a:lnTo>
                  <a:lnTo>
                    <a:pt x="13378" y="536"/>
                  </a:lnTo>
                  <a:lnTo>
                    <a:pt x="6694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88" y="5399291"/>
              <a:ext cx="167155" cy="330500"/>
            </a:xfrm>
            <a:custGeom>
              <a:avLst/>
              <a:pathLst>
                <a:path w="167155" h="330500">
                  <a:moveTo>
                    <a:pt x="167155" y="0"/>
                  </a:moveTo>
                  <a:lnTo>
                    <a:pt x="161838" y="84"/>
                  </a:lnTo>
                  <a:lnTo>
                    <a:pt x="156525" y="338"/>
                  </a:lnTo>
                  <a:lnTo>
                    <a:pt x="151224" y="760"/>
                  </a:lnTo>
                  <a:lnTo>
                    <a:pt x="145939" y="1351"/>
                  </a:lnTo>
                  <a:lnTo>
                    <a:pt x="140675" y="2110"/>
                  </a:lnTo>
                  <a:lnTo>
                    <a:pt x="135438" y="3036"/>
                  </a:lnTo>
                  <a:lnTo>
                    <a:pt x="130233" y="4128"/>
                  </a:lnTo>
                  <a:lnTo>
                    <a:pt x="125065" y="5385"/>
                  </a:lnTo>
                  <a:lnTo>
                    <a:pt x="119940" y="6806"/>
                  </a:lnTo>
                  <a:lnTo>
                    <a:pt x="114863" y="8389"/>
                  </a:lnTo>
                  <a:lnTo>
                    <a:pt x="109839" y="10133"/>
                  </a:lnTo>
                  <a:lnTo>
                    <a:pt x="104873" y="12035"/>
                  </a:lnTo>
                  <a:lnTo>
                    <a:pt x="99969" y="14095"/>
                  </a:lnTo>
                  <a:lnTo>
                    <a:pt x="95134" y="16310"/>
                  </a:lnTo>
                  <a:lnTo>
                    <a:pt x="90372" y="18677"/>
                  </a:lnTo>
                  <a:lnTo>
                    <a:pt x="85687" y="21195"/>
                  </a:lnTo>
                  <a:lnTo>
                    <a:pt x="81085" y="23860"/>
                  </a:lnTo>
                  <a:lnTo>
                    <a:pt x="76570" y="26670"/>
                  </a:lnTo>
                  <a:lnTo>
                    <a:pt x="72147" y="29623"/>
                  </a:lnTo>
                  <a:lnTo>
                    <a:pt x="67820" y="32715"/>
                  </a:lnTo>
                  <a:lnTo>
                    <a:pt x="63593" y="35943"/>
                  </a:lnTo>
                  <a:lnTo>
                    <a:pt x="59471" y="39303"/>
                  </a:lnTo>
                  <a:lnTo>
                    <a:pt x="55458" y="42793"/>
                  </a:lnTo>
                  <a:lnTo>
                    <a:pt x="51559" y="46409"/>
                  </a:lnTo>
                  <a:lnTo>
                    <a:pt x="47776" y="50148"/>
                  </a:lnTo>
                  <a:lnTo>
                    <a:pt x="44114" y="54004"/>
                  </a:lnTo>
                  <a:lnTo>
                    <a:pt x="40576" y="57975"/>
                  </a:lnTo>
                  <a:lnTo>
                    <a:pt x="37167" y="62057"/>
                  </a:lnTo>
                  <a:lnTo>
                    <a:pt x="33889" y="66245"/>
                  </a:lnTo>
                  <a:lnTo>
                    <a:pt x="30747" y="70536"/>
                  </a:lnTo>
                  <a:lnTo>
                    <a:pt x="27742" y="74924"/>
                  </a:lnTo>
                  <a:lnTo>
                    <a:pt x="24878" y="79405"/>
                  </a:lnTo>
                  <a:lnTo>
                    <a:pt x="22158" y="83975"/>
                  </a:lnTo>
                  <a:lnTo>
                    <a:pt x="19585" y="88630"/>
                  </a:lnTo>
                  <a:lnTo>
                    <a:pt x="17162" y="93364"/>
                  </a:lnTo>
                  <a:lnTo>
                    <a:pt x="14890" y="98172"/>
                  </a:lnTo>
                  <a:lnTo>
                    <a:pt x="12772" y="103051"/>
                  </a:lnTo>
                  <a:lnTo>
                    <a:pt x="10811" y="107994"/>
                  </a:lnTo>
                  <a:lnTo>
                    <a:pt x="9008" y="112997"/>
                  </a:lnTo>
                  <a:lnTo>
                    <a:pt x="7365" y="118055"/>
                  </a:lnTo>
                  <a:lnTo>
                    <a:pt x="5883" y="123163"/>
                  </a:lnTo>
                  <a:lnTo>
                    <a:pt x="4565" y="128315"/>
                  </a:lnTo>
                  <a:lnTo>
                    <a:pt x="3412" y="133507"/>
                  </a:lnTo>
                  <a:lnTo>
                    <a:pt x="2424" y="138733"/>
                  </a:lnTo>
                  <a:lnTo>
                    <a:pt x="1603" y="143987"/>
                  </a:lnTo>
                  <a:lnTo>
                    <a:pt x="949" y="149265"/>
                  </a:lnTo>
                  <a:lnTo>
                    <a:pt x="464" y="154561"/>
                  </a:lnTo>
                  <a:lnTo>
                    <a:pt x="147" y="159870"/>
                  </a:lnTo>
                  <a:lnTo>
                    <a:pt x="0" y="165186"/>
                  </a:lnTo>
                  <a:lnTo>
                    <a:pt x="21" y="170504"/>
                  </a:lnTo>
                  <a:lnTo>
                    <a:pt x="212" y="175819"/>
                  </a:lnTo>
                  <a:lnTo>
                    <a:pt x="572" y="181125"/>
                  </a:lnTo>
                  <a:lnTo>
                    <a:pt x="1100" y="186417"/>
                  </a:lnTo>
                  <a:lnTo>
                    <a:pt x="1796" y="191690"/>
                  </a:lnTo>
                  <a:lnTo>
                    <a:pt x="2660" y="196937"/>
                  </a:lnTo>
                  <a:lnTo>
                    <a:pt x="3690" y="202155"/>
                  </a:lnTo>
                  <a:lnTo>
                    <a:pt x="4886" y="207337"/>
                  </a:lnTo>
                  <a:lnTo>
                    <a:pt x="6246" y="212478"/>
                  </a:lnTo>
                  <a:lnTo>
                    <a:pt x="7769" y="217574"/>
                  </a:lnTo>
                  <a:lnTo>
                    <a:pt x="9453" y="222619"/>
                  </a:lnTo>
                  <a:lnTo>
                    <a:pt x="11296" y="227607"/>
                  </a:lnTo>
                  <a:lnTo>
                    <a:pt x="13298" y="232534"/>
                  </a:lnTo>
                  <a:lnTo>
                    <a:pt x="15455" y="237395"/>
                  </a:lnTo>
                  <a:lnTo>
                    <a:pt x="17766" y="242185"/>
                  </a:lnTo>
                  <a:lnTo>
                    <a:pt x="20228" y="246899"/>
                  </a:lnTo>
                  <a:lnTo>
                    <a:pt x="22838" y="251533"/>
                  </a:lnTo>
                  <a:lnTo>
                    <a:pt x="25595" y="256081"/>
                  </a:lnTo>
                  <a:lnTo>
                    <a:pt x="28495" y="260539"/>
                  </a:lnTo>
                  <a:lnTo>
                    <a:pt x="31535" y="264902"/>
                  </a:lnTo>
                  <a:lnTo>
                    <a:pt x="34713" y="269167"/>
                  </a:lnTo>
                  <a:lnTo>
                    <a:pt x="38025" y="273328"/>
                  </a:lnTo>
                  <a:lnTo>
                    <a:pt x="41467" y="277382"/>
                  </a:lnTo>
                  <a:lnTo>
                    <a:pt x="45036" y="281325"/>
                  </a:lnTo>
                  <a:lnTo>
                    <a:pt x="48730" y="285151"/>
                  </a:lnTo>
                  <a:lnTo>
                    <a:pt x="52543" y="288859"/>
                  </a:lnTo>
                  <a:lnTo>
                    <a:pt x="56472" y="292443"/>
                  </a:lnTo>
                  <a:lnTo>
                    <a:pt x="60513" y="295900"/>
                  </a:lnTo>
                  <a:lnTo>
                    <a:pt x="64662" y="299228"/>
                  </a:lnTo>
                  <a:lnTo>
                    <a:pt x="68914" y="302421"/>
                  </a:lnTo>
                  <a:lnTo>
                    <a:pt x="73266" y="305478"/>
                  </a:lnTo>
                  <a:lnTo>
                    <a:pt x="77714" y="308394"/>
                  </a:lnTo>
                  <a:lnTo>
                    <a:pt x="82251" y="311168"/>
                  </a:lnTo>
                  <a:lnTo>
                    <a:pt x="86875" y="313796"/>
                  </a:lnTo>
                  <a:lnTo>
                    <a:pt x="91580" y="316275"/>
                  </a:lnTo>
                  <a:lnTo>
                    <a:pt x="96361" y="318604"/>
                  </a:lnTo>
                  <a:lnTo>
                    <a:pt x="101214" y="320779"/>
                  </a:lnTo>
                  <a:lnTo>
                    <a:pt x="106134" y="322799"/>
                  </a:lnTo>
                  <a:lnTo>
                    <a:pt x="111115" y="324661"/>
                  </a:lnTo>
                  <a:lnTo>
                    <a:pt x="116154" y="326364"/>
                  </a:lnTo>
                  <a:lnTo>
                    <a:pt x="121244" y="327906"/>
                  </a:lnTo>
                  <a:lnTo>
                    <a:pt x="126380" y="329285"/>
                  </a:lnTo>
                  <a:lnTo>
                    <a:pt x="131557" y="33050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87946" y="5566459"/>
              <a:ext cx="35597" cy="163333"/>
            </a:xfrm>
            <a:custGeom>
              <a:avLst/>
              <a:pathLst>
                <a:path w="35597" h="163333">
                  <a:moveTo>
                    <a:pt x="0" y="163333"/>
                  </a:moveTo>
                  <a:lnTo>
                    <a:pt x="35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87946" y="5566459"/>
              <a:ext cx="35597" cy="163333"/>
            </a:xfrm>
            <a:custGeom>
              <a:avLst/>
              <a:pathLst>
                <a:path w="35597" h="163333">
                  <a:moveTo>
                    <a:pt x="0" y="163333"/>
                  </a:moveTo>
                  <a:lnTo>
                    <a:pt x="35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87946" y="5566459"/>
              <a:ext cx="35597" cy="163333"/>
            </a:xfrm>
            <a:custGeom>
              <a:avLst/>
              <a:pathLst>
                <a:path w="35597" h="163333">
                  <a:moveTo>
                    <a:pt x="0" y="163333"/>
                  </a:moveTo>
                  <a:lnTo>
                    <a:pt x="35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87946" y="5566459"/>
              <a:ext cx="35597" cy="163333"/>
            </a:xfrm>
            <a:custGeom>
              <a:avLst/>
              <a:pathLst>
                <a:path w="35597" h="163333">
                  <a:moveTo>
                    <a:pt x="0" y="163333"/>
                  </a:moveTo>
                  <a:lnTo>
                    <a:pt x="355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87946" y="5566459"/>
              <a:ext cx="35597" cy="163333"/>
            </a:xfrm>
            <a:custGeom>
              <a:avLst/>
              <a:pathLst>
                <a:path w="35597" h="163333">
                  <a:moveTo>
                    <a:pt x="0" y="163333"/>
                  </a:moveTo>
                  <a:lnTo>
                    <a:pt x="355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87946" y="5566459"/>
              <a:ext cx="88481" cy="167152"/>
            </a:xfrm>
            <a:custGeom>
              <a:avLst/>
              <a:pathLst>
                <a:path w="88481" h="167152">
                  <a:moveTo>
                    <a:pt x="0" y="163333"/>
                  </a:moveTo>
                  <a:lnTo>
                    <a:pt x="5495" y="164434"/>
                  </a:lnTo>
                  <a:lnTo>
                    <a:pt x="11024" y="165351"/>
                  </a:lnTo>
                  <a:lnTo>
                    <a:pt x="16581" y="166082"/>
                  </a:lnTo>
                  <a:lnTo>
                    <a:pt x="22160" y="166626"/>
                  </a:lnTo>
                  <a:lnTo>
                    <a:pt x="27753" y="166983"/>
                  </a:lnTo>
                  <a:lnTo>
                    <a:pt x="33355" y="167152"/>
                  </a:lnTo>
                  <a:lnTo>
                    <a:pt x="38960" y="167133"/>
                  </a:lnTo>
                  <a:lnTo>
                    <a:pt x="44561" y="166926"/>
                  </a:lnTo>
                  <a:lnTo>
                    <a:pt x="50152" y="166532"/>
                  </a:lnTo>
                  <a:lnTo>
                    <a:pt x="55726" y="165951"/>
                  </a:lnTo>
                  <a:lnTo>
                    <a:pt x="61278" y="165183"/>
                  </a:lnTo>
                  <a:lnTo>
                    <a:pt x="66801" y="164229"/>
                  </a:lnTo>
                  <a:lnTo>
                    <a:pt x="72289" y="163090"/>
                  </a:lnTo>
                  <a:lnTo>
                    <a:pt x="77736" y="161769"/>
                  </a:lnTo>
                  <a:lnTo>
                    <a:pt x="83136" y="160265"/>
                  </a:lnTo>
                  <a:lnTo>
                    <a:pt x="88481" y="158581"/>
                  </a:lnTo>
                  <a:lnTo>
                    <a:pt x="355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7" cy="325749"/>
            </a:xfrm>
            <a:custGeom>
              <a:avLst/>
              <a:pathLst>
                <a:path w="167167" h="325749">
                  <a:moveTo>
                    <a:pt x="52884" y="325749"/>
                  </a:moveTo>
                  <a:lnTo>
                    <a:pt x="57937" y="323973"/>
                  </a:lnTo>
                  <a:lnTo>
                    <a:pt x="62931" y="322037"/>
                  </a:lnTo>
                  <a:lnTo>
                    <a:pt x="67860" y="319941"/>
                  </a:lnTo>
                  <a:lnTo>
                    <a:pt x="72720" y="317689"/>
                  </a:lnTo>
                  <a:lnTo>
                    <a:pt x="77504" y="315282"/>
                  </a:lnTo>
                  <a:lnTo>
                    <a:pt x="82210" y="312723"/>
                  </a:lnTo>
                  <a:lnTo>
                    <a:pt x="86831" y="310014"/>
                  </a:lnTo>
                  <a:lnTo>
                    <a:pt x="91362" y="307159"/>
                  </a:lnTo>
                  <a:lnTo>
                    <a:pt x="95800" y="304160"/>
                  </a:lnTo>
                  <a:lnTo>
                    <a:pt x="100140" y="301021"/>
                  </a:lnTo>
                  <a:lnTo>
                    <a:pt x="104377" y="297744"/>
                  </a:lnTo>
                  <a:lnTo>
                    <a:pt x="108507" y="294333"/>
                  </a:lnTo>
                  <a:lnTo>
                    <a:pt x="112525" y="290791"/>
                  </a:lnTo>
                  <a:lnTo>
                    <a:pt x="116428" y="287123"/>
                  </a:lnTo>
                  <a:lnTo>
                    <a:pt x="120211" y="283331"/>
                  </a:lnTo>
                  <a:lnTo>
                    <a:pt x="123871" y="279421"/>
                  </a:lnTo>
                  <a:lnTo>
                    <a:pt x="127403" y="275395"/>
                  </a:lnTo>
                  <a:lnTo>
                    <a:pt x="130805" y="271257"/>
                  </a:lnTo>
                  <a:lnTo>
                    <a:pt x="134073" y="267013"/>
                  </a:lnTo>
                  <a:lnTo>
                    <a:pt x="137203" y="262667"/>
                  </a:lnTo>
                  <a:lnTo>
                    <a:pt x="140192" y="258222"/>
                  </a:lnTo>
                  <a:lnTo>
                    <a:pt x="143037" y="253684"/>
                  </a:lnTo>
                  <a:lnTo>
                    <a:pt x="145735" y="249058"/>
                  </a:lnTo>
                  <a:lnTo>
                    <a:pt x="148284" y="244347"/>
                  </a:lnTo>
                  <a:lnTo>
                    <a:pt x="150680" y="239556"/>
                  </a:lnTo>
                  <a:lnTo>
                    <a:pt x="152922" y="234692"/>
                  </a:lnTo>
                  <a:lnTo>
                    <a:pt x="155007" y="229758"/>
                  </a:lnTo>
                  <a:lnTo>
                    <a:pt x="156933" y="224760"/>
                  </a:lnTo>
                  <a:lnTo>
                    <a:pt x="158697" y="219703"/>
                  </a:lnTo>
                  <a:lnTo>
                    <a:pt x="160299" y="214592"/>
                  </a:lnTo>
                  <a:lnTo>
                    <a:pt x="161736" y="209432"/>
                  </a:lnTo>
                  <a:lnTo>
                    <a:pt x="163007" y="204229"/>
                  </a:lnTo>
                  <a:lnTo>
                    <a:pt x="164110" y="198988"/>
                  </a:lnTo>
                  <a:lnTo>
                    <a:pt x="165046" y="193714"/>
                  </a:lnTo>
                  <a:lnTo>
                    <a:pt x="165811" y="188413"/>
                  </a:lnTo>
                  <a:lnTo>
                    <a:pt x="166407" y="183090"/>
                  </a:lnTo>
                  <a:lnTo>
                    <a:pt x="166832" y="177750"/>
                  </a:lnTo>
                  <a:lnTo>
                    <a:pt x="167085" y="172400"/>
                  </a:lnTo>
                  <a:lnTo>
                    <a:pt x="167167" y="167045"/>
                  </a:lnTo>
                  <a:lnTo>
                    <a:pt x="167077" y="161689"/>
                  </a:lnTo>
                  <a:lnTo>
                    <a:pt x="166816" y="156339"/>
                  </a:lnTo>
                  <a:lnTo>
                    <a:pt x="166383" y="151001"/>
                  </a:lnTo>
                  <a:lnTo>
                    <a:pt x="165780" y="145679"/>
                  </a:lnTo>
                  <a:lnTo>
                    <a:pt x="165007" y="140379"/>
                  </a:lnTo>
                  <a:lnTo>
                    <a:pt x="164064" y="135106"/>
                  </a:lnTo>
                  <a:lnTo>
                    <a:pt x="162952" y="129867"/>
                  </a:lnTo>
                  <a:lnTo>
                    <a:pt x="161674" y="124665"/>
                  </a:lnTo>
                  <a:lnTo>
                    <a:pt x="160229" y="119507"/>
                  </a:lnTo>
                  <a:lnTo>
                    <a:pt x="158620" y="114399"/>
                  </a:lnTo>
                  <a:lnTo>
                    <a:pt x="156848" y="109344"/>
                  </a:lnTo>
                  <a:lnTo>
                    <a:pt x="154915" y="104349"/>
                  </a:lnTo>
                  <a:lnTo>
                    <a:pt x="152823" y="99418"/>
                  </a:lnTo>
                  <a:lnTo>
                    <a:pt x="150574" y="94557"/>
                  </a:lnTo>
                  <a:lnTo>
                    <a:pt x="148171" y="89770"/>
                  </a:lnTo>
                  <a:lnTo>
                    <a:pt x="145615" y="85063"/>
                  </a:lnTo>
                  <a:lnTo>
                    <a:pt x="142910" y="80440"/>
                  </a:lnTo>
                  <a:lnTo>
                    <a:pt x="140058" y="75906"/>
                  </a:lnTo>
                  <a:lnTo>
                    <a:pt x="137063" y="71466"/>
                  </a:lnTo>
                  <a:lnTo>
                    <a:pt x="133926" y="67124"/>
                  </a:lnTo>
                  <a:lnTo>
                    <a:pt x="130653" y="62885"/>
                  </a:lnTo>
                  <a:lnTo>
                    <a:pt x="127245" y="58753"/>
                  </a:lnTo>
                  <a:lnTo>
                    <a:pt x="123706" y="54732"/>
                  </a:lnTo>
                  <a:lnTo>
                    <a:pt x="120041" y="50827"/>
                  </a:lnTo>
                  <a:lnTo>
                    <a:pt x="116252" y="47041"/>
                  </a:lnTo>
                  <a:lnTo>
                    <a:pt x="112344" y="43378"/>
                  </a:lnTo>
                  <a:lnTo>
                    <a:pt x="108320" y="39842"/>
                  </a:lnTo>
                  <a:lnTo>
                    <a:pt x="104186" y="36438"/>
                  </a:lnTo>
                  <a:lnTo>
                    <a:pt x="99944" y="33167"/>
                  </a:lnTo>
                  <a:lnTo>
                    <a:pt x="95600" y="30034"/>
                  </a:lnTo>
                  <a:lnTo>
                    <a:pt x="91158" y="27041"/>
                  </a:lnTo>
                  <a:lnTo>
                    <a:pt x="86622" y="24193"/>
                  </a:lnTo>
                  <a:lnTo>
                    <a:pt x="81997" y="21491"/>
                  </a:lnTo>
                  <a:lnTo>
                    <a:pt x="77288" y="18939"/>
                  </a:lnTo>
                  <a:lnTo>
                    <a:pt x="72499" y="16539"/>
                  </a:lnTo>
                  <a:lnTo>
                    <a:pt x="67636" y="14294"/>
                  </a:lnTo>
                  <a:lnTo>
                    <a:pt x="62704" y="12205"/>
                  </a:lnTo>
                  <a:lnTo>
                    <a:pt x="57708" y="10276"/>
                  </a:lnTo>
                  <a:lnTo>
                    <a:pt x="52652" y="8508"/>
                  </a:lnTo>
                  <a:lnTo>
                    <a:pt x="47542" y="6902"/>
                  </a:lnTo>
                  <a:lnTo>
                    <a:pt x="42383" y="5462"/>
                  </a:lnTo>
                  <a:lnTo>
                    <a:pt x="37181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6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1943" y="5269756"/>
              <a:ext cx="143315" cy="167167"/>
            </a:xfrm>
            <a:custGeom>
              <a:avLst/>
              <a:pathLst>
                <a:path w="143315" h="167167">
                  <a:moveTo>
                    <a:pt x="143315" y="0"/>
                  </a:moveTo>
                  <a:lnTo>
                    <a:pt x="137761" y="92"/>
                  </a:lnTo>
                  <a:lnTo>
                    <a:pt x="132214" y="368"/>
                  </a:lnTo>
                  <a:lnTo>
                    <a:pt x="126679" y="829"/>
                  </a:lnTo>
                  <a:lnTo>
                    <a:pt x="121162" y="1474"/>
                  </a:lnTo>
                  <a:lnTo>
                    <a:pt x="115670" y="2301"/>
                  </a:lnTo>
                  <a:lnTo>
                    <a:pt x="110208" y="3311"/>
                  </a:lnTo>
                  <a:lnTo>
                    <a:pt x="104783" y="4501"/>
                  </a:lnTo>
                  <a:lnTo>
                    <a:pt x="99401" y="5871"/>
                  </a:lnTo>
                  <a:lnTo>
                    <a:pt x="94066" y="7418"/>
                  </a:lnTo>
                  <a:lnTo>
                    <a:pt x="88787" y="9143"/>
                  </a:lnTo>
                  <a:lnTo>
                    <a:pt x="83567" y="11041"/>
                  </a:lnTo>
                  <a:lnTo>
                    <a:pt x="78413" y="13112"/>
                  </a:lnTo>
                  <a:lnTo>
                    <a:pt x="73331" y="15354"/>
                  </a:lnTo>
                  <a:lnTo>
                    <a:pt x="68327" y="17762"/>
                  </a:lnTo>
                  <a:lnTo>
                    <a:pt x="63405" y="20336"/>
                  </a:lnTo>
                  <a:lnTo>
                    <a:pt x="58571" y="23072"/>
                  </a:lnTo>
                  <a:lnTo>
                    <a:pt x="53831" y="25966"/>
                  </a:lnTo>
                  <a:lnTo>
                    <a:pt x="49190" y="29017"/>
                  </a:lnTo>
                  <a:lnTo>
                    <a:pt x="44652" y="32220"/>
                  </a:lnTo>
                  <a:lnTo>
                    <a:pt x="40223" y="35572"/>
                  </a:lnTo>
                  <a:lnTo>
                    <a:pt x="35909" y="39070"/>
                  </a:lnTo>
                  <a:lnTo>
                    <a:pt x="31713" y="42708"/>
                  </a:lnTo>
                  <a:lnTo>
                    <a:pt x="27640" y="46485"/>
                  </a:lnTo>
                  <a:lnTo>
                    <a:pt x="23694" y="50394"/>
                  </a:lnTo>
                  <a:lnTo>
                    <a:pt x="19881" y="54432"/>
                  </a:lnTo>
                  <a:lnTo>
                    <a:pt x="16204" y="58595"/>
                  </a:lnTo>
                  <a:lnTo>
                    <a:pt x="12667" y="62878"/>
                  </a:lnTo>
                  <a:lnTo>
                    <a:pt x="9275" y="67275"/>
                  </a:lnTo>
                  <a:lnTo>
                    <a:pt x="6030" y="71784"/>
                  </a:lnTo>
                  <a:lnTo>
                    <a:pt x="2937" y="76397"/>
                  </a:lnTo>
                  <a:lnTo>
                    <a:pt x="0" y="81110"/>
                  </a:lnTo>
                  <a:lnTo>
                    <a:pt x="1433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3243" y="5350867"/>
              <a:ext cx="162015" cy="86056"/>
            </a:xfrm>
            <a:custGeom>
              <a:avLst/>
              <a:pathLst>
                <a:path w="162015" h="86056">
                  <a:moveTo>
                    <a:pt x="18699" y="0"/>
                  </a:moveTo>
                  <a:lnTo>
                    <a:pt x="15656" y="5284"/>
                  </a:lnTo>
                  <a:lnTo>
                    <a:pt x="12808" y="10676"/>
                  </a:lnTo>
                  <a:lnTo>
                    <a:pt x="10158" y="16168"/>
                  </a:lnTo>
                  <a:lnTo>
                    <a:pt x="7710" y="21753"/>
                  </a:lnTo>
                  <a:lnTo>
                    <a:pt x="5467" y="27423"/>
                  </a:lnTo>
                  <a:lnTo>
                    <a:pt x="3433" y="33172"/>
                  </a:lnTo>
                  <a:lnTo>
                    <a:pt x="1609" y="38991"/>
                  </a:lnTo>
                  <a:lnTo>
                    <a:pt x="0" y="44873"/>
                  </a:lnTo>
                  <a:lnTo>
                    <a:pt x="162015" y="86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3" y="5269756"/>
              <a:ext cx="334319" cy="334330"/>
            </a:xfrm>
            <a:custGeom>
              <a:avLst/>
              <a:pathLst>
                <a:path w="334319" h="334330">
                  <a:moveTo>
                    <a:pt x="5149" y="125983"/>
                  </a:moveTo>
                  <a:lnTo>
                    <a:pt x="3922" y="131156"/>
                  </a:lnTo>
                  <a:lnTo>
                    <a:pt x="2859" y="136365"/>
                  </a:lnTo>
                  <a:lnTo>
                    <a:pt x="1963" y="141605"/>
                  </a:lnTo>
                  <a:lnTo>
                    <a:pt x="1234" y="146871"/>
                  </a:lnTo>
                  <a:lnTo>
                    <a:pt x="672" y="152158"/>
                  </a:lnTo>
                  <a:lnTo>
                    <a:pt x="279" y="157459"/>
                  </a:lnTo>
                  <a:lnTo>
                    <a:pt x="55" y="162771"/>
                  </a:lnTo>
                  <a:lnTo>
                    <a:pt x="0" y="168087"/>
                  </a:lnTo>
                  <a:lnTo>
                    <a:pt x="113" y="173402"/>
                  </a:lnTo>
                  <a:lnTo>
                    <a:pt x="396" y="178711"/>
                  </a:lnTo>
                  <a:lnTo>
                    <a:pt x="847" y="184008"/>
                  </a:lnTo>
                  <a:lnTo>
                    <a:pt x="1467" y="189288"/>
                  </a:lnTo>
                  <a:lnTo>
                    <a:pt x="2254" y="194545"/>
                  </a:lnTo>
                  <a:lnTo>
                    <a:pt x="3208" y="199775"/>
                  </a:lnTo>
                  <a:lnTo>
                    <a:pt x="4328" y="204972"/>
                  </a:lnTo>
                  <a:lnTo>
                    <a:pt x="5612" y="210131"/>
                  </a:lnTo>
                  <a:lnTo>
                    <a:pt x="7060" y="215246"/>
                  </a:lnTo>
                  <a:lnTo>
                    <a:pt x="8670" y="220313"/>
                  </a:lnTo>
                  <a:lnTo>
                    <a:pt x="10440" y="225326"/>
                  </a:lnTo>
                  <a:lnTo>
                    <a:pt x="12369" y="230280"/>
                  </a:lnTo>
                  <a:lnTo>
                    <a:pt x="14454" y="235170"/>
                  </a:lnTo>
                  <a:lnTo>
                    <a:pt x="16693" y="239992"/>
                  </a:lnTo>
                  <a:lnTo>
                    <a:pt x="19085" y="244739"/>
                  </a:lnTo>
                  <a:lnTo>
                    <a:pt x="21627" y="249409"/>
                  </a:lnTo>
                  <a:lnTo>
                    <a:pt x="24315" y="253995"/>
                  </a:lnTo>
                  <a:lnTo>
                    <a:pt x="27149" y="258493"/>
                  </a:lnTo>
                  <a:lnTo>
                    <a:pt x="30123" y="262899"/>
                  </a:lnTo>
                  <a:lnTo>
                    <a:pt x="33237" y="267209"/>
                  </a:lnTo>
                  <a:lnTo>
                    <a:pt x="36486" y="271417"/>
                  </a:lnTo>
                  <a:lnTo>
                    <a:pt x="39867" y="275519"/>
                  </a:lnTo>
                  <a:lnTo>
                    <a:pt x="43376" y="279512"/>
                  </a:lnTo>
                  <a:lnTo>
                    <a:pt x="47011" y="283392"/>
                  </a:lnTo>
                  <a:lnTo>
                    <a:pt x="50768" y="287154"/>
                  </a:lnTo>
                  <a:lnTo>
                    <a:pt x="54642" y="290794"/>
                  </a:lnTo>
                  <a:lnTo>
                    <a:pt x="58630" y="294310"/>
                  </a:lnTo>
                  <a:lnTo>
                    <a:pt x="62728" y="297696"/>
                  </a:lnTo>
                  <a:lnTo>
                    <a:pt x="66931" y="300951"/>
                  </a:lnTo>
                  <a:lnTo>
                    <a:pt x="71236" y="304071"/>
                  </a:lnTo>
                  <a:lnTo>
                    <a:pt x="75638" y="307052"/>
                  </a:lnTo>
                  <a:lnTo>
                    <a:pt x="80132" y="309892"/>
                  </a:lnTo>
                  <a:lnTo>
                    <a:pt x="84714" y="312587"/>
                  </a:lnTo>
                  <a:lnTo>
                    <a:pt x="89380" y="315135"/>
                  </a:lnTo>
                  <a:lnTo>
                    <a:pt x="94125" y="317534"/>
                  </a:lnTo>
                  <a:lnTo>
                    <a:pt x="98943" y="319780"/>
                  </a:lnTo>
                  <a:lnTo>
                    <a:pt x="103830" y="321872"/>
                  </a:lnTo>
                  <a:lnTo>
                    <a:pt x="108781" y="323808"/>
                  </a:lnTo>
                  <a:lnTo>
                    <a:pt x="113792" y="325585"/>
                  </a:lnTo>
                  <a:lnTo>
                    <a:pt x="118856" y="327202"/>
                  </a:lnTo>
                  <a:lnTo>
                    <a:pt x="123969" y="328657"/>
                  </a:lnTo>
                  <a:lnTo>
                    <a:pt x="129126" y="329949"/>
                  </a:lnTo>
                  <a:lnTo>
                    <a:pt x="134322" y="331076"/>
                  </a:lnTo>
                  <a:lnTo>
                    <a:pt x="139550" y="332038"/>
                  </a:lnTo>
                  <a:lnTo>
                    <a:pt x="144807" y="332833"/>
                  </a:lnTo>
                  <a:lnTo>
                    <a:pt x="150086" y="333460"/>
                  </a:lnTo>
                  <a:lnTo>
                    <a:pt x="155382" y="333919"/>
                  </a:lnTo>
                  <a:lnTo>
                    <a:pt x="160691" y="334209"/>
                  </a:lnTo>
                  <a:lnTo>
                    <a:pt x="166005" y="334330"/>
                  </a:lnTo>
                  <a:lnTo>
                    <a:pt x="171322" y="334283"/>
                  </a:lnTo>
                  <a:lnTo>
                    <a:pt x="176633" y="334066"/>
                  </a:lnTo>
                  <a:lnTo>
                    <a:pt x="181936" y="333681"/>
                  </a:lnTo>
                  <a:lnTo>
                    <a:pt x="187223" y="333127"/>
                  </a:lnTo>
                  <a:lnTo>
                    <a:pt x="192490" y="332405"/>
                  </a:lnTo>
                  <a:lnTo>
                    <a:pt x="197731" y="331516"/>
                  </a:lnTo>
                  <a:lnTo>
                    <a:pt x="202942" y="330461"/>
                  </a:lnTo>
                  <a:lnTo>
                    <a:pt x="208116" y="329241"/>
                  </a:lnTo>
                  <a:lnTo>
                    <a:pt x="213249" y="327857"/>
                  </a:lnTo>
                  <a:lnTo>
                    <a:pt x="218335" y="326310"/>
                  </a:lnTo>
                  <a:lnTo>
                    <a:pt x="223370" y="324602"/>
                  </a:lnTo>
                  <a:lnTo>
                    <a:pt x="228348" y="322735"/>
                  </a:lnTo>
                  <a:lnTo>
                    <a:pt x="233263" y="320711"/>
                  </a:lnTo>
                  <a:lnTo>
                    <a:pt x="238112" y="318532"/>
                  </a:lnTo>
                  <a:lnTo>
                    <a:pt x="242890" y="316199"/>
                  </a:lnTo>
                  <a:lnTo>
                    <a:pt x="247590" y="313716"/>
                  </a:lnTo>
                  <a:lnTo>
                    <a:pt x="252210" y="311085"/>
                  </a:lnTo>
                  <a:lnTo>
                    <a:pt x="256743" y="308308"/>
                  </a:lnTo>
                  <a:lnTo>
                    <a:pt x="261185" y="305388"/>
                  </a:lnTo>
                  <a:lnTo>
                    <a:pt x="265533" y="302328"/>
                  </a:lnTo>
                  <a:lnTo>
                    <a:pt x="269781" y="299132"/>
                  </a:lnTo>
                  <a:lnTo>
                    <a:pt x="273925" y="295802"/>
                  </a:lnTo>
                  <a:lnTo>
                    <a:pt x="277962" y="292342"/>
                  </a:lnTo>
                  <a:lnTo>
                    <a:pt x="281886" y="288756"/>
                  </a:lnTo>
                  <a:lnTo>
                    <a:pt x="285694" y="285047"/>
                  </a:lnTo>
                  <a:lnTo>
                    <a:pt x="289383" y="281218"/>
                  </a:lnTo>
                  <a:lnTo>
                    <a:pt x="292948" y="277274"/>
                  </a:lnTo>
                  <a:lnTo>
                    <a:pt x="296385" y="273219"/>
                  </a:lnTo>
                  <a:lnTo>
                    <a:pt x="299692" y="269056"/>
                  </a:lnTo>
                  <a:lnTo>
                    <a:pt x="302865" y="264790"/>
                  </a:lnTo>
                  <a:lnTo>
                    <a:pt x="305900" y="260426"/>
                  </a:lnTo>
                  <a:lnTo>
                    <a:pt x="308796" y="255967"/>
                  </a:lnTo>
                  <a:lnTo>
                    <a:pt x="311548" y="251419"/>
                  </a:lnTo>
                  <a:lnTo>
                    <a:pt x="314154" y="246785"/>
                  </a:lnTo>
                  <a:lnTo>
                    <a:pt x="316611" y="242071"/>
                  </a:lnTo>
                  <a:lnTo>
                    <a:pt x="318917" y="237281"/>
                  </a:lnTo>
                  <a:lnTo>
                    <a:pt x="321070" y="232420"/>
                  </a:lnTo>
                  <a:lnTo>
                    <a:pt x="323067" y="227493"/>
                  </a:lnTo>
                  <a:lnTo>
                    <a:pt x="324907" y="222505"/>
                  </a:lnTo>
                  <a:lnTo>
                    <a:pt x="326587" y="217461"/>
                  </a:lnTo>
                  <a:lnTo>
                    <a:pt x="328105" y="212367"/>
                  </a:lnTo>
                  <a:lnTo>
                    <a:pt x="329461" y="207226"/>
                  </a:lnTo>
                  <a:lnTo>
                    <a:pt x="330653" y="202045"/>
                  </a:lnTo>
                  <a:lnTo>
                    <a:pt x="331679" y="196829"/>
                  </a:lnTo>
                  <a:lnTo>
                    <a:pt x="332539" y="191583"/>
                  </a:lnTo>
                  <a:lnTo>
                    <a:pt x="333232" y="186312"/>
                  </a:lnTo>
                  <a:lnTo>
                    <a:pt x="333757" y="181022"/>
                  </a:lnTo>
                  <a:lnTo>
                    <a:pt x="334113" y="175717"/>
                  </a:lnTo>
                  <a:lnTo>
                    <a:pt x="334301" y="170404"/>
                  </a:lnTo>
                  <a:lnTo>
                    <a:pt x="334319" y="165088"/>
                  </a:lnTo>
                  <a:lnTo>
                    <a:pt x="334168" y="159774"/>
                  </a:lnTo>
                  <a:lnTo>
                    <a:pt x="333849" y="154467"/>
                  </a:lnTo>
                  <a:lnTo>
                    <a:pt x="333361" y="149174"/>
                  </a:lnTo>
                  <a:lnTo>
                    <a:pt x="332704" y="143898"/>
                  </a:lnTo>
                  <a:lnTo>
                    <a:pt x="331881" y="138646"/>
                  </a:lnTo>
                  <a:lnTo>
                    <a:pt x="330891" y="133423"/>
                  </a:lnTo>
                  <a:lnTo>
                    <a:pt x="329735" y="128234"/>
                  </a:lnTo>
                  <a:lnTo>
                    <a:pt x="328415" y="123084"/>
                  </a:lnTo>
                  <a:lnTo>
                    <a:pt x="326931" y="117979"/>
                  </a:lnTo>
                  <a:lnTo>
                    <a:pt x="325287" y="112923"/>
                  </a:lnTo>
                  <a:lnTo>
                    <a:pt x="323482" y="107923"/>
                  </a:lnTo>
                  <a:lnTo>
                    <a:pt x="321519" y="102982"/>
                  </a:lnTo>
                  <a:lnTo>
                    <a:pt x="319400" y="98107"/>
                  </a:lnTo>
                  <a:lnTo>
                    <a:pt x="317127" y="93301"/>
                  </a:lnTo>
                  <a:lnTo>
                    <a:pt x="314702" y="88570"/>
                  </a:lnTo>
                  <a:lnTo>
                    <a:pt x="312128" y="83918"/>
                  </a:lnTo>
                  <a:lnTo>
                    <a:pt x="309408" y="79351"/>
                  </a:lnTo>
                  <a:lnTo>
                    <a:pt x="306544" y="74872"/>
                  </a:lnTo>
                  <a:lnTo>
                    <a:pt x="303538" y="70487"/>
                  </a:lnTo>
                  <a:lnTo>
                    <a:pt x="300395" y="66199"/>
                  </a:lnTo>
                  <a:lnTo>
                    <a:pt x="297117" y="62014"/>
                  </a:lnTo>
                  <a:lnTo>
                    <a:pt x="293708" y="57935"/>
                  </a:lnTo>
                  <a:lnTo>
                    <a:pt x="290171" y="53966"/>
                  </a:lnTo>
                  <a:lnTo>
                    <a:pt x="286509" y="50112"/>
                  </a:lnTo>
                  <a:lnTo>
                    <a:pt x="282726" y="46376"/>
                  </a:lnTo>
                  <a:lnTo>
                    <a:pt x="278827" y="42763"/>
                  </a:lnTo>
                  <a:lnTo>
                    <a:pt x="274815" y="39275"/>
                  </a:lnTo>
                  <a:lnTo>
                    <a:pt x="270694" y="35917"/>
                  </a:lnTo>
                  <a:lnTo>
                    <a:pt x="266468" y="32691"/>
                  </a:lnTo>
                  <a:lnTo>
                    <a:pt x="262141" y="29601"/>
                  </a:lnTo>
                  <a:lnTo>
                    <a:pt x="257719" y="26651"/>
                  </a:lnTo>
                  <a:lnTo>
                    <a:pt x="253205" y="23842"/>
                  </a:lnTo>
                  <a:lnTo>
                    <a:pt x="248604" y="21179"/>
                  </a:lnTo>
                  <a:lnTo>
                    <a:pt x="243921" y="18663"/>
                  </a:lnTo>
                  <a:lnTo>
                    <a:pt x="239160" y="16298"/>
                  </a:lnTo>
                  <a:lnTo>
                    <a:pt x="234326" y="14085"/>
                  </a:lnTo>
                  <a:lnTo>
                    <a:pt x="229425" y="12026"/>
                  </a:lnTo>
                  <a:lnTo>
                    <a:pt x="224460" y="10125"/>
                  </a:lnTo>
                  <a:lnTo>
                    <a:pt x="219437" y="8383"/>
                  </a:lnTo>
                  <a:lnTo>
                    <a:pt x="214362" y="6801"/>
                  </a:lnTo>
                  <a:lnTo>
                    <a:pt x="209239" y="5381"/>
                  </a:lnTo>
                  <a:lnTo>
                    <a:pt x="204073" y="4125"/>
                  </a:lnTo>
                  <a:lnTo>
                    <a:pt x="198870" y="3034"/>
                  </a:lnTo>
                  <a:lnTo>
                    <a:pt x="193635" y="2109"/>
                  </a:lnTo>
                  <a:lnTo>
                    <a:pt x="188373" y="1350"/>
                  </a:lnTo>
                  <a:lnTo>
                    <a:pt x="183090" y="760"/>
                  </a:lnTo>
                  <a:lnTo>
                    <a:pt x="177790" y="338"/>
                  </a:lnTo>
                  <a:lnTo>
                    <a:pt x="172480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8177" y="5018213"/>
              <a:ext cx="162861" cy="167167"/>
            </a:xfrm>
            <a:custGeom>
              <a:avLst/>
              <a:pathLst>
                <a:path w="162861" h="167167">
                  <a:moveTo>
                    <a:pt x="162861" y="0"/>
                  </a:moveTo>
                  <a:lnTo>
                    <a:pt x="157385" y="89"/>
                  </a:lnTo>
                  <a:lnTo>
                    <a:pt x="151915" y="358"/>
                  </a:lnTo>
                  <a:lnTo>
                    <a:pt x="146456" y="806"/>
                  </a:lnTo>
                  <a:lnTo>
                    <a:pt x="141015" y="1433"/>
                  </a:lnTo>
                  <a:lnTo>
                    <a:pt x="135598" y="2238"/>
                  </a:lnTo>
                  <a:lnTo>
                    <a:pt x="130210" y="3219"/>
                  </a:lnTo>
                  <a:lnTo>
                    <a:pt x="124856" y="4377"/>
                  </a:lnTo>
                  <a:lnTo>
                    <a:pt x="119544" y="5709"/>
                  </a:lnTo>
                  <a:lnTo>
                    <a:pt x="114278" y="7215"/>
                  </a:lnTo>
                  <a:lnTo>
                    <a:pt x="109065" y="8892"/>
                  </a:lnTo>
                  <a:lnTo>
                    <a:pt x="103909" y="10739"/>
                  </a:lnTo>
                  <a:lnTo>
                    <a:pt x="98816" y="12755"/>
                  </a:lnTo>
                  <a:lnTo>
                    <a:pt x="93792" y="14935"/>
                  </a:lnTo>
                  <a:lnTo>
                    <a:pt x="88842" y="17280"/>
                  </a:lnTo>
                  <a:lnTo>
                    <a:pt x="83972" y="19785"/>
                  </a:lnTo>
                  <a:lnTo>
                    <a:pt x="79186" y="22448"/>
                  </a:lnTo>
                  <a:lnTo>
                    <a:pt x="74490" y="25267"/>
                  </a:lnTo>
                  <a:lnTo>
                    <a:pt x="69889" y="28238"/>
                  </a:lnTo>
                  <a:lnTo>
                    <a:pt x="65388" y="31358"/>
                  </a:lnTo>
                  <a:lnTo>
                    <a:pt x="60992" y="34624"/>
                  </a:lnTo>
                  <a:lnTo>
                    <a:pt x="56705" y="38032"/>
                  </a:lnTo>
                  <a:lnTo>
                    <a:pt x="52531" y="41579"/>
                  </a:lnTo>
                  <a:lnTo>
                    <a:pt x="48476" y="45261"/>
                  </a:lnTo>
                  <a:lnTo>
                    <a:pt x="44544" y="49073"/>
                  </a:lnTo>
                  <a:lnTo>
                    <a:pt x="40739" y="53012"/>
                  </a:lnTo>
                  <a:lnTo>
                    <a:pt x="37065" y="57074"/>
                  </a:lnTo>
                  <a:lnTo>
                    <a:pt x="33526" y="61254"/>
                  </a:lnTo>
                  <a:lnTo>
                    <a:pt x="30126" y="65548"/>
                  </a:lnTo>
                  <a:lnTo>
                    <a:pt x="26869" y="69950"/>
                  </a:lnTo>
                  <a:lnTo>
                    <a:pt x="23757" y="74457"/>
                  </a:lnTo>
                  <a:lnTo>
                    <a:pt x="20795" y="79064"/>
                  </a:lnTo>
                  <a:lnTo>
                    <a:pt x="17985" y="83765"/>
                  </a:lnTo>
                  <a:lnTo>
                    <a:pt x="15330" y="88556"/>
                  </a:lnTo>
                  <a:lnTo>
                    <a:pt x="12834" y="93431"/>
                  </a:lnTo>
                  <a:lnTo>
                    <a:pt x="10499" y="98385"/>
                  </a:lnTo>
                  <a:lnTo>
                    <a:pt x="8328" y="103413"/>
                  </a:lnTo>
                  <a:lnTo>
                    <a:pt x="6323" y="108509"/>
                  </a:lnTo>
                  <a:lnTo>
                    <a:pt x="4485" y="113669"/>
                  </a:lnTo>
                  <a:lnTo>
                    <a:pt x="2818" y="118886"/>
                  </a:lnTo>
                  <a:lnTo>
                    <a:pt x="1322" y="124154"/>
                  </a:lnTo>
                  <a:lnTo>
                    <a:pt x="0" y="129469"/>
                  </a:lnTo>
                  <a:lnTo>
                    <a:pt x="1628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96" y="5147683"/>
              <a:ext cx="167142" cy="40567"/>
            </a:xfrm>
            <a:custGeom>
              <a:avLst/>
              <a:pathLst>
                <a:path w="167142" h="40567">
                  <a:moveTo>
                    <a:pt x="4281" y="0"/>
                  </a:moveTo>
                  <a:lnTo>
                    <a:pt x="2880" y="6669"/>
                  </a:lnTo>
                  <a:lnTo>
                    <a:pt x="1751" y="13390"/>
                  </a:lnTo>
                  <a:lnTo>
                    <a:pt x="898" y="20152"/>
                  </a:lnTo>
                  <a:lnTo>
                    <a:pt x="321" y="26943"/>
                  </a:lnTo>
                  <a:lnTo>
                    <a:pt x="21" y="33752"/>
                  </a:lnTo>
                  <a:lnTo>
                    <a:pt x="0" y="40567"/>
                  </a:lnTo>
                  <a:lnTo>
                    <a:pt x="167142" y="37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96" y="5018213"/>
              <a:ext cx="334290" cy="334334"/>
            </a:xfrm>
            <a:custGeom>
              <a:avLst/>
              <a:pathLst>
                <a:path w="334290" h="334334">
                  <a:moveTo>
                    <a:pt x="0" y="170037"/>
                  </a:moveTo>
                  <a:lnTo>
                    <a:pt x="175" y="175337"/>
                  </a:lnTo>
                  <a:lnTo>
                    <a:pt x="518" y="180629"/>
                  </a:lnTo>
                  <a:lnTo>
                    <a:pt x="1029" y="185907"/>
                  </a:lnTo>
                  <a:lnTo>
                    <a:pt x="1707" y="191167"/>
                  </a:lnTo>
                  <a:lnTo>
                    <a:pt x="2551" y="196402"/>
                  </a:lnTo>
                  <a:lnTo>
                    <a:pt x="3561" y="201608"/>
                  </a:lnTo>
                  <a:lnTo>
                    <a:pt x="4736" y="206779"/>
                  </a:lnTo>
                  <a:lnTo>
                    <a:pt x="6074" y="211911"/>
                  </a:lnTo>
                  <a:lnTo>
                    <a:pt x="7574" y="216997"/>
                  </a:lnTo>
                  <a:lnTo>
                    <a:pt x="9235" y="222034"/>
                  </a:lnTo>
                  <a:lnTo>
                    <a:pt x="11055" y="227015"/>
                  </a:lnTo>
                  <a:lnTo>
                    <a:pt x="13032" y="231935"/>
                  </a:lnTo>
                  <a:lnTo>
                    <a:pt x="15164" y="236791"/>
                  </a:lnTo>
                  <a:lnTo>
                    <a:pt x="17449" y="241577"/>
                  </a:lnTo>
                  <a:lnTo>
                    <a:pt x="19884" y="246287"/>
                  </a:lnTo>
                  <a:lnTo>
                    <a:pt x="22468" y="250919"/>
                  </a:lnTo>
                  <a:lnTo>
                    <a:pt x="25197" y="255465"/>
                  </a:lnTo>
                  <a:lnTo>
                    <a:pt x="28070" y="259923"/>
                  </a:lnTo>
                  <a:lnTo>
                    <a:pt x="31082" y="264288"/>
                  </a:lnTo>
                  <a:lnTo>
                    <a:pt x="34231" y="268555"/>
                  </a:lnTo>
                  <a:lnTo>
                    <a:pt x="37514" y="272720"/>
                  </a:lnTo>
                  <a:lnTo>
                    <a:pt x="40927" y="276778"/>
                  </a:lnTo>
                  <a:lnTo>
                    <a:pt x="44467" y="280726"/>
                  </a:lnTo>
                  <a:lnTo>
                    <a:pt x="48131" y="284560"/>
                  </a:lnTo>
                  <a:lnTo>
                    <a:pt x="51914" y="288276"/>
                  </a:lnTo>
                  <a:lnTo>
                    <a:pt x="55814" y="291870"/>
                  </a:lnTo>
                  <a:lnTo>
                    <a:pt x="59825" y="295339"/>
                  </a:lnTo>
                  <a:lnTo>
                    <a:pt x="63945" y="298678"/>
                  </a:lnTo>
                  <a:lnTo>
                    <a:pt x="68168" y="301885"/>
                  </a:lnTo>
                  <a:lnTo>
                    <a:pt x="72491" y="304957"/>
                  </a:lnTo>
                  <a:lnTo>
                    <a:pt x="76909" y="307890"/>
                  </a:lnTo>
                  <a:lnTo>
                    <a:pt x="81418" y="310681"/>
                  </a:lnTo>
                  <a:lnTo>
                    <a:pt x="86014" y="313328"/>
                  </a:lnTo>
                  <a:lnTo>
                    <a:pt x="90691" y="315828"/>
                  </a:lnTo>
                  <a:lnTo>
                    <a:pt x="95445" y="318178"/>
                  </a:lnTo>
                  <a:lnTo>
                    <a:pt x="100271" y="320376"/>
                  </a:lnTo>
                  <a:lnTo>
                    <a:pt x="105164" y="322420"/>
                  </a:lnTo>
                  <a:lnTo>
                    <a:pt x="110120" y="324308"/>
                  </a:lnTo>
                  <a:lnTo>
                    <a:pt x="115133" y="326038"/>
                  </a:lnTo>
                  <a:lnTo>
                    <a:pt x="120198" y="327608"/>
                  </a:lnTo>
                  <a:lnTo>
                    <a:pt x="125311" y="329016"/>
                  </a:lnTo>
                  <a:lnTo>
                    <a:pt x="130465" y="330261"/>
                  </a:lnTo>
                  <a:lnTo>
                    <a:pt x="135657" y="331343"/>
                  </a:lnTo>
                  <a:lnTo>
                    <a:pt x="140880" y="332259"/>
                  </a:lnTo>
                  <a:lnTo>
                    <a:pt x="146130" y="333009"/>
                  </a:lnTo>
                  <a:lnTo>
                    <a:pt x="151401" y="333592"/>
                  </a:lnTo>
                  <a:lnTo>
                    <a:pt x="156688" y="334007"/>
                  </a:lnTo>
                  <a:lnTo>
                    <a:pt x="161985" y="334255"/>
                  </a:lnTo>
                  <a:lnTo>
                    <a:pt x="167288" y="334334"/>
                  </a:lnTo>
                  <a:lnTo>
                    <a:pt x="172590" y="334246"/>
                  </a:lnTo>
                  <a:lnTo>
                    <a:pt x="177887" y="333989"/>
                  </a:lnTo>
                  <a:lnTo>
                    <a:pt x="183173" y="333564"/>
                  </a:lnTo>
                  <a:lnTo>
                    <a:pt x="188443" y="332972"/>
                  </a:lnTo>
                  <a:lnTo>
                    <a:pt x="193691" y="332213"/>
                  </a:lnTo>
                  <a:lnTo>
                    <a:pt x="198913" y="331288"/>
                  </a:lnTo>
                  <a:lnTo>
                    <a:pt x="204103" y="330197"/>
                  </a:lnTo>
                  <a:lnTo>
                    <a:pt x="209255" y="328943"/>
                  </a:lnTo>
                  <a:lnTo>
                    <a:pt x="214366" y="327526"/>
                  </a:lnTo>
                  <a:lnTo>
                    <a:pt x="219428" y="325947"/>
                  </a:lnTo>
                  <a:lnTo>
                    <a:pt x="224438" y="324209"/>
                  </a:lnTo>
                  <a:lnTo>
                    <a:pt x="229391" y="322312"/>
                  </a:lnTo>
                  <a:lnTo>
                    <a:pt x="234281" y="320260"/>
                  </a:lnTo>
                  <a:lnTo>
                    <a:pt x="239103" y="318053"/>
                  </a:lnTo>
                  <a:lnTo>
                    <a:pt x="243853" y="315695"/>
                  </a:lnTo>
                  <a:lnTo>
                    <a:pt x="248525" y="313187"/>
                  </a:lnTo>
                  <a:lnTo>
                    <a:pt x="253116" y="310532"/>
                  </a:lnTo>
                  <a:lnTo>
                    <a:pt x="257620" y="307733"/>
                  </a:lnTo>
                  <a:lnTo>
                    <a:pt x="262033" y="304792"/>
                  </a:lnTo>
                  <a:lnTo>
                    <a:pt x="266351" y="301713"/>
                  </a:lnTo>
                  <a:lnTo>
                    <a:pt x="270568" y="298499"/>
                  </a:lnTo>
                  <a:lnTo>
                    <a:pt x="274682" y="295152"/>
                  </a:lnTo>
                  <a:lnTo>
                    <a:pt x="278688" y="291676"/>
                  </a:lnTo>
                  <a:lnTo>
                    <a:pt x="282581" y="288076"/>
                  </a:lnTo>
                  <a:lnTo>
                    <a:pt x="286358" y="284353"/>
                  </a:lnTo>
                  <a:lnTo>
                    <a:pt x="290015" y="280513"/>
                  </a:lnTo>
                  <a:lnTo>
                    <a:pt x="293548" y="276558"/>
                  </a:lnTo>
                  <a:lnTo>
                    <a:pt x="296954" y="272494"/>
                  </a:lnTo>
                  <a:lnTo>
                    <a:pt x="300230" y="268323"/>
                  </a:lnTo>
                  <a:lnTo>
                    <a:pt x="303372" y="264051"/>
                  </a:lnTo>
                  <a:lnTo>
                    <a:pt x="306376" y="259681"/>
                  </a:lnTo>
                  <a:lnTo>
                    <a:pt x="309241" y="255218"/>
                  </a:lnTo>
                  <a:lnTo>
                    <a:pt x="311962" y="250667"/>
                  </a:lnTo>
                  <a:lnTo>
                    <a:pt x="314538" y="246031"/>
                  </a:lnTo>
                  <a:lnTo>
                    <a:pt x="316965" y="241316"/>
                  </a:lnTo>
                  <a:lnTo>
                    <a:pt x="319242" y="236527"/>
                  </a:lnTo>
                  <a:lnTo>
                    <a:pt x="321365" y="231667"/>
                  </a:lnTo>
                  <a:lnTo>
                    <a:pt x="323333" y="226743"/>
                  </a:lnTo>
                  <a:lnTo>
                    <a:pt x="325144" y="221759"/>
                  </a:lnTo>
                  <a:lnTo>
                    <a:pt x="326797" y="216720"/>
                  </a:lnTo>
                  <a:lnTo>
                    <a:pt x="328288" y="211631"/>
                  </a:lnTo>
                  <a:lnTo>
                    <a:pt x="329617" y="206497"/>
                  </a:lnTo>
                  <a:lnTo>
                    <a:pt x="330783" y="201323"/>
                  </a:lnTo>
                  <a:lnTo>
                    <a:pt x="331784" y="196116"/>
                  </a:lnTo>
                  <a:lnTo>
                    <a:pt x="332619" y="190879"/>
                  </a:lnTo>
                  <a:lnTo>
                    <a:pt x="333288" y="185618"/>
                  </a:lnTo>
                  <a:lnTo>
                    <a:pt x="333790" y="180339"/>
                  </a:lnTo>
                  <a:lnTo>
                    <a:pt x="334124" y="175046"/>
                  </a:lnTo>
                  <a:lnTo>
                    <a:pt x="334290" y="169746"/>
                  </a:lnTo>
                  <a:lnTo>
                    <a:pt x="334288" y="164443"/>
                  </a:lnTo>
                  <a:lnTo>
                    <a:pt x="334117" y="159142"/>
                  </a:lnTo>
                  <a:lnTo>
                    <a:pt x="333778" y="153850"/>
                  </a:lnTo>
                  <a:lnTo>
                    <a:pt x="333272" y="148571"/>
                  </a:lnTo>
                  <a:lnTo>
                    <a:pt x="332599" y="143311"/>
                  </a:lnTo>
                  <a:lnTo>
                    <a:pt x="331759" y="138075"/>
                  </a:lnTo>
                  <a:lnTo>
                    <a:pt x="330753" y="132868"/>
                  </a:lnTo>
                  <a:lnTo>
                    <a:pt x="329583" y="127696"/>
                  </a:lnTo>
                  <a:lnTo>
                    <a:pt x="328249" y="122563"/>
                  </a:lnTo>
                  <a:lnTo>
                    <a:pt x="326753" y="117475"/>
                  </a:lnTo>
                  <a:lnTo>
                    <a:pt x="325097" y="112438"/>
                  </a:lnTo>
                  <a:lnTo>
                    <a:pt x="323281" y="107455"/>
                  </a:lnTo>
                  <a:lnTo>
                    <a:pt x="321309" y="102532"/>
                  </a:lnTo>
                  <a:lnTo>
                    <a:pt x="319181" y="97675"/>
                  </a:lnTo>
                  <a:lnTo>
                    <a:pt x="316900" y="92887"/>
                  </a:lnTo>
                  <a:lnTo>
                    <a:pt x="314469" y="88175"/>
                  </a:lnTo>
                  <a:lnTo>
                    <a:pt x="311889" y="83541"/>
                  </a:lnTo>
                  <a:lnTo>
                    <a:pt x="309164" y="78992"/>
                  </a:lnTo>
                  <a:lnTo>
                    <a:pt x="306296" y="74532"/>
                  </a:lnTo>
                  <a:lnTo>
                    <a:pt x="303287" y="70164"/>
                  </a:lnTo>
                  <a:lnTo>
                    <a:pt x="300142" y="65895"/>
                  </a:lnTo>
                  <a:lnTo>
                    <a:pt x="296863" y="61727"/>
                  </a:lnTo>
                  <a:lnTo>
                    <a:pt x="293453" y="57666"/>
                  </a:lnTo>
                  <a:lnTo>
                    <a:pt x="289916" y="53714"/>
                  </a:lnTo>
                  <a:lnTo>
                    <a:pt x="286256" y="49877"/>
                  </a:lnTo>
                  <a:lnTo>
                    <a:pt x="282476" y="46158"/>
                  </a:lnTo>
                  <a:lnTo>
                    <a:pt x="278579" y="42560"/>
                  </a:lnTo>
                  <a:lnTo>
                    <a:pt x="274571" y="39088"/>
                  </a:lnTo>
                  <a:lnTo>
                    <a:pt x="270454" y="35745"/>
                  </a:lnTo>
                  <a:lnTo>
                    <a:pt x="266234" y="32535"/>
                  </a:lnTo>
                  <a:lnTo>
                    <a:pt x="261913" y="29459"/>
                  </a:lnTo>
                  <a:lnTo>
                    <a:pt x="257498" y="26522"/>
                  </a:lnTo>
                  <a:lnTo>
                    <a:pt x="252991" y="23727"/>
                  </a:lnTo>
                  <a:lnTo>
                    <a:pt x="248398" y="21076"/>
                  </a:lnTo>
                  <a:lnTo>
                    <a:pt x="243723" y="18572"/>
                  </a:lnTo>
                  <a:lnTo>
                    <a:pt x="238971" y="16218"/>
                  </a:lnTo>
                  <a:lnTo>
                    <a:pt x="234147" y="14016"/>
                  </a:lnTo>
                  <a:lnTo>
                    <a:pt x="229256" y="11967"/>
                  </a:lnTo>
                  <a:lnTo>
                    <a:pt x="224302" y="10075"/>
                  </a:lnTo>
                  <a:lnTo>
                    <a:pt x="219290" y="8341"/>
                  </a:lnTo>
                  <a:lnTo>
                    <a:pt x="214226" y="6767"/>
                  </a:lnTo>
                  <a:lnTo>
                    <a:pt x="209115" y="5354"/>
                  </a:lnTo>
                  <a:lnTo>
                    <a:pt x="203961" y="4105"/>
                  </a:lnTo>
                  <a:lnTo>
                    <a:pt x="198770" y="3019"/>
                  </a:lnTo>
                  <a:lnTo>
                    <a:pt x="193548" y="2098"/>
                  </a:lnTo>
                  <a:lnTo>
                    <a:pt x="188299" y="1344"/>
                  </a:lnTo>
                  <a:lnTo>
                    <a:pt x="183028" y="756"/>
                  </a:lnTo>
                  <a:lnTo>
                    <a:pt x="177742" y="336"/>
                  </a:lnTo>
                  <a:lnTo>
                    <a:pt x="172445" y="84"/>
                  </a:lnTo>
                  <a:lnTo>
                    <a:pt x="167142" y="0"/>
                  </a:lnTo>
                  <a:lnTo>
                    <a:pt x="1671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3" y="4659281"/>
              <a:ext cx="333703" cy="334333"/>
            </a:xfrm>
            <a:custGeom>
              <a:avLst/>
              <a:pathLst>
                <a:path w="333703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4" y="335"/>
                  </a:lnTo>
                  <a:lnTo>
                    <a:pt x="151283" y="754"/>
                  </a:lnTo>
                  <a:lnTo>
                    <a:pt x="146019" y="1341"/>
                  </a:lnTo>
                  <a:lnTo>
                    <a:pt x="140775" y="2093"/>
                  </a:lnTo>
                  <a:lnTo>
                    <a:pt x="135559" y="3012"/>
                  </a:lnTo>
                  <a:lnTo>
                    <a:pt x="130373" y="4095"/>
                  </a:lnTo>
                  <a:lnTo>
                    <a:pt x="125225" y="5342"/>
                  </a:lnTo>
                  <a:lnTo>
                    <a:pt x="120119" y="6752"/>
                  </a:lnTo>
                  <a:lnTo>
                    <a:pt x="115060" y="8323"/>
                  </a:lnTo>
                  <a:lnTo>
                    <a:pt x="110054" y="10053"/>
                  </a:lnTo>
                  <a:lnTo>
                    <a:pt x="105104" y="11941"/>
                  </a:lnTo>
                  <a:lnTo>
                    <a:pt x="100218" y="13985"/>
                  </a:lnTo>
                  <a:lnTo>
                    <a:pt x="95398" y="16182"/>
                  </a:lnTo>
                  <a:lnTo>
                    <a:pt x="90650" y="18531"/>
                  </a:lnTo>
                  <a:lnTo>
                    <a:pt x="85979" y="21030"/>
                  </a:lnTo>
                  <a:lnTo>
                    <a:pt x="81390" y="23675"/>
                  </a:lnTo>
                  <a:lnTo>
                    <a:pt x="76887" y="26464"/>
                  </a:lnTo>
                  <a:lnTo>
                    <a:pt x="72474" y="29395"/>
                  </a:lnTo>
                  <a:lnTo>
                    <a:pt x="68156" y="32464"/>
                  </a:lnTo>
                  <a:lnTo>
                    <a:pt x="63938" y="35668"/>
                  </a:lnTo>
                  <a:lnTo>
                    <a:pt x="59824" y="39004"/>
                  </a:lnTo>
                  <a:lnTo>
                    <a:pt x="55817" y="42469"/>
                  </a:lnTo>
                  <a:lnTo>
                    <a:pt x="51922" y="46059"/>
                  </a:lnTo>
                  <a:lnTo>
                    <a:pt x="48143" y="49771"/>
                  </a:lnTo>
                  <a:lnTo>
                    <a:pt x="44483" y="53600"/>
                  </a:lnTo>
                  <a:lnTo>
                    <a:pt x="40946" y="57544"/>
                  </a:lnTo>
                  <a:lnTo>
                    <a:pt x="37537" y="61597"/>
                  </a:lnTo>
                  <a:lnTo>
                    <a:pt x="34257" y="65757"/>
                  </a:lnTo>
                  <a:lnTo>
                    <a:pt x="31110" y="70018"/>
                  </a:lnTo>
                  <a:lnTo>
                    <a:pt x="28101" y="74377"/>
                  </a:lnTo>
                  <a:lnTo>
                    <a:pt x="25231" y="78830"/>
                  </a:lnTo>
                  <a:lnTo>
                    <a:pt x="22503" y="83371"/>
                  </a:lnTo>
                  <a:lnTo>
                    <a:pt x="19921" y="87996"/>
                  </a:lnTo>
                  <a:lnTo>
                    <a:pt x="17486" y="92700"/>
                  </a:lnTo>
                  <a:lnTo>
                    <a:pt x="15202" y="97479"/>
                  </a:lnTo>
                  <a:lnTo>
                    <a:pt x="13070" y="102329"/>
                  </a:lnTo>
                  <a:lnTo>
                    <a:pt x="11093" y="107243"/>
                  </a:lnTo>
                  <a:lnTo>
                    <a:pt x="9273" y="112218"/>
                  </a:lnTo>
                  <a:lnTo>
                    <a:pt x="7612" y="117247"/>
                  </a:lnTo>
                  <a:lnTo>
                    <a:pt x="6110" y="122327"/>
                  </a:lnTo>
                  <a:lnTo>
                    <a:pt x="4770" y="127452"/>
                  </a:lnTo>
                  <a:lnTo>
                    <a:pt x="3593" y="132617"/>
                  </a:lnTo>
                  <a:lnTo>
                    <a:pt x="2581" y="137816"/>
                  </a:lnTo>
                  <a:lnTo>
                    <a:pt x="1733" y="143045"/>
                  </a:lnTo>
                  <a:lnTo>
                    <a:pt x="1052" y="148298"/>
                  </a:lnTo>
                  <a:lnTo>
                    <a:pt x="538" y="153570"/>
                  </a:lnTo>
                  <a:lnTo>
                    <a:pt x="191" y="158856"/>
                  </a:lnTo>
                  <a:lnTo>
                    <a:pt x="11" y="164150"/>
                  </a:lnTo>
                  <a:lnTo>
                    <a:pt x="0" y="169447"/>
                  </a:lnTo>
                  <a:lnTo>
                    <a:pt x="156" y="174742"/>
                  </a:lnTo>
                  <a:lnTo>
                    <a:pt x="479" y="180029"/>
                  </a:lnTo>
                  <a:lnTo>
                    <a:pt x="971" y="185303"/>
                  </a:lnTo>
                  <a:lnTo>
                    <a:pt x="1629" y="190559"/>
                  </a:lnTo>
                  <a:lnTo>
                    <a:pt x="2453" y="195792"/>
                  </a:lnTo>
                  <a:lnTo>
                    <a:pt x="3443" y="200996"/>
                  </a:lnTo>
                  <a:lnTo>
                    <a:pt x="4597" y="206166"/>
                  </a:lnTo>
                  <a:lnTo>
                    <a:pt x="5914" y="211296"/>
                  </a:lnTo>
                  <a:lnTo>
                    <a:pt x="7393" y="216383"/>
                  </a:lnTo>
                  <a:lnTo>
                    <a:pt x="9032" y="221420"/>
                  </a:lnTo>
                  <a:lnTo>
                    <a:pt x="10831" y="226402"/>
                  </a:lnTo>
                  <a:lnTo>
                    <a:pt x="12786" y="231325"/>
                  </a:lnTo>
                  <a:lnTo>
                    <a:pt x="14896" y="236184"/>
                  </a:lnTo>
                  <a:lnTo>
                    <a:pt x="17159" y="240973"/>
                  </a:lnTo>
                  <a:lnTo>
                    <a:pt x="19573" y="245688"/>
                  </a:lnTo>
                  <a:lnTo>
                    <a:pt x="22135" y="250325"/>
                  </a:lnTo>
                  <a:lnTo>
                    <a:pt x="24843" y="254878"/>
                  </a:lnTo>
                  <a:lnTo>
                    <a:pt x="27693" y="259342"/>
                  </a:lnTo>
                  <a:lnTo>
                    <a:pt x="30683" y="263715"/>
                  </a:lnTo>
                  <a:lnTo>
                    <a:pt x="33811" y="267990"/>
                  </a:lnTo>
                  <a:lnTo>
                    <a:pt x="37072" y="272164"/>
                  </a:lnTo>
                  <a:lnTo>
                    <a:pt x="40464" y="276233"/>
                  </a:lnTo>
                  <a:lnTo>
                    <a:pt x="43983" y="280192"/>
                  </a:lnTo>
                  <a:lnTo>
                    <a:pt x="47626" y="284037"/>
                  </a:lnTo>
                  <a:lnTo>
                    <a:pt x="51389" y="287766"/>
                  </a:lnTo>
                  <a:lnTo>
                    <a:pt x="55268" y="291373"/>
                  </a:lnTo>
                  <a:lnTo>
                    <a:pt x="59260" y="294855"/>
                  </a:lnTo>
                  <a:lnTo>
                    <a:pt x="63359" y="298210"/>
                  </a:lnTo>
                  <a:lnTo>
                    <a:pt x="67563" y="301432"/>
                  </a:lnTo>
                  <a:lnTo>
                    <a:pt x="71867" y="304520"/>
                  </a:lnTo>
                  <a:lnTo>
                    <a:pt x="76267" y="307470"/>
                  </a:lnTo>
                  <a:lnTo>
                    <a:pt x="80758" y="310279"/>
                  </a:lnTo>
                  <a:lnTo>
                    <a:pt x="85336" y="312945"/>
                  </a:lnTo>
                  <a:lnTo>
                    <a:pt x="89995" y="315464"/>
                  </a:lnTo>
                  <a:lnTo>
                    <a:pt x="94733" y="317834"/>
                  </a:lnTo>
                  <a:lnTo>
                    <a:pt x="99543" y="320053"/>
                  </a:lnTo>
                  <a:lnTo>
                    <a:pt x="104421" y="322118"/>
                  </a:lnTo>
                  <a:lnTo>
                    <a:pt x="109362" y="324028"/>
                  </a:lnTo>
                  <a:lnTo>
                    <a:pt x="114360" y="325780"/>
                  </a:lnTo>
                  <a:lnTo>
                    <a:pt x="119412" y="327373"/>
                  </a:lnTo>
                  <a:lnTo>
                    <a:pt x="124512" y="328805"/>
                  </a:lnTo>
                  <a:lnTo>
                    <a:pt x="129655" y="330075"/>
                  </a:lnTo>
                  <a:lnTo>
                    <a:pt x="134835" y="331181"/>
                  </a:lnTo>
                  <a:lnTo>
                    <a:pt x="140048" y="332123"/>
                  </a:lnTo>
                  <a:lnTo>
                    <a:pt x="145288" y="332898"/>
                  </a:lnTo>
                  <a:lnTo>
                    <a:pt x="150550" y="333508"/>
                  </a:lnTo>
                  <a:lnTo>
                    <a:pt x="155828" y="333950"/>
                  </a:lnTo>
                  <a:lnTo>
                    <a:pt x="161118" y="334225"/>
                  </a:lnTo>
                  <a:lnTo>
                    <a:pt x="166414" y="334333"/>
                  </a:lnTo>
                  <a:lnTo>
                    <a:pt x="171711" y="334272"/>
                  </a:lnTo>
                  <a:lnTo>
                    <a:pt x="177003" y="334044"/>
                  </a:lnTo>
                  <a:lnTo>
                    <a:pt x="182286" y="333648"/>
                  </a:lnTo>
                  <a:lnTo>
                    <a:pt x="187553" y="333085"/>
                  </a:lnTo>
                  <a:lnTo>
                    <a:pt x="192799" y="332355"/>
                  </a:lnTo>
                  <a:lnTo>
                    <a:pt x="198020" y="331460"/>
                  </a:lnTo>
                  <a:lnTo>
                    <a:pt x="203210" y="330399"/>
                  </a:lnTo>
                  <a:lnTo>
                    <a:pt x="208364" y="329175"/>
                  </a:lnTo>
                  <a:lnTo>
                    <a:pt x="213476" y="327788"/>
                  </a:lnTo>
                  <a:lnTo>
                    <a:pt x="218542" y="326239"/>
                  </a:lnTo>
                  <a:lnTo>
                    <a:pt x="223556" y="324531"/>
                  </a:lnTo>
                  <a:lnTo>
                    <a:pt x="228513" y="322665"/>
                  </a:lnTo>
                  <a:lnTo>
                    <a:pt x="233409" y="320643"/>
                  </a:lnTo>
                  <a:lnTo>
                    <a:pt x="238239" y="318467"/>
                  </a:lnTo>
                  <a:lnTo>
                    <a:pt x="242997" y="316138"/>
                  </a:lnTo>
                  <a:lnTo>
                    <a:pt x="247678" y="313660"/>
                  </a:lnTo>
                  <a:lnTo>
                    <a:pt x="252279" y="311036"/>
                  </a:lnTo>
                  <a:lnTo>
                    <a:pt x="256795" y="308266"/>
                  </a:lnTo>
                  <a:lnTo>
                    <a:pt x="261220" y="305355"/>
                  </a:lnTo>
                  <a:lnTo>
                    <a:pt x="265551" y="302305"/>
                  </a:lnTo>
                  <a:lnTo>
                    <a:pt x="269784" y="299120"/>
                  </a:lnTo>
                  <a:lnTo>
                    <a:pt x="273913" y="295802"/>
                  </a:lnTo>
                  <a:lnTo>
                    <a:pt x="277935" y="292355"/>
                  </a:lnTo>
                  <a:lnTo>
                    <a:pt x="281846" y="288782"/>
                  </a:lnTo>
                  <a:lnTo>
                    <a:pt x="285641" y="285087"/>
                  </a:lnTo>
                  <a:lnTo>
                    <a:pt x="289318" y="281274"/>
                  </a:lnTo>
                  <a:lnTo>
                    <a:pt x="292872" y="277346"/>
                  </a:lnTo>
                  <a:lnTo>
                    <a:pt x="296300" y="273307"/>
                  </a:lnTo>
                  <a:lnTo>
                    <a:pt x="299598" y="269162"/>
                  </a:lnTo>
                  <a:lnTo>
                    <a:pt x="302763" y="264914"/>
                  </a:lnTo>
                  <a:lnTo>
                    <a:pt x="305791" y="260569"/>
                  </a:lnTo>
                  <a:lnTo>
                    <a:pt x="308681" y="256129"/>
                  </a:lnTo>
                  <a:lnTo>
                    <a:pt x="311429" y="251600"/>
                  </a:lnTo>
                  <a:lnTo>
                    <a:pt x="314031" y="246987"/>
                  </a:lnTo>
                  <a:lnTo>
                    <a:pt x="316487" y="242293"/>
                  </a:lnTo>
                  <a:lnTo>
                    <a:pt x="318792" y="237524"/>
                  </a:lnTo>
                  <a:lnTo>
                    <a:pt x="320945" y="232684"/>
                  </a:lnTo>
                  <a:lnTo>
                    <a:pt x="322944" y="227778"/>
                  </a:lnTo>
                  <a:lnTo>
                    <a:pt x="324786" y="222812"/>
                  </a:lnTo>
                  <a:lnTo>
                    <a:pt x="326470" y="217790"/>
                  </a:lnTo>
                  <a:lnTo>
                    <a:pt x="327994" y="212716"/>
                  </a:lnTo>
                  <a:lnTo>
                    <a:pt x="329356" y="207598"/>
                  </a:lnTo>
                  <a:lnTo>
                    <a:pt x="330555" y="202438"/>
                  </a:lnTo>
                  <a:lnTo>
                    <a:pt x="331591" y="197243"/>
                  </a:lnTo>
                  <a:lnTo>
                    <a:pt x="332461" y="192018"/>
                  </a:lnTo>
                  <a:lnTo>
                    <a:pt x="333166" y="186768"/>
                  </a:lnTo>
                  <a:lnTo>
                    <a:pt x="333703" y="18149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6551" cy="14331"/>
            </a:xfrm>
            <a:custGeom>
              <a:avLst/>
              <a:pathLst>
                <a:path w="166551" h="14331">
                  <a:moveTo>
                    <a:pt x="166551" y="143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6551" cy="14331"/>
            </a:xfrm>
            <a:custGeom>
              <a:avLst/>
              <a:pathLst>
                <a:path w="166551" h="14331">
                  <a:moveTo>
                    <a:pt x="166551" y="143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45363"/>
              <a:ext cx="167145" cy="95417"/>
            </a:xfrm>
            <a:custGeom>
              <a:avLst/>
              <a:pathLst>
                <a:path w="167145" h="95417">
                  <a:moveTo>
                    <a:pt x="166551" y="95417"/>
                  </a:moveTo>
                  <a:lnTo>
                    <a:pt x="166950" y="89607"/>
                  </a:lnTo>
                  <a:lnTo>
                    <a:pt x="167145" y="83787"/>
                  </a:lnTo>
                  <a:lnTo>
                    <a:pt x="167138" y="77963"/>
                  </a:lnTo>
                  <a:lnTo>
                    <a:pt x="166928" y="72143"/>
                  </a:lnTo>
                  <a:lnTo>
                    <a:pt x="166515" y="66334"/>
                  </a:lnTo>
                  <a:lnTo>
                    <a:pt x="165900" y="60543"/>
                  </a:lnTo>
                  <a:lnTo>
                    <a:pt x="165084" y="54777"/>
                  </a:lnTo>
                  <a:lnTo>
                    <a:pt x="164067" y="49042"/>
                  </a:lnTo>
                  <a:lnTo>
                    <a:pt x="162851" y="43347"/>
                  </a:lnTo>
                  <a:lnTo>
                    <a:pt x="161438" y="37697"/>
                  </a:lnTo>
                  <a:lnTo>
                    <a:pt x="159829" y="32100"/>
                  </a:lnTo>
                  <a:lnTo>
                    <a:pt x="158025" y="26563"/>
                  </a:lnTo>
                  <a:lnTo>
                    <a:pt x="156030" y="21092"/>
                  </a:lnTo>
                  <a:lnTo>
                    <a:pt x="153846" y="15693"/>
                  </a:lnTo>
                  <a:lnTo>
                    <a:pt x="151475" y="10374"/>
                  </a:lnTo>
                  <a:lnTo>
                    <a:pt x="148920" y="5141"/>
                  </a:lnTo>
                  <a:lnTo>
                    <a:pt x="146184" y="0"/>
                  </a:lnTo>
                  <a:lnTo>
                    <a:pt x="0" y="81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6184" cy="167167"/>
            </a:xfrm>
            <a:custGeom>
              <a:avLst/>
              <a:pathLst>
                <a:path w="146184" h="167167">
                  <a:moveTo>
                    <a:pt x="146184" y="86081"/>
                  </a:moveTo>
                  <a:lnTo>
                    <a:pt x="143407" y="81264"/>
                  </a:lnTo>
                  <a:lnTo>
                    <a:pt x="140471" y="76543"/>
                  </a:lnTo>
                  <a:lnTo>
                    <a:pt x="137379" y="71921"/>
                  </a:lnTo>
                  <a:lnTo>
                    <a:pt x="134136" y="67405"/>
                  </a:lnTo>
                  <a:lnTo>
                    <a:pt x="130744" y="63000"/>
                  </a:lnTo>
                  <a:lnTo>
                    <a:pt x="127208" y="58710"/>
                  </a:lnTo>
                  <a:lnTo>
                    <a:pt x="123531" y="54539"/>
                  </a:lnTo>
                  <a:lnTo>
                    <a:pt x="119717" y="50493"/>
                  </a:lnTo>
                  <a:lnTo>
                    <a:pt x="115771" y="46577"/>
                  </a:lnTo>
                  <a:lnTo>
                    <a:pt x="111696" y="42793"/>
                  </a:lnTo>
                  <a:lnTo>
                    <a:pt x="107498" y="39148"/>
                  </a:lnTo>
                  <a:lnTo>
                    <a:pt x="103182" y="35644"/>
                  </a:lnTo>
                  <a:lnTo>
                    <a:pt x="98751" y="32285"/>
                  </a:lnTo>
                  <a:lnTo>
                    <a:pt x="94211" y="29076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60" y="17799"/>
                  </a:lnTo>
                  <a:lnTo>
                    <a:pt x="70051" y="15385"/>
                  </a:lnTo>
                  <a:lnTo>
                    <a:pt x="64965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6" y="4213821"/>
              <a:ext cx="320620" cy="334329"/>
            </a:xfrm>
            <a:custGeom>
              <a:avLst/>
              <a:pathLst>
                <a:path w="320620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19" y="4086"/>
                  </a:lnTo>
                  <a:lnTo>
                    <a:pt x="125277" y="5330"/>
                  </a:lnTo>
                  <a:lnTo>
                    <a:pt x="120176" y="6737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4"/>
                  </a:lnTo>
                  <a:lnTo>
                    <a:pt x="100295" y="13953"/>
                  </a:lnTo>
                  <a:lnTo>
                    <a:pt x="95479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3" y="23622"/>
                  </a:lnTo>
                  <a:lnTo>
                    <a:pt x="76984" y="26405"/>
                  </a:lnTo>
                  <a:lnTo>
                    <a:pt x="72574" y="29329"/>
                  </a:lnTo>
                  <a:lnTo>
                    <a:pt x="68259" y="32391"/>
                  </a:lnTo>
                  <a:lnTo>
                    <a:pt x="64044" y="35588"/>
                  </a:lnTo>
                  <a:lnTo>
                    <a:pt x="59931" y="38917"/>
                  </a:lnTo>
                  <a:lnTo>
                    <a:pt x="55926" y="42375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5" y="53483"/>
                  </a:lnTo>
                  <a:lnTo>
                    <a:pt x="41059" y="57419"/>
                  </a:lnTo>
                  <a:lnTo>
                    <a:pt x="37649" y="61464"/>
                  </a:lnTo>
                  <a:lnTo>
                    <a:pt x="34369" y="65615"/>
                  </a:lnTo>
                  <a:lnTo>
                    <a:pt x="31222" y="69869"/>
                  </a:lnTo>
                  <a:lnTo>
                    <a:pt x="28210" y="74219"/>
                  </a:lnTo>
                  <a:lnTo>
                    <a:pt x="25339" y="78663"/>
                  </a:lnTo>
                  <a:lnTo>
                    <a:pt x="22609" y="83195"/>
                  </a:lnTo>
                  <a:lnTo>
                    <a:pt x="20024" y="87812"/>
                  </a:lnTo>
                  <a:lnTo>
                    <a:pt x="17586" y="92508"/>
                  </a:lnTo>
                  <a:lnTo>
                    <a:pt x="15298" y="97278"/>
                  </a:lnTo>
                  <a:lnTo>
                    <a:pt x="13163" y="102119"/>
                  </a:lnTo>
                  <a:lnTo>
                    <a:pt x="11181" y="107025"/>
                  </a:lnTo>
                  <a:lnTo>
                    <a:pt x="9356" y="111991"/>
                  </a:lnTo>
                  <a:lnTo>
                    <a:pt x="7689" y="117013"/>
                  </a:lnTo>
                  <a:lnTo>
                    <a:pt x="6182" y="122084"/>
                  </a:lnTo>
                  <a:lnTo>
                    <a:pt x="4836" y="127201"/>
                  </a:lnTo>
                  <a:lnTo>
                    <a:pt x="3652" y="132358"/>
                  </a:lnTo>
                  <a:lnTo>
                    <a:pt x="2632" y="137550"/>
                  </a:lnTo>
                  <a:lnTo>
                    <a:pt x="1778" y="142771"/>
                  </a:lnTo>
                  <a:lnTo>
                    <a:pt x="1088" y="148017"/>
                  </a:lnTo>
                  <a:lnTo>
                    <a:pt x="565" y="153282"/>
                  </a:lnTo>
                  <a:lnTo>
                    <a:pt x="210" y="158561"/>
                  </a:lnTo>
                  <a:lnTo>
                    <a:pt x="21" y="163849"/>
                  </a:lnTo>
                  <a:lnTo>
                    <a:pt x="0" y="169140"/>
                  </a:lnTo>
                  <a:lnTo>
                    <a:pt x="146" y="174429"/>
                  </a:lnTo>
                  <a:lnTo>
                    <a:pt x="459" y="179710"/>
                  </a:lnTo>
                  <a:lnTo>
                    <a:pt x="940" y="184980"/>
                  </a:lnTo>
                  <a:lnTo>
                    <a:pt x="1587" y="190231"/>
                  </a:lnTo>
                  <a:lnTo>
                    <a:pt x="2399" y="195459"/>
                  </a:lnTo>
                  <a:lnTo>
                    <a:pt x="3377" y="200659"/>
                  </a:lnTo>
                  <a:lnTo>
                    <a:pt x="4519" y="205825"/>
                  </a:lnTo>
                  <a:lnTo>
                    <a:pt x="5824" y="210953"/>
                  </a:lnTo>
                  <a:lnTo>
                    <a:pt x="7291" y="216036"/>
                  </a:lnTo>
                  <a:lnTo>
                    <a:pt x="8917" y="221071"/>
                  </a:lnTo>
                  <a:lnTo>
                    <a:pt x="10702" y="226052"/>
                  </a:lnTo>
                  <a:lnTo>
                    <a:pt x="12644" y="230973"/>
                  </a:lnTo>
                  <a:lnTo>
                    <a:pt x="14741" y="235831"/>
                  </a:lnTo>
                  <a:lnTo>
                    <a:pt x="16990" y="240620"/>
                  </a:lnTo>
                  <a:lnTo>
                    <a:pt x="19390" y="245336"/>
                  </a:lnTo>
                  <a:lnTo>
                    <a:pt x="21938" y="249973"/>
                  </a:lnTo>
                  <a:lnTo>
                    <a:pt x="24631" y="254527"/>
                  </a:lnTo>
                  <a:lnTo>
                    <a:pt x="27467" y="258994"/>
                  </a:lnTo>
                  <a:lnTo>
                    <a:pt x="30443" y="263368"/>
                  </a:lnTo>
                  <a:lnTo>
                    <a:pt x="33556" y="267647"/>
                  </a:lnTo>
                  <a:lnTo>
                    <a:pt x="36803" y="271824"/>
                  </a:lnTo>
                  <a:lnTo>
                    <a:pt x="40180" y="275897"/>
                  </a:lnTo>
                  <a:lnTo>
                    <a:pt x="43685" y="279861"/>
                  </a:lnTo>
                  <a:lnTo>
                    <a:pt x="47313" y="283712"/>
                  </a:lnTo>
                  <a:lnTo>
                    <a:pt x="51061" y="287446"/>
                  </a:lnTo>
                  <a:lnTo>
                    <a:pt x="54926" y="291060"/>
                  </a:lnTo>
                  <a:lnTo>
                    <a:pt x="58903" y="294550"/>
                  </a:lnTo>
                  <a:lnTo>
                    <a:pt x="62988" y="297912"/>
                  </a:lnTo>
                  <a:lnTo>
                    <a:pt x="67178" y="301143"/>
                  </a:lnTo>
                  <a:lnTo>
                    <a:pt x="71468" y="304240"/>
                  </a:lnTo>
                  <a:lnTo>
                    <a:pt x="75854" y="307199"/>
                  </a:lnTo>
                  <a:lnTo>
                    <a:pt x="80331" y="310018"/>
                  </a:lnTo>
                  <a:lnTo>
                    <a:pt x="84895" y="312694"/>
                  </a:lnTo>
                  <a:lnTo>
                    <a:pt x="89542" y="315225"/>
                  </a:lnTo>
                  <a:lnTo>
                    <a:pt x="94266" y="317607"/>
                  </a:lnTo>
                  <a:lnTo>
                    <a:pt x="99064" y="319838"/>
                  </a:lnTo>
                  <a:lnTo>
                    <a:pt x="103930" y="321917"/>
                  </a:lnTo>
                  <a:lnTo>
                    <a:pt x="108859" y="323840"/>
                  </a:lnTo>
                  <a:lnTo>
                    <a:pt x="113846" y="325606"/>
                  </a:lnTo>
                  <a:lnTo>
                    <a:pt x="118887" y="327214"/>
                  </a:lnTo>
                  <a:lnTo>
                    <a:pt x="123976" y="328661"/>
                  </a:lnTo>
                  <a:lnTo>
                    <a:pt x="129108" y="329947"/>
                  </a:lnTo>
                  <a:lnTo>
                    <a:pt x="134279" y="331070"/>
                  </a:lnTo>
                  <a:lnTo>
                    <a:pt x="139482" y="332028"/>
                  </a:lnTo>
                  <a:lnTo>
                    <a:pt x="144713" y="332821"/>
                  </a:lnTo>
                  <a:lnTo>
                    <a:pt x="149967" y="333448"/>
                  </a:lnTo>
                  <a:lnTo>
                    <a:pt x="155238" y="333909"/>
                  </a:lnTo>
                  <a:lnTo>
                    <a:pt x="160521" y="334203"/>
                  </a:lnTo>
                  <a:lnTo>
                    <a:pt x="165810" y="334329"/>
                  </a:lnTo>
                  <a:lnTo>
                    <a:pt x="171101" y="334288"/>
                  </a:lnTo>
                  <a:lnTo>
                    <a:pt x="176388" y="334079"/>
                  </a:lnTo>
                  <a:lnTo>
                    <a:pt x="181665" y="333703"/>
                  </a:lnTo>
                  <a:lnTo>
                    <a:pt x="186928" y="333161"/>
                  </a:lnTo>
                  <a:lnTo>
                    <a:pt x="192172" y="332452"/>
                  </a:lnTo>
                  <a:lnTo>
                    <a:pt x="197390" y="331577"/>
                  </a:lnTo>
                  <a:lnTo>
                    <a:pt x="202578" y="330538"/>
                  </a:lnTo>
                  <a:lnTo>
                    <a:pt x="207730" y="329335"/>
                  </a:lnTo>
                  <a:lnTo>
                    <a:pt x="212842" y="327970"/>
                  </a:lnTo>
                  <a:lnTo>
                    <a:pt x="217908" y="326444"/>
                  </a:lnTo>
                  <a:lnTo>
                    <a:pt x="222923" y="324758"/>
                  </a:lnTo>
                  <a:lnTo>
                    <a:pt x="227882" y="322914"/>
                  </a:lnTo>
                  <a:lnTo>
                    <a:pt x="232781" y="320914"/>
                  </a:lnTo>
                  <a:lnTo>
                    <a:pt x="237614" y="318760"/>
                  </a:lnTo>
                  <a:lnTo>
                    <a:pt x="242376" y="316455"/>
                  </a:lnTo>
                  <a:lnTo>
                    <a:pt x="247063" y="313999"/>
                  </a:lnTo>
                  <a:lnTo>
                    <a:pt x="251669" y="311397"/>
                  </a:lnTo>
                  <a:lnTo>
                    <a:pt x="256191" y="308650"/>
                  </a:lnTo>
                  <a:lnTo>
                    <a:pt x="260624" y="305762"/>
                  </a:lnTo>
                  <a:lnTo>
                    <a:pt x="264963" y="302734"/>
                  </a:lnTo>
                  <a:lnTo>
                    <a:pt x="269205" y="299571"/>
                  </a:lnTo>
                  <a:lnTo>
                    <a:pt x="273344" y="296275"/>
                  </a:lnTo>
                  <a:lnTo>
                    <a:pt x="277376" y="292850"/>
                  </a:lnTo>
                  <a:lnTo>
                    <a:pt x="281299" y="289299"/>
                  </a:lnTo>
                  <a:lnTo>
                    <a:pt x="285107" y="285626"/>
                  </a:lnTo>
                  <a:lnTo>
                    <a:pt x="288796" y="281833"/>
                  </a:lnTo>
                  <a:lnTo>
                    <a:pt x="292364" y="277926"/>
                  </a:lnTo>
                  <a:lnTo>
                    <a:pt x="295807" y="273909"/>
                  </a:lnTo>
                  <a:lnTo>
                    <a:pt x="299120" y="269784"/>
                  </a:lnTo>
                  <a:lnTo>
                    <a:pt x="302302" y="265556"/>
                  </a:lnTo>
                  <a:lnTo>
                    <a:pt x="305348" y="261230"/>
                  </a:lnTo>
                  <a:lnTo>
                    <a:pt x="308255" y="256809"/>
                  </a:lnTo>
                  <a:lnTo>
                    <a:pt x="311021" y="252299"/>
                  </a:lnTo>
                  <a:lnTo>
                    <a:pt x="313644" y="247704"/>
                  </a:lnTo>
                  <a:lnTo>
                    <a:pt x="316119" y="243027"/>
                  </a:lnTo>
                  <a:lnTo>
                    <a:pt x="318445" y="238275"/>
                  </a:lnTo>
                  <a:lnTo>
                    <a:pt x="320620" y="23345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3464" cy="66284"/>
            </a:xfrm>
            <a:custGeom>
              <a:avLst/>
              <a:pathLst>
                <a:path w="153464" h="66284">
                  <a:moveTo>
                    <a:pt x="153464" y="6628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2431"/>
              <a:ext cx="167167" cy="94842"/>
            </a:xfrm>
            <a:custGeom>
              <a:avLst/>
              <a:pathLst>
                <a:path w="167167" h="94842">
                  <a:moveTo>
                    <a:pt x="153464" y="94842"/>
                  </a:moveTo>
                  <a:lnTo>
                    <a:pt x="155633" y="89574"/>
                  </a:lnTo>
                  <a:lnTo>
                    <a:pt x="157622" y="84235"/>
                  </a:lnTo>
                  <a:lnTo>
                    <a:pt x="159428" y="78832"/>
                  </a:lnTo>
                  <a:lnTo>
                    <a:pt x="161048" y="73370"/>
                  </a:lnTo>
                  <a:lnTo>
                    <a:pt x="162482" y="67856"/>
                  </a:lnTo>
                  <a:lnTo>
                    <a:pt x="163727" y="62297"/>
                  </a:lnTo>
                  <a:lnTo>
                    <a:pt x="164781" y="56698"/>
                  </a:lnTo>
                  <a:lnTo>
                    <a:pt x="165644" y="51067"/>
                  </a:lnTo>
                  <a:lnTo>
                    <a:pt x="166315" y="45409"/>
                  </a:lnTo>
                  <a:lnTo>
                    <a:pt x="166793" y="39732"/>
                  </a:lnTo>
                  <a:lnTo>
                    <a:pt x="167077" y="34042"/>
                  </a:lnTo>
                  <a:lnTo>
                    <a:pt x="167167" y="28346"/>
                  </a:lnTo>
                  <a:lnTo>
                    <a:pt x="167063" y="22650"/>
                  </a:lnTo>
                  <a:lnTo>
                    <a:pt x="166764" y="16960"/>
                  </a:lnTo>
                  <a:lnTo>
                    <a:pt x="166272" y="11284"/>
                  </a:lnTo>
                  <a:lnTo>
                    <a:pt x="165587" y="5629"/>
                  </a:lnTo>
                  <a:lnTo>
                    <a:pt x="164710" y="0"/>
                  </a:lnTo>
                  <a:lnTo>
                    <a:pt x="0" y="28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4710" cy="167167"/>
            </a:xfrm>
            <a:custGeom>
              <a:avLst/>
              <a:pathLst>
                <a:path w="164710" h="167167">
                  <a:moveTo>
                    <a:pt x="164710" y="138610"/>
                  </a:moveTo>
                  <a:lnTo>
                    <a:pt x="163693" y="133267"/>
                  </a:lnTo>
                  <a:lnTo>
                    <a:pt x="162504" y="127959"/>
                  </a:lnTo>
                  <a:lnTo>
                    <a:pt x="161142" y="122693"/>
                  </a:lnTo>
                  <a:lnTo>
                    <a:pt x="159610" y="117475"/>
                  </a:lnTo>
                  <a:lnTo>
                    <a:pt x="157909" y="112308"/>
                  </a:lnTo>
                  <a:lnTo>
                    <a:pt x="156041" y="107200"/>
                  </a:lnTo>
                  <a:lnTo>
                    <a:pt x="154008" y="102156"/>
                  </a:lnTo>
                  <a:lnTo>
                    <a:pt x="151811" y="97180"/>
                  </a:lnTo>
                  <a:lnTo>
                    <a:pt x="149454" y="92278"/>
                  </a:lnTo>
                  <a:lnTo>
                    <a:pt x="146939" y="87456"/>
                  </a:lnTo>
                  <a:lnTo>
                    <a:pt x="144268" y="82718"/>
                  </a:lnTo>
                  <a:lnTo>
                    <a:pt x="141444" y="78069"/>
                  </a:lnTo>
                  <a:lnTo>
                    <a:pt x="138471" y="73515"/>
                  </a:lnTo>
                  <a:lnTo>
                    <a:pt x="135351" y="69060"/>
                  </a:lnTo>
                  <a:lnTo>
                    <a:pt x="132087" y="64708"/>
                  </a:lnTo>
                  <a:lnTo>
                    <a:pt x="128684" y="60465"/>
                  </a:lnTo>
                  <a:lnTo>
                    <a:pt x="125145" y="56336"/>
                  </a:lnTo>
                  <a:lnTo>
                    <a:pt x="121473" y="52323"/>
                  </a:lnTo>
                  <a:lnTo>
                    <a:pt x="117673" y="48432"/>
                  </a:lnTo>
                  <a:lnTo>
                    <a:pt x="113748" y="44667"/>
                  </a:lnTo>
                  <a:lnTo>
                    <a:pt x="109702" y="41031"/>
                  </a:lnTo>
                  <a:lnTo>
                    <a:pt x="105541" y="37529"/>
                  </a:lnTo>
                  <a:lnTo>
                    <a:pt x="101267" y="34164"/>
                  </a:lnTo>
                  <a:lnTo>
                    <a:pt x="96887" y="30940"/>
                  </a:lnTo>
                  <a:lnTo>
                    <a:pt x="92404" y="27860"/>
                  </a:lnTo>
                  <a:lnTo>
                    <a:pt x="87823" y="24928"/>
                  </a:lnTo>
                  <a:lnTo>
                    <a:pt x="83149" y="22146"/>
                  </a:lnTo>
                  <a:lnTo>
                    <a:pt x="78388" y="19518"/>
                  </a:lnTo>
                  <a:lnTo>
                    <a:pt x="73543" y="17046"/>
                  </a:lnTo>
                  <a:lnTo>
                    <a:pt x="68620" y="14733"/>
                  </a:lnTo>
                  <a:lnTo>
                    <a:pt x="63625" y="12581"/>
                  </a:lnTo>
                  <a:lnTo>
                    <a:pt x="58562" y="10593"/>
                  </a:lnTo>
                  <a:lnTo>
                    <a:pt x="53437" y="8771"/>
                  </a:lnTo>
                  <a:lnTo>
                    <a:pt x="48256" y="7116"/>
                  </a:lnTo>
                  <a:lnTo>
                    <a:pt x="43024" y="5631"/>
                  </a:lnTo>
                  <a:lnTo>
                    <a:pt x="37746" y="4317"/>
                  </a:lnTo>
                  <a:lnTo>
                    <a:pt x="32428" y="3175"/>
                  </a:lnTo>
                  <a:lnTo>
                    <a:pt x="27076" y="2207"/>
                  </a:lnTo>
                  <a:lnTo>
                    <a:pt x="21695" y="1413"/>
                  </a:lnTo>
                  <a:lnTo>
                    <a:pt x="16291" y="795"/>
                  </a:lnTo>
                  <a:lnTo>
                    <a:pt x="10870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46" y="3707720"/>
              <a:ext cx="186492" cy="334323"/>
            </a:xfrm>
            <a:custGeom>
              <a:avLst/>
              <a:pathLst>
                <a:path w="186492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8" y="3059"/>
                  </a:lnTo>
                  <a:lnTo>
                    <a:pt x="130104" y="4159"/>
                  </a:lnTo>
                  <a:lnTo>
                    <a:pt x="124918" y="5426"/>
                  </a:lnTo>
                  <a:lnTo>
                    <a:pt x="119775" y="6857"/>
                  </a:lnTo>
                  <a:lnTo>
                    <a:pt x="114680" y="8452"/>
                  </a:lnTo>
                  <a:lnTo>
                    <a:pt x="109639" y="10209"/>
                  </a:lnTo>
                  <a:lnTo>
                    <a:pt x="104657" y="12126"/>
                  </a:lnTo>
                  <a:lnTo>
                    <a:pt x="99738" y="14201"/>
                  </a:lnTo>
                  <a:lnTo>
                    <a:pt x="94888" y="16432"/>
                  </a:lnTo>
                  <a:lnTo>
                    <a:pt x="90112" y="18816"/>
                  </a:lnTo>
                  <a:lnTo>
                    <a:pt x="85414" y="21352"/>
                  </a:lnTo>
                  <a:lnTo>
                    <a:pt x="80800" y="24037"/>
                  </a:lnTo>
                  <a:lnTo>
                    <a:pt x="76274" y="26867"/>
                  </a:lnTo>
                  <a:lnTo>
                    <a:pt x="71840" y="29841"/>
                  </a:lnTo>
                  <a:lnTo>
                    <a:pt x="67504" y="32955"/>
                  </a:lnTo>
                  <a:lnTo>
                    <a:pt x="63269" y="36206"/>
                  </a:lnTo>
                  <a:lnTo>
                    <a:pt x="59141" y="39590"/>
                  </a:lnTo>
                  <a:lnTo>
                    <a:pt x="55122" y="43104"/>
                  </a:lnTo>
                  <a:lnTo>
                    <a:pt x="51218" y="46745"/>
                  </a:lnTo>
                  <a:lnTo>
                    <a:pt x="47432" y="50509"/>
                  </a:lnTo>
                  <a:lnTo>
                    <a:pt x="43768" y="54391"/>
                  </a:lnTo>
                  <a:lnTo>
                    <a:pt x="40230" y="58389"/>
                  </a:lnTo>
                  <a:lnTo>
                    <a:pt x="36821" y="62497"/>
                  </a:lnTo>
                  <a:lnTo>
                    <a:pt x="33546" y="66713"/>
                  </a:lnTo>
                  <a:lnTo>
                    <a:pt x="30406" y="71030"/>
                  </a:lnTo>
                  <a:lnTo>
                    <a:pt x="27406" y="75446"/>
                  </a:lnTo>
                  <a:lnTo>
                    <a:pt x="24549" y="79955"/>
                  </a:lnTo>
                  <a:lnTo>
                    <a:pt x="21837" y="84554"/>
                  </a:lnTo>
                  <a:lnTo>
                    <a:pt x="19273" y="89236"/>
                  </a:lnTo>
                  <a:lnTo>
                    <a:pt x="16860" y="93998"/>
                  </a:lnTo>
                  <a:lnTo>
                    <a:pt x="14600" y="98835"/>
                  </a:lnTo>
                  <a:lnTo>
                    <a:pt x="12496" y="103741"/>
                  </a:lnTo>
                  <a:lnTo>
                    <a:pt x="10550" y="108712"/>
                  </a:lnTo>
                  <a:lnTo>
                    <a:pt x="8763" y="113743"/>
                  </a:lnTo>
                  <a:lnTo>
                    <a:pt x="7138" y="118828"/>
                  </a:lnTo>
                  <a:lnTo>
                    <a:pt x="5676" y="123962"/>
                  </a:lnTo>
                  <a:lnTo>
                    <a:pt x="4379" y="129140"/>
                  </a:lnTo>
                  <a:lnTo>
                    <a:pt x="3248" y="134358"/>
                  </a:lnTo>
                  <a:lnTo>
                    <a:pt x="2284" y="139608"/>
                  </a:lnTo>
                  <a:lnTo>
                    <a:pt x="1488" y="144887"/>
                  </a:lnTo>
                  <a:lnTo>
                    <a:pt x="861" y="150189"/>
                  </a:lnTo>
                  <a:lnTo>
                    <a:pt x="404" y="155507"/>
                  </a:lnTo>
                  <a:lnTo>
                    <a:pt x="116" y="160838"/>
                  </a:lnTo>
                  <a:lnTo>
                    <a:pt x="0" y="166175"/>
                  </a:lnTo>
                  <a:lnTo>
                    <a:pt x="53" y="171513"/>
                  </a:lnTo>
                  <a:lnTo>
                    <a:pt x="277" y="176847"/>
                  </a:lnTo>
                  <a:lnTo>
                    <a:pt x="671" y="182171"/>
                  </a:lnTo>
                  <a:lnTo>
                    <a:pt x="1235" y="187479"/>
                  </a:lnTo>
                  <a:lnTo>
                    <a:pt x="1968" y="192767"/>
                  </a:lnTo>
                  <a:lnTo>
                    <a:pt x="2870" y="198029"/>
                  </a:lnTo>
                  <a:lnTo>
                    <a:pt x="3939" y="203259"/>
                  </a:lnTo>
                  <a:lnTo>
                    <a:pt x="5175" y="208453"/>
                  </a:lnTo>
                  <a:lnTo>
                    <a:pt x="6576" y="213604"/>
                  </a:lnTo>
                  <a:lnTo>
                    <a:pt x="8141" y="218708"/>
                  </a:lnTo>
                  <a:lnTo>
                    <a:pt x="9867" y="223760"/>
                  </a:lnTo>
                  <a:lnTo>
                    <a:pt x="11755" y="228753"/>
                  </a:lnTo>
                  <a:lnTo>
                    <a:pt x="13800" y="233684"/>
                  </a:lnTo>
                  <a:lnTo>
                    <a:pt x="16002" y="238547"/>
                  </a:lnTo>
                  <a:lnTo>
                    <a:pt x="18359" y="243338"/>
                  </a:lnTo>
                  <a:lnTo>
                    <a:pt x="20867" y="248050"/>
                  </a:lnTo>
                  <a:lnTo>
                    <a:pt x="23524" y="252680"/>
                  </a:lnTo>
                  <a:lnTo>
                    <a:pt x="26328" y="257223"/>
                  </a:lnTo>
                  <a:lnTo>
                    <a:pt x="29275" y="261674"/>
                  </a:lnTo>
                  <a:lnTo>
                    <a:pt x="32363" y="266029"/>
                  </a:lnTo>
                  <a:lnTo>
                    <a:pt x="35589" y="270283"/>
                  </a:lnTo>
                  <a:lnTo>
                    <a:pt x="38948" y="274431"/>
                  </a:lnTo>
                  <a:lnTo>
                    <a:pt x="42439" y="278471"/>
                  </a:lnTo>
                  <a:lnTo>
                    <a:pt x="46056" y="282397"/>
                  </a:lnTo>
                  <a:lnTo>
                    <a:pt x="49797" y="286205"/>
                  </a:lnTo>
                  <a:lnTo>
                    <a:pt x="53658" y="289892"/>
                  </a:lnTo>
                  <a:lnTo>
                    <a:pt x="57635" y="293453"/>
                  </a:lnTo>
                  <a:lnTo>
                    <a:pt x="61723" y="296886"/>
                  </a:lnTo>
                  <a:lnTo>
                    <a:pt x="65919" y="300187"/>
                  </a:lnTo>
                  <a:lnTo>
                    <a:pt x="70218" y="303352"/>
                  </a:lnTo>
                  <a:lnTo>
                    <a:pt x="74616" y="306378"/>
                  </a:lnTo>
                  <a:lnTo>
                    <a:pt x="79108" y="309262"/>
                  </a:lnTo>
                  <a:lnTo>
                    <a:pt x="83690" y="312001"/>
                  </a:lnTo>
                  <a:lnTo>
                    <a:pt x="88357" y="314593"/>
                  </a:lnTo>
                  <a:lnTo>
                    <a:pt x="93105" y="317034"/>
                  </a:lnTo>
                  <a:lnTo>
                    <a:pt x="97928" y="319322"/>
                  </a:lnTo>
                  <a:lnTo>
                    <a:pt x="102822" y="321456"/>
                  </a:lnTo>
                  <a:lnTo>
                    <a:pt x="107781" y="323431"/>
                  </a:lnTo>
                  <a:lnTo>
                    <a:pt x="112801" y="325248"/>
                  </a:lnTo>
                  <a:lnTo>
                    <a:pt x="117876" y="326903"/>
                  </a:lnTo>
                  <a:lnTo>
                    <a:pt x="123002" y="328395"/>
                  </a:lnTo>
                  <a:lnTo>
                    <a:pt x="128172" y="329723"/>
                  </a:lnTo>
                  <a:lnTo>
                    <a:pt x="133383" y="330886"/>
                  </a:lnTo>
                  <a:lnTo>
                    <a:pt x="138628" y="331881"/>
                  </a:lnTo>
                  <a:lnTo>
                    <a:pt x="143902" y="332708"/>
                  </a:lnTo>
                  <a:lnTo>
                    <a:pt x="149199" y="333366"/>
                  </a:lnTo>
                  <a:lnTo>
                    <a:pt x="154515" y="333855"/>
                  </a:lnTo>
                  <a:lnTo>
                    <a:pt x="159844" y="334174"/>
                  </a:lnTo>
                  <a:lnTo>
                    <a:pt x="165181" y="334323"/>
                  </a:lnTo>
                  <a:lnTo>
                    <a:pt x="170519" y="334301"/>
                  </a:lnTo>
                  <a:lnTo>
                    <a:pt x="175854" y="334108"/>
                  </a:lnTo>
                  <a:lnTo>
                    <a:pt x="181180" y="333746"/>
                  </a:lnTo>
                  <a:lnTo>
                    <a:pt x="186492" y="33321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276"/>
              <a:ext cx="167149" cy="332658"/>
            </a:xfrm>
            <a:custGeom>
              <a:avLst/>
              <a:pathLst>
                <a:path w="167149" h="332658">
                  <a:moveTo>
                    <a:pt x="19327" y="332658"/>
                  </a:moveTo>
                  <a:lnTo>
                    <a:pt x="24630" y="331954"/>
                  </a:lnTo>
                  <a:lnTo>
                    <a:pt x="29908" y="331082"/>
                  </a:lnTo>
                  <a:lnTo>
                    <a:pt x="35155" y="330040"/>
                  </a:lnTo>
                  <a:lnTo>
                    <a:pt x="40366" y="328832"/>
                  </a:lnTo>
                  <a:lnTo>
                    <a:pt x="45536" y="327457"/>
                  </a:lnTo>
                  <a:lnTo>
                    <a:pt x="50659" y="325918"/>
                  </a:lnTo>
                  <a:lnTo>
                    <a:pt x="55731" y="324215"/>
                  </a:lnTo>
                  <a:lnTo>
                    <a:pt x="60745" y="322352"/>
                  </a:lnTo>
                  <a:lnTo>
                    <a:pt x="65697" y="320328"/>
                  </a:lnTo>
                  <a:lnTo>
                    <a:pt x="70582" y="318147"/>
                  </a:lnTo>
                  <a:lnTo>
                    <a:pt x="75394" y="315811"/>
                  </a:lnTo>
                  <a:lnTo>
                    <a:pt x="80129" y="313323"/>
                  </a:lnTo>
                  <a:lnTo>
                    <a:pt x="84782" y="310684"/>
                  </a:lnTo>
                  <a:lnTo>
                    <a:pt x="89349" y="307897"/>
                  </a:lnTo>
                  <a:lnTo>
                    <a:pt x="93824" y="304966"/>
                  </a:lnTo>
                  <a:lnTo>
                    <a:pt x="98203" y="301893"/>
                  </a:lnTo>
                  <a:lnTo>
                    <a:pt x="102481" y="298682"/>
                  </a:lnTo>
                  <a:lnTo>
                    <a:pt x="106654" y="295335"/>
                  </a:lnTo>
                  <a:lnTo>
                    <a:pt x="110718" y="291857"/>
                  </a:lnTo>
                  <a:lnTo>
                    <a:pt x="114669" y="288250"/>
                  </a:lnTo>
                  <a:lnTo>
                    <a:pt x="118502" y="284519"/>
                  </a:lnTo>
                  <a:lnTo>
                    <a:pt x="122214" y="280667"/>
                  </a:lnTo>
                  <a:lnTo>
                    <a:pt x="125801" y="276698"/>
                  </a:lnTo>
                  <a:lnTo>
                    <a:pt x="129259" y="272616"/>
                  </a:lnTo>
                  <a:lnTo>
                    <a:pt x="132584" y="268426"/>
                  </a:lnTo>
                  <a:lnTo>
                    <a:pt x="135774" y="264132"/>
                  </a:lnTo>
                  <a:lnTo>
                    <a:pt x="138825" y="259737"/>
                  </a:lnTo>
                  <a:lnTo>
                    <a:pt x="141734" y="255248"/>
                  </a:lnTo>
                  <a:lnTo>
                    <a:pt x="144497" y="250667"/>
                  </a:lnTo>
                  <a:lnTo>
                    <a:pt x="147113" y="246001"/>
                  </a:lnTo>
                  <a:lnTo>
                    <a:pt x="149577" y="241253"/>
                  </a:lnTo>
                  <a:lnTo>
                    <a:pt x="151889" y="236429"/>
                  </a:lnTo>
                  <a:lnTo>
                    <a:pt x="154045" y="231533"/>
                  </a:lnTo>
                  <a:lnTo>
                    <a:pt x="156044" y="226571"/>
                  </a:lnTo>
                  <a:lnTo>
                    <a:pt x="157882" y="221548"/>
                  </a:lnTo>
                  <a:lnTo>
                    <a:pt x="159559" y="216468"/>
                  </a:lnTo>
                  <a:lnTo>
                    <a:pt x="161073" y="211337"/>
                  </a:lnTo>
                  <a:lnTo>
                    <a:pt x="162421" y="206160"/>
                  </a:lnTo>
                  <a:lnTo>
                    <a:pt x="163604" y="200943"/>
                  </a:lnTo>
                  <a:lnTo>
                    <a:pt x="164618" y="195691"/>
                  </a:lnTo>
                  <a:lnTo>
                    <a:pt x="165464" y="190409"/>
                  </a:lnTo>
                  <a:lnTo>
                    <a:pt x="166141" y="185102"/>
                  </a:lnTo>
                  <a:lnTo>
                    <a:pt x="166648" y="179777"/>
                  </a:lnTo>
                  <a:lnTo>
                    <a:pt x="166984" y="174438"/>
                  </a:lnTo>
                  <a:lnTo>
                    <a:pt x="167149" y="169091"/>
                  </a:lnTo>
                  <a:lnTo>
                    <a:pt x="167142" y="163742"/>
                  </a:lnTo>
                  <a:lnTo>
                    <a:pt x="166965" y="158395"/>
                  </a:lnTo>
                  <a:lnTo>
                    <a:pt x="166617" y="153057"/>
                  </a:lnTo>
                  <a:lnTo>
                    <a:pt x="166098" y="147733"/>
                  </a:lnTo>
                  <a:lnTo>
                    <a:pt x="165408" y="142428"/>
                  </a:lnTo>
                  <a:lnTo>
                    <a:pt x="164550" y="137148"/>
                  </a:lnTo>
                  <a:lnTo>
                    <a:pt x="163523" y="131898"/>
                  </a:lnTo>
                  <a:lnTo>
                    <a:pt x="162329" y="126684"/>
                  </a:lnTo>
                  <a:lnTo>
                    <a:pt x="160968" y="121510"/>
                  </a:lnTo>
                  <a:lnTo>
                    <a:pt x="159442" y="116383"/>
                  </a:lnTo>
                  <a:lnTo>
                    <a:pt x="157754" y="111307"/>
                  </a:lnTo>
                  <a:lnTo>
                    <a:pt x="155903" y="106288"/>
                  </a:lnTo>
                  <a:lnTo>
                    <a:pt x="153893" y="101330"/>
                  </a:lnTo>
                  <a:lnTo>
                    <a:pt x="151726" y="96440"/>
                  </a:lnTo>
                  <a:lnTo>
                    <a:pt x="149403" y="91621"/>
                  </a:lnTo>
                  <a:lnTo>
                    <a:pt x="146927" y="86879"/>
                  </a:lnTo>
                  <a:lnTo>
                    <a:pt x="144301" y="82219"/>
                  </a:lnTo>
                  <a:lnTo>
                    <a:pt x="141526" y="77645"/>
                  </a:lnTo>
                  <a:lnTo>
                    <a:pt x="138607" y="73162"/>
                  </a:lnTo>
                  <a:lnTo>
                    <a:pt x="135546" y="68775"/>
                  </a:lnTo>
                  <a:lnTo>
                    <a:pt x="132347" y="64488"/>
                  </a:lnTo>
                  <a:lnTo>
                    <a:pt x="129011" y="60306"/>
                  </a:lnTo>
                  <a:lnTo>
                    <a:pt x="125544" y="56232"/>
                  </a:lnTo>
                  <a:lnTo>
                    <a:pt x="121948" y="52272"/>
                  </a:lnTo>
                  <a:lnTo>
                    <a:pt x="118227" y="48428"/>
                  </a:lnTo>
                  <a:lnTo>
                    <a:pt x="114385" y="44706"/>
                  </a:lnTo>
                  <a:lnTo>
                    <a:pt x="110426" y="41108"/>
                  </a:lnTo>
                  <a:lnTo>
                    <a:pt x="106354" y="37639"/>
                  </a:lnTo>
                  <a:lnTo>
                    <a:pt x="102172" y="34303"/>
                  </a:lnTo>
                  <a:lnTo>
                    <a:pt x="97887" y="31101"/>
                  </a:lnTo>
                  <a:lnTo>
                    <a:pt x="93501" y="28038"/>
                  </a:lnTo>
                  <a:lnTo>
                    <a:pt x="89019" y="25118"/>
                  </a:lnTo>
                  <a:lnTo>
                    <a:pt x="84446" y="22342"/>
                  </a:lnTo>
                  <a:lnTo>
                    <a:pt x="79787" y="19714"/>
                  </a:lnTo>
                  <a:lnTo>
                    <a:pt x="75046" y="17236"/>
                  </a:lnTo>
                  <a:lnTo>
                    <a:pt x="70228" y="14911"/>
                  </a:lnTo>
                  <a:lnTo>
                    <a:pt x="65338" y="12742"/>
                  </a:lnTo>
                  <a:lnTo>
                    <a:pt x="60381" y="10730"/>
                  </a:lnTo>
                  <a:lnTo>
                    <a:pt x="55363" y="8878"/>
                  </a:lnTo>
                  <a:lnTo>
                    <a:pt x="50288" y="7187"/>
                  </a:lnTo>
                  <a:lnTo>
                    <a:pt x="45161" y="5660"/>
                  </a:lnTo>
                  <a:lnTo>
                    <a:pt x="39988" y="4297"/>
                  </a:lnTo>
                  <a:lnTo>
                    <a:pt x="34774" y="3101"/>
                  </a:lnTo>
                  <a:lnTo>
                    <a:pt x="29524" y="2072"/>
                  </a:lnTo>
                  <a:lnTo>
                    <a:pt x="24245" y="1212"/>
                  </a:lnTo>
                  <a:lnTo>
                    <a:pt x="18940" y="520"/>
                  </a:lnTo>
                  <a:lnTo>
                    <a:pt x="13616" y="0"/>
                  </a:lnTo>
                  <a:lnTo>
                    <a:pt x="0" y="1666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3616" cy="167167"/>
            </a:xfrm>
            <a:custGeom>
              <a:avLst/>
              <a:pathLst>
                <a:path w="13616" h="167167">
                  <a:moveTo>
                    <a:pt x="13616" y="55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2025-06-05T16:21:47Z</dcterms:modified>
  <cp:category/>
</cp:coreProperties>
</file>