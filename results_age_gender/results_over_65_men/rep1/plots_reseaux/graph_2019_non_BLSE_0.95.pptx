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056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7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7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7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5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81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0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951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25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7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049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0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1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81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72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30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98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73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942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85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357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00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9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18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573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00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083" y="3170392"/>
              <a:ext cx="1695" cy="167167"/>
            </a:xfrm>
            <a:custGeom>
              <a:avLst/>
              <a:pathLst>
                <a:path w="1695" h="167167">
                  <a:moveTo>
                    <a:pt x="1695" y="0"/>
                  </a:moveTo>
                  <a:lnTo>
                    <a:pt x="0" y="8"/>
                  </a:lnTo>
                  <a:lnTo>
                    <a:pt x="169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16616" y="3170401"/>
              <a:ext cx="334321" cy="334322"/>
            </a:xfrm>
            <a:custGeom>
              <a:avLst/>
              <a:pathLst>
                <a:path w="334321" h="334322">
                  <a:moveTo>
                    <a:pt x="165467" y="0"/>
                  </a:moveTo>
                  <a:lnTo>
                    <a:pt x="160169" y="137"/>
                  </a:lnTo>
                  <a:lnTo>
                    <a:pt x="154879" y="443"/>
                  </a:lnTo>
                  <a:lnTo>
                    <a:pt x="149600" y="916"/>
                  </a:lnTo>
                  <a:lnTo>
                    <a:pt x="144340" y="1556"/>
                  </a:lnTo>
                  <a:lnTo>
                    <a:pt x="139102" y="2363"/>
                  </a:lnTo>
                  <a:lnTo>
                    <a:pt x="133893" y="3335"/>
                  </a:lnTo>
                  <a:lnTo>
                    <a:pt x="128717" y="4472"/>
                  </a:lnTo>
                  <a:lnTo>
                    <a:pt x="123579" y="5772"/>
                  </a:lnTo>
                  <a:lnTo>
                    <a:pt x="118486" y="7235"/>
                  </a:lnTo>
                  <a:lnTo>
                    <a:pt x="113441" y="8858"/>
                  </a:lnTo>
                  <a:lnTo>
                    <a:pt x="108450" y="10640"/>
                  </a:lnTo>
                  <a:lnTo>
                    <a:pt x="103519" y="12580"/>
                  </a:lnTo>
                  <a:lnTo>
                    <a:pt x="98651" y="14675"/>
                  </a:lnTo>
                  <a:lnTo>
                    <a:pt x="93852" y="16923"/>
                  </a:lnTo>
                  <a:lnTo>
                    <a:pt x="89127" y="19323"/>
                  </a:lnTo>
                  <a:lnTo>
                    <a:pt x="84480" y="21870"/>
                  </a:lnTo>
                  <a:lnTo>
                    <a:pt x="79917" y="24564"/>
                  </a:lnTo>
                  <a:lnTo>
                    <a:pt x="75441" y="27401"/>
                  </a:lnTo>
                  <a:lnTo>
                    <a:pt x="71057" y="30379"/>
                  </a:lnTo>
                  <a:lnTo>
                    <a:pt x="66769" y="33494"/>
                  </a:lnTo>
                  <a:lnTo>
                    <a:pt x="62583" y="36743"/>
                  </a:lnTo>
                  <a:lnTo>
                    <a:pt x="58502" y="40124"/>
                  </a:lnTo>
                  <a:lnTo>
                    <a:pt x="54530" y="43632"/>
                  </a:lnTo>
                  <a:lnTo>
                    <a:pt x="50671" y="47264"/>
                  </a:lnTo>
                  <a:lnTo>
                    <a:pt x="46929" y="51017"/>
                  </a:lnTo>
                  <a:lnTo>
                    <a:pt x="43308" y="54886"/>
                  </a:lnTo>
                  <a:lnTo>
                    <a:pt x="39812" y="58868"/>
                  </a:lnTo>
                  <a:lnTo>
                    <a:pt x="36443" y="62959"/>
                  </a:lnTo>
                  <a:lnTo>
                    <a:pt x="33206" y="67155"/>
                  </a:lnTo>
                  <a:lnTo>
                    <a:pt x="30104" y="71451"/>
                  </a:lnTo>
                  <a:lnTo>
                    <a:pt x="27139" y="75844"/>
                  </a:lnTo>
                  <a:lnTo>
                    <a:pt x="24315" y="80328"/>
                  </a:lnTo>
                  <a:lnTo>
                    <a:pt x="21634" y="84900"/>
                  </a:lnTo>
                  <a:lnTo>
                    <a:pt x="19100" y="89554"/>
                  </a:lnTo>
                  <a:lnTo>
                    <a:pt x="16715" y="94286"/>
                  </a:lnTo>
                  <a:lnTo>
                    <a:pt x="14480" y="99091"/>
                  </a:lnTo>
                  <a:lnTo>
                    <a:pt x="12400" y="103965"/>
                  </a:lnTo>
                  <a:lnTo>
                    <a:pt x="10474" y="108903"/>
                  </a:lnTo>
                  <a:lnTo>
                    <a:pt x="8706" y="113898"/>
                  </a:lnTo>
                  <a:lnTo>
                    <a:pt x="7098" y="118948"/>
                  </a:lnTo>
                  <a:lnTo>
                    <a:pt x="5650" y="124046"/>
                  </a:lnTo>
                  <a:lnTo>
                    <a:pt x="4365" y="129187"/>
                  </a:lnTo>
                  <a:lnTo>
                    <a:pt x="3243" y="134366"/>
                  </a:lnTo>
                  <a:lnTo>
                    <a:pt x="2286" y="139578"/>
                  </a:lnTo>
                  <a:lnTo>
                    <a:pt x="1495" y="144818"/>
                  </a:lnTo>
                  <a:lnTo>
                    <a:pt x="870" y="150081"/>
                  </a:lnTo>
                  <a:lnTo>
                    <a:pt x="412" y="155360"/>
                  </a:lnTo>
                  <a:lnTo>
                    <a:pt x="122" y="160652"/>
                  </a:lnTo>
                  <a:lnTo>
                    <a:pt x="0" y="165950"/>
                  </a:lnTo>
                  <a:lnTo>
                    <a:pt x="45" y="171249"/>
                  </a:lnTo>
                  <a:lnTo>
                    <a:pt x="259" y="176544"/>
                  </a:lnTo>
                  <a:lnTo>
                    <a:pt x="640" y="181830"/>
                  </a:lnTo>
                  <a:lnTo>
                    <a:pt x="1189" y="187101"/>
                  </a:lnTo>
                  <a:lnTo>
                    <a:pt x="1904" y="192352"/>
                  </a:lnTo>
                  <a:lnTo>
                    <a:pt x="2786" y="197577"/>
                  </a:lnTo>
                  <a:lnTo>
                    <a:pt x="3833" y="202772"/>
                  </a:lnTo>
                  <a:lnTo>
                    <a:pt x="5044" y="207931"/>
                  </a:lnTo>
                  <a:lnTo>
                    <a:pt x="6418" y="213050"/>
                  </a:lnTo>
                  <a:lnTo>
                    <a:pt x="7953" y="218122"/>
                  </a:lnTo>
                  <a:lnTo>
                    <a:pt x="9648" y="223143"/>
                  </a:lnTo>
                  <a:lnTo>
                    <a:pt x="11502" y="228107"/>
                  </a:lnTo>
                  <a:lnTo>
                    <a:pt x="13512" y="233011"/>
                  </a:lnTo>
                  <a:lnTo>
                    <a:pt x="15677" y="237848"/>
                  </a:lnTo>
                  <a:lnTo>
                    <a:pt x="17994" y="242614"/>
                  </a:lnTo>
                  <a:lnTo>
                    <a:pt x="20460" y="247304"/>
                  </a:lnTo>
                  <a:lnTo>
                    <a:pt x="23074" y="251914"/>
                  </a:lnTo>
                  <a:lnTo>
                    <a:pt x="25833" y="256439"/>
                  </a:lnTo>
                  <a:lnTo>
                    <a:pt x="28734" y="260874"/>
                  </a:lnTo>
                  <a:lnTo>
                    <a:pt x="31774" y="265214"/>
                  </a:lnTo>
                  <a:lnTo>
                    <a:pt x="34950" y="269456"/>
                  </a:lnTo>
                  <a:lnTo>
                    <a:pt x="38259" y="273596"/>
                  </a:lnTo>
                  <a:lnTo>
                    <a:pt x="41698" y="277628"/>
                  </a:lnTo>
                  <a:lnTo>
                    <a:pt x="45263" y="281550"/>
                  </a:lnTo>
                  <a:lnTo>
                    <a:pt x="48950" y="285356"/>
                  </a:lnTo>
                  <a:lnTo>
                    <a:pt x="52756" y="289044"/>
                  </a:lnTo>
                  <a:lnTo>
                    <a:pt x="56677" y="292609"/>
                  </a:lnTo>
                  <a:lnTo>
                    <a:pt x="60709" y="296048"/>
                  </a:lnTo>
                  <a:lnTo>
                    <a:pt x="64847" y="299357"/>
                  </a:lnTo>
                  <a:lnTo>
                    <a:pt x="69089" y="302534"/>
                  </a:lnTo>
                  <a:lnTo>
                    <a:pt x="73430" y="305575"/>
                  </a:lnTo>
                  <a:lnTo>
                    <a:pt x="77864" y="308476"/>
                  </a:lnTo>
                  <a:lnTo>
                    <a:pt x="82388" y="311236"/>
                  </a:lnTo>
                  <a:lnTo>
                    <a:pt x="86998" y="313850"/>
                  </a:lnTo>
                  <a:lnTo>
                    <a:pt x="91688" y="316318"/>
                  </a:lnTo>
                  <a:lnTo>
                    <a:pt x="96454" y="318635"/>
                  </a:lnTo>
                  <a:lnTo>
                    <a:pt x="101291" y="320800"/>
                  </a:lnTo>
                  <a:lnTo>
                    <a:pt x="106194" y="322811"/>
                  </a:lnTo>
                  <a:lnTo>
                    <a:pt x="111158" y="324665"/>
                  </a:lnTo>
                  <a:lnTo>
                    <a:pt x="116179" y="326361"/>
                  </a:lnTo>
                  <a:lnTo>
                    <a:pt x="121251" y="327897"/>
                  </a:lnTo>
                  <a:lnTo>
                    <a:pt x="126369" y="329272"/>
                  </a:lnTo>
                  <a:lnTo>
                    <a:pt x="131528" y="330484"/>
                  </a:lnTo>
                  <a:lnTo>
                    <a:pt x="136723" y="331531"/>
                  </a:lnTo>
                  <a:lnTo>
                    <a:pt x="141948" y="332413"/>
                  </a:lnTo>
                  <a:lnTo>
                    <a:pt x="147199" y="333129"/>
                  </a:lnTo>
                  <a:lnTo>
                    <a:pt x="152470" y="333679"/>
                  </a:lnTo>
                  <a:lnTo>
                    <a:pt x="157755" y="334061"/>
                  </a:lnTo>
                  <a:lnTo>
                    <a:pt x="163050" y="334275"/>
                  </a:lnTo>
                  <a:lnTo>
                    <a:pt x="168350" y="334322"/>
                  </a:lnTo>
                  <a:lnTo>
                    <a:pt x="173648" y="334200"/>
                  </a:lnTo>
                  <a:lnTo>
                    <a:pt x="178939" y="333910"/>
                  </a:lnTo>
                  <a:lnTo>
                    <a:pt x="184219" y="333453"/>
                  </a:lnTo>
                  <a:lnTo>
                    <a:pt x="189481" y="332829"/>
                  </a:lnTo>
                  <a:lnTo>
                    <a:pt x="194721" y="332039"/>
                  </a:lnTo>
                  <a:lnTo>
                    <a:pt x="199934" y="331082"/>
                  </a:lnTo>
                  <a:lnTo>
                    <a:pt x="205113" y="329961"/>
                  </a:lnTo>
                  <a:lnTo>
                    <a:pt x="210254" y="328676"/>
                  </a:lnTo>
                  <a:lnTo>
                    <a:pt x="215352" y="327229"/>
                  </a:lnTo>
                  <a:lnTo>
                    <a:pt x="220402" y="325621"/>
                  </a:lnTo>
                  <a:lnTo>
                    <a:pt x="225398" y="323854"/>
                  </a:lnTo>
                  <a:lnTo>
                    <a:pt x="230336" y="321929"/>
                  </a:lnTo>
                  <a:lnTo>
                    <a:pt x="235210" y="319849"/>
                  </a:lnTo>
                  <a:lnTo>
                    <a:pt x="240015" y="317616"/>
                  </a:lnTo>
                  <a:lnTo>
                    <a:pt x="244748" y="315231"/>
                  </a:lnTo>
                  <a:lnTo>
                    <a:pt x="249402" y="312697"/>
                  </a:lnTo>
                  <a:lnTo>
                    <a:pt x="253974" y="310017"/>
                  </a:lnTo>
                  <a:lnTo>
                    <a:pt x="258459" y="307194"/>
                  </a:lnTo>
                  <a:lnTo>
                    <a:pt x="262852" y="304230"/>
                  </a:lnTo>
                  <a:lnTo>
                    <a:pt x="267148" y="301128"/>
                  </a:lnTo>
                  <a:lnTo>
                    <a:pt x="271345" y="297891"/>
                  </a:lnTo>
                  <a:lnTo>
                    <a:pt x="275436" y="294523"/>
                  </a:lnTo>
                  <a:lnTo>
                    <a:pt x="279419" y="291027"/>
                  </a:lnTo>
                  <a:lnTo>
                    <a:pt x="283289" y="287407"/>
                  </a:lnTo>
                  <a:lnTo>
                    <a:pt x="287042" y="283665"/>
                  </a:lnTo>
                  <a:lnTo>
                    <a:pt x="290675" y="279807"/>
                  </a:lnTo>
                  <a:lnTo>
                    <a:pt x="294183" y="275835"/>
                  </a:lnTo>
                  <a:lnTo>
                    <a:pt x="297564" y="271755"/>
                  </a:lnTo>
                  <a:lnTo>
                    <a:pt x="300814" y="267569"/>
                  </a:lnTo>
                  <a:lnTo>
                    <a:pt x="303930" y="263282"/>
                  </a:lnTo>
                  <a:lnTo>
                    <a:pt x="306908" y="258898"/>
                  </a:lnTo>
                  <a:lnTo>
                    <a:pt x="309745" y="254423"/>
                  </a:lnTo>
                  <a:lnTo>
                    <a:pt x="312440" y="249859"/>
                  </a:lnTo>
                  <a:lnTo>
                    <a:pt x="314988" y="245213"/>
                  </a:lnTo>
                  <a:lnTo>
                    <a:pt x="317388" y="240488"/>
                  </a:lnTo>
                  <a:lnTo>
                    <a:pt x="319637" y="235690"/>
                  </a:lnTo>
                  <a:lnTo>
                    <a:pt x="321733" y="230822"/>
                  </a:lnTo>
                  <a:lnTo>
                    <a:pt x="323673" y="225891"/>
                  </a:lnTo>
                  <a:lnTo>
                    <a:pt x="325456" y="220900"/>
                  </a:lnTo>
                  <a:lnTo>
                    <a:pt x="327080" y="215856"/>
                  </a:lnTo>
                  <a:lnTo>
                    <a:pt x="328543" y="210762"/>
                  </a:lnTo>
                  <a:lnTo>
                    <a:pt x="329844" y="205625"/>
                  </a:lnTo>
                  <a:lnTo>
                    <a:pt x="330982" y="200449"/>
                  </a:lnTo>
                  <a:lnTo>
                    <a:pt x="331955" y="195240"/>
                  </a:lnTo>
                  <a:lnTo>
                    <a:pt x="332762" y="190002"/>
                  </a:lnTo>
                  <a:lnTo>
                    <a:pt x="333403" y="184742"/>
                  </a:lnTo>
                  <a:lnTo>
                    <a:pt x="333876" y="179464"/>
                  </a:lnTo>
                  <a:lnTo>
                    <a:pt x="334183" y="174173"/>
                  </a:lnTo>
                  <a:lnTo>
                    <a:pt x="334321" y="168876"/>
                  </a:lnTo>
                  <a:lnTo>
                    <a:pt x="334292" y="163576"/>
                  </a:lnTo>
                  <a:lnTo>
                    <a:pt x="334094" y="158280"/>
                  </a:lnTo>
                  <a:lnTo>
                    <a:pt x="333729" y="152994"/>
                  </a:lnTo>
                  <a:lnTo>
                    <a:pt x="333196" y="147721"/>
                  </a:lnTo>
                  <a:lnTo>
                    <a:pt x="332497" y="142468"/>
                  </a:lnTo>
                  <a:lnTo>
                    <a:pt x="331631" y="137240"/>
                  </a:lnTo>
                  <a:lnTo>
                    <a:pt x="330600" y="132042"/>
                  </a:lnTo>
                  <a:lnTo>
                    <a:pt x="329405" y="126879"/>
                  </a:lnTo>
                  <a:lnTo>
                    <a:pt x="328046" y="121756"/>
                  </a:lnTo>
                  <a:lnTo>
                    <a:pt x="326526" y="116680"/>
                  </a:lnTo>
                  <a:lnTo>
                    <a:pt x="324846" y="111654"/>
                  </a:lnTo>
                  <a:lnTo>
                    <a:pt x="323008" y="106683"/>
                  </a:lnTo>
                  <a:lnTo>
                    <a:pt x="321013" y="101774"/>
                  </a:lnTo>
                  <a:lnTo>
                    <a:pt x="318863" y="96930"/>
                  </a:lnTo>
                  <a:lnTo>
                    <a:pt x="316561" y="92157"/>
                  </a:lnTo>
                  <a:lnTo>
                    <a:pt x="314108" y="87459"/>
                  </a:lnTo>
                  <a:lnTo>
                    <a:pt x="311508" y="82841"/>
                  </a:lnTo>
                  <a:lnTo>
                    <a:pt x="308763" y="78308"/>
                  </a:lnTo>
                  <a:lnTo>
                    <a:pt x="305875" y="73865"/>
                  </a:lnTo>
                  <a:lnTo>
                    <a:pt x="302849" y="69515"/>
                  </a:lnTo>
                  <a:lnTo>
                    <a:pt x="299685" y="65263"/>
                  </a:lnTo>
                  <a:lnTo>
                    <a:pt x="296389" y="61114"/>
                  </a:lnTo>
                  <a:lnTo>
                    <a:pt x="292963" y="57071"/>
                  </a:lnTo>
                  <a:lnTo>
                    <a:pt x="289410" y="53139"/>
                  </a:lnTo>
                  <a:lnTo>
                    <a:pt x="285735" y="49321"/>
                  </a:lnTo>
                  <a:lnTo>
                    <a:pt x="281940" y="45622"/>
                  </a:lnTo>
                  <a:lnTo>
                    <a:pt x="278030" y="42045"/>
                  </a:lnTo>
                  <a:lnTo>
                    <a:pt x="274008" y="38593"/>
                  </a:lnTo>
                  <a:lnTo>
                    <a:pt x="269880" y="35271"/>
                  </a:lnTo>
                  <a:lnTo>
                    <a:pt x="265647" y="32082"/>
                  </a:lnTo>
                  <a:lnTo>
                    <a:pt x="261316" y="29028"/>
                  </a:lnTo>
                  <a:lnTo>
                    <a:pt x="256891" y="26113"/>
                  </a:lnTo>
                  <a:lnTo>
                    <a:pt x="252375" y="23340"/>
                  </a:lnTo>
                  <a:lnTo>
                    <a:pt x="247773" y="20711"/>
                  </a:lnTo>
                  <a:lnTo>
                    <a:pt x="243091" y="18229"/>
                  </a:lnTo>
                  <a:lnTo>
                    <a:pt x="238332" y="15898"/>
                  </a:lnTo>
                  <a:lnTo>
                    <a:pt x="233502" y="13718"/>
                  </a:lnTo>
                  <a:lnTo>
                    <a:pt x="228605" y="11692"/>
                  </a:lnTo>
                  <a:lnTo>
                    <a:pt x="223646" y="9823"/>
                  </a:lnTo>
                  <a:lnTo>
                    <a:pt x="218631" y="8111"/>
                  </a:lnTo>
                  <a:lnTo>
                    <a:pt x="213563" y="6560"/>
                  </a:lnTo>
                  <a:lnTo>
                    <a:pt x="208450" y="5170"/>
                  </a:lnTo>
                  <a:lnTo>
                    <a:pt x="203294" y="3942"/>
                  </a:lnTo>
                  <a:lnTo>
                    <a:pt x="198103" y="2879"/>
                  </a:lnTo>
                  <a:lnTo>
                    <a:pt x="192880" y="1981"/>
                  </a:lnTo>
                  <a:lnTo>
                    <a:pt x="187631" y="1249"/>
                  </a:lnTo>
                  <a:lnTo>
                    <a:pt x="182362" y="683"/>
                  </a:lnTo>
                  <a:lnTo>
                    <a:pt x="167163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3779" y="3170392"/>
              <a:ext cx="15199" cy="167167"/>
            </a:xfrm>
            <a:custGeom>
              <a:avLst/>
              <a:pathLst>
                <a:path w="15199" h="167167">
                  <a:moveTo>
                    <a:pt x="15199" y="69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5211" y="2633064"/>
              <a:ext cx="33799" cy="167167"/>
            </a:xfrm>
            <a:custGeom>
              <a:avLst/>
              <a:pathLst>
                <a:path w="33799" h="167167">
                  <a:moveTo>
                    <a:pt x="33799" y="0"/>
                  </a:moveTo>
                  <a:lnTo>
                    <a:pt x="26994" y="138"/>
                  </a:lnTo>
                  <a:lnTo>
                    <a:pt x="20201" y="554"/>
                  </a:lnTo>
                  <a:lnTo>
                    <a:pt x="13429" y="1245"/>
                  </a:lnTo>
                  <a:lnTo>
                    <a:pt x="6692" y="2212"/>
                  </a:lnTo>
                  <a:lnTo>
                    <a:pt x="0" y="3452"/>
                  </a:lnTo>
                  <a:lnTo>
                    <a:pt x="3379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5211" y="2636517"/>
              <a:ext cx="33799" cy="163714"/>
            </a:xfrm>
            <a:custGeom>
              <a:avLst/>
              <a:pathLst>
                <a:path w="33799" h="163714">
                  <a:moveTo>
                    <a:pt x="0" y="0"/>
                  </a:moveTo>
                  <a:lnTo>
                    <a:pt x="33799" y="1637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1844" y="2636517"/>
              <a:ext cx="334334" cy="330862"/>
            </a:xfrm>
            <a:custGeom>
              <a:avLst/>
              <a:pathLst>
                <a:path w="334334" h="330862">
                  <a:moveTo>
                    <a:pt x="133367" y="0"/>
                  </a:moveTo>
                  <a:lnTo>
                    <a:pt x="128184" y="1156"/>
                  </a:lnTo>
                  <a:lnTo>
                    <a:pt x="123041" y="2476"/>
                  </a:lnTo>
                  <a:lnTo>
                    <a:pt x="117942" y="3959"/>
                  </a:lnTo>
                  <a:lnTo>
                    <a:pt x="112892" y="5603"/>
                  </a:lnTo>
                  <a:lnTo>
                    <a:pt x="107898" y="7406"/>
                  </a:lnTo>
                  <a:lnTo>
                    <a:pt x="102963" y="9368"/>
                  </a:lnTo>
                  <a:lnTo>
                    <a:pt x="98093" y="11485"/>
                  </a:lnTo>
                  <a:lnTo>
                    <a:pt x="93293" y="13756"/>
                  </a:lnTo>
                  <a:lnTo>
                    <a:pt x="88567" y="16178"/>
                  </a:lnTo>
                  <a:lnTo>
                    <a:pt x="83920" y="18749"/>
                  </a:lnTo>
                  <a:lnTo>
                    <a:pt x="79358" y="21466"/>
                  </a:lnTo>
                  <a:lnTo>
                    <a:pt x="74884" y="24327"/>
                  </a:lnTo>
                  <a:lnTo>
                    <a:pt x="70504" y="27328"/>
                  </a:lnTo>
                  <a:lnTo>
                    <a:pt x="66220" y="30467"/>
                  </a:lnTo>
                  <a:lnTo>
                    <a:pt x="62039" y="33741"/>
                  </a:lnTo>
                  <a:lnTo>
                    <a:pt x="57964" y="37145"/>
                  </a:lnTo>
                  <a:lnTo>
                    <a:pt x="53999" y="40678"/>
                  </a:lnTo>
                  <a:lnTo>
                    <a:pt x="50148" y="44334"/>
                  </a:lnTo>
                  <a:lnTo>
                    <a:pt x="46415" y="48111"/>
                  </a:lnTo>
                  <a:lnTo>
                    <a:pt x="42805" y="52005"/>
                  </a:lnTo>
                  <a:lnTo>
                    <a:pt x="39319" y="56011"/>
                  </a:lnTo>
                  <a:lnTo>
                    <a:pt x="35963" y="60126"/>
                  </a:lnTo>
                  <a:lnTo>
                    <a:pt x="32739" y="64346"/>
                  </a:lnTo>
                  <a:lnTo>
                    <a:pt x="29650" y="68666"/>
                  </a:lnTo>
                  <a:lnTo>
                    <a:pt x="26701" y="73082"/>
                  </a:lnTo>
                  <a:lnTo>
                    <a:pt x="23893" y="77589"/>
                  </a:lnTo>
                  <a:lnTo>
                    <a:pt x="21230" y="82183"/>
                  </a:lnTo>
                  <a:lnTo>
                    <a:pt x="18714" y="86859"/>
                  </a:lnTo>
                  <a:lnTo>
                    <a:pt x="16348" y="91613"/>
                  </a:lnTo>
                  <a:lnTo>
                    <a:pt x="14134" y="96440"/>
                  </a:lnTo>
                  <a:lnTo>
                    <a:pt x="12074" y="101335"/>
                  </a:lnTo>
                  <a:lnTo>
                    <a:pt x="10171" y="106292"/>
                  </a:lnTo>
                  <a:lnTo>
                    <a:pt x="8426" y="111308"/>
                  </a:lnTo>
                  <a:lnTo>
                    <a:pt x="6842" y="116376"/>
                  </a:lnTo>
                  <a:lnTo>
                    <a:pt x="5419" y="121492"/>
                  </a:lnTo>
                  <a:lnTo>
                    <a:pt x="4160" y="126651"/>
                  </a:lnTo>
                  <a:lnTo>
                    <a:pt x="3065" y="131847"/>
                  </a:lnTo>
                  <a:lnTo>
                    <a:pt x="2136" y="137075"/>
                  </a:lnTo>
                  <a:lnTo>
                    <a:pt x="1373" y="142331"/>
                  </a:lnTo>
                  <a:lnTo>
                    <a:pt x="777" y="147607"/>
                  </a:lnTo>
                  <a:lnTo>
                    <a:pt x="350" y="152900"/>
                  </a:lnTo>
                  <a:lnTo>
                    <a:pt x="90" y="158204"/>
                  </a:lnTo>
                  <a:lnTo>
                    <a:pt x="0" y="163514"/>
                  </a:lnTo>
                  <a:lnTo>
                    <a:pt x="77" y="168824"/>
                  </a:lnTo>
                  <a:lnTo>
                    <a:pt x="324" y="174128"/>
                  </a:lnTo>
                  <a:lnTo>
                    <a:pt x="739" y="179422"/>
                  </a:lnTo>
                  <a:lnTo>
                    <a:pt x="1322" y="184700"/>
                  </a:lnTo>
                  <a:lnTo>
                    <a:pt x="2072" y="189957"/>
                  </a:lnTo>
                  <a:lnTo>
                    <a:pt x="2989" y="195188"/>
                  </a:lnTo>
                  <a:lnTo>
                    <a:pt x="4071" y="200387"/>
                  </a:lnTo>
                  <a:lnTo>
                    <a:pt x="5319" y="205548"/>
                  </a:lnTo>
                  <a:lnTo>
                    <a:pt x="6729" y="210668"/>
                  </a:lnTo>
                  <a:lnTo>
                    <a:pt x="8301" y="215740"/>
                  </a:lnTo>
                  <a:lnTo>
                    <a:pt x="10034" y="220760"/>
                  </a:lnTo>
                  <a:lnTo>
                    <a:pt x="11925" y="225722"/>
                  </a:lnTo>
                  <a:lnTo>
                    <a:pt x="13973" y="230621"/>
                  </a:lnTo>
                  <a:lnTo>
                    <a:pt x="16175" y="235453"/>
                  </a:lnTo>
                  <a:lnTo>
                    <a:pt x="18530" y="240213"/>
                  </a:lnTo>
                  <a:lnTo>
                    <a:pt x="21035" y="244895"/>
                  </a:lnTo>
                  <a:lnTo>
                    <a:pt x="23687" y="249496"/>
                  </a:lnTo>
                  <a:lnTo>
                    <a:pt x="26484" y="254010"/>
                  </a:lnTo>
                  <a:lnTo>
                    <a:pt x="29423" y="258433"/>
                  </a:lnTo>
                  <a:lnTo>
                    <a:pt x="32501" y="262760"/>
                  </a:lnTo>
                  <a:lnTo>
                    <a:pt x="35715" y="266987"/>
                  </a:lnTo>
                  <a:lnTo>
                    <a:pt x="39061" y="271110"/>
                  </a:lnTo>
                  <a:lnTo>
                    <a:pt x="42537" y="275125"/>
                  </a:lnTo>
                  <a:lnTo>
                    <a:pt x="46139" y="279027"/>
                  </a:lnTo>
                  <a:lnTo>
                    <a:pt x="49862" y="282813"/>
                  </a:lnTo>
                  <a:lnTo>
                    <a:pt x="53704" y="286479"/>
                  </a:lnTo>
                  <a:lnTo>
                    <a:pt x="57661" y="290021"/>
                  </a:lnTo>
                  <a:lnTo>
                    <a:pt x="61728" y="293435"/>
                  </a:lnTo>
                  <a:lnTo>
                    <a:pt x="65901" y="296719"/>
                  </a:lnTo>
                  <a:lnTo>
                    <a:pt x="70177" y="299868"/>
                  </a:lnTo>
                  <a:lnTo>
                    <a:pt x="74550" y="302880"/>
                  </a:lnTo>
                  <a:lnTo>
                    <a:pt x="79017" y="305752"/>
                  </a:lnTo>
                  <a:lnTo>
                    <a:pt x="83573" y="308480"/>
                  </a:lnTo>
                  <a:lnTo>
                    <a:pt x="88213" y="311062"/>
                  </a:lnTo>
                  <a:lnTo>
                    <a:pt x="92933" y="313495"/>
                  </a:lnTo>
                  <a:lnTo>
                    <a:pt x="97728" y="315777"/>
                  </a:lnTo>
                  <a:lnTo>
                    <a:pt x="102593" y="317906"/>
                  </a:lnTo>
                  <a:lnTo>
                    <a:pt x="107523" y="319879"/>
                  </a:lnTo>
                  <a:lnTo>
                    <a:pt x="112513" y="321695"/>
                  </a:lnTo>
                  <a:lnTo>
                    <a:pt x="117559" y="323351"/>
                  </a:lnTo>
                  <a:lnTo>
                    <a:pt x="122654" y="324846"/>
                  </a:lnTo>
                  <a:lnTo>
                    <a:pt x="127794" y="326179"/>
                  </a:lnTo>
                  <a:lnTo>
                    <a:pt x="132975" y="327348"/>
                  </a:lnTo>
                  <a:lnTo>
                    <a:pt x="138189" y="328351"/>
                  </a:lnTo>
                  <a:lnTo>
                    <a:pt x="143433" y="329188"/>
                  </a:lnTo>
                  <a:lnTo>
                    <a:pt x="148701" y="329859"/>
                  </a:lnTo>
                  <a:lnTo>
                    <a:pt x="153987" y="330361"/>
                  </a:lnTo>
                  <a:lnTo>
                    <a:pt x="159287" y="330696"/>
                  </a:lnTo>
                  <a:lnTo>
                    <a:pt x="164595" y="330862"/>
                  </a:lnTo>
                  <a:lnTo>
                    <a:pt x="169905" y="330859"/>
                  </a:lnTo>
                  <a:lnTo>
                    <a:pt x="175212" y="330688"/>
                  </a:lnTo>
                  <a:lnTo>
                    <a:pt x="180512" y="330348"/>
                  </a:lnTo>
                  <a:lnTo>
                    <a:pt x="185798" y="329840"/>
                  </a:lnTo>
                  <a:lnTo>
                    <a:pt x="191065" y="329165"/>
                  </a:lnTo>
                  <a:lnTo>
                    <a:pt x="196308" y="328322"/>
                  </a:lnTo>
                  <a:lnTo>
                    <a:pt x="201521" y="327314"/>
                  </a:lnTo>
                  <a:lnTo>
                    <a:pt x="206700" y="326140"/>
                  </a:lnTo>
                  <a:lnTo>
                    <a:pt x="211839" y="324802"/>
                  </a:lnTo>
                  <a:lnTo>
                    <a:pt x="216933" y="323302"/>
                  </a:lnTo>
                  <a:lnTo>
                    <a:pt x="221977" y="321641"/>
                  </a:lnTo>
                  <a:lnTo>
                    <a:pt x="226965" y="319820"/>
                  </a:lnTo>
                  <a:lnTo>
                    <a:pt x="231894" y="317842"/>
                  </a:lnTo>
                  <a:lnTo>
                    <a:pt x="236756" y="315709"/>
                  </a:lnTo>
                  <a:lnTo>
                    <a:pt x="241549" y="313422"/>
                  </a:lnTo>
                  <a:lnTo>
                    <a:pt x="246266" y="310983"/>
                  </a:lnTo>
                  <a:lnTo>
                    <a:pt x="250904" y="308397"/>
                  </a:lnTo>
                  <a:lnTo>
                    <a:pt x="255457" y="305664"/>
                  </a:lnTo>
                  <a:lnTo>
                    <a:pt x="259921" y="302788"/>
                  </a:lnTo>
                  <a:lnTo>
                    <a:pt x="264292" y="299772"/>
                  </a:lnTo>
                  <a:lnTo>
                    <a:pt x="268564" y="296618"/>
                  </a:lnTo>
                  <a:lnTo>
                    <a:pt x="272734" y="293331"/>
                  </a:lnTo>
                  <a:lnTo>
                    <a:pt x="276798" y="289912"/>
                  </a:lnTo>
                  <a:lnTo>
                    <a:pt x="280751" y="286366"/>
                  </a:lnTo>
                  <a:lnTo>
                    <a:pt x="284590" y="282697"/>
                  </a:lnTo>
                  <a:lnTo>
                    <a:pt x="288309" y="278907"/>
                  </a:lnTo>
                  <a:lnTo>
                    <a:pt x="291907" y="275001"/>
                  </a:lnTo>
                  <a:lnTo>
                    <a:pt x="295379" y="270983"/>
                  </a:lnTo>
                  <a:lnTo>
                    <a:pt x="298721" y="266857"/>
                  </a:lnTo>
                  <a:lnTo>
                    <a:pt x="301931" y="262626"/>
                  </a:lnTo>
                  <a:lnTo>
                    <a:pt x="305005" y="258296"/>
                  </a:lnTo>
                  <a:lnTo>
                    <a:pt x="307939" y="253870"/>
                  </a:lnTo>
                  <a:lnTo>
                    <a:pt x="310732" y="249354"/>
                  </a:lnTo>
                  <a:lnTo>
                    <a:pt x="313379" y="244750"/>
                  </a:lnTo>
                  <a:lnTo>
                    <a:pt x="315879" y="240066"/>
                  </a:lnTo>
                  <a:lnTo>
                    <a:pt x="318229" y="235304"/>
                  </a:lnTo>
                  <a:lnTo>
                    <a:pt x="320427" y="230469"/>
                  </a:lnTo>
                  <a:lnTo>
                    <a:pt x="322470" y="225568"/>
                  </a:lnTo>
                  <a:lnTo>
                    <a:pt x="324356" y="220604"/>
                  </a:lnTo>
                  <a:lnTo>
                    <a:pt x="326084" y="215582"/>
                  </a:lnTo>
                  <a:lnTo>
                    <a:pt x="327651" y="210509"/>
                  </a:lnTo>
                  <a:lnTo>
                    <a:pt x="329057" y="205388"/>
                  </a:lnTo>
                  <a:lnTo>
                    <a:pt x="330298" y="200225"/>
                  </a:lnTo>
                  <a:lnTo>
                    <a:pt x="331376" y="195025"/>
                  </a:lnTo>
                  <a:lnTo>
                    <a:pt x="332287" y="189794"/>
                  </a:lnTo>
                  <a:lnTo>
                    <a:pt x="333032" y="184536"/>
                  </a:lnTo>
                  <a:lnTo>
                    <a:pt x="333610" y="179257"/>
                  </a:lnTo>
                  <a:lnTo>
                    <a:pt x="334020" y="173963"/>
                  </a:lnTo>
                  <a:lnTo>
                    <a:pt x="334261" y="168658"/>
                  </a:lnTo>
                  <a:lnTo>
                    <a:pt x="334334" y="163348"/>
                  </a:lnTo>
                  <a:lnTo>
                    <a:pt x="334238" y="158039"/>
                  </a:lnTo>
                  <a:lnTo>
                    <a:pt x="333973" y="152735"/>
                  </a:lnTo>
                  <a:lnTo>
                    <a:pt x="333540" y="147442"/>
                  </a:lnTo>
                  <a:lnTo>
                    <a:pt x="332940" y="142166"/>
                  </a:lnTo>
                  <a:lnTo>
                    <a:pt x="332172" y="136912"/>
                  </a:lnTo>
                  <a:lnTo>
                    <a:pt x="331237" y="131684"/>
                  </a:lnTo>
                  <a:lnTo>
                    <a:pt x="330137" y="126489"/>
                  </a:lnTo>
                  <a:lnTo>
                    <a:pt x="328872" y="121332"/>
                  </a:lnTo>
                  <a:lnTo>
                    <a:pt x="327445" y="116217"/>
                  </a:lnTo>
                  <a:lnTo>
                    <a:pt x="325855" y="111150"/>
                  </a:lnTo>
                  <a:lnTo>
                    <a:pt x="324106" y="106137"/>
                  </a:lnTo>
                  <a:lnTo>
                    <a:pt x="322198" y="101181"/>
                  </a:lnTo>
                  <a:lnTo>
                    <a:pt x="320133" y="96288"/>
                  </a:lnTo>
                  <a:lnTo>
                    <a:pt x="317914" y="91464"/>
                  </a:lnTo>
                  <a:lnTo>
                    <a:pt x="315543" y="86712"/>
                  </a:lnTo>
                  <a:lnTo>
                    <a:pt x="313023" y="82038"/>
                  </a:lnTo>
                  <a:lnTo>
                    <a:pt x="310355" y="77447"/>
                  </a:lnTo>
                  <a:lnTo>
                    <a:pt x="307543" y="72942"/>
                  </a:lnTo>
                  <a:lnTo>
                    <a:pt x="304589" y="68529"/>
                  </a:lnTo>
                  <a:lnTo>
                    <a:pt x="301496" y="64213"/>
                  </a:lnTo>
                  <a:lnTo>
                    <a:pt x="298268" y="59996"/>
                  </a:lnTo>
                  <a:lnTo>
                    <a:pt x="294908" y="55885"/>
                  </a:lnTo>
                  <a:lnTo>
                    <a:pt x="291418" y="51882"/>
                  </a:lnTo>
                  <a:lnTo>
                    <a:pt x="287804" y="47992"/>
                  </a:lnTo>
                  <a:lnTo>
                    <a:pt x="284067" y="44218"/>
                  </a:lnTo>
                  <a:lnTo>
                    <a:pt x="280213" y="40566"/>
                  </a:lnTo>
                  <a:lnTo>
                    <a:pt x="167167" y="1637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9011" y="2633064"/>
              <a:ext cx="113045" cy="167167"/>
            </a:xfrm>
            <a:custGeom>
              <a:avLst/>
              <a:pathLst>
                <a:path w="113045" h="167167">
                  <a:moveTo>
                    <a:pt x="113045" y="44018"/>
                  </a:moveTo>
                  <a:lnTo>
                    <a:pt x="108825" y="40273"/>
                  </a:lnTo>
                  <a:lnTo>
                    <a:pt x="104480" y="36672"/>
                  </a:lnTo>
                  <a:lnTo>
                    <a:pt x="100016" y="33221"/>
                  </a:lnTo>
                  <a:lnTo>
                    <a:pt x="95438" y="29921"/>
                  </a:lnTo>
                  <a:lnTo>
                    <a:pt x="90752" y="26778"/>
                  </a:lnTo>
                  <a:lnTo>
                    <a:pt x="85962" y="23795"/>
                  </a:lnTo>
                  <a:lnTo>
                    <a:pt x="81074" y="20976"/>
                  </a:lnTo>
                  <a:lnTo>
                    <a:pt x="76094" y="18323"/>
                  </a:lnTo>
                  <a:lnTo>
                    <a:pt x="71027" y="15839"/>
                  </a:lnTo>
                  <a:lnTo>
                    <a:pt x="65879" y="13528"/>
                  </a:lnTo>
                  <a:lnTo>
                    <a:pt x="60656" y="11392"/>
                  </a:lnTo>
                  <a:lnTo>
                    <a:pt x="55364" y="9434"/>
                  </a:lnTo>
                  <a:lnTo>
                    <a:pt x="50009" y="7655"/>
                  </a:lnTo>
                  <a:lnTo>
                    <a:pt x="44597" y="6058"/>
                  </a:lnTo>
                  <a:lnTo>
                    <a:pt x="39134" y="4645"/>
                  </a:lnTo>
                  <a:lnTo>
                    <a:pt x="33627" y="3417"/>
                  </a:lnTo>
                  <a:lnTo>
                    <a:pt x="28081" y="2375"/>
                  </a:lnTo>
                  <a:lnTo>
                    <a:pt x="22503" y="1521"/>
                  </a:lnTo>
                  <a:lnTo>
                    <a:pt x="16900" y="856"/>
                  </a:lnTo>
                  <a:lnTo>
                    <a:pt x="11277" y="380"/>
                  </a:lnTo>
                  <a:lnTo>
                    <a:pt x="564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0804" y="2126963"/>
              <a:ext cx="7668" cy="167167"/>
            </a:xfrm>
            <a:custGeom>
              <a:avLst/>
              <a:pathLst>
                <a:path w="7668" h="167167">
                  <a:moveTo>
                    <a:pt x="7668" y="0"/>
                  </a:moveTo>
                  <a:lnTo>
                    <a:pt x="0" y="175"/>
                  </a:lnTo>
                  <a:lnTo>
                    <a:pt x="76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561307" y="2127139"/>
              <a:ext cx="331887" cy="334155"/>
            </a:xfrm>
            <a:custGeom>
              <a:avLst/>
              <a:pathLst>
                <a:path w="331887" h="334155">
                  <a:moveTo>
                    <a:pt x="159496" y="0"/>
                  </a:moveTo>
                  <a:lnTo>
                    <a:pt x="154215" y="326"/>
                  </a:lnTo>
                  <a:lnTo>
                    <a:pt x="148946" y="819"/>
                  </a:lnTo>
                  <a:lnTo>
                    <a:pt x="143695" y="1479"/>
                  </a:lnTo>
                  <a:lnTo>
                    <a:pt x="138469" y="2305"/>
                  </a:lnTo>
                  <a:lnTo>
                    <a:pt x="133270" y="3296"/>
                  </a:lnTo>
                  <a:lnTo>
                    <a:pt x="128106" y="4451"/>
                  </a:lnTo>
                  <a:lnTo>
                    <a:pt x="122981" y="5768"/>
                  </a:lnTo>
                  <a:lnTo>
                    <a:pt x="117900" y="7247"/>
                  </a:lnTo>
                  <a:lnTo>
                    <a:pt x="112869" y="8887"/>
                  </a:lnTo>
                  <a:lnTo>
                    <a:pt x="107892" y="10685"/>
                  </a:lnTo>
                  <a:lnTo>
                    <a:pt x="102974" y="12639"/>
                  </a:lnTo>
                  <a:lnTo>
                    <a:pt x="98121" y="14748"/>
                  </a:lnTo>
                  <a:lnTo>
                    <a:pt x="93337" y="17010"/>
                  </a:lnTo>
                  <a:lnTo>
                    <a:pt x="88626" y="19422"/>
                  </a:lnTo>
                  <a:lnTo>
                    <a:pt x="83995" y="21981"/>
                  </a:lnTo>
                  <a:lnTo>
                    <a:pt x="79447" y="24686"/>
                  </a:lnTo>
                  <a:lnTo>
                    <a:pt x="74987" y="27534"/>
                  </a:lnTo>
                  <a:lnTo>
                    <a:pt x="70619" y="30522"/>
                  </a:lnTo>
                  <a:lnTo>
                    <a:pt x="66348" y="33646"/>
                  </a:lnTo>
                  <a:lnTo>
                    <a:pt x="62178" y="36904"/>
                  </a:lnTo>
                  <a:lnTo>
                    <a:pt x="58113" y="40292"/>
                  </a:lnTo>
                  <a:lnTo>
                    <a:pt x="54157" y="43807"/>
                  </a:lnTo>
                  <a:lnTo>
                    <a:pt x="50315" y="47445"/>
                  </a:lnTo>
                  <a:lnTo>
                    <a:pt x="46590" y="51204"/>
                  </a:lnTo>
                  <a:lnTo>
                    <a:pt x="42985" y="55078"/>
                  </a:lnTo>
                  <a:lnTo>
                    <a:pt x="39505" y="59065"/>
                  </a:lnTo>
                  <a:lnTo>
                    <a:pt x="36153" y="63159"/>
                  </a:lnTo>
                  <a:lnTo>
                    <a:pt x="32932" y="67358"/>
                  </a:lnTo>
                  <a:lnTo>
                    <a:pt x="29846" y="71657"/>
                  </a:lnTo>
                  <a:lnTo>
                    <a:pt x="26897" y="76051"/>
                  </a:lnTo>
                  <a:lnTo>
                    <a:pt x="24089" y="80536"/>
                  </a:lnTo>
                  <a:lnTo>
                    <a:pt x="21425" y="85108"/>
                  </a:lnTo>
                  <a:lnTo>
                    <a:pt x="18906" y="89762"/>
                  </a:lnTo>
                  <a:lnTo>
                    <a:pt x="16536" y="94493"/>
                  </a:lnTo>
                  <a:lnTo>
                    <a:pt x="14317" y="99297"/>
                  </a:lnTo>
                  <a:lnTo>
                    <a:pt x="12251" y="104169"/>
                  </a:lnTo>
                  <a:lnTo>
                    <a:pt x="10340" y="109104"/>
                  </a:lnTo>
                  <a:lnTo>
                    <a:pt x="8586" y="114096"/>
                  </a:lnTo>
                  <a:lnTo>
                    <a:pt x="6991" y="119142"/>
                  </a:lnTo>
                  <a:lnTo>
                    <a:pt x="5557" y="124236"/>
                  </a:lnTo>
                  <a:lnTo>
                    <a:pt x="4285" y="129372"/>
                  </a:lnTo>
                  <a:lnTo>
                    <a:pt x="3176" y="134547"/>
                  </a:lnTo>
                  <a:lnTo>
                    <a:pt x="2231" y="139753"/>
                  </a:lnTo>
                  <a:lnTo>
                    <a:pt x="1452" y="144987"/>
                  </a:lnTo>
                  <a:lnTo>
                    <a:pt x="838" y="150244"/>
                  </a:lnTo>
                  <a:lnTo>
                    <a:pt x="391" y="155516"/>
                  </a:lnTo>
                  <a:lnTo>
                    <a:pt x="112" y="160801"/>
                  </a:lnTo>
                  <a:lnTo>
                    <a:pt x="0" y="166091"/>
                  </a:lnTo>
                  <a:lnTo>
                    <a:pt x="55" y="171383"/>
                  </a:lnTo>
                  <a:lnTo>
                    <a:pt x="278" y="176670"/>
                  </a:lnTo>
                  <a:lnTo>
                    <a:pt x="667" y="181947"/>
                  </a:lnTo>
                  <a:lnTo>
                    <a:pt x="1224" y="187210"/>
                  </a:lnTo>
                  <a:lnTo>
                    <a:pt x="1947" y="192452"/>
                  </a:lnTo>
                  <a:lnTo>
                    <a:pt x="2836" y="197668"/>
                  </a:lnTo>
                  <a:lnTo>
                    <a:pt x="3889" y="202854"/>
                  </a:lnTo>
                  <a:lnTo>
                    <a:pt x="5106" y="208004"/>
                  </a:lnTo>
                  <a:lnTo>
                    <a:pt x="6486" y="213113"/>
                  </a:lnTo>
                  <a:lnTo>
                    <a:pt x="8026" y="218176"/>
                  </a:lnTo>
                  <a:lnTo>
                    <a:pt x="9726" y="223187"/>
                  </a:lnTo>
                  <a:lnTo>
                    <a:pt x="11583" y="228142"/>
                  </a:lnTo>
                  <a:lnTo>
                    <a:pt x="13597" y="233036"/>
                  </a:lnTo>
                  <a:lnTo>
                    <a:pt x="15764" y="237863"/>
                  </a:lnTo>
                  <a:lnTo>
                    <a:pt x="18083" y="242620"/>
                  </a:lnTo>
                  <a:lnTo>
                    <a:pt x="20552" y="247301"/>
                  </a:lnTo>
                  <a:lnTo>
                    <a:pt x="23167" y="251901"/>
                  </a:lnTo>
                  <a:lnTo>
                    <a:pt x="25927" y="256416"/>
                  </a:lnTo>
                  <a:lnTo>
                    <a:pt x="28828" y="260842"/>
                  </a:lnTo>
                  <a:lnTo>
                    <a:pt x="31868" y="265173"/>
                  </a:lnTo>
                  <a:lnTo>
                    <a:pt x="35043" y="269406"/>
                  </a:lnTo>
                  <a:lnTo>
                    <a:pt x="38351" y="273537"/>
                  </a:lnTo>
                  <a:lnTo>
                    <a:pt x="41788" y="277561"/>
                  </a:lnTo>
                  <a:lnTo>
                    <a:pt x="45351" y="281474"/>
                  </a:lnTo>
                  <a:lnTo>
                    <a:pt x="49035" y="285272"/>
                  </a:lnTo>
                  <a:lnTo>
                    <a:pt x="52838" y="288952"/>
                  </a:lnTo>
                  <a:lnTo>
                    <a:pt x="56756" y="292509"/>
                  </a:lnTo>
                  <a:lnTo>
                    <a:pt x="60784" y="295941"/>
                  </a:lnTo>
                  <a:lnTo>
                    <a:pt x="64919" y="299243"/>
                  </a:lnTo>
                  <a:lnTo>
                    <a:pt x="69156" y="302413"/>
                  </a:lnTo>
                  <a:lnTo>
                    <a:pt x="73491" y="305448"/>
                  </a:lnTo>
                  <a:lnTo>
                    <a:pt x="77920" y="308343"/>
                  </a:lnTo>
                  <a:lnTo>
                    <a:pt x="82439" y="311097"/>
                  </a:lnTo>
                  <a:lnTo>
                    <a:pt x="87043" y="313707"/>
                  </a:lnTo>
                  <a:lnTo>
                    <a:pt x="91727" y="316169"/>
                  </a:lnTo>
                  <a:lnTo>
                    <a:pt x="96486" y="318482"/>
                  </a:lnTo>
                  <a:lnTo>
                    <a:pt x="101317" y="320643"/>
                  </a:lnTo>
                  <a:lnTo>
                    <a:pt x="106213" y="322650"/>
                  </a:lnTo>
                  <a:lnTo>
                    <a:pt x="111170" y="324502"/>
                  </a:lnTo>
                  <a:lnTo>
                    <a:pt x="116184" y="326195"/>
                  </a:lnTo>
                  <a:lnTo>
                    <a:pt x="121248" y="327729"/>
                  </a:lnTo>
                  <a:lnTo>
                    <a:pt x="126359" y="329102"/>
                  </a:lnTo>
                  <a:lnTo>
                    <a:pt x="131511" y="330312"/>
                  </a:lnTo>
                  <a:lnTo>
                    <a:pt x="136698" y="331359"/>
                  </a:lnTo>
                  <a:lnTo>
                    <a:pt x="141916" y="332241"/>
                  </a:lnTo>
                  <a:lnTo>
                    <a:pt x="147159" y="332957"/>
                  </a:lnTo>
                  <a:lnTo>
                    <a:pt x="152422" y="333507"/>
                  </a:lnTo>
                  <a:lnTo>
                    <a:pt x="157700" y="333890"/>
                  </a:lnTo>
                  <a:lnTo>
                    <a:pt x="162987" y="334106"/>
                  </a:lnTo>
                  <a:lnTo>
                    <a:pt x="168278" y="334155"/>
                  </a:lnTo>
                  <a:lnTo>
                    <a:pt x="173569" y="334036"/>
                  </a:lnTo>
                  <a:lnTo>
                    <a:pt x="178853" y="333749"/>
                  </a:lnTo>
                  <a:lnTo>
                    <a:pt x="184125" y="333296"/>
                  </a:lnTo>
                  <a:lnTo>
                    <a:pt x="189381" y="332676"/>
                  </a:lnTo>
                  <a:lnTo>
                    <a:pt x="194614" y="331889"/>
                  </a:lnTo>
                  <a:lnTo>
                    <a:pt x="199819" y="330938"/>
                  </a:lnTo>
                  <a:lnTo>
                    <a:pt x="204992" y="329822"/>
                  </a:lnTo>
                  <a:lnTo>
                    <a:pt x="210127" y="328543"/>
                  </a:lnTo>
                  <a:lnTo>
                    <a:pt x="215219" y="327103"/>
                  </a:lnTo>
                  <a:lnTo>
                    <a:pt x="220262" y="325501"/>
                  </a:lnTo>
                  <a:lnTo>
                    <a:pt x="225253" y="323741"/>
                  </a:lnTo>
                  <a:lnTo>
                    <a:pt x="230185" y="321824"/>
                  </a:lnTo>
                  <a:lnTo>
                    <a:pt x="235054" y="319752"/>
                  </a:lnTo>
                  <a:lnTo>
                    <a:pt x="239855" y="317527"/>
                  </a:lnTo>
                  <a:lnTo>
                    <a:pt x="244584" y="315150"/>
                  </a:lnTo>
                  <a:lnTo>
                    <a:pt x="249234" y="312626"/>
                  </a:lnTo>
                  <a:lnTo>
                    <a:pt x="253803" y="309955"/>
                  </a:lnTo>
                  <a:lnTo>
                    <a:pt x="258284" y="307141"/>
                  </a:lnTo>
                  <a:lnTo>
                    <a:pt x="262675" y="304187"/>
                  </a:lnTo>
                  <a:lnTo>
                    <a:pt x="266969" y="301095"/>
                  </a:lnTo>
                  <a:lnTo>
                    <a:pt x="271164" y="297869"/>
                  </a:lnTo>
                  <a:lnTo>
                    <a:pt x="275254" y="294512"/>
                  </a:lnTo>
                  <a:lnTo>
                    <a:pt x="279236" y="291027"/>
                  </a:lnTo>
                  <a:lnTo>
                    <a:pt x="283106" y="287417"/>
                  </a:lnTo>
                  <a:lnTo>
                    <a:pt x="286860" y="283687"/>
                  </a:lnTo>
                  <a:lnTo>
                    <a:pt x="290493" y="279840"/>
                  </a:lnTo>
                  <a:lnTo>
                    <a:pt x="294003" y="275880"/>
                  </a:lnTo>
                  <a:lnTo>
                    <a:pt x="297386" y="271811"/>
                  </a:lnTo>
                  <a:lnTo>
                    <a:pt x="300639" y="267637"/>
                  </a:lnTo>
                  <a:lnTo>
                    <a:pt x="303758" y="263362"/>
                  </a:lnTo>
                  <a:lnTo>
                    <a:pt x="306739" y="258990"/>
                  </a:lnTo>
                  <a:lnTo>
                    <a:pt x="309581" y="254526"/>
                  </a:lnTo>
                  <a:lnTo>
                    <a:pt x="312281" y="249974"/>
                  </a:lnTo>
                  <a:lnTo>
                    <a:pt x="314835" y="245340"/>
                  </a:lnTo>
                  <a:lnTo>
                    <a:pt x="317240" y="240626"/>
                  </a:lnTo>
                  <a:lnTo>
                    <a:pt x="319496" y="235839"/>
                  </a:lnTo>
                  <a:lnTo>
                    <a:pt x="321599" y="230983"/>
                  </a:lnTo>
                  <a:lnTo>
                    <a:pt x="323547" y="226063"/>
                  </a:lnTo>
                  <a:lnTo>
                    <a:pt x="325338" y="221084"/>
                  </a:lnTo>
                  <a:lnTo>
                    <a:pt x="326971" y="216050"/>
                  </a:lnTo>
                  <a:lnTo>
                    <a:pt x="328444" y="210968"/>
                  </a:lnTo>
                  <a:lnTo>
                    <a:pt x="329755" y="205841"/>
                  </a:lnTo>
                  <a:lnTo>
                    <a:pt x="330903" y="200675"/>
                  </a:lnTo>
                  <a:lnTo>
                    <a:pt x="331887" y="195476"/>
                  </a:lnTo>
                  <a:lnTo>
                    <a:pt x="167165" y="1669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8472" y="2126963"/>
              <a:ext cx="167159" cy="195652"/>
            </a:xfrm>
            <a:custGeom>
              <a:avLst/>
              <a:pathLst>
                <a:path w="167159" h="195652">
                  <a:moveTo>
                    <a:pt x="164722" y="195652"/>
                  </a:moveTo>
                  <a:lnTo>
                    <a:pt x="165555" y="190324"/>
                  </a:lnTo>
                  <a:lnTo>
                    <a:pt x="166216" y="184972"/>
                  </a:lnTo>
                  <a:lnTo>
                    <a:pt x="166704" y="179602"/>
                  </a:lnTo>
                  <a:lnTo>
                    <a:pt x="167018" y="174218"/>
                  </a:lnTo>
                  <a:lnTo>
                    <a:pt x="167159" y="168827"/>
                  </a:lnTo>
                  <a:lnTo>
                    <a:pt x="167125" y="163435"/>
                  </a:lnTo>
                  <a:lnTo>
                    <a:pt x="166918" y="158046"/>
                  </a:lnTo>
                  <a:lnTo>
                    <a:pt x="166537" y="152667"/>
                  </a:lnTo>
                  <a:lnTo>
                    <a:pt x="165983" y="147303"/>
                  </a:lnTo>
                  <a:lnTo>
                    <a:pt x="165256" y="141960"/>
                  </a:lnTo>
                  <a:lnTo>
                    <a:pt x="164357" y="136643"/>
                  </a:lnTo>
                  <a:lnTo>
                    <a:pt x="163287" y="131358"/>
                  </a:lnTo>
                  <a:lnTo>
                    <a:pt x="162047" y="126110"/>
                  </a:lnTo>
                  <a:lnTo>
                    <a:pt x="160638" y="120904"/>
                  </a:lnTo>
                  <a:lnTo>
                    <a:pt x="159062" y="115747"/>
                  </a:lnTo>
                  <a:lnTo>
                    <a:pt x="157321" y="110643"/>
                  </a:lnTo>
                  <a:lnTo>
                    <a:pt x="155416" y="105599"/>
                  </a:lnTo>
                  <a:lnTo>
                    <a:pt x="153349" y="100618"/>
                  </a:lnTo>
                  <a:lnTo>
                    <a:pt x="151123" y="95706"/>
                  </a:lnTo>
                  <a:lnTo>
                    <a:pt x="148739" y="90869"/>
                  </a:lnTo>
                  <a:lnTo>
                    <a:pt x="146201" y="86111"/>
                  </a:lnTo>
                  <a:lnTo>
                    <a:pt x="143511" y="81438"/>
                  </a:lnTo>
                  <a:lnTo>
                    <a:pt x="140671" y="76854"/>
                  </a:lnTo>
                  <a:lnTo>
                    <a:pt x="137685" y="72363"/>
                  </a:lnTo>
                  <a:lnTo>
                    <a:pt x="134555" y="67972"/>
                  </a:lnTo>
                  <a:lnTo>
                    <a:pt x="131286" y="63683"/>
                  </a:lnTo>
                  <a:lnTo>
                    <a:pt x="127880" y="59503"/>
                  </a:lnTo>
                  <a:lnTo>
                    <a:pt x="124341" y="55434"/>
                  </a:lnTo>
                  <a:lnTo>
                    <a:pt x="120672" y="51482"/>
                  </a:lnTo>
                  <a:lnTo>
                    <a:pt x="116878" y="47650"/>
                  </a:lnTo>
                  <a:lnTo>
                    <a:pt x="112962" y="43942"/>
                  </a:lnTo>
                  <a:lnTo>
                    <a:pt x="108929" y="40363"/>
                  </a:lnTo>
                  <a:lnTo>
                    <a:pt x="104782" y="36915"/>
                  </a:lnTo>
                  <a:lnTo>
                    <a:pt x="100526" y="33603"/>
                  </a:lnTo>
                  <a:lnTo>
                    <a:pt x="96166" y="30430"/>
                  </a:lnTo>
                  <a:lnTo>
                    <a:pt x="91706" y="27400"/>
                  </a:lnTo>
                  <a:lnTo>
                    <a:pt x="87150" y="24514"/>
                  </a:lnTo>
                  <a:lnTo>
                    <a:pt x="82504" y="21778"/>
                  </a:lnTo>
                  <a:lnTo>
                    <a:pt x="77771" y="19192"/>
                  </a:lnTo>
                  <a:lnTo>
                    <a:pt x="72958" y="16761"/>
                  </a:lnTo>
                  <a:lnTo>
                    <a:pt x="68069" y="14486"/>
                  </a:lnTo>
                  <a:lnTo>
                    <a:pt x="63109" y="12370"/>
                  </a:lnTo>
                  <a:lnTo>
                    <a:pt x="58083" y="10415"/>
                  </a:lnTo>
                  <a:lnTo>
                    <a:pt x="52997" y="8623"/>
                  </a:lnTo>
                  <a:lnTo>
                    <a:pt x="47856" y="6996"/>
                  </a:lnTo>
                  <a:lnTo>
                    <a:pt x="42664" y="5536"/>
                  </a:lnTo>
                  <a:lnTo>
                    <a:pt x="37429" y="4244"/>
                  </a:lnTo>
                  <a:lnTo>
                    <a:pt x="32155" y="3121"/>
                  </a:lnTo>
                  <a:lnTo>
                    <a:pt x="26847" y="2169"/>
                  </a:lnTo>
                  <a:lnTo>
                    <a:pt x="21511" y="1389"/>
                  </a:lnTo>
                  <a:lnTo>
                    <a:pt x="16153" y="782"/>
                  </a:lnTo>
                  <a:lnTo>
                    <a:pt x="10778" y="347"/>
                  </a:lnTo>
                  <a:lnTo>
                    <a:pt x="539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006" y="1681503"/>
              <a:ext cx="13228" cy="167167"/>
            </a:xfrm>
            <a:custGeom>
              <a:avLst/>
              <a:pathLst>
                <a:path w="13228" h="167167">
                  <a:moveTo>
                    <a:pt x="13228" y="0"/>
                  </a:moveTo>
                  <a:lnTo>
                    <a:pt x="0" y="524"/>
                  </a:lnTo>
                  <a:lnTo>
                    <a:pt x="1322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256070" y="1682027"/>
              <a:ext cx="334314" cy="333808"/>
            </a:xfrm>
            <a:custGeom>
              <a:avLst/>
              <a:pathLst>
                <a:path w="334314" h="333808">
                  <a:moveTo>
                    <a:pt x="153936" y="0"/>
                  </a:moveTo>
                  <a:lnTo>
                    <a:pt x="148674" y="501"/>
                  </a:lnTo>
                  <a:lnTo>
                    <a:pt x="143431" y="1169"/>
                  </a:lnTo>
                  <a:lnTo>
                    <a:pt x="138212" y="2002"/>
                  </a:lnTo>
                  <a:lnTo>
                    <a:pt x="133021" y="2999"/>
                  </a:lnTo>
                  <a:lnTo>
                    <a:pt x="127865" y="4160"/>
                  </a:lnTo>
                  <a:lnTo>
                    <a:pt x="122748" y="5484"/>
                  </a:lnTo>
                  <a:lnTo>
                    <a:pt x="117675" y="6969"/>
                  </a:lnTo>
                  <a:lnTo>
                    <a:pt x="112652" y="8613"/>
                  </a:lnTo>
                  <a:lnTo>
                    <a:pt x="107684" y="10415"/>
                  </a:lnTo>
                  <a:lnTo>
                    <a:pt x="102774" y="12374"/>
                  </a:lnTo>
                  <a:lnTo>
                    <a:pt x="97930" y="14487"/>
                  </a:lnTo>
                  <a:lnTo>
                    <a:pt x="93154" y="16751"/>
                  </a:lnTo>
                  <a:lnTo>
                    <a:pt x="88452" y="19166"/>
                  </a:lnTo>
                  <a:lnTo>
                    <a:pt x="83829" y="21728"/>
                  </a:lnTo>
                  <a:lnTo>
                    <a:pt x="79290" y="24435"/>
                  </a:lnTo>
                  <a:lnTo>
                    <a:pt x="74838" y="27284"/>
                  </a:lnTo>
                  <a:lnTo>
                    <a:pt x="70479" y="30273"/>
                  </a:lnTo>
                  <a:lnTo>
                    <a:pt x="66216" y="33397"/>
                  </a:lnTo>
                  <a:lnTo>
                    <a:pt x="62054" y="36655"/>
                  </a:lnTo>
                  <a:lnTo>
                    <a:pt x="57997" y="40043"/>
                  </a:lnTo>
                  <a:lnTo>
                    <a:pt x="54049" y="43558"/>
                  </a:lnTo>
                  <a:lnTo>
                    <a:pt x="50215" y="47195"/>
                  </a:lnTo>
                  <a:lnTo>
                    <a:pt x="46497" y="50952"/>
                  </a:lnTo>
                  <a:lnTo>
                    <a:pt x="42900" y="54825"/>
                  </a:lnTo>
                  <a:lnTo>
                    <a:pt x="39427" y="58809"/>
                  </a:lnTo>
                  <a:lnTo>
                    <a:pt x="36082" y="62901"/>
                  </a:lnTo>
                  <a:lnTo>
                    <a:pt x="32868" y="67097"/>
                  </a:lnTo>
                  <a:lnTo>
                    <a:pt x="29788" y="71392"/>
                  </a:lnTo>
                  <a:lnTo>
                    <a:pt x="26845" y="75783"/>
                  </a:lnTo>
                  <a:lnTo>
                    <a:pt x="24043" y="80264"/>
                  </a:lnTo>
                  <a:lnTo>
                    <a:pt x="21384" y="84832"/>
                  </a:lnTo>
                  <a:lnTo>
                    <a:pt x="18870" y="89482"/>
                  </a:lnTo>
                  <a:lnTo>
                    <a:pt x="16505" y="94208"/>
                  </a:lnTo>
                  <a:lnTo>
                    <a:pt x="14290" y="99008"/>
                  </a:lnTo>
                  <a:lnTo>
                    <a:pt x="12229" y="103874"/>
                  </a:lnTo>
                  <a:lnTo>
                    <a:pt x="10322" y="108804"/>
                  </a:lnTo>
                  <a:lnTo>
                    <a:pt x="8572" y="113791"/>
                  </a:lnTo>
                  <a:lnTo>
                    <a:pt x="6980" y="118831"/>
                  </a:lnTo>
                  <a:lnTo>
                    <a:pt x="5549" y="123919"/>
                  </a:lnTo>
                  <a:lnTo>
                    <a:pt x="4279" y="129050"/>
                  </a:lnTo>
                  <a:lnTo>
                    <a:pt x="3172" y="134218"/>
                  </a:lnTo>
                  <a:lnTo>
                    <a:pt x="2229" y="139419"/>
                  </a:lnTo>
                  <a:lnTo>
                    <a:pt x="1450" y="144646"/>
                  </a:lnTo>
                  <a:lnTo>
                    <a:pt x="838" y="149896"/>
                  </a:lnTo>
                  <a:lnTo>
                    <a:pt x="392" y="155163"/>
                  </a:lnTo>
                  <a:lnTo>
                    <a:pt x="112" y="160441"/>
                  </a:lnTo>
                  <a:lnTo>
                    <a:pt x="0" y="165725"/>
                  </a:lnTo>
                  <a:lnTo>
                    <a:pt x="54" y="171010"/>
                  </a:lnTo>
                  <a:lnTo>
                    <a:pt x="276" y="176291"/>
                  </a:lnTo>
                  <a:lnTo>
                    <a:pt x="664" y="181562"/>
                  </a:lnTo>
                  <a:lnTo>
                    <a:pt x="1219" y="186818"/>
                  </a:lnTo>
                  <a:lnTo>
                    <a:pt x="1940" y="192054"/>
                  </a:lnTo>
                  <a:lnTo>
                    <a:pt x="2826" y="197265"/>
                  </a:lnTo>
                  <a:lnTo>
                    <a:pt x="3876" y="202445"/>
                  </a:lnTo>
                  <a:lnTo>
                    <a:pt x="5089" y="207589"/>
                  </a:lnTo>
                  <a:lnTo>
                    <a:pt x="6465" y="212693"/>
                  </a:lnTo>
                  <a:lnTo>
                    <a:pt x="8001" y="217750"/>
                  </a:lnTo>
                  <a:lnTo>
                    <a:pt x="9696" y="222756"/>
                  </a:lnTo>
                  <a:lnTo>
                    <a:pt x="11549" y="227706"/>
                  </a:lnTo>
                  <a:lnTo>
                    <a:pt x="13557" y="232595"/>
                  </a:lnTo>
                  <a:lnTo>
                    <a:pt x="15719" y="237418"/>
                  </a:lnTo>
                  <a:lnTo>
                    <a:pt x="18032" y="242171"/>
                  </a:lnTo>
                  <a:lnTo>
                    <a:pt x="20494" y="246848"/>
                  </a:lnTo>
                  <a:lnTo>
                    <a:pt x="23103" y="251444"/>
                  </a:lnTo>
                  <a:lnTo>
                    <a:pt x="25856" y="255956"/>
                  </a:lnTo>
                  <a:lnTo>
                    <a:pt x="28750" y="260379"/>
                  </a:lnTo>
                  <a:lnTo>
                    <a:pt x="31783" y="264708"/>
                  </a:lnTo>
                  <a:lnTo>
                    <a:pt x="34951" y="268939"/>
                  </a:lnTo>
                  <a:lnTo>
                    <a:pt x="38251" y="273067"/>
                  </a:lnTo>
                  <a:lnTo>
                    <a:pt x="41680" y="277090"/>
                  </a:lnTo>
                  <a:lnTo>
                    <a:pt x="45234" y="281001"/>
                  </a:lnTo>
                  <a:lnTo>
                    <a:pt x="48910" y="284799"/>
                  </a:lnTo>
                  <a:lnTo>
                    <a:pt x="52705" y="288478"/>
                  </a:lnTo>
                  <a:lnTo>
                    <a:pt x="56614" y="292036"/>
                  </a:lnTo>
                  <a:lnTo>
                    <a:pt x="60633" y="295468"/>
                  </a:lnTo>
                  <a:lnTo>
                    <a:pt x="64759" y="298772"/>
                  </a:lnTo>
                  <a:lnTo>
                    <a:pt x="68987" y="301943"/>
                  </a:lnTo>
                  <a:lnTo>
                    <a:pt x="73314" y="304979"/>
                  </a:lnTo>
                  <a:lnTo>
                    <a:pt x="77734" y="307877"/>
                  </a:lnTo>
                  <a:lnTo>
                    <a:pt x="82243" y="310634"/>
                  </a:lnTo>
                  <a:lnTo>
                    <a:pt x="86838" y="313246"/>
                  </a:lnTo>
                  <a:lnTo>
                    <a:pt x="91513" y="315712"/>
                  </a:lnTo>
                  <a:lnTo>
                    <a:pt x="96263" y="318030"/>
                  </a:lnTo>
                  <a:lnTo>
                    <a:pt x="101085" y="320195"/>
                  </a:lnTo>
                  <a:lnTo>
                    <a:pt x="105972" y="322208"/>
                  </a:lnTo>
                  <a:lnTo>
                    <a:pt x="110921" y="324064"/>
                  </a:lnTo>
                  <a:lnTo>
                    <a:pt x="115925" y="325764"/>
                  </a:lnTo>
                  <a:lnTo>
                    <a:pt x="120981" y="327304"/>
                  </a:lnTo>
                  <a:lnTo>
                    <a:pt x="126084" y="328684"/>
                  </a:lnTo>
                  <a:lnTo>
                    <a:pt x="131227" y="329902"/>
                  </a:lnTo>
                  <a:lnTo>
                    <a:pt x="136406" y="330956"/>
                  </a:lnTo>
                  <a:lnTo>
                    <a:pt x="141616" y="331846"/>
                  </a:lnTo>
                  <a:lnTo>
                    <a:pt x="146851" y="332571"/>
                  </a:lnTo>
                  <a:lnTo>
                    <a:pt x="152107" y="333131"/>
                  </a:lnTo>
                  <a:lnTo>
                    <a:pt x="157378" y="333523"/>
                  </a:lnTo>
                  <a:lnTo>
                    <a:pt x="162659" y="333749"/>
                  </a:lnTo>
                  <a:lnTo>
                    <a:pt x="167944" y="333808"/>
                  </a:lnTo>
                  <a:lnTo>
                    <a:pt x="173228" y="333700"/>
                  </a:lnTo>
                  <a:lnTo>
                    <a:pt x="178506" y="333425"/>
                  </a:lnTo>
                  <a:lnTo>
                    <a:pt x="183773" y="332983"/>
                  </a:lnTo>
                  <a:lnTo>
                    <a:pt x="189024" y="332375"/>
                  </a:lnTo>
                  <a:lnTo>
                    <a:pt x="194252" y="331601"/>
                  </a:lnTo>
                  <a:lnTo>
                    <a:pt x="199453" y="330662"/>
                  </a:lnTo>
                  <a:lnTo>
                    <a:pt x="204623" y="329559"/>
                  </a:lnTo>
                  <a:lnTo>
                    <a:pt x="209754" y="328294"/>
                  </a:lnTo>
                  <a:lnTo>
                    <a:pt x="214843" y="326867"/>
                  </a:lnTo>
                  <a:lnTo>
                    <a:pt x="219885" y="325279"/>
                  </a:lnTo>
                  <a:lnTo>
                    <a:pt x="224873" y="323533"/>
                  </a:lnTo>
                  <a:lnTo>
                    <a:pt x="229805" y="321630"/>
                  </a:lnTo>
                  <a:lnTo>
                    <a:pt x="234673" y="319573"/>
                  </a:lnTo>
                  <a:lnTo>
                    <a:pt x="239474" y="317362"/>
                  </a:lnTo>
                  <a:lnTo>
                    <a:pt x="244203" y="315001"/>
                  </a:lnTo>
                  <a:lnTo>
                    <a:pt x="248854" y="312491"/>
                  </a:lnTo>
                  <a:lnTo>
                    <a:pt x="253424" y="309836"/>
                  </a:lnTo>
                  <a:lnTo>
                    <a:pt x="257908" y="307037"/>
                  </a:lnTo>
                  <a:lnTo>
                    <a:pt x="262301" y="304098"/>
                  </a:lnTo>
                  <a:lnTo>
                    <a:pt x="266599" y="301022"/>
                  </a:lnTo>
                  <a:lnTo>
                    <a:pt x="270797" y="297811"/>
                  </a:lnTo>
                  <a:lnTo>
                    <a:pt x="274892" y="294469"/>
                  </a:lnTo>
                  <a:lnTo>
                    <a:pt x="278879" y="291000"/>
                  </a:lnTo>
                  <a:lnTo>
                    <a:pt x="282755" y="287406"/>
                  </a:lnTo>
                  <a:lnTo>
                    <a:pt x="286515" y="283691"/>
                  </a:lnTo>
                  <a:lnTo>
                    <a:pt x="290156" y="279860"/>
                  </a:lnTo>
                  <a:lnTo>
                    <a:pt x="293673" y="275915"/>
                  </a:lnTo>
                  <a:lnTo>
                    <a:pt x="297065" y="271861"/>
                  </a:lnTo>
                  <a:lnTo>
                    <a:pt x="300326" y="267702"/>
                  </a:lnTo>
                  <a:lnTo>
                    <a:pt x="303454" y="263441"/>
                  </a:lnTo>
                  <a:lnTo>
                    <a:pt x="306446" y="259084"/>
                  </a:lnTo>
                  <a:lnTo>
                    <a:pt x="309299" y="254635"/>
                  </a:lnTo>
                  <a:lnTo>
                    <a:pt x="312010" y="250098"/>
                  </a:lnTo>
                  <a:lnTo>
                    <a:pt x="314576" y="245477"/>
                  </a:lnTo>
                  <a:lnTo>
                    <a:pt x="316994" y="240777"/>
                  </a:lnTo>
                  <a:lnTo>
                    <a:pt x="319263" y="236003"/>
                  </a:lnTo>
                  <a:lnTo>
                    <a:pt x="321380" y="231160"/>
                  </a:lnTo>
                  <a:lnTo>
                    <a:pt x="323342" y="226253"/>
                  </a:lnTo>
                  <a:lnTo>
                    <a:pt x="325149" y="221286"/>
                  </a:lnTo>
                  <a:lnTo>
                    <a:pt x="326797" y="216264"/>
                  </a:lnTo>
                  <a:lnTo>
                    <a:pt x="328286" y="211193"/>
                  </a:lnTo>
                  <a:lnTo>
                    <a:pt x="329614" y="206077"/>
                  </a:lnTo>
                  <a:lnTo>
                    <a:pt x="330780" y="200921"/>
                  </a:lnTo>
                  <a:lnTo>
                    <a:pt x="331782" y="195732"/>
                  </a:lnTo>
                  <a:lnTo>
                    <a:pt x="332619" y="190513"/>
                  </a:lnTo>
                  <a:lnTo>
                    <a:pt x="333291" y="185270"/>
                  </a:lnTo>
                  <a:lnTo>
                    <a:pt x="333797" y="180009"/>
                  </a:lnTo>
                  <a:lnTo>
                    <a:pt x="334136" y="174735"/>
                  </a:lnTo>
                  <a:lnTo>
                    <a:pt x="334308" y="169452"/>
                  </a:lnTo>
                  <a:lnTo>
                    <a:pt x="334314" y="164167"/>
                  </a:lnTo>
                  <a:lnTo>
                    <a:pt x="334152" y="158884"/>
                  </a:lnTo>
                  <a:lnTo>
                    <a:pt x="333823" y="153608"/>
                  </a:lnTo>
                  <a:lnTo>
                    <a:pt x="333328" y="148346"/>
                  </a:lnTo>
                  <a:lnTo>
                    <a:pt x="332666" y="143102"/>
                  </a:lnTo>
                  <a:lnTo>
                    <a:pt x="331839" y="137882"/>
                  </a:lnTo>
                  <a:lnTo>
                    <a:pt x="330848" y="132690"/>
                  </a:lnTo>
                  <a:lnTo>
                    <a:pt x="329692" y="127533"/>
                  </a:lnTo>
                  <a:lnTo>
                    <a:pt x="328375" y="122414"/>
                  </a:lnTo>
                  <a:lnTo>
                    <a:pt x="326896" y="117340"/>
                  </a:lnTo>
                  <a:lnTo>
                    <a:pt x="325258" y="112315"/>
                  </a:lnTo>
                  <a:lnTo>
                    <a:pt x="323461" y="107344"/>
                  </a:lnTo>
                  <a:lnTo>
                    <a:pt x="321508" y="102433"/>
                  </a:lnTo>
                  <a:lnTo>
                    <a:pt x="319401" y="97585"/>
                  </a:lnTo>
                  <a:lnTo>
                    <a:pt x="317142" y="92807"/>
                  </a:lnTo>
                  <a:lnTo>
                    <a:pt x="314733" y="88103"/>
                  </a:lnTo>
                  <a:lnTo>
                    <a:pt x="312176" y="83477"/>
                  </a:lnTo>
                  <a:lnTo>
                    <a:pt x="309474" y="78934"/>
                  </a:lnTo>
                  <a:lnTo>
                    <a:pt x="306630" y="74479"/>
                  </a:lnTo>
                  <a:lnTo>
                    <a:pt x="303647" y="70116"/>
                  </a:lnTo>
                  <a:lnTo>
                    <a:pt x="300527" y="65849"/>
                  </a:lnTo>
                  <a:lnTo>
                    <a:pt x="297274" y="61684"/>
                  </a:lnTo>
                  <a:lnTo>
                    <a:pt x="293891" y="57623"/>
                  </a:lnTo>
                  <a:lnTo>
                    <a:pt x="290381" y="53671"/>
                  </a:lnTo>
                  <a:lnTo>
                    <a:pt x="286748" y="49832"/>
                  </a:lnTo>
                  <a:lnTo>
                    <a:pt x="282996" y="46110"/>
                  </a:lnTo>
                  <a:lnTo>
                    <a:pt x="279127" y="42509"/>
                  </a:lnTo>
                  <a:lnTo>
                    <a:pt x="275147" y="39031"/>
                  </a:lnTo>
                  <a:lnTo>
                    <a:pt x="271059" y="35681"/>
                  </a:lnTo>
                  <a:lnTo>
                    <a:pt x="266866" y="32462"/>
                  </a:lnTo>
                  <a:lnTo>
                    <a:pt x="262575" y="29377"/>
                  </a:lnTo>
                  <a:lnTo>
                    <a:pt x="258188" y="26430"/>
                  </a:lnTo>
                  <a:lnTo>
                    <a:pt x="253709" y="23622"/>
                  </a:lnTo>
                  <a:lnTo>
                    <a:pt x="249145" y="20957"/>
                  </a:lnTo>
                  <a:lnTo>
                    <a:pt x="244498" y="18439"/>
                  </a:lnTo>
                  <a:lnTo>
                    <a:pt x="239774" y="16068"/>
                  </a:lnTo>
                  <a:lnTo>
                    <a:pt x="234978" y="13848"/>
                  </a:lnTo>
                  <a:lnTo>
                    <a:pt x="230113" y="11780"/>
                  </a:lnTo>
                  <a:lnTo>
                    <a:pt x="225186" y="9868"/>
                  </a:lnTo>
                  <a:lnTo>
                    <a:pt x="220201" y="8112"/>
                  </a:lnTo>
                  <a:lnTo>
                    <a:pt x="215163" y="6514"/>
                  </a:lnTo>
                  <a:lnTo>
                    <a:pt x="210076" y="5077"/>
                  </a:lnTo>
                  <a:lnTo>
                    <a:pt x="204947" y="3801"/>
                  </a:lnTo>
                  <a:lnTo>
                    <a:pt x="167164" y="1666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23235" y="1681503"/>
              <a:ext cx="37782" cy="167167"/>
            </a:xfrm>
            <a:custGeom>
              <a:avLst/>
              <a:pathLst>
                <a:path w="37782" h="167167">
                  <a:moveTo>
                    <a:pt x="37782" y="4325"/>
                  </a:moveTo>
                  <a:lnTo>
                    <a:pt x="31569" y="3007"/>
                  </a:lnTo>
                  <a:lnTo>
                    <a:pt x="25310" y="1927"/>
                  </a:lnTo>
                  <a:lnTo>
                    <a:pt x="19014" y="1084"/>
                  </a:lnTo>
                  <a:lnTo>
                    <a:pt x="12691" y="482"/>
                  </a:lnTo>
                  <a:lnTo>
                    <a:pt x="6350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853883" y="1322571"/>
              <a:ext cx="167155" cy="320794"/>
            </a:xfrm>
            <a:custGeom>
              <a:avLst/>
              <a:pathLst>
                <a:path w="167155" h="320794">
                  <a:moveTo>
                    <a:pt x="167155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3" y="760"/>
                  </a:lnTo>
                  <a:lnTo>
                    <a:pt x="145937" y="1352"/>
                  </a:lnTo>
                  <a:lnTo>
                    <a:pt x="140673" y="2110"/>
                  </a:lnTo>
                  <a:lnTo>
                    <a:pt x="135436" y="3037"/>
                  </a:lnTo>
                  <a:lnTo>
                    <a:pt x="130230" y="4129"/>
                  </a:lnTo>
                  <a:lnTo>
                    <a:pt x="125062" y="5386"/>
                  </a:lnTo>
                  <a:lnTo>
                    <a:pt x="119937" y="6807"/>
                  </a:lnTo>
                  <a:lnTo>
                    <a:pt x="114859" y="8390"/>
                  </a:lnTo>
                  <a:lnTo>
                    <a:pt x="109835" y="10134"/>
                  </a:lnTo>
                  <a:lnTo>
                    <a:pt x="104868" y="12037"/>
                  </a:lnTo>
                  <a:lnTo>
                    <a:pt x="99965" y="14097"/>
                  </a:lnTo>
                  <a:lnTo>
                    <a:pt x="95129" y="16312"/>
                  </a:lnTo>
                  <a:lnTo>
                    <a:pt x="90366" y="18680"/>
                  </a:lnTo>
                  <a:lnTo>
                    <a:pt x="85682" y="21198"/>
                  </a:lnTo>
                  <a:lnTo>
                    <a:pt x="81079" y="23864"/>
                  </a:lnTo>
                  <a:lnTo>
                    <a:pt x="76564" y="26675"/>
                  </a:lnTo>
                  <a:lnTo>
                    <a:pt x="72140" y="29628"/>
                  </a:lnTo>
                  <a:lnTo>
                    <a:pt x="67813" y="32720"/>
                  </a:lnTo>
                  <a:lnTo>
                    <a:pt x="63586" y="35948"/>
                  </a:lnTo>
                  <a:lnTo>
                    <a:pt x="59464" y="39309"/>
                  </a:lnTo>
                  <a:lnTo>
                    <a:pt x="55451" y="42800"/>
                  </a:lnTo>
                  <a:lnTo>
                    <a:pt x="51551" y="46417"/>
                  </a:lnTo>
                  <a:lnTo>
                    <a:pt x="47768" y="50155"/>
                  </a:lnTo>
                  <a:lnTo>
                    <a:pt x="44106" y="54013"/>
                  </a:lnTo>
                  <a:lnTo>
                    <a:pt x="40569" y="57984"/>
                  </a:lnTo>
                  <a:lnTo>
                    <a:pt x="37160" y="62067"/>
                  </a:lnTo>
                  <a:lnTo>
                    <a:pt x="33882" y="66255"/>
                  </a:lnTo>
                  <a:lnTo>
                    <a:pt x="30739" y="70546"/>
                  </a:lnTo>
                  <a:lnTo>
                    <a:pt x="27735" y="74935"/>
                  </a:lnTo>
                  <a:lnTo>
                    <a:pt x="24871" y="79417"/>
                  </a:lnTo>
                  <a:lnTo>
                    <a:pt x="22151" y="83988"/>
                  </a:lnTo>
                  <a:lnTo>
                    <a:pt x="19579" y="88643"/>
                  </a:lnTo>
                  <a:lnTo>
                    <a:pt x="17155" y="93377"/>
                  </a:lnTo>
                  <a:lnTo>
                    <a:pt x="14884" y="98186"/>
                  </a:lnTo>
                  <a:lnTo>
                    <a:pt x="12766" y="103066"/>
                  </a:lnTo>
                  <a:lnTo>
                    <a:pt x="10805" y="108009"/>
                  </a:lnTo>
                  <a:lnTo>
                    <a:pt x="9003" y="113013"/>
                  </a:lnTo>
                  <a:lnTo>
                    <a:pt x="7360" y="118072"/>
                  </a:lnTo>
                  <a:lnTo>
                    <a:pt x="5879" y="123180"/>
                  </a:lnTo>
                  <a:lnTo>
                    <a:pt x="4561" y="128333"/>
                  </a:lnTo>
                  <a:lnTo>
                    <a:pt x="3408" y="133525"/>
                  </a:lnTo>
                  <a:lnTo>
                    <a:pt x="2421" y="138752"/>
                  </a:lnTo>
                  <a:lnTo>
                    <a:pt x="1600" y="144007"/>
                  </a:lnTo>
                  <a:lnTo>
                    <a:pt x="947" y="149285"/>
                  </a:lnTo>
                  <a:lnTo>
                    <a:pt x="462" y="154582"/>
                  </a:lnTo>
                  <a:lnTo>
                    <a:pt x="146" y="159891"/>
                  </a:lnTo>
                  <a:lnTo>
                    <a:pt x="0" y="165207"/>
                  </a:lnTo>
                  <a:lnTo>
                    <a:pt x="22" y="170526"/>
                  </a:lnTo>
                  <a:lnTo>
                    <a:pt x="213" y="175841"/>
                  </a:lnTo>
                  <a:lnTo>
                    <a:pt x="574" y="181148"/>
                  </a:lnTo>
                  <a:lnTo>
                    <a:pt x="1103" y="186440"/>
                  </a:lnTo>
                  <a:lnTo>
                    <a:pt x="1800" y="191713"/>
                  </a:lnTo>
                  <a:lnTo>
                    <a:pt x="2664" y="196961"/>
                  </a:lnTo>
                  <a:lnTo>
                    <a:pt x="3696" y="202179"/>
                  </a:lnTo>
                  <a:lnTo>
                    <a:pt x="4892" y="207361"/>
                  </a:lnTo>
                  <a:lnTo>
                    <a:pt x="6253" y="212503"/>
                  </a:lnTo>
                  <a:lnTo>
                    <a:pt x="7777" y="217598"/>
                  </a:lnTo>
                  <a:lnTo>
                    <a:pt x="9462" y="222643"/>
                  </a:lnTo>
                  <a:lnTo>
                    <a:pt x="11306" y="227632"/>
                  </a:lnTo>
                  <a:lnTo>
                    <a:pt x="13309" y="232559"/>
                  </a:lnTo>
                  <a:lnTo>
                    <a:pt x="15467" y="237420"/>
                  </a:lnTo>
                  <a:lnTo>
                    <a:pt x="17779" y="242210"/>
                  </a:lnTo>
                  <a:lnTo>
                    <a:pt x="20241" y="246924"/>
                  </a:lnTo>
                  <a:lnTo>
                    <a:pt x="22853" y="251558"/>
                  </a:lnTo>
                  <a:lnTo>
                    <a:pt x="25611" y="256105"/>
                  </a:lnTo>
                  <a:lnTo>
                    <a:pt x="28512" y="260563"/>
                  </a:lnTo>
                  <a:lnTo>
                    <a:pt x="31553" y="264927"/>
                  </a:lnTo>
                  <a:lnTo>
                    <a:pt x="34732" y="269191"/>
                  </a:lnTo>
                  <a:lnTo>
                    <a:pt x="38044" y="273352"/>
                  </a:lnTo>
                  <a:lnTo>
                    <a:pt x="41488" y="277406"/>
                  </a:lnTo>
                  <a:lnTo>
                    <a:pt x="45058" y="281348"/>
                  </a:lnTo>
                  <a:lnTo>
                    <a:pt x="48753" y="285174"/>
                  </a:lnTo>
                  <a:lnTo>
                    <a:pt x="52567" y="288881"/>
                  </a:lnTo>
                  <a:lnTo>
                    <a:pt x="56497" y="292465"/>
                  </a:lnTo>
                  <a:lnTo>
                    <a:pt x="60539" y="295922"/>
                  </a:lnTo>
                  <a:lnTo>
                    <a:pt x="64689" y="299248"/>
                  </a:lnTo>
                  <a:lnTo>
                    <a:pt x="68942" y="302441"/>
                  </a:lnTo>
                  <a:lnTo>
                    <a:pt x="73295" y="305497"/>
                  </a:lnTo>
                  <a:lnTo>
                    <a:pt x="77744" y="308413"/>
                  </a:lnTo>
                  <a:lnTo>
                    <a:pt x="82282" y="311186"/>
                  </a:lnTo>
                  <a:lnTo>
                    <a:pt x="86907" y="313813"/>
                  </a:lnTo>
                  <a:lnTo>
                    <a:pt x="91613" y="316292"/>
                  </a:lnTo>
                  <a:lnTo>
                    <a:pt x="96395" y="318620"/>
                  </a:lnTo>
                  <a:lnTo>
                    <a:pt x="101249" y="32079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5132" y="1489739"/>
              <a:ext cx="65906" cy="153627"/>
            </a:xfrm>
            <a:custGeom>
              <a:avLst/>
              <a:pathLst>
                <a:path w="65906" h="153627">
                  <a:moveTo>
                    <a:pt x="0" y="153627"/>
                  </a:moveTo>
                  <a:lnTo>
                    <a:pt x="659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5132" y="1350654"/>
              <a:ext cx="233073" cy="306245"/>
            </a:xfrm>
            <a:custGeom>
              <a:avLst/>
              <a:pathLst>
                <a:path w="233073" h="306245">
                  <a:moveTo>
                    <a:pt x="0" y="292711"/>
                  </a:moveTo>
                  <a:lnTo>
                    <a:pt x="4920" y="294730"/>
                  </a:lnTo>
                  <a:lnTo>
                    <a:pt x="9901" y="296591"/>
                  </a:lnTo>
                  <a:lnTo>
                    <a:pt x="14940" y="298292"/>
                  </a:lnTo>
                  <a:lnTo>
                    <a:pt x="20030" y="299833"/>
                  </a:lnTo>
                  <a:lnTo>
                    <a:pt x="25167" y="301211"/>
                  </a:lnTo>
                  <a:lnTo>
                    <a:pt x="30344" y="302425"/>
                  </a:lnTo>
                  <a:lnTo>
                    <a:pt x="35558" y="303473"/>
                  </a:lnTo>
                  <a:lnTo>
                    <a:pt x="40803" y="304356"/>
                  </a:lnTo>
                  <a:lnTo>
                    <a:pt x="46073" y="305070"/>
                  </a:lnTo>
                  <a:lnTo>
                    <a:pt x="51363" y="305617"/>
                  </a:lnTo>
                  <a:lnTo>
                    <a:pt x="56667" y="305996"/>
                  </a:lnTo>
                  <a:lnTo>
                    <a:pt x="61981" y="306205"/>
                  </a:lnTo>
                  <a:lnTo>
                    <a:pt x="67299" y="306245"/>
                  </a:lnTo>
                  <a:lnTo>
                    <a:pt x="72616" y="306117"/>
                  </a:lnTo>
                  <a:lnTo>
                    <a:pt x="77926" y="305819"/>
                  </a:lnTo>
                  <a:lnTo>
                    <a:pt x="83223" y="305352"/>
                  </a:lnTo>
                  <a:lnTo>
                    <a:pt x="88503" y="304717"/>
                  </a:lnTo>
                  <a:lnTo>
                    <a:pt x="93761" y="303914"/>
                  </a:lnTo>
                  <a:lnTo>
                    <a:pt x="98990" y="302945"/>
                  </a:lnTo>
                  <a:lnTo>
                    <a:pt x="104185" y="301810"/>
                  </a:lnTo>
                  <a:lnTo>
                    <a:pt x="109342" y="300510"/>
                  </a:lnTo>
                  <a:lnTo>
                    <a:pt x="114455" y="299046"/>
                  </a:lnTo>
                  <a:lnTo>
                    <a:pt x="119519" y="297421"/>
                  </a:lnTo>
                  <a:lnTo>
                    <a:pt x="124528" y="295635"/>
                  </a:lnTo>
                  <a:lnTo>
                    <a:pt x="129478" y="293691"/>
                  </a:lnTo>
                  <a:lnTo>
                    <a:pt x="134364" y="291591"/>
                  </a:lnTo>
                  <a:lnTo>
                    <a:pt x="139181" y="289336"/>
                  </a:lnTo>
                  <a:lnTo>
                    <a:pt x="143923" y="286929"/>
                  </a:lnTo>
                  <a:lnTo>
                    <a:pt x="148586" y="284373"/>
                  </a:lnTo>
                  <a:lnTo>
                    <a:pt x="153166" y="281669"/>
                  </a:lnTo>
                  <a:lnTo>
                    <a:pt x="157657" y="278822"/>
                  </a:lnTo>
                  <a:lnTo>
                    <a:pt x="162056" y="275832"/>
                  </a:lnTo>
                  <a:lnTo>
                    <a:pt x="166357" y="272705"/>
                  </a:lnTo>
                  <a:lnTo>
                    <a:pt x="170557" y="269442"/>
                  </a:lnTo>
                  <a:lnTo>
                    <a:pt x="174650" y="266047"/>
                  </a:lnTo>
                  <a:lnTo>
                    <a:pt x="178634" y="262524"/>
                  </a:lnTo>
                  <a:lnTo>
                    <a:pt x="182504" y="258875"/>
                  </a:lnTo>
                  <a:lnTo>
                    <a:pt x="186255" y="255106"/>
                  </a:lnTo>
                  <a:lnTo>
                    <a:pt x="189885" y="251219"/>
                  </a:lnTo>
                  <a:lnTo>
                    <a:pt x="193389" y="247218"/>
                  </a:lnTo>
                  <a:lnTo>
                    <a:pt x="196764" y="243109"/>
                  </a:lnTo>
                  <a:lnTo>
                    <a:pt x="200007" y="238893"/>
                  </a:lnTo>
                  <a:lnTo>
                    <a:pt x="203114" y="234577"/>
                  </a:lnTo>
                  <a:lnTo>
                    <a:pt x="206082" y="230165"/>
                  </a:lnTo>
                  <a:lnTo>
                    <a:pt x="208908" y="225660"/>
                  </a:lnTo>
                  <a:lnTo>
                    <a:pt x="211590" y="221067"/>
                  </a:lnTo>
                  <a:lnTo>
                    <a:pt x="214124" y="216391"/>
                  </a:lnTo>
                  <a:lnTo>
                    <a:pt x="216508" y="211637"/>
                  </a:lnTo>
                  <a:lnTo>
                    <a:pt x="218740" y="206810"/>
                  </a:lnTo>
                  <a:lnTo>
                    <a:pt x="220817" y="201914"/>
                  </a:lnTo>
                  <a:lnTo>
                    <a:pt x="222737" y="196955"/>
                  </a:lnTo>
                  <a:lnTo>
                    <a:pt x="224498" y="191937"/>
                  </a:lnTo>
                  <a:lnTo>
                    <a:pt x="226099" y="186866"/>
                  </a:lnTo>
                  <a:lnTo>
                    <a:pt x="227538" y="181746"/>
                  </a:lnTo>
                  <a:lnTo>
                    <a:pt x="228813" y="176583"/>
                  </a:lnTo>
                  <a:lnTo>
                    <a:pt x="229924" y="171382"/>
                  </a:lnTo>
                  <a:lnTo>
                    <a:pt x="230868" y="166148"/>
                  </a:lnTo>
                  <a:lnTo>
                    <a:pt x="231646" y="160887"/>
                  </a:lnTo>
                  <a:lnTo>
                    <a:pt x="232255" y="155604"/>
                  </a:lnTo>
                  <a:lnTo>
                    <a:pt x="232697" y="150304"/>
                  </a:lnTo>
                  <a:lnTo>
                    <a:pt x="232969" y="144993"/>
                  </a:lnTo>
                  <a:lnTo>
                    <a:pt x="233073" y="139676"/>
                  </a:lnTo>
                  <a:lnTo>
                    <a:pt x="233007" y="134358"/>
                  </a:lnTo>
                  <a:lnTo>
                    <a:pt x="232772" y="129045"/>
                  </a:lnTo>
                  <a:lnTo>
                    <a:pt x="232368" y="123742"/>
                  </a:lnTo>
                  <a:lnTo>
                    <a:pt x="231796" y="118455"/>
                  </a:lnTo>
                  <a:lnTo>
                    <a:pt x="231056" y="113189"/>
                  </a:lnTo>
                  <a:lnTo>
                    <a:pt x="230149" y="107949"/>
                  </a:lnTo>
                  <a:lnTo>
                    <a:pt x="229075" y="102740"/>
                  </a:lnTo>
                  <a:lnTo>
                    <a:pt x="227836" y="97568"/>
                  </a:lnTo>
                  <a:lnTo>
                    <a:pt x="226434" y="92438"/>
                  </a:lnTo>
                  <a:lnTo>
                    <a:pt x="224869" y="87355"/>
                  </a:lnTo>
                  <a:lnTo>
                    <a:pt x="223143" y="82325"/>
                  </a:lnTo>
                  <a:lnTo>
                    <a:pt x="221258" y="77352"/>
                  </a:lnTo>
                  <a:lnTo>
                    <a:pt x="219216" y="72442"/>
                  </a:lnTo>
                  <a:lnTo>
                    <a:pt x="217018" y="67599"/>
                  </a:lnTo>
                  <a:lnTo>
                    <a:pt x="214668" y="62828"/>
                  </a:lnTo>
                  <a:lnTo>
                    <a:pt x="212167" y="58135"/>
                  </a:lnTo>
                  <a:lnTo>
                    <a:pt x="209518" y="53523"/>
                  </a:lnTo>
                  <a:lnTo>
                    <a:pt x="206724" y="48998"/>
                  </a:lnTo>
                  <a:lnTo>
                    <a:pt x="203787" y="44565"/>
                  </a:lnTo>
                  <a:lnTo>
                    <a:pt x="200711" y="40227"/>
                  </a:lnTo>
                  <a:lnTo>
                    <a:pt x="197498" y="35989"/>
                  </a:lnTo>
                  <a:lnTo>
                    <a:pt x="194152" y="31855"/>
                  </a:lnTo>
                  <a:lnTo>
                    <a:pt x="190676" y="27830"/>
                  </a:lnTo>
                  <a:lnTo>
                    <a:pt x="187074" y="23917"/>
                  </a:lnTo>
                  <a:lnTo>
                    <a:pt x="183349" y="20121"/>
                  </a:lnTo>
                  <a:lnTo>
                    <a:pt x="179506" y="16446"/>
                  </a:lnTo>
                  <a:lnTo>
                    <a:pt x="175547" y="12894"/>
                  </a:lnTo>
                  <a:lnTo>
                    <a:pt x="171478" y="9470"/>
                  </a:lnTo>
                  <a:lnTo>
                    <a:pt x="167301" y="6178"/>
                  </a:lnTo>
                  <a:lnTo>
                    <a:pt x="163022" y="3020"/>
                  </a:lnTo>
                  <a:lnTo>
                    <a:pt x="158645" y="0"/>
                  </a:lnTo>
                  <a:lnTo>
                    <a:pt x="65906" y="139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021039" y="1322571"/>
              <a:ext cx="92738" cy="167167"/>
            </a:xfrm>
            <a:custGeom>
              <a:avLst/>
              <a:pathLst>
                <a:path w="92738" h="167167">
                  <a:moveTo>
                    <a:pt x="92738" y="28083"/>
                  </a:moveTo>
                  <a:lnTo>
                    <a:pt x="87873" y="24958"/>
                  </a:lnTo>
                  <a:lnTo>
                    <a:pt x="82902" y="22004"/>
                  </a:lnTo>
                  <a:lnTo>
                    <a:pt x="77831" y="19224"/>
                  </a:lnTo>
                  <a:lnTo>
                    <a:pt x="72668" y="16620"/>
                  </a:lnTo>
                  <a:lnTo>
                    <a:pt x="67418" y="14197"/>
                  </a:lnTo>
                  <a:lnTo>
                    <a:pt x="62087" y="11957"/>
                  </a:lnTo>
                  <a:lnTo>
                    <a:pt x="56681" y="9902"/>
                  </a:lnTo>
                  <a:lnTo>
                    <a:pt x="51208" y="8036"/>
                  </a:lnTo>
                  <a:lnTo>
                    <a:pt x="45674" y="6360"/>
                  </a:lnTo>
                  <a:lnTo>
                    <a:pt x="40085" y="4877"/>
                  </a:lnTo>
                  <a:lnTo>
                    <a:pt x="34448" y="3587"/>
                  </a:lnTo>
                  <a:lnTo>
                    <a:pt x="28770" y="2494"/>
                  </a:lnTo>
                  <a:lnTo>
                    <a:pt x="23057" y="1597"/>
                  </a:lnTo>
                  <a:lnTo>
                    <a:pt x="17317" y="899"/>
                  </a:lnTo>
                  <a:lnTo>
                    <a:pt x="11556" y="399"/>
                  </a:lnTo>
                  <a:lnTo>
                    <a:pt x="5781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378092" y="1071028"/>
              <a:ext cx="167166" cy="291618"/>
            </a:xfrm>
            <a:custGeom>
              <a:avLst/>
              <a:pathLst>
                <a:path w="167166" h="291618">
                  <a:moveTo>
                    <a:pt x="167166" y="0"/>
                  </a:moveTo>
                  <a:lnTo>
                    <a:pt x="161794" y="86"/>
                  </a:lnTo>
                  <a:lnTo>
                    <a:pt x="156427" y="345"/>
                  </a:lnTo>
                  <a:lnTo>
                    <a:pt x="151072" y="776"/>
                  </a:lnTo>
                  <a:lnTo>
                    <a:pt x="145733" y="1379"/>
                  </a:lnTo>
                  <a:lnTo>
                    <a:pt x="140417" y="2153"/>
                  </a:lnTo>
                  <a:lnTo>
                    <a:pt x="135128" y="3098"/>
                  </a:lnTo>
                  <a:lnTo>
                    <a:pt x="129872" y="4212"/>
                  </a:lnTo>
                  <a:lnTo>
                    <a:pt x="124655" y="5495"/>
                  </a:lnTo>
                  <a:lnTo>
                    <a:pt x="119482" y="6945"/>
                  </a:lnTo>
                  <a:lnTo>
                    <a:pt x="114357" y="8560"/>
                  </a:lnTo>
                  <a:lnTo>
                    <a:pt x="109288" y="10339"/>
                  </a:lnTo>
                  <a:lnTo>
                    <a:pt x="104278" y="12279"/>
                  </a:lnTo>
                  <a:lnTo>
                    <a:pt x="99333" y="14380"/>
                  </a:lnTo>
                  <a:lnTo>
                    <a:pt x="94459" y="16639"/>
                  </a:lnTo>
                  <a:lnTo>
                    <a:pt x="89659" y="19053"/>
                  </a:lnTo>
                  <a:lnTo>
                    <a:pt x="84939" y="21620"/>
                  </a:lnTo>
                  <a:lnTo>
                    <a:pt x="80305" y="24338"/>
                  </a:lnTo>
                  <a:lnTo>
                    <a:pt x="75760" y="27203"/>
                  </a:lnTo>
                  <a:lnTo>
                    <a:pt x="71309" y="30213"/>
                  </a:lnTo>
                  <a:lnTo>
                    <a:pt x="66958" y="33364"/>
                  </a:lnTo>
                  <a:lnTo>
                    <a:pt x="62710" y="36653"/>
                  </a:lnTo>
                  <a:lnTo>
                    <a:pt x="58570" y="40077"/>
                  </a:lnTo>
                  <a:lnTo>
                    <a:pt x="54542" y="43632"/>
                  </a:lnTo>
                  <a:lnTo>
                    <a:pt x="50630" y="47315"/>
                  </a:lnTo>
                  <a:lnTo>
                    <a:pt x="46839" y="51122"/>
                  </a:lnTo>
                  <a:lnTo>
                    <a:pt x="43172" y="55049"/>
                  </a:lnTo>
                  <a:lnTo>
                    <a:pt x="39633" y="59091"/>
                  </a:lnTo>
                  <a:lnTo>
                    <a:pt x="36226" y="63245"/>
                  </a:lnTo>
                  <a:lnTo>
                    <a:pt x="32954" y="67507"/>
                  </a:lnTo>
                  <a:lnTo>
                    <a:pt x="29821" y="71871"/>
                  </a:lnTo>
                  <a:lnTo>
                    <a:pt x="26829" y="76334"/>
                  </a:lnTo>
                  <a:lnTo>
                    <a:pt x="23983" y="80890"/>
                  </a:lnTo>
                  <a:lnTo>
                    <a:pt x="21284" y="85536"/>
                  </a:lnTo>
                  <a:lnTo>
                    <a:pt x="18736" y="90266"/>
                  </a:lnTo>
                  <a:lnTo>
                    <a:pt x="16342" y="95076"/>
                  </a:lnTo>
                  <a:lnTo>
                    <a:pt x="14103" y="99960"/>
                  </a:lnTo>
                  <a:lnTo>
                    <a:pt x="12022" y="104913"/>
                  </a:lnTo>
                  <a:lnTo>
                    <a:pt x="10102" y="109931"/>
                  </a:lnTo>
                  <a:lnTo>
                    <a:pt x="8344" y="115007"/>
                  </a:lnTo>
                  <a:lnTo>
                    <a:pt x="6750" y="120138"/>
                  </a:lnTo>
                  <a:lnTo>
                    <a:pt x="5321" y="125317"/>
                  </a:lnTo>
                  <a:lnTo>
                    <a:pt x="4060" y="130540"/>
                  </a:lnTo>
                  <a:lnTo>
                    <a:pt x="2967" y="135800"/>
                  </a:lnTo>
                  <a:lnTo>
                    <a:pt x="2044" y="141093"/>
                  </a:lnTo>
                  <a:lnTo>
                    <a:pt x="1291" y="146412"/>
                  </a:lnTo>
                  <a:lnTo>
                    <a:pt x="710" y="151753"/>
                  </a:lnTo>
                  <a:lnTo>
                    <a:pt x="301" y="157110"/>
                  </a:lnTo>
                  <a:lnTo>
                    <a:pt x="64" y="162478"/>
                  </a:lnTo>
                  <a:lnTo>
                    <a:pt x="0" y="167850"/>
                  </a:lnTo>
                  <a:lnTo>
                    <a:pt x="108" y="173222"/>
                  </a:lnTo>
                  <a:lnTo>
                    <a:pt x="389" y="178587"/>
                  </a:lnTo>
                  <a:lnTo>
                    <a:pt x="842" y="183940"/>
                  </a:lnTo>
                  <a:lnTo>
                    <a:pt x="1467" y="189276"/>
                  </a:lnTo>
                  <a:lnTo>
                    <a:pt x="2263" y="194590"/>
                  </a:lnTo>
                  <a:lnTo>
                    <a:pt x="3229" y="199875"/>
                  </a:lnTo>
                  <a:lnTo>
                    <a:pt x="4365" y="205126"/>
                  </a:lnTo>
                  <a:lnTo>
                    <a:pt x="5669" y="210338"/>
                  </a:lnTo>
                  <a:lnTo>
                    <a:pt x="7139" y="215505"/>
                  </a:lnTo>
                  <a:lnTo>
                    <a:pt x="8775" y="220623"/>
                  </a:lnTo>
                  <a:lnTo>
                    <a:pt x="10575" y="225685"/>
                  </a:lnTo>
                  <a:lnTo>
                    <a:pt x="12536" y="230687"/>
                  </a:lnTo>
                  <a:lnTo>
                    <a:pt x="14657" y="235623"/>
                  </a:lnTo>
                  <a:lnTo>
                    <a:pt x="16936" y="240488"/>
                  </a:lnTo>
                  <a:lnTo>
                    <a:pt x="19370" y="245278"/>
                  </a:lnTo>
                  <a:lnTo>
                    <a:pt x="21956" y="249987"/>
                  </a:lnTo>
                  <a:lnTo>
                    <a:pt x="24693" y="254611"/>
                  </a:lnTo>
                  <a:lnTo>
                    <a:pt x="27576" y="259144"/>
                  </a:lnTo>
                  <a:lnTo>
                    <a:pt x="30604" y="263582"/>
                  </a:lnTo>
                  <a:lnTo>
                    <a:pt x="33773" y="267921"/>
                  </a:lnTo>
                  <a:lnTo>
                    <a:pt x="37079" y="272155"/>
                  </a:lnTo>
                  <a:lnTo>
                    <a:pt x="40520" y="276281"/>
                  </a:lnTo>
                  <a:lnTo>
                    <a:pt x="44092" y="280295"/>
                  </a:lnTo>
                  <a:lnTo>
                    <a:pt x="47791" y="284191"/>
                  </a:lnTo>
                  <a:lnTo>
                    <a:pt x="51613" y="287967"/>
                  </a:lnTo>
                  <a:lnTo>
                    <a:pt x="55555" y="29161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3647" y="1238196"/>
              <a:ext cx="111610" cy="124450"/>
            </a:xfrm>
            <a:custGeom>
              <a:avLst/>
              <a:pathLst>
                <a:path w="111610" h="124450">
                  <a:moveTo>
                    <a:pt x="0" y="124450"/>
                  </a:moveTo>
                  <a:lnTo>
                    <a:pt x="11161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3647" y="1174261"/>
              <a:ext cx="278773" cy="231098"/>
            </a:xfrm>
            <a:custGeom>
              <a:avLst/>
              <a:pathLst>
                <a:path w="278773" h="231098">
                  <a:moveTo>
                    <a:pt x="0" y="188385"/>
                  </a:moveTo>
                  <a:lnTo>
                    <a:pt x="4048" y="191901"/>
                  </a:lnTo>
                  <a:lnTo>
                    <a:pt x="8207" y="195284"/>
                  </a:lnTo>
                  <a:lnTo>
                    <a:pt x="12473" y="198533"/>
                  </a:lnTo>
                  <a:lnTo>
                    <a:pt x="16840" y="201643"/>
                  </a:lnTo>
                  <a:lnTo>
                    <a:pt x="21305" y="204611"/>
                  </a:lnTo>
                  <a:lnTo>
                    <a:pt x="25863" y="207435"/>
                  </a:lnTo>
                  <a:lnTo>
                    <a:pt x="30509" y="210111"/>
                  </a:lnTo>
                  <a:lnTo>
                    <a:pt x="35239" y="212637"/>
                  </a:lnTo>
                  <a:lnTo>
                    <a:pt x="40047" y="215009"/>
                  </a:lnTo>
                  <a:lnTo>
                    <a:pt x="44929" y="217227"/>
                  </a:lnTo>
                  <a:lnTo>
                    <a:pt x="49879" y="219286"/>
                  </a:lnTo>
                  <a:lnTo>
                    <a:pt x="54893" y="221186"/>
                  </a:lnTo>
                  <a:lnTo>
                    <a:pt x="59965" y="222924"/>
                  </a:lnTo>
                  <a:lnTo>
                    <a:pt x="65090" y="224499"/>
                  </a:lnTo>
                  <a:lnTo>
                    <a:pt x="70263" y="225908"/>
                  </a:lnTo>
                  <a:lnTo>
                    <a:pt x="75479" y="227151"/>
                  </a:lnTo>
                  <a:lnTo>
                    <a:pt x="80732" y="228225"/>
                  </a:lnTo>
                  <a:lnTo>
                    <a:pt x="86017" y="229131"/>
                  </a:lnTo>
                  <a:lnTo>
                    <a:pt x="91328" y="229867"/>
                  </a:lnTo>
                  <a:lnTo>
                    <a:pt x="96659" y="230432"/>
                  </a:lnTo>
                  <a:lnTo>
                    <a:pt x="102007" y="230826"/>
                  </a:lnTo>
                  <a:lnTo>
                    <a:pt x="107364" y="231048"/>
                  </a:lnTo>
                  <a:lnTo>
                    <a:pt x="112725" y="231098"/>
                  </a:lnTo>
                  <a:lnTo>
                    <a:pt x="118085" y="230976"/>
                  </a:lnTo>
                  <a:lnTo>
                    <a:pt x="123439" y="230683"/>
                  </a:lnTo>
                  <a:lnTo>
                    <a:pt x="128781" y="230218"/>
                  </a:lnTo>
                  <a:lnTo>
                    <a:pt x="134104" y="229582"/>
                  </a:lnTo>
                  <a:lnTo>
                    <a:pt x="139405" y="228775"/>
                  </a:lnTo>
                  <a:lnTo>
                    <a:pt x="144677" y="227799"/>
                  </a:lnTo>
                  <a:lnTo>
                    <a:pt x="149915" y="226654"/>
                  </a:lnTo>
                  <a:lnTo>
                    <a:pt x="155114" y="225342"/>
                  </a:lnTo>
                  <a:lnTo>
                    <a:pt x="160268" y="223864"/>
                  </a:lnTo>
                  <a:lnTo>
                    <a:pt x="165372" y="222221"/>
                  </a:lnTo>
                  <a:lnTo>
                    <a:pt x="170420" y="220415"/>
                  </a:lnTo>
                  <a:lnTo>
                    <a:pt x="175408" y="218449"/>
                  </a:lnTo>
                  <a:lnTo>
                    <a:pt x="180331" y="216324"/>
                  </a:lnTo>
                  <a:lnTo>
                    <a:pt x="185182" y="214041"/>
                  </a:lnTo>
                  <a:lnTo>
                    <a:pt x="189958" y="211605"/>
                  </a:lnTo>
                  <a:lnTo>
                    <a:pt x="194654" y="209016"/>
                  </a:lnTo>
                  <a:lnTo>
                    <a:pt x="199264" y="206278"/>
                  </a:lnTo>
                  <a:lnTo>
                    <a:pt x="203784" y="203394"/>
                  </a:lnTo>
                  <a:lnTo>
                    <a:pt x="208209" y="200366"/>
                  </a:lnTo>
                  <a:lnTo>
                    <a:pt x="212534" y="197198"/>
                  </a:lnTo>
                  <a:lnTo>
                    <a:pt x="216756" y="193893"/>
                  </a:lnTo>
                  <a:lnTo>
                    <a:pt x="220870" y="190454"/>
                  </a:lnTo>
                  <a:lnTo>
                    <a:pt x="224871" y="186885"/>
                  </a:lnTo>
                  <a:lnTo>
                    <a:pt x="228756" y="183190"/>
                  </a:lnTo>
                  <a:lnTo>
                    <a:pt x="232520" y="179372"/>
                  </a:lnTo>
                  <a:lnTo>
                    <a:pt x="236160" y="175435"/>
                  </a:lnTo>
                  <a:lnTo>
                    <a:pt x="239672" y="171383"/>
                  </a:lnTo>
                  <a:lnTo>
                    <a:pt x="243051" y="167221"/>
                  </a:lnTo>
                  <a:lnTo>
                    <a:pt x="246296" y="162953"/>
                  </a:lnTo>
                  <a:lnTo>
                    <a:pt x="249402" y="158582"/>
                  </a:lnTo>
                  <a:lnTo>
                    <a:pt x="252367" y="154115"/>
                  </a:lnTo>
                  <a:lnTo>
                    <a:pt x="255187" y="149554"/>
                  </a:lnTo>
                  <a:lnTo>
                    <a:pt x="257858" y="144906"/>
                  </a:lnTo>
                  <a:lnTo>
                    <a:pt x="260380" y="140174"/>
                  </a:lnTo>
                  <a:lnTo>
                    <a:pt x="262748" y="135364"/>
                  </a:lnTo>
                  <a:lnTo>
                    <a:pt x="264961" y="130480"/>
                  </a:lnTo>
                  <a:lnTo>
                    <a:pt x="267017" y="125528"/>
                  </a:lnTo>
                  <a:lnTo>
                    <a:pt x="268912" y="120512"/>
                  </a:lnTo>
                  <a:lnTo>
                    <a:pt x="270646" y="115439"/>
                  </a:lnTo>
                  <a:lnTo>
                    <a:pt x="272215" y="110312"/>
                  </a:lnTo>
                  <a:lnTo>
                    <a:pt x="273620" y="105138"/>
                  </a:lnTo>
                  <a:lnTo>
                    <a:pt x="274858" y="99921"/>
                  </a:lnTo>
                  <a:lnTo>
                    <a:pt x="275928" y="94667"/>
                  </a:lnTo>
                  <a:lnTo>
                    <a:pt x="276829" y="89382"/>
                  </a:lnTo>
                  <a:lnTo>
                    <a:pt x="277560" y="84070"/>
                  </a:lnTo>
                  <a:lnTo>
                    <a:pt x="278121" y="78738"/>
                  </a:lnTo>
                  <a:lnTo>
                    <a:pt x="278510" y="73390"/>
                  </a:lnTo>
                  <a:lnTo>
                    <a:pt x="278727" y="68033"/>
                  </a:lnTo>
                  <a:lnTo>
                    <a:pt x="278773" y="62671"/>
                  </a:lnTo>
                  <a:lnTo>
                    <a:pt x="278646" y="57311"/>
                  </a:lnTo>
                  <a:lnTo>
                    <a:pt x="278348" y="51958"/>
                  </a:lnTo>
                  <a:lnTo>
                    <a:pt x="277878" y="46617"/>
                  </a:lnTo>
                  <a:lnTo>
                    <a:pt x="277237" y="41293"/>
                  </a:lnTo>
                  <a:lnTo>
                    <a:pt x="276426" y="35993"/>
                  </a:lnTo>
                  <a:lnTo>
                    <a:pt x="275445" y="30722"/>
                  </a:lnTo>
                  <a:lnTo>
                    <a:pt x="274296" y="25485"/>
                  </a:lnTo>
                  <a:lnTo>
                    <a:pt x="272979" y="20288"/>
                  </a:lnTo>
                  <a:lnTo>
                    <a:pt x="271496" y="15135"/>
                  </a:lnTo>
                  <a:lnTo>
                    <a:pt x="269849" y="10033"/>
                  </a:lnTo>
                  <a:lnTo>
                    <a:pt x="268039" y="4986"/>
                  </a:lnTo>
                  <a:lnTo>
                    <a:pt x="266068" y="0"/>
                  </a:lnTo>
                  <a:lnTo>
                    <a:pt x="111610" y="63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258" y="1071028"/>
              <a:ext cx="154458" cy="167167"/>
            </a:xfrm>
            <a:custGeom>
              <a:avLst/>
              <a:pathLst>
                <a:path w="154458" h="167167">
                  <a:moveTo>
                    <a:pt x="154458" y="103232"/>
                  </a:moveTo>
                  <a:lnTo>
                    <a:pt x="152282" y="98212"/>
                  </a:lnTo>
                  <a:lnTo>
                    <a:pt x="149944" y="93265"/>
                  </a:lnTo>
                  <a:lnTo>
                    <a:pt x="147445" y="88397"/>
                  </a:lnTo>
                  <a:lnTo>
                    <a:pt x="144789" y="83614"/>
                  </a:lnTo>
                  <a:lnTo>
                    <a:pt x="141977" y="78921"/>
                  </a:lnTo>
                  <a:lnTo>
                    <a:pt x="139013" y="74322"/>
                  </a:lnTo>
                  <a:lnTo>
                    <a:pt x="135900" y="69822"/>
                  </a:lnTo>
                  <a:lnTo>
                    <a:pt x="132641" y="65427"/>
                  </a:lnTo>
                  <a:lnTo>
                    <a:pt x="129241" y="61140"/>
                  </a:lnTo>
                  <a:lnTo>
                    <a:pt x="125702" y="56968"/>
                  </a:lnTo>
                  <a:lnTo>
                    <a:pt x="122028" y="52913"/>
                  </a:lnTo>
                  <a:lnTo>
                    <a:pt x="118224" y="48981"/>
                  </a:lnTo>
                  <a:lnTo>
                    <a:pt x="114293" y="45175"/>
                  </a:lnTo>
                  <a:lnTo>
                    <a:pt x="110239" y="41500"/>
                  </a:lnTo>
                  <a:lnTo>
                    <a:pt x="106068" y="37960"/>
                  </a:lnTo>
                  <a:lnTo>
                    <a:pt x="101782" y="34558"/>
                  </a:lnTo>
                  <a:lnTo>
                    <a:pt x="97388" y="31298"/>
                  </a:lnTo>
                  <a:lnTo>
                    <a:pt x="92890" y="28184"/>
                  </a:lnTo>
                  <a:lnTo>
                    <a:pt x="88291" y="25218"/>
                  </a:lnTo>
                  <a:lnTo>
                    <a:pt x="83599" y="22405"/>
                  </a:lnTo>
                  <a:lnTo>
                    <a:pt x="78817" y="19746"/>
                  </a:lnTo>
                  <a:lnTo>
                    <a:pt x="73950" y="17246"/>
                  </a:lnTo>
                  <a:lnTo>
                    <a:pt x="69004" y="14906"/>
                  </a:lnTo>
                  <a:lnTo>
                    <a:pt x="63984" y="12730"/>
                  </a:lnTo>
                  <a:lnTo>
                    <a:pt x="58896" y="10718"/>
                  </a:lnTo>
                  <a:lnTo>
                    <a:pt x="53744" y="8875"/>
                  </a:lnTo>
                  <a:lnTo>
                    <a:pt x="48535" y="7201"/>
                  </a:lnTo>
                  <a:lnTo>
                    <a:pt x="43274" y="5698"/>
                  </a:lnTo>
                  <a:lnTo>
                    <a:pt x="37967" y="4368"/>
                  </a:lnTo>
                  <a:lnTo>
                    <a:pt x="32619" y="3213"/>
                  </a:lnTo>
                  <a:lnTo>
                    <a:pt x="27236" y="2233"/>
                  </a:lnTo>
                  <a:lnTo>
                    <a:pt x="21824" y="1430"/>
                  </a:lnTo>
                  <a:lnTo>
                    <a:pt x="16388" y="805"/>
                  </a:lnTo>
                  <a:lnTo>
                    <a:pt x="10935" y="358"/>
                  </a:lnTo>
                  <a:lnTo>
                    <a:pt x="547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5758" y="941493"/>
              <a:ext cx="77785" cy="167167"/>
            </a:xfrm>
            <a:custGeom>
              <a:avLst/>
              <a:pathLst>
                <a:path w="77785" h="167167">
                  <a:moveTo>
                    <a:pt x="77785" y="0"/>
                  </a:moveTo>
                  <a:lnTo>
                    <a:pt x="72007" y="99"/>
                  </a:lnTo>
                  <a:lnTo>
                    <a:pt x="66236" y="399"/>
                  </a:lnTo>
                  <a:lnTo>
                    <a:pt x="60479" y="898"/>
                  </a:lnTo>
                  <a:lnTo>
                    <a:pt x="54742" y="1595"/>
                  </a:lnTo>
                  <a:lnTo>
                    <a:pt x="49033" y="2491"/>
                  </a:lnTo>
                  <a:lnTo>
                    <a:pt x="43359" y="3583"/>
                  </a:lnTo>
                  <a:lnTo>
                    <a:pt x="37725" y="4870"/>
                  </a:lnTo>
                  <a:lnTo>
                    <a:pt x="32139" y="6352"/>
                  </a:lnTo>
                  <a:lnTo>
                    <a:pt x="26608" y="8026"/>
                  </a:lnTo>
                  <a:lnTo>
                    <a:pt x="21138" y="9890"/>
                  </a:lnTo>
                  <a:lnTo>
                    <a:pt x="15736" y="11942"/>
                  </a:lnTo>
                  <a:lnTo>
                    <a:pt x="10408" y="14179"/>
                  </a:lnTo>
                  <a:lnTo>
                    <a:pt x="5160" y="16599"/>
                  </a:lnTo>
                  <a:lnTo>
                    <a:pt x="0" y="19200"/>
                  </a:lnTo>
                  <a:lnTo>
                    <a:pt x="7778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5758" y="960693"/>
              <a:ext cx="77785" cy="147967"/>
            </a:xfrm>
            <a:custGeom>
              <a:avLst/>
              <a:pathLst>
                <a:path w="77785" h="147967">
                  <a:moveTo>
                    <a:pt x="0" y="0"/>
                  </a:moveTo>
                  <a:lnTo>
                    <a:pt x="77785" y="1479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856380" y="960693"/>
              <a:ext cx="334330" cy="315124"/>
            </a:xfrm>
            <a:custGeom>
              <a:avLst/>
              <a:pathLst>
                <a:path w="334330" h="315124">
                  <a:moveTo>
                    <a:pt x="89378" y="0"/>
                  </a:moveTo>
                  <a:lnTo>
                    <a:pt x="84717" y="2545"/>
                  </a:lnTo>
                  <a:lnTo>
                    <a:pt x="80139" y="5237"/>
                  </a:lnTo>
                  <a:lnTo>
                    <a:pt x="75650" y="8073"/>
                  </a:lnTo>
                  <a:lnTo>
                    <a:pt x="71252" y="11051"/>
                  </a:lnTo>
                  <a:lnTo>
                    <a:pt x="66952" y="14166"/>
                  </a:lnTo>
                  <a:lnTo>
                    <a:pt x="62752" y="17417"/>
                  </a:lnTo>
                  <a:lnTo>
                    <a:pt x="58658" y="20799"/>
                  </a:lnTo>
                  <a:lnTo>
                    <a:pt x="54674" y="24310"/>
                  </a:lnTo>
                  <a:lnTo>
                    <a:pt x="50802" y="27946"/>
                  </a:lnTo>
                  <a:lnTo>
                    <a:pt x="47049" y="31702"/>
                  </a:lnTo>
                  <a:lnTo>
                    <a:pt x="43416" y="35576"/>
                  </a:lnTo>
                  <a:lnTo>
                    <a:pt x="39909" y="39564"/>
                  </a:lnTo>
                  <a:lnTo>
                    <a:pt x="36530" y="43660"/>
                  </a:lnTo>
                  <a:lnTo>
                    <a:pt x="33283" y="47862"/>
                  </a:lnTo>
                  <a:lnTo>
                    <a:pt x="30170" y="52165"/>
                  </a:lnTo>
                  <a:lnTo>
                    <a:pt x="27197" y="56565"/>
                  </a:lnTo>
                  <a:lnTo>
                    <a:pt x="24364" y="61057"/>
                  </a:lnTo>
                  <a:lnTo>
                    <a:pt x="21675" y="65637"/>
                  </a:lnTo>
                  <a:lnTo>
                    <a:pt x="19134" y="70300"/>
                  </a:lnTo>
                  <a:lnTo>
                    <a:pt x="16741" y="75041"/>
                  </a:lnTo>
                  <a:lnTo>
                    <a:pt x="14501" y="79856"/>
                  </a:lnTo>
                  <a:lnTo>
                    <a:pt x="12414" y="84739"/>
                  </a:lnTo>
                  <a:lnTo>
                    <a:pt x="10484" y="89687"/>
                  </a:lnTo>
                  <a:lnTo>
                    <a:pt x="8712" y="94693"/>
                  </a:lnTo>
                  <a:lnTo>
                    <a:pt x="7100" y="99753"/>
                  </a:lnTo>
                  <a:lnTo>
                    <a:pt x="5649" y="104861"/>
                  </a:lnTo>
                  <a:lnTo>
                    <a:pt x="4361" y="110013"/>
                  </a:lnTo>
                  <a:lnTo>
                    <a:pt x="3238" y="115204"/>
                  </a:lnTo>
                  <a:lnTo>
                    <a:pt x="2280" y="120427"/>
                  </a:lnTo>
                  <a:lnTo>
                    <a:pt x="1488" y="125678"/>
                  </a:lnTo>
                  <a:lnTo>
                    <a:pt x="864" y="130952"/>
                  </a:lnTo>
                  <a:lnTo>
                    <a:pt x="407" y="136243"/>
                  </a:lnTo>
                  <a:lnTo>
                    <a:pt x="119" y="141546"/>
                  </a:lnTo>
                  <a:lnTo>
                    <a:pt x="0" y="146855"/>
                  </a:lnTo>
                  <a:lnTo>
                    <a:pt x="49" y="152165"/>
                  </a:lnTo>
                  <a:lnTo>
                    <a:pt x="266" y="157471"/>
                  </a:lnTo>
                  <a:lnTo>
                    <a:pt x="652" y="162768"/>
                  </a:lnTo>
                  <a:lnTo>
                    <a:pt x="1206" y="168049"/>
                  </a:lnTo>
                  <a:lnTo>
                    <a:pt x="1928" y="173310"/>
                  </a:lnTo>
                  <a:lnTo>
                    <a:pt x="2816" y="178546"/>
                  </a:lnTo>
                  <a:lnTo>
                    <a:pt x="3871" y="183751"/>
                  </a:lnTo>
                  <a:lnTo>
                    <a:pt x="5090" y="188920"/>
                  </a:lnTo>
                  <a:lnTo>
                    <a:pt x="6472" y="194047"/>
                  </a:lnTo>
                  <a:lnTo>
                    <a:pt x="8017" y="199128"/>
                  </a:lnTo>
                  <a:lnTo>
                    <a:pt x="9722" y="204157"/>
                  </a:lnTo>
                  <a:lnTo>
                    <a:pt x="11587" y="209130"/>
                  </a:lnTo>
                  <a:lnTo>
                    <a:pt x="13608" y="214041"/>
                  </a:lnTo>
                  <a:lnTo>
                    <a:pt x="15784" y="218885"/>
                  </a:lnTo>
                  <a:lnTo>
                    <a:pt x="18113" y="223658"/>
                  </a:lnTo>
                  <a:lnTo>
                    <a:pt x="20593" y="228354"/>
                  </a:lnTo>
                  <a:lnTo>
                    <a:pt x="23220" y="232969"/>
                  </a:lnTo>
                  <a:lnTo>
                    <a:pt x="25993" y="237498"/>
                  </a:lnTo>
                  <a:lnTo>
                    <a:pt x="28908" y="241937"/>
                  </a:lnTo>
                  <a:lnTo>
                    <a:pt x="31962" y="246281"/>
                  </a:lnTo>
                  <a:lnTo>
                    <a:pt x="35153" y="250526"/>
                  </a:lnTo>
                  <a:lnTo>
                    <a:pt x="38478" y="254667"/>
                  </a:lnTo>
                  <a:lnTo>
                    <a:pt x="41932" y="258701"/>
                  </a:lnTo>
                  <a:lnTo>
                    <a:pt x="45512" y="262623"/>
                  </a:lnTo>
                  <a:lnTo>
                    <a:pt x="49216" y="266429"/>
                  </a:lnTo>
                  <a:lnTo>
                    <a:pt x="53038" y="270116"/>
                  </a:lnTo>
                  <a:lnTo>
                    <a:pt x="56976" y="273679"/>
                  </a:lnTo>
                  <a:lnTo>
                    <a:pt x="61024" y="277116"/>
                  </a:lnTo>
                  <a:lnTo>
                    <a:pt x="65180" y="280422"/>
                  </a:lnTo>
                  <a:lnTo>
                    <a:pt x="69439" y="283595"/>
                  </a:lnTo>
                  <a:lnTo>
                    <a:pt x="73796" y="286630"/>
                  </a:lnTo>
                  <a:lnTo>
                    <a:pt x="78248" y="289526"/>
                  </a:lnTo>
                  <a:lnTo>
                    <a:pt x="82789" y="292279"/>
                  </a:lnTo>
                  <a:lnTo>
                    <a:pt x="87416" y="294886"/>
                  </a:lnTo>
                  <a:lnTo>
                    <a:pt x="92123" y="297345"/>
                  </a:lnTo>
                  <a:lnTo>
                    <a:pt x="96905" y="299653"/>
                  </a:lnTo>
                  <a:lnTo>
                    <a:pt x="101759" y="301808"/>
                  </a:lnTo>
                  <a:lnTo>
                    <a:pt x="106679" y="303808"/>
                  </a:lnTo>
                  <a:lnTo>
                    <a:pt x="111659" y="305651"/>
                  </a:lnTo>
                  <a:lnTo>
                    <a:pt x="116696" y="307334"/>
                  </a:lnTo>
                  <a:lnTo>
                    <a:pt x="121783" y="308857"/>
                  </a:lnTo>
                  <a:lnTo>
                    <a:pt x="126917" y="310217"/>
                  </a:lnTo>
                  <a:lnTo>
                    <a:pt x="132091" y="311414"/>
                  </a:lnTo>
                  <a:lnTo>
                    <a:pt x="137300" y="312445"/>
                  </a:lnTo>
                  <a:lnTo>
                    <a:pt x="142540" y="313311"/>
                  </a:lnTo>
                  <a:lnTo>
                    <a:pt x="147804" y="314010"/>
                  </a:lnTo>
                  <a:lnTo>
                    <a:pt x="153088" y="314541"/>
                  </a:lnTo>
                  <a:lnTo>
                    <a:pt x="158386" y="314904"/>
                  </a:lnTo>
                  <a:lnTo>
                    <a:pt x="163693" y="315098"/>
                  </a:lnTo>
                  <a:lnTo>
                    <a:pt x="169004" y="315124"/>
                  </a:lnTo>
                  <a:lnTo>
                    <a:pt x="174312" y="314981"/>
                  </a:lnTo>
                  <a:lnTo>
                    <a:pt x="179614" y="314670"/>
                  </a:lnTo>
                  <a:lnTo>
                    <a:pt x="184903" y="314190"/>
                  </a:lnTo>
                  <a:lnTo>
                    <a:pt x="190173" y="313543"/>
                  </a:lnTo>
                  <a:lnTo>
                    <a:pt x="195421" y="312729"/>
                  </a:lnTo>
                  <a:lnTo>
                    <a:pt x="200640" y="311748"/>
                  </a:lnTo>
                  <a:lnTo>
                    <a:pt x="205826" y="310602"/>
                  </a:lnTo>
                  <a:lnTo>
                    <a:pt x="210972" y="309292"/>
                  </a:lnTo>
                  <a:lnTo>
                    <a:pt x="216074" y="307819"/>
                  </a:lnTo>
                  <a:lnTo>
                    <a:pt x="221127" y="306185"/>
                  </a:lnTo>
                  <a:lnTo>
                    <a:pt x="226126" y="304391"/>
                  </a:lnTo>
                  <a:lnTo>
                    <a:pt x="231064" y="302439"/>
                  </a:lnTo>
                  <a:lnTo>
                    <a:pt x="235939" y="300331"/>
                  </a:lnTo>
                  <a:lnTo>
                    <a:pt x="240744" y="298070"/>
                  </a:lnTo>
                  <a:lnTo>
                    <a:pt x="245475" y="295657"/>
                  </a:lnTo>
                  <a:lnTo>
                    <a:pt x="250126" y="293095"/>
                  </a:lnTo>
                  <a:lnTo>
                    <a:pt x="254694" y="290386"/>
                  </a:lnTo>
                  <a:lnTo>
                    <a:pt x="259174" y="287534"/>
                  </a:lnTo>
                  <a:lnTo>
                    <a:pt x="263561" y="284541"/>
                  </a:lnTo>
                  <a:lnTo>
                    <a:pt x="267850" y="281410"/>
                  </a:lnTo>
                  <a:lnTo>
                    <a:pt x="272038" y="278145"/>
                  </a:lnTo>
                  <a:lnTo>
                    <a:pt x="276120" y="274748"/>
                  </a:lnTo>
                  <a:lnTo>
                    <a:pt x="280092" y="271223"/>
                  </a:lnTo>
                  <a:lnTo>
                    <a:pt x="283950" y="267574"/>
                  </a:lnTo>
                  <a:lnTo>
                    <a:pt x="287690" y="263804"/>
                  </a:lnTo>
                  <a:lnTo>
                    <a:pt x="291309" y="259917"/>
                  </a:lnTo>
                  <a:lnTo>
                    <a:pt x="294802" y="255917"/>
                  </a:lnTo>
                  <a:lnTo>
                    <a:pt x="298167" y="251808"/>
                  </a:lnTo>
                  <a:lnTo>
                    <a:pt x="301399" y="247595"/>
                  </a:lnTo>
                  <a:lnTo>
                    <a:pt x="304496" y="243281"/>
                  </a:lnTo>
                  <a:lnTo>
                    <a:pt x="307454" y="238870"/>
                  </a:lnTo>
                  <a:lnTo>
                    <a:pt x="310271" y="234368"/>
                  </a:lnTo>
                  <a:lnTo>
                    <a:pt x="312943" y="229779"/>
                  </a:lnTo>
                  <a:lnTo>
                    <a:pt x="315468" y="225107"/>
                  </a:lnTo>
                  <a:lnTo>
                    <a:pt x="317844" y="220358"/>
                  </a:lnTo>
                  <a:lnTo>
                    <a:pt x="320067" y="215535"/>
                  </a:lnTo>
                  <a:lnTo>
                    <a:pt x="322136" y="210644"/>
                  </a:lnTo>
                  <a:lnTo>
                    <a:pt x="324049" y="205690"/>
                  </a:lnTo>
                  <a:lnTo>
                    <a:pt x="325803" y="200677"/>
                  </a:lnTo>
                  <a:lnTo>
                    <a:pt x="327397" y="195612"/>
                  </a:lnTo>
                  <a:lnTo>
                    <a:pt x="328830" y="190498"/>
                  </a:lnTo>
                  <a:lnTo>
                    <a:pt x="330099" y="185341"/>
                  </a:lnTo>
                  <a:lnTo>
                    <a:pt x="331204" y="180147"/>
                  </a:lnTo>
                  <a:lnTo>
                    <a:pt x="332143" y="174920"/>
                  </a:lnTo>
                  <a:lnTo>
                    <a:pt x="332916" y="169666"/>
                  </a:lnTo>
                  <a:lnTo>
                    <a:pt x="333522" y="164390"/>
                  </a:lnTo>
                  <a:lnTo>
                    <a:pt x="333960" y="159098"/>
                  </a:lnTo>
                  <a:lnTo>
                    <a:pt x="334229" y="153794"/>
                  </a:lnTo>
                  <a:lnTo>
                    <a:pt x="334330" y="148485"/>
                  </a:lnTo>
                  <a:lnTo>
                    <a:pt x="334262" y="143175"/>
                  </a:lnTo>
                  <a:lnTo>
                    <a:pt x="334025" y="137869"/>
                  </a:lnTo>
                  <a:lnTo>
                    <a:pt x="333620" y="132574"/>
                  </a:lnTo>
                  <a:lnTo>
                    <a:pt x="333048" y="127295"/>
                  </a:lnTo>
                  <a:lnTo>
                    <a:pt x="332307" y="122036"/>
                  </a:lnTo>
                  <a:lnTo>
                    <a:pt x="331400" y="116803"/>
                  </a:lnTo>
                  <a:lnTo>
                    <a:pt x="330327" y="111602"/>
                  </a:lnTo>
                  <a:lnTo>
                    <a:pt x="329090" y="106438"/>
                  </a:lnTo>
                  <a:lnTo>
                    <a:pt x="327689" y="101315"/>
                  </a:lnTo>
                  <a:lnTo>
                    <a:pt x="326126" y="96240"/>
                  </a:lnTo>
                  <a:lnTo>
                    <a:pt x="324403" y="91217"/>
                  </a:lnTo>
                  <a:lnTo>
                    <a:pt x="322521" y="86251"/>
                  </a:lnTo>
                  <a:lnTo>
                    <a:pt x="320482" y="81347"/>
                  </a:lnTo>
                  <a:lnTo>
                    <a:pt x="318289" y="76511"/>
                  </a:lnTo>
                  <a:lnTo>
                    <a:pt x="315943" y="71747"/>
                  </a:lnTo>
                  <a:lnTo>
                    <a:pt x="313447" y="67059"/>
                  </a:lnTo>
                  <a:lnTo>
                    <a:pt x="310803" y="62454"/>
                  </a:lnTo>
                  <a:lnTo>
                    <a:pt x="308014" y="57934"/>
                  </a:lnTo>
                  <a:lnTo>
                    <a:pt x="305084" y="53506"/>
                  </a:lnTo>
                  <a:lnTo>
                    <a:pt x="302014" y="49172"/>
                  </a:lnTo>
                  <a:lnTo>
                    <a:pt x="298807" y="44939"/>
                  </a:lnTo>
                  <a:lnTo>
                    <a:pt x="295468" y="40809"/>
                  </a:lnTo>
                  <a:lnTo>
                    <a:pt x="292000" y="36788"/>
                  </a:lnTo>
                  <a:lnTo>
                    <a:pt x="288406" y="32879"/>
                  </a:lnTo>
                  <a:lnTo>
                    <a:pt x="284689" y="29086"/>
                  </a:lnTo>
                  <a:lnTo>
                    <a:pt x="280853" y="25413"/>
                  </a:lnTo>
                  <a:lnTo>
                    <a:pt x="276903" y="21863"/>
                  </a:lnTo>
                  <a:lnTo>
                    <a:pt x="272842" y="18441"/>
                  </a:lnTo>
                  <a:lnTo>
                    <a:pt x="268675" y="15150"/>
                  </a:lnTo>
                  <a:lnTo>
                    <a:pt x="264405" y="11992"/>
                  </a:lnTo>
                  <a:lnTo>
                    <a:pt x="260036" y="8972"/>
                  </a:lnTo>
                  <a:lnTo>
                    <a:pt x="167163" y="147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23544" y="941493"/>
              <a:ext cx="92873" cy="167167"/>
            </a:xfrm>
            <a:custGeom>
              <a:avLst/>
              <a:pathLst>
                <a:path w="92873" h="167167">
                  <a:moveTo>
                    <a:pt x="92873" y="28172"/>
                  </a:moveTo>
                  <a:lnTo>
                    <a:pt x="88002" y="25038"/>
                  </a:lnTo>
                  <a:lnTo>
                    <a:pt x="83025" y="22075"/>
                  </a:lnTo>
                  <a:lnTo>
                    <a:pt x="77949" y="19286"/>
                  </a:lnTo>
                  <a:lnTo>
                    <a:pt x="72779" y="16674"/>
                  </a:lnTo>
                  <a:lnTo>
                    <a:pt x="67522" y="14243"/>
                  </a:lnTo>
                  <a:lnTo>
                    <a:pt x="62184" y="11996"/>
                  </a:lnTo>
                  <a:lnTo>
                    <a:pt x="56771" y="9935"/>
                  </a:lnTo>
                  <a:lnTo>
                    <a:pt x="51290" y="8062"/>
                  </a:lnTo>
                  <a:lnTo>
                    <a:pt x="45747" y="6381"/>
                  </a:lnTo>
                  <a:lnTo>
                    <a:pt x="40149" y="4893"/>
                  </a:lnTo>
                  <a:lnTo>
                    <a:pt x="34504" y="3599"/>
                  </a:lnTo>
                  <a:lnTo>
                    <a:pt x="28817" y="2502"/>
                  </a:lnTo>
                  <a:lnTo>
                    <a:pt x="23095" y="1603"/>
                  </a:lnTo>
                  <a:lnTo>
                    <a:pt x="17345" y="902"/>
                  </a:lnTo>
                  <a:lnTo>
                    <a:pt x="11575" y="401"/>
                  </a:lnTo>
                  <a:lnTo>
                    <a:pt x="5791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8791" y="941493"/>
              <a:ext cx="47423" cy="167167"/>
            </a:xfrm>
            <a:custGeom>
              <a:avLst/>
              <a:pathLst>
                <a:path w="47423" h="167167">
                  <a:moveTo>
                    <a:pt x="47423" y="0"/>
                  </a:moveTo>
                  <a:lnTo>
                    <a:pt x="41414" y="108"/>
                  </a:lnTo>
                  <a:lnTo>
                    <a:pt x="35413" y="432"/>
                  </a:lnTo>
                  <a:lnTo>
                    <a:pt x="29427" y="971"/>
                  </a:lnTo>
                  <a:lnTo>
                    <a:pt x="23464" y="1725"/>
                  </a:lnTo>
                  <a:lnTo>
                    <a:pt x="17532" y="2694"/>
                  </a:lnTo>
                  <a:lnTo>
                    <a:pt x="11639" y="3874"/>
                  </a:lnTo>
                  <a:lnTo>
                    <a:pt x="5793" y="5266"/>
                  </a:lnTo>
                  <a:lnTo>
                    <a:pt x="0" y="6867"/>
                  </a:lnTo>
                  <a:lnTo>
                    <a:pt x="474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791" y="948361"/>
              <a:ext cx="47423" cy="160299"/>
            </a:xfrm>
            <a:custGeom>
              <a:avLst/>
              <a:pathLst>
                <a:path w="47423" h="160299">
                  <a:moveTo>
                    <a:pt x="0" y="0"/>
                  </a:moveTo>
                  <a:lnTo>
                    <a:pt x="47423" y="1602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049" y="948361"/>
              <a:ext cx="167166" cy="302820"/>
            </a:xfrm>
            <a:custGeom>
              <a:avLst/>
              <a:pathLst>
                <a:path w="167166" h="302820">
                  <a:moveTo>
                    <a:pt x="119742" y="0"/>
                  </a:moveTo>
                  <a:lnTo>
                    <a:pt x="114638" y="1599"/>
                  </a:lnTo>
                  <a:lnTo>
                    <a:pt x="109587" y="3361"/>
                  </a:lnTo>
                  <a:lnTo>
                    <a:pt x="104595" y="5283"/>
                  </a:lnTo>
                  <a:lnTo>
                    <a:pt x="99668" y="7365"/>
                  </a:lnTo>
                  <a:lnTo>
                    <a:pt x="94809" y="9603"/>
                  </a:lnTo>
                  <a:lnTo>
                    <a:pt x="90025" y="11995"/>
                  </a:lnTo>
                  <a:lnTo>
                    <a:pt x="85319" y="14539"/>
                  </a:lnTo>
                  <a:lnTo>
                    <a:pt x="80697" y="17232"/>
                  </a:lnTo>
                  <a:lnTo>
                    <a:pt x="76164" y="20072"/>
                  </a:lnTo>
                  <a:lnTo>
                    <a:pt x="71724" y="23055"/>
                  </a:lnTo>
                  <a:lnTo>
                    <a:pt x="67382" y="26179"/>
                  </a:lnTo>
                  <a:lnTo>
                    <a:pt x="63142" y="29441"/>
                  </a:lnTo>
                  <a:lnTo>
                    <a:pt x="59008" y="32836"/>
                  </a:lnTo>
                  <a:lnTo>
                    <a:pt x="54986" y="36362"/>
                  </a:lnTo>
                  <a:lnTo>
                    <a:pt x="51078" y="40014"/>
                  </a:lnTo>
                  <a:lnTo>
                    <a:pt x="47289" y="43790"/>
                  </a:lnTo>
                  <a:lnTo>
                    <a:pt x="43622" y="47685"/>
                  </a:lnTo>
                  <a:lnTo>
                    <a:pt x="40082" y="51696"/>
                  </a:lnTo>
                  <a:lnTo>
                    <a:pt x="36673" y="55817"/>
                  </a:lnTo>
                  <a:lnTo>
                    <a:pt x="33397" y="60046"/>
                  </a:lnTo>
                  <a:lnTo>
                    <a:pt x="30258" y="64377"/>
                  </a:lnTo>
                  <a:lnTo>
                    <a:pt x="27259" y="68807"/>
                  </a:lnTo>
                  <a:lnTo>
                    <a:pt x="24403" y="73330"/>
                  </a:lnTo>
                  <a:lnTo>
                    <a:pt x="21694" y="77942"/>
                  </a:lnTo>
                  <a:lnTo>
                    <a:pt x="19133" y="82639"/>
                  </a:lnTo>
                  <a:lnTo>
                    <a:pt x="16724" y="87415"/>
                  </a:lnTo>
                  <a:lnTo>
                    <a:pt x="14469" y="92265"/>
                  </a:lnTo>
                  <a:lnTo>
                    <a:pt x="12371" y="97186"/>
                  </a:lnTo>
                  <a:lnTo>
                    <a:pt x="10431" y="102171"/>
                  </a:lnTo>
                  <a:lnTo>
                    <a:pt x="8651" y="107215"/>
                  </a:lnTo>
                  <a:lnTo>
                    <a:pt x="7034" y="112314"/>
                  </a:lnTo>
                  <a:lnTo>
                    <a:pt x="5580" y="117462"/>
                  </a:lnTo>
                  <a:lnTo>
                    <a:pt x="4293" y="122654"/>
                  </a:lnTo>
                  <a:lnTo>
                    <a:pt x="3171" y="127884"/>
                  </a:lnTo>
                  <a:lnTo>
                    <a:pt x="2218" y="133148"/>
                  </a:lnTo>
                  <a:lnTo>
                    <a:pt x="1434" y="138439"/>
                  </a:lnTo>
                  <a:lnTo>
                    <a:pt x="820" y="143753"/>
                  </a:lnTo>
                  <a:lnTo>
                    <a:pt x="375" y="149084"/>
                  </a:lnTo>
                  <a:lnTo>
                    <a:pt x="102" y="154426"/>
                  </a:lnTo>
                  <a:lnTo>
                    <a:pt x="0" y="159774"/>
                  </a:lnTo>
                  <a:lnTo>
                    <a:pt x="68" y="165123"/>
                  </a:lnTo>
                  <a:lnTo>
                    <a:pt x="308" y="170467"/>
                  </a:lnTo>
                  <a:lnTo>
                    <a:pt x="719" y="175800"/>
                  </a:lnTo>
                  <a:lnTo>
                    <a:pt x="1300" y="181118"/>
                  </a:lnTo>
                  <a:lnTo>
                    <a:pt x="2051" y="186414"/>
                  </a:lnTo>
                  <a:lnTo>
                    <a:pt x="2971" y="191683"/>
                  </a:lnTo>
                  <a:lnTo>
                    <a:pt x="4059" y="196921"/>
                  </a:lnTo>
                  <a:lnTo>
                    <a:pt x="5315" y="202120"/>
                  </a:lnTo>
                  <a:lnTo>
                    <a:pt x="6736" y="207278"/>
                  </a:lnTo>
                  <a:lnTo>
                    <a:pt x="8321" y="212386"/>
                  </a:lnTo>
                  <a:lnTo>
                    <a:pt x="10069" y="217442"/>
                  </a:lnTo>
                  <a:lnTo>
                    <a:pt x="11977" y="222439"/>
                  </a:lnTo>
                  <a:lnTo>
                    <a:pt x="14045" y="227373"/>
                  </a:lnTo>
                  <a:lnTo>
                    <a:pt x="16269" y="232237"/>
                  </a:lnTo>
                  <a:lnTo>
                    <a:pt x="18648" y="237028"/>
                  </a:lnTo>
                  <a:lnTo>
                    <a:pt x="21179" y="241741"/>
                  </a:lnTo>
                  <a:lnTo>
                    <a:pt x="23860" y="246370"/>
                  </a:lnTo>
                  <a:lnTo>
                    <a:pt x="26687" y="250911"/>
                  </a:lnTo>
                  <a:lnTo>
                    <a:pt x="29658" y="255359"/>
                  </a:lnTo>
                  <a:lnTo>
                    <a:pt x="32770" y="259710"/>
                  </a:lnTo>
                  <a:lnTo>
                    <a:pt x="36019" y="263959"/>
                  </a:lnTo>
                  <a:lnTo>
                    <a:pt x="39403" y="268102"/>
                  </a:lnTo>
                  <a:lnTo>
                    <a:pt x="42918" y="272135"/>
                  </a:lnTo>
                  <a:lnTo>
                    <a:pt x="46559" y="276053"/>
                  </a:lnTo>
                  <a:lnTo>
                    <a:pt x="50325" y="279852"/>
                  </a:lnTo>
                  <a:lnTo>
                    <a:pt x="54210" y="283530"/>
                  </a:lnTo>
                  <a:lnTo>
                    <a:pt x="58210" y="287081"/>
                  </a:lnTo>
                  <a:lnTo>
                    <a:pt x="62322" y="290502"/>
                  </a:lnTo>
                  <a:lnTo>
                    <a:pt x="66542" y="293789"/>
                  </a:lnTo>
                  <a:lnTo>
                    <a:pt x="70864" y="296941"/>
                  </a:lnTo>
                  <a:lnTo>
                    <a:pt x="75285" y="299952"/>
                  </a:lnTo>
                  <a:lnTo>
                    <a:pt x="79801" y="302820"/>
                  </a:lnTo>
                  <a:lnTo>
                    <a:pt x="167166" y="1602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98850" y="941493"/>
              <a:ext cx="254521" cy="334328"/>
            </a:xfrm>
            <a:custGeom>
              <a:avLst/>
              <a:pathLst>
                <a:path w="254521" h="334328">
                  <a:moveTo>
                    <a:pt x="0" y="309688"/>
                  </a:moveTo>
                  <a:lnTo>
                    <a:pt x="4578" y="312396"/>
                  </a:lnTo>
                  <a:lnTo>
                    <a:pt x="9241" y="314956"/>
                  </a:lnTo>
                  <a:lnTo>
                    <a:pt x="13983" y="317367"/>
                  </a:lnTo>
                  <a:lnTo>
                    <a:pt x="18799" y="319626"/>
                  </a:lnTo>
                  <a:lnTo>
                    <a:pt x="23685" y="321730"/>
                  </a:lnTo>
                  <a:lnTo>
                    <a:pt x="28635" y="323678"/>
                  </a:lnTo>
                  <a:lnTo>
                    <a:pt x="33645" y="325468"/>
                  </a:lnTo>
                  <a:lnTo>
                    <a:pt x="38709" y="327097"/>
                  </a:lnTo>
                  <a:lnTo>
                    <a:pt x="43822" y="328564"/>
                  </a:lnTo>
                  <a:lnTo>
                    <a:pt x="48980" y="329868"/>
                  </a:lnTo>
                  <a:lnTo>
                    <a:pt x="54176" y="331007"/>
                  </a:lnTo>
                  <a:lnTo>
                    <a:pt x="59406" y="331980"/>
                  </a:lnTo>
                  <a:lnTo>
                    <a:pt x="64664" y="332786"/>
                  </a:lnTo>
                  <a:lnTo>
                    <a:pt x="69945" y="333424"/>
                  </a:lnTo>
                  <a:lnTo>
                    <a:pt x="75244" y="333894"/>
                  </a:lnTo>
                  <a:lnTo>
                    <a:pt x="80555" y="334196"/>
                  </a:lnTo>
                  <a:lnTo>
                    <a:pt x="85873" y="334328"/>
                  </a:lnTo>
                  <a:lnTo>
                    <a:pt x="91192" y="334291"/>
                  </a:lnTo>
                  <a:lnTo>
                    <a:pt x="96508" y="334084"/>
                  </a:lnTo>
                  <a:lnTo>
                    <a:pt x="101814" y="333709"/>
                  </a:lnTo>
                  <a:lnTo>
                    <a:pt x="107106" y="333165"/>
                  </a:lnTo>
                  <a:lnTo>
                    <a:pt x="112378" y="332452"/>
                  </a:lnTo>
                  <a:lnTo>
                    <a:pt x="117624" y="331573"/>
                  </a:lnTo>
                  <a:lnTo>
                    <a:pt x="122840" y="330527"/>
                  </a:lnTo>
                  <a:lnTo>
                    <a:pt x="128020" y="329315"/>
                  </a:lnTo>
                  <a:lnTo>
                    <a:pt x="133158" y="327940"/>
                  </a:lnTo>
                  <a:lnTo>
                    <a:pt x="138251" y="326401"/>
                  </a:lnTo>
                  <a:lnTo>
                    <a:pt x="143291" y="324702"/>
                  </a:lnTo>
                  <a:lnTo>
                    <a:pt x="148276" y="322842"/>
                  </a:lnTo>
                  <a:lnTo>
                    <a:pt x="153198" y="320826"/>
                  </a:lnTo>
                  <a:lnTo>
                    <a:pt x="158054" y="318653"/>
                  </a:lnTo>
                  <a:lnTo>
                    <a:pt x="162838" y="316327"/>
                  </a:lnTo>
                  <a:lnTo>
                    <a:pt x="167546" y="313850"/>
                  </a:lnTo>
                  <a:lnTo>
                    <a:pt x="172172" y="311225"/>
                  </a:lnTo>
                  <a:lnTo>
                    <a:pt x="176713" y="308453"/>
                  </a:lnTo>
                  <a:lnTo>
                    <a:pt x="181163" y="305539"/>
                  </a:lnTo>
                  <a:lnTo>
                    <a:pt x="185519" y="302484"/>
                  </a:lnTo>
                  <a:lnTo>
                    <a:pt x="189774" y="299293"/>
                  </a:lnTo>
                  <a:lnTo>
                    <a:pt x="193926" y="295967"/>
                  </a:lnTo>
                  <a:lnTo>
                    <a:pt x="197971" y="292512"/>
                  </a:lnTo>
                  <a:lnTo>
                    <a:pt x="201903" y="288929"/>
                  </a:lnTo>
                  <a:lnTo>
                    <a:pt x="205719" y="285223"/>
                  </a:lnTo>
                  <a:lnTo>
                    <a:pt x="209416" y="281397"/>
                  </a:lnTo>
                  <a:lnTo>
                    <a:pt x="212988" y="277456"/>
                  </a:lnTo>
                  <a:lnTo>
                    <a:pt x="216434" y="273403"/>
                  </a:lnTo>
                  <a:lnTo>
                    <a:pt x="219749" y="269243"/>
                  </a:lnTo>
                  <a:lnTo>
                    <a:pt x="222930" y="264979"/>
                  </a:lnTo>
                  <a:lnTo>
                    <a:pt x="225973" y="260616"/>
                  </a:lnTo>
                  <a:lnTo>
                    <a:pt x="228876" y="256158"/>
                  </a:lnTo>
                  <a:lnTo>
                    <a:pt x="231636" y="251611"/>
                  </a:lnTo>
                  <a:lnTo>
                    <a:pt x="234250" y="246977"/>
                  </a:lnTo>
                  <a:lnTo>
                    <a:pt x="236715" y="242263"/>
                  </a:lnTo>
                  <a:lnTo>
                    <a:pt x="239029" y="237473"/>
                  </a:lnTo>
                  <a:lnTo>
                    <a:pt x="241189" y="232612"/>
                  </a:lnTo>
                  <a:lnTo>
                    <a:pt x="243194" y="227685"/>
                  </a:lnTo>
                  <a:lnTo>
                    <a:pt x="245040" y="222696"/>
                  </a:lnTo>
                  <a:lnTo>
                    <a:pt x="246727" y="217651"/>
                  </a:lnTo>
                  <a:lnTo>
                    <a:pt x="248253" y="212555"/>
                  </a:lnTo>
                  <a:lnTo>
                    <a:pt x="249615" y="207412"/>
                  </a:lnTo>
                  <a:lnTo>
                    <a:pt x="250814" y="202230"/>
                  </a:lnTo>
                  <a:lnTo>
                    <a:pt x="251847" y="197011"/>
                  </a:lnTo>
                  <a:lnTo>
                    <a:pt x="252713" y="191763"/>
                  </a:lnTo>
                  <a:lnTo>
                    <a:pt x="253412" y="186489"/>
                  </a:lnTo>
                  <a:lnTo>
                    <a:pt x="253943" y="181196"/>
                  </a:lnTo>
                  <a:lnTo>
                    <a:pt x="254305" y="175889"/>
                  </a:lnTo>
                  <a:lnTo>
                    <a:pt x="254498" y="170573"/>
                  </a:lnTo>
                  <a:lnTo>
                    <a:pt x="254521" y="165253"/>
                  </a:lnTo>
                  <a:lnTo>
                    <a:pt x="254376" y="159935"/>
                  </a:lnTo>
                  <a:lnTo>
                    <a:pt x="254061" y="154625"/>
                  </a:lnTo>
                  <a:lnTo>
                    <a:pt x="253578" y="149328"/>
                  </a:lnTo>
                  <a:lnTo>
                    <a:pt x="252926" y="144048"/>
                  </a:lnTo>
                  <a:lnTo>
                    <a:pt x="252107" y="138792"/>
                  </a:lnTo>
                  <a:lnTo>
                    <a:pt x="251120" y="133565"/>
                  </a:lnTo>
                  <a:lnTo>
                    <a:pt x="249968" y="128371"/>
                  </a:lnTo>
                  <a:lnTo>
                    <a:pt x="248651" y="123217"/>
                  </a:lnTo>
                  <a:lnTo>
                    <a:pt x="247171" y="118108"/>
                  </a:lnTo>
                  <a:lnTo>
                    <a:pt x="245530" y="113048"/>
                  </a:lnTo>
                  <a:lnTo>
                    <a:pt x="243727" y="108043"/>
                  </a:lnTo>
                  <a:lnTo>
                    <a:pt x="241767" y="103097"/>
                  </a:lnTo>
                  <a:lnTo>
                    <a:pt x="239650" y="98217"/>
                  </a:lnTo>
                  <a:lnTo>
                    <a:pt x="237379" y="93406"/>
                  </a:lnTo>
                  <a:lnTo>
                    <a:pt x="234957" y="88671"/>
                  </a:lnTo>
                  <a:lnTo>
                    <a:pt x="232384" y="84014"/>
                  </a:lnTo>
                  <a:lnTo>
                    <a:pt x="229665" y="79442"/>
                  </a:lnTo>
                  <a:lnTo>
                    <a:pt x="226802" y="74959"/>
                  </a:lnTo>
                  <a:lnTo>
                    <a:pt x="223797" y="70569"/>
                  </a:lnTo>
                  <a:lnTo>
                    <a:pt x="220655" y="66277"/>
                  </a:lnTo>
                  <a:lnTo>
                    <a:pt x="217377" y="62087"/>
                  </a:lnTo>
                  <a:lnTo>
                    <a:pt x="213968" y="58003"/>
                  </a:lnTo>
                  <a:lnTo>
                    <a:pt x="210430" y="54030"/>
                  </a:lnTo>
                  <a:lnTo>
                    <a:pt x="206768" y="50172"/>
                  </a:lnTo>
                  <a:lnTo>
                    <a:pt x="202985" y="46432"/>
                  </a:lnTo>
                  <a:lnTo>
                    <a:pt x="199085" y="42814"/>
                  </a:lnTo>
                  <a:lnTo>
                    <a:pt x="195072" y="39323"/>
                  </a:lnTo>
                  <a:lnTo>
                    <a:pt x="190950" y="35960"/>
                  </a:lnTo>
                  <a:lnTo>
                    <a:pt x="186722" y="32731"/>
                  </a:lnTo>
                  <a:lnTo>
                    <a:pt x="182395" y="29638"/>
                  </a:lnTo>
                  <a:lnTo>
                    <a:pt x="177971" y="26684"/>
                  </a:lnTo>
                  <a:lnTo>
                    <a:pt x="173455" y="23872"/>
                  </a:lnTo>
                  <a:lnTo>
                    <a:pt x="168852" y="21205"/>
                  </a:lnTo>
                  <a:lnTo>
                    <a:pt x="164166" y="18686"/>
                  </a:lnTo>
                  <a:lnTo>
                    <a:pt x="159403" y="16318"/>
                  </a:lnTo>
                  <a:lnTo>
                    <a:pt x="154567" y="14102"/>
                  </a:lnTo>
                  <a:lnTo>
                    <a:pt x="149663" y="12041"/>
                  </a:lnTo>
                  <a:lnTo>
                    <a:pt x="144695" y="10138"/>
                  </a:lnTo>
                  <a:lnTo>
                    <a:pt x="139670" y="8393"/>
                  </a:lnTo>
                  <a:lnTo>
                    <a:pt x="134592" y="6809"/>
                  </a:lnTo>
                  <a:lnTo>
                    <a:pt x="129465" y="5388"/>
                  </a:lnTo>
                  <a:lnTo>
                    <a:pt x="124297" y="4130"/>
                  </a:lnTo>
                  <a:lnTo>
                    <a:pt x="119090" y="3038"/>
                  </a:lnTo>
                  <a:lnTo>
                    <a:pt x="113852" y="2111"/>
                  </a:lnTo>
                  <a:lnTo>
                    <a:pt x="108587" y="1352"/>
                  </a:lnTo>
                  <a:lnTo>
                    <a:pt x="103300" y="761"/>
                  </a:lnTo>
                  <a:lnTo>
                    <a:pt x="97997" y="338"/>
                  </a:lnTo>
                  <a:lnTo>
                    <a:pt x="92684" y="84"/>
                  </a:lnTo>
                  <a:lnTo>
                    <a:pt x="87365" y="0"/>
                  </a:lnTo>
                  <a:lnTo>
                    <a:pt x="873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344" y="1071028"/>
              <a:ext cx="167156" cy="176125"/>
            </a:xfrm>
            <a:custGeom>
              <a:avLst/>
              <a:pathLst>
                <a:path w="167156" h="176125">
                  <a:moveTo>
                    <a:pt x="167156" y="0"/>
                  </a:moveTo>
                  <a:lnTo>
                    <a:pt x="161726" y="88"/>
                  </a:lnTo>
                  <a:lnTo>
                    <a:pt x="156302" y="352"/>
                  </a:lnTo>
                  <a:lnTo>
                    <a:pt x="150889" y="793"/>
                  </a:lnTo>
                  <a:lnTo>
                    <a:pt x="145493" y="1409"/>
                  </a:lnTo>
                  <a:lnTo>
                    <a:pt x="140121" y="2200"/>
                  </a:lnTo>
                  <a:lnTo>
                    <a:pt x="134776" y="3165"/>
                  </a:lnTo>
                  <a:lnTo>
                    <a:pt x="129466" y="4304"/>
                  </a:lnTo>
                  <a:lnTo>
                    <a:pt x="124196" y="5614"/>
                  </a:lnTo>
                  <a:lnTo>
                    <a:pt x="118971" y="7095"/>
                  </a:lnTo>
                  <a:lnTo>
                    <a:pt x="113797" y="8744"/>
                  </a:lnTo>
                  <a:lnTo>
                    <a:pt x="108679" y="10561"/>
                  </a:lnTo>
                  <a:lnTo>
                    <a:pt x="103623" y="12543"/>
                  </a:lnTo>
                  <a:lnTo>
                    <a:pt x="98634" y="14689"/>
                  </a:lnTo>
                  <a:lnTo>
                    <a:pt x="93717" y="16995"/>
                  </a:lnTo>
                  <a:lnTo>
                    <a:pt x="88878" y="19460"/>
                  </a:lnTo>
                  <a:lnTo>
                    <a:pt x="84121" y="22080"/>
                  </a:lnTo>
                  <a:lnTo>
                    <a:pt x="79452" y="24854"/>
                  </a:lnTo>
                  <a:lnTo>
                    <a:pt x="74876" y="27778"/>
                  </a:lnTo>
                  <a:lnTo>
                    <a:pt x="70397" y="30849"/>
                  </a:lnTo>
                  <a:lnTo>
                    <a:pt x="66020" y="34064"/>
                  </a:lnTo>
                  <a:lnTo>
                    <a:pt x="61750" y="37419"/>
                  </a:lnTo>
                  <a:lnTo>
                    <a:pt x="57591" y="40912"/>
                  </a:lnTo>
                  <a:lnTo>
                    <a:pt x="53548" y="44537"/>
                  </a:lnTo>
                  <a:lnTo>
                    <a:pt x="49624" y="48292"/>
                  </a:lnTo>
                  <a:lnTo>
                    <a:pt x="45825" y="52173"/>
                  </a:lnTo>
                  <a:lnTo>
                    <a:pt x="42154" y="56174"/>
                  </a:lnTo>
                  <a:lnTo>
                    <a:pt x="38614" y="60293"/>
                  </a:lnTo>
                  <a:lnTo>
                    <a:pt x="35211" y="64525"/>
                  </a:lnTo>
                  <a:lnTo>
                    <a:pt x="31946" y="68865"/>
                  </a:lnTo>
                  <a:lnTo>
                    <a:pt x="28824" y="73309"/>
                  </a:lnTo>
                  <a:lnTo>
                    <a:pt x="25849" y="77852"/>
                  </a:lnTo>
                  <a:lnTo>
                    <a:pt x="23022" y="82489"/>
                  </a:lnTo>
                  <a:lnTo>
                    <a:pt x="20348" y="87216"/>
                  </a:lnTo>
                  <a:lnTo>
                    <a:pt x="17828" y="92027"/>
                  </a:lnTo>
                  <a:lnTo>
                    <a:pt x="15466" y="96917"/>
                  </a:lnTo>
                  <a:lnTo>
                    <a:pt x="13264" y="101881"/>
                  </a:lnTo>
                  <a:lnTo>
                    <a:pt x="11225" y="106914"/>
                  </a:lnTo>
                  <a:lnTo>
                    <a:pt x="9350" y="112011"/>
                  </a:lnTo>
                  <a:lnTo>
                    <a:pt x="7642" y="117166"/>
                  </a:lnTo>
                  <a:lnTo>
                    <a:pt x="6102" y="122374"/>
                  </a:lnTo>
                  <a:lnTo>
                    <a:pt x="4732" y="127629"/>
                  </a:lnTo>
                  <a:lnTo>
                    <a:pt x="3533" y="132926"/>
                  </a:lnTo>
                  <a:lnTo>
                    <a:pt x="2507" y="138259"/>
                  </a:lnTo>
                  <a:lnTo>
                    <a:pt x="1655" y="143622"/>
                  </a:lnTo>
                  <a:lnTo>
                    <a:pt x="978" y="149011"/>
                  </a:lnTo>
                  <a:lnTo>
                    <a:pt x="476" y="154418"/>
                  </a:lnTo>
                  <a:lnTo>
                    <a:pt x="149" y="159839"/>
                  </a:lnTo>
                  <a:lnTo>
                    <a:pt x="0" y="165268"/>
                  </a:lnTo>
                  <a:lnTo>
                    <a:pt x="26" y="170699"/>
                  </a:lnTo>
                  <a:lnTo>
                    <a:pt x="229" y="1761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574" y="1238196"/>
              <a:ext cx="166927" cy="8958"/>
            </a:xfrm>
            <a:custGeom>
              <a:avLst/>
              <a:pathLst>
                <a:path w="166927" h="8958">
                  <a:moveTo>
                    <a:pt x="0" y="8958"/>
                  </a:moveTo>
                  <a:lnTo>
                    <a:pt x="1669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574" y="1072688"/>
              <a:ext cx="334094" cy="332666"/>
            </a:xfrm>
            <a:custGeom>
              <a:avLst/>
              <a:pathLst>
                <a:path w="334094" h="332666">
                  <a:moveTo>
                    <a:pt x="0" y="174465"/>
                  </a:moveTo>
                  <a:lnTo>
                    <a:pt x="369" y="179771"/>
                  </a:lnTo>
                  <a:lnTo>
                    <a:pt x="907" y="185062"/>
                  </a:lnTo>
                  <a:lnTo>
                    <a:pt x="1613" y="190333"/>
                  </a:lnTo>
                  <a:lnTo>
                    <a:pt x="2486" y="195579"/>
                  </a:lnTo>
                  <a:lnTo>
                    <a:pt x="3526" y="200794"/>
                  </a:lnTo>
                  <a:lnTo>
                    <a:pt x="4731" y="205974"/>
                  </a:lnTo>
                  <a:lnTo>
                    <a:pt x="6101" y="211113"/>
                  </a:lnTo>
                  <a:lnTo>
                    <a:pt x="7633" y="216206"/>
                  </a:lnTo>
                  <a:lnTo>
                    <a:pt x="9326" y="221247"/>
                  </a:lnTo>
                  <a:lnTo>
                    <a:pt x="11179" y="226232"/>
                  </a:lnTo>
                  <a:lnTo>
                    <a:pt x="13189" y="231156"/>
                  </a:lnTo>
                  <a:lnTo>
                    <a:pt x="15355" y="236013"/>
                  </a:lnTo>
                  <a:lnTo>
                    <a:pt x="17675" y="240799"/>
                  </a:lnTo>
                  <a:lnTo>
                    <a:pt x="20145" y="245508"/>
                  </a:lnTo>
                  <a:lnTo>
                    <a:pt x="22765" y="250137"/>
                  </a:lnTo>
                  <a:lnTo>
                    <a:pt x="25530" y="254680"/>
                  </a:lnTo>
                  <a:lnTo>
                    <a:pt x="28438" y="259132"/>
                  </a:lnTo>
                  <a:lnTo>
                    <a:pt x="31486" y="263490"/>
                  </a:lnTo>
                  <a:lnTo>
                    <a:pt x="34671" y="267749"/>
                  </a:lnTo>
                  <a:lnTo>
                    <a:pt x="37991" y="271904"/>
                  </a:lnTo>
                  <a:lnTo>
                    <a:pt x="41440" y="275952"/>
                  </a:lnTo>
                  <a:lnTo>
                    <a:pt x="45017" y="279888"/>
                  </a:lnTo>
                  <a:lnTo>
                    <a:pt x="48717" y="283708"/>
                  </a:lnTo>
                  <a:lnTo>
                    <a:pt x="52537" y="287408"/>
                  </a:lnTo>
                  <a:lnTo>
                    <a:pt x="56472" y="290985"/>
                  </a:lnTo>
                  <a:lnTo>
                    <a:pt x="60520" y="294435"/>
                  </a:lnTo>
                  <a:lnTo>
                    <a:pt x="64675" y="297755"/>
                  </a:lnTo>
                  <a:lnTo>
                    <a:pt x="68933" y="300940"/>
                  </a:lnTo>
                  <a:lnTo>
                    <a:pt x="73291" y="303989"/>
                  </a:lnTo>
                  <a:lnTo>
                    <a:pt x="77743" y="306897"/>
                  </a:lnTo>
                  <a:lnTo>
                    <a:pt x="82286" y="309663"/>
                  </a:lnTo>
                  <a:lnTo>
                    <a:pt x="86914" y="312282"/>
                  </a:lnTo>
                  <a:lnTo>
                    <a:pt x="91624" y="314753"/>
                  </a:lnTo>
                  <a:lnTo>
                    <a:pt x="96409" y="317073"/>
                  </a:lnTo>
                  <a:lnTo>
                    <a:pt x="101266" y="319239"/>
                  </a:lnTo>
                  <a:lnTo>
                    <a:pt x="106190" y="321250"/>
                  </a:lnTo>
                  <a:lnTo>
                    <a:pt x="111175" y="323103"/>
                  </a:lnTo>
                  <a:lnTo>
                    <a:pt x="116216" y="324797"/>
                  </a:lnTo>
                  <a:lnTo>
                    <a:pt x="121308" y="326330"/>
                  </a:lnTo>
                  <a:lnTo>
                    <a:pt x="126447" y="327699"/>
                  </a:lnTo>
                  <a:lnTo>
                    <a:pt x="131627" y="328905"/>
                  </a:lnTo>
                  <a:lnTo>
                    <a:pt x="136842" y="329945"/>
                  </a:lnTo>
                  <a:lnTo>
                    <a:pt x="142088" y="330819"/>
                  </a:lnTo>
                  <a:lnTo>
                    <a:pt x="147360" y="331525"/>
                  </a:lnTo>
                  <a:lnTo>
                    <a:pt x="152650" y="332064"/>
                  </a:lnTo>
                  <a:lnTo>
                    <a:pt x="157956" y="332434"/>
                  </a:lnTo>
                  <a:lnTo>
                    <a:pt x="163270" y="332634"/>
                  </a:lnTo>
                  <a:lnTo>
                    <a:pt x="168588" y="332666"/>
                  </a:lnTo>
                  <a:lnTo>
                    <a:pt x="173905" y="332529"/>
                  </a:lnTo>
                  <a:lnTo>
                    <a:pt x="179214" y="332222"/>
                  </a:lnTo>
                  <a:lnTo>
                    <a:pt x="184511" y="331747"/>
                  </a:lnTo>
                  <a:lnTo>
                    <a:pt x="189790" y="331104"/>
                  </a:lnTo>
                  <a:lnTo>
                    <a:pt x="195046" y="330292"/>
                  </a:lnTo>
                  <a:lnTo>
                    <a:pt x="200274" y="329315"/>
                  </a:lnTo>
                  <a:lnTo>
                    <a:pt x="205467" y="328171"/>
                  </a:lnTo>
                  <a:lnTo>
                    <a:pt x="210622" y="326863"/>
                  </a:lnTo>
                  <a:lnTo>
                    <a:pt x="215733" y="325391"/>
                  </a:lnTo>
                  <a:lnTo>
                    <a:pt x="220794" y="323758"/>
                  </a:lnTo>
                  <a:lnTo>
                    <a:pt x="225801" y="321964"/>
                  </a:lnTo>
                  <a:lnTo>
                    <a:pt x="230748" y="320012"/>
                  </a:lnTo>
                  <a:lnTo>
                    <a:pt x="235630" y="317904"/>
                  </a:lnTo>
                  <a:lnTo>
                    <a:pt x="240443" y="315641"/>
                  </a:lnTo>
                  <a:lnTo>
                    <a:pt x="245181" y="313227"/>
                  </a:lnTo>
                  <a:lnTo>
                    <a:pt x="249841" y="310663"/>
                  </a:lnTo>
                  <a:lnTo>
                    <a:pt x="254416" y="307952"/>
                  </a:lnTo>
                  <a:lnTo>
                    <a:pt x="258903" y="305097"/>
                  </a:lnTo>
                  <a:lnTo>
                    <a:pt x="263297" y="302100"/>
                  </a:lnTo>
                  <a:lnTo>
                    <a:pt x="267593" y="298966"/>
                  </a:lnTo>
                  <a:lnTo>
                    <a:pt x="271787" y="295696"/>
                  </a:lnTo>
                  <a:lnTo>
                    <a:pt x="275876" y="292295"/>
                  </a:lnTo>
                  <a:lnTo>
                    <a:pt x="279853" y="288765"/>
                  </a:lnTo>
                  <a:lnTo>
                    <a:pt x="283717" y="285110"/>
                  </a:lnTo>
                  <a:lnTo>
                    <a:pt x="287463" y="281335"/>
                  </a:lnTo>
                  <a:lnTo>
                    <a:pt x="291086" y="277442"/>
                  </a:lnTo>
                  <a:lnTo>
                    <a:pt x="294584" y="273436"/>
                  </a:lnTo>
                  <a:lnTo>
                    <a:pt x="297952" y="269320"/>
                  </a:lnTo>
                  <a:lnTo>
                    <a:pt x="301188" y="265100"/>
                  </a:lnTo>
                  <a:lnTo>
                    <a:pt x="304288" y="260779"/>
                  </a:lnTo>
                  <a:lnTo>
                    <a:pt x="307249" y="256361"/>
                  </a:lnTo>
                  <a:lnTo>
                    <a:pt x="310068" y="251852"/>
                  </a:lnTo>
                  <a:lnTo>
                    <a:pt x="312743" y="247255"/>
                  </a:lnTo>
                  <a:lnTo>
                    <a:pt x="315269" y="242575"/>
                  </a:lnTo>
                  <a:lnTo>
                    <a:pt x="317646" y="237817"/>
                  </a:lnTo>
                  <a:lnTo>
                    <a:pt x="319870" y="232986"/>
                  </a:lnTo>
                  <a:lnTo>
                    <a:pt x="321939" y="228087"/>
                  </a:lnTo>
                  <a:lnTo>
                    <a:pt x="323851" y="223125"/>
                  </a:lnTo>
                  <a:lnTo>
                    <a:pt x="325604" y="218104"/>
                  </a:lnTo>
                  <a:lnTo>
                    <a:pt x="327197" y="213030"/>
                  </a:lnTo>
                  <a:lnTo>
                    <a:pt x="328628" y="207907"/>
                  </a:lnTo>
                  <a:lnTo>
                    <a:pt x="329894" y="202742"/>
                  </a:lnTo>
                  <a:lnTo>
                    <a:pt x="330996" y="197539"/>
                  </a:lnTo>
                  <a:lnTo>
                    <a:pt x="331932" y="192304"/>
                  </a:lnTo>
                  <a:lnTo>
                    <a:pt x="332701" y="187042"/>
                  </a:lnTo>
                  <a:lnTo>
                    <a:pt x="333302" y="181758"/>
                  </a:lnTo>
                  <a:lnTo>
                    <a:pt x="333735" y="176457"/>
                  </a:lnTo>
                  <a:lnTo>
                    <a:pt x="333999" y="171146"/>
                  </a:lnTo>
                  <a:lnTo>
                    <a:pt x="334094" y="165828"/>
                  </a:lnTo>
                  <a:lnTo>
                    <a:pt x="334019" y="160511"/>
                  </a:lnTo>
                  <a:lnTo>
                    <a:pt x="333776" y="155198"/>
                  </a:lnTo>
                  <a:lnTo>
                    <a:pt x="333364" y="149896"/>
                  </a:lnTo>
                  <a:lnTo>
                    <a:pt x="332783" y="144609"/>
                  </a:lnTo>
                  <a:lnTo>
                    <a:pt x="332034" y="139344"/>
                  </a:lnTo>
                  <a:lnTo>
                    <a:pt x="331118" y="134105"/>
                  </a:lnTo>
                  <a:lnTo>
                    <a:pt x="330036" y="128898"/>
                  </a:lnTo>
                  <a:lnTo>
                    <a:pt x="328789" y="123728"/>
                  </a:lnTo>
                  <a:lnTo>
                    <a:pt x="327378" y="118601"/>
                  </a:lnTo>
                  <a:lnTo>
                    <a:pt x="325805" y="113521"/>
                  </a:lnTo>
                  <a:lnTo>
                    <a:pt x="324071" y="108493"/>
                  </a:lnTo>
                  <a:lnTo>
                    <a:pt x="322178" y="103523"/>
                  </a:lnTo>
                  <a:lnTo>
                    <a:pt x="320128" y="98616"/>
                  </a:lnTo>
                  <a:lnTo>
                    <a:pt x="317922" y="93777"/>
                  </a:lnTo>
                  <a:lnTo>
                    <a:pt x="315564" y="89010"/>
                  </a:lnTo>
                  <a:lnTo>
                    <a:pt x="313056" y="84320"/>
                  </a:lnTo>
                  <a:lnTo>
                    <a:pt x="310399" y="79713"/>
                  </a:lnTo>
                  <a:lnTo>
                    <a:pt x="307598" y="75193"/>
                  </a:lnTo>
                  <a:lnTo>
                    <a:pt x="304654" y="70764"/>
                  </a:lnTo>
                  <a:lnTo>
                    <a:pt x="301570" y="66431"/>
                  </a:lnTo>
                  <a:lnTo>
                    <a:pt x="298350" y="62198"/>
                  </a:lnTo>
                  <a:lnTo>
                    <a:pt x="294998" y="58070"/>
                  </a:lnTo>
                  <a:lnTo>
                    <a:pt x="291515" y="54050"/>
                  </a:lnTo>
                  <a:lnTo>
                    <a:pt x="287907" y="50143"/>
                  </a:lnTo>
                  <a:lnTo>
                    <a:pt x="284176" y="46353"/>
                  </a:lnTo>
                  <a:lnTo>
                    <a:pt x="280326" y="42684"/>
                  </a:lnTo>
                  <a:lnTo>
                    <a:pt x="276362" y="39139"/>
                  </a:lnTo>
                  <a:lnTo>
                    <a:pt x="272287" y="35722"/>
                  </a:lnTo>
                  <a:lnTo>
                    <a:pt x="268105" y="32436"/>
                  </a:lnTo>
                  <a:lnTo>
                    <a:pt x="263821" y="29285"/>
                  </a:lnTo>
                  <a:lnTo>
                    <a:pt x="259439" y="26272"/>
                  </a:lnTo>
                  <a:lnTo>
                    <a:pt x="254963" y="23399"/>
                  </a:lnTo>
                  <a:lnTo>
                    <a:pt x="250398" y="20671"/>
                  </a:lnTo>
                  <a:lnTo>
                    <a:pt x="245749" y="18089"/>
                  </a:lnTo>
                  <a:lnTo>
                    <a:pt x="241020" y="15656"/>
                  </a:lnTo>
                  <a:lnTo>
                    <a:pt x="236215" y="13375"/>
                  </a:lnTo>
                  <a:lnTo>
                    <a:pt x="231341" y="11248"/>
                  </a:lnTo>
                  <a:lnTo>
                    <a:pt x="226402" y="9277"/>
                  </a:lnTo>
                  <a:lnTo>
                    <a:pt x="221402" y="7464"/>
                  </a:lnTo>
                  <a:lnTo>
                    <a:pt x="216347" y="5812"/>
                  </a:lnTo>
                  <a:lnTo>
                    <a:pt x="211242" y="4320"/>
                  </a:lnTo>
                  <a:lnTo>
                    <a:pt x="206092" y="2992"/>
                  </a:lnTo>
                  <a:lnTo>
                    <a:pt x="200903" y="1829"/>
                  </a:lnTo>
                  <a:lnTo>
                    <a:pt x="195679" y="831"/>
                  </a:lnTo>
                  <a:lnTo>
                    <a:pt x="190426" y="0"/>
                  </a:lnTo>
                  <a:lnTo>
                    <a:pt x="166927" y="1655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64501" y="1071028"/>
              <a:ext cx="23499" cy="167167"/>
            </a:xfrm>
            <a:custGeom>
              <a:avLst/>
              <a:pathLst>
                <a:path w="23499" h="167167">
                  <a:moveTo>
                    <a:pt x="23499" y="1659"/>
                  </a:moveTo>
                  <a:lnTo>
                    <a:pt x="15695" y="738"/>
                  </a:lnTo>
                  <a:lnTo>
                    <a:pt x="7856" y="1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22406" y="1322571"/>
              <a:ext cx="66314" cy="167167"/>
            </a:xfrm>
            <a:custGeom>
              <a:avLst/>
              <a:pathLst>
                <a:path w="66314" h="167167">
                  <a:moveTo>
                    <a:pt x="66314" y="0"/>
                  </a:moveTo>
                  <a:lnTo>
                    <a:pt x="60116" y="114"/>
                  </a:lnTo>
                  <a:lnTo>
                    <a:pt x="53927" y="459"/>
                  </a:lnTo>
                  <a:lnTo>
                    <a:pt x="47755" y="1033"/>
                  </a:lnTo>
                  <a:lnTo>
                    <a:pt x="41609" y="1835"/>
                  </a:lnTo>
                  <a:lnTo>
                    <a:pt x="35496" y="2865"/>
                  </a:lnTo>
                  <a:lnTo>
                    <a:pt x="29426" y="4120"/>
                  </a:lnTo>
                  <a:lnTo>
                    <a:pt x="23406" y="5600"/>
                  </a:lnTo>
                  <a:lnTo>
                    <a:pt x="17446" y="7302"/>
                  </a:lnTo>
                  <a:lnTo>
                    <a:pt x="11552" y="9224"/>
                  </a:lnTo>
                  <a:lnTo>
                    <a:pt x="5734" y="11362"/>
                  </a:lnTo>
                  <a:lnTo>
                    <a:pt x="0" y="13716"/>
                  </a:lnTo>
                  <a:lnTo>
                    <a:pt x="6631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406" y="1336287"/>
              <a:ext cx="66314" cy="153451"/>
            </a:xfrm>
            <a:custGeom>
              <a:avLst/>
              <a:pathLst>
                <a:path w="66314" h="153451">
                  <a:moveTo>
                    <a:pt x="0" y="0"/>
                  </a:moveTo>
                  <a:lnTo>
                    <a:pt x="66314" y="1534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321561" y="1336287"/>
              <a:ext cx="334323" cy="320613"/>
            </a:xfrm>
            <a:custGeom>
              <a:avLst/>
              <a:pathLst>
                <a:path w="334323" h="320613">
                  <a:moveTo>
                    <a:pt x="100844" y="0"/>
                  </a:moveTo>
                  <a:lnTo>
                    <a:pt x="96015" y="2178"/>
                  </a:lnTo>
                  <a:lnTo>
                    <a:pt x="91256" y="4509"/>
                  </a:lnTo>
                  <a:lnTo>
                    <a:pt x="86574" y="6989"/>
                  </a:lnTo>
                  <a:lnTo>
                    <a:pt x="81973" y="9616"/>
                  </a:lnTo>
                  <a:lnTo>
                    <a:pt x="77458" y="12388"/>
                  </a:lnTo>
                  <a:lnTo>
                    <a:pt x="73033" y="15302"/>
                  </a:lnTo>
                  <a:lnTo>
                    <a:pt x="68702" y="18354"/>
                  </a:lnTo>
                  <a:lnTo>
                    <a:pt x="64470" y="21542"/>
                  </a:lnTo>
                  <a:lnTo>
                    <a:pt x="60341" y="24862"/>
                  </a:lnTo>
                  <a:lnTo>
                    <a:pt x="56320" y="28312"/>
                  </a:lnTo>
                  <a:lnTo>
                    <a:pt x="52410" y="31888"/>
                  </a:lnTo>
                  <a:lnTo>
                    <a:pt x="48615" y="35585"/>
                  </a:lnTo>
                  <a:lnTo>
                    <a:pt x="44939" y="39401"/>
                  </a:lnTo>
                  <a:lnTo>
                    <a:pt x="41387" y="43331"/>
                  </a:lnTo>
                  <a:lnTo>
                    <a:pt x="37960" y="47373"/>
                  </a:lnTo>
                  <a:lnTo>
                    <a:pt x="34663" y="51520"/>
                  </a:lnTo>
                  <a:lnTo>
                    <a:pt x="31499" y="55770"/>
                  </a:lnTo>
                  <a:lnTo>
                    <a:pt x="28472" y="60118"/>
                  </a:lnTo>
                  <a:lnTo>
                    <a:pt x="25584" y="64560"/>
                  </a:lnTo>
                  <a:lnTo>
                    <a:pt x="22838" y="69092"/>
                  </a:lnTo>
                  <a:lnTo>
                    <a:pt x="20237" y="73708"/>
                  </a:lnTo>
                  <a:lnTo>
                    <a:pt x="17784" y="78404"/>
                  </a:lnTo>
                  <a:lnTo>
                    <a:pt x="15481" y="83175"/>
                  </a:lnTo>
                  <a:lnTo>
                    <a:pt x="13330" y="88017"/>
                  </a:lnTo>
                  <a:lnTo>
                    <a:pt x="11333" y="92925"/>
                  </a:lnTo>
                  <a:lnTo>
                    <a:pt x="9493" y="97894"/>
                  </a:lnTo>
                  <a:lnTo>
                    <a:pt x="7812" y="102918"/>
                  </a:lnTo>
                  <a:lnTo>
                    <a:pt x="6291" y="107993"/>
                  </a:lnTo>
                  <a:lnTo>
                    <a:pt x="4931" y="113114"/>
                  </a:lnTo>
                  <a:lnTo>
                    <a:pt x="3734" y="118275"/>
                  </a:lnTo>
                  <a:lnTo>
                    <a:pt x="2701" y="123472"/>
                  </a:lnTo>
                  <a:lnTo>
                    <a:pt x="1834" y="128699"/>
                  </a:lnTo>
                  <a:lnTo>
                    <a:pt x="1133" y="133951"/>
                  </a:lnTo>
                  <a:lnTo>
                    <a:pt x="598" y="139222"/>
                  </a:lnTo>
                  <a:lnTo>
                    <a:pt x="231" y="144507"/>
                  </a:lnTo>
                  <a:lnTo>
                    <a:pt x="31" y="149802"/>
                  </a:lnTo>
                  <a:lnTo>
                    <a:pt x="0" y="155100"/>
                  </a:lnTo>
                  <a:lnTo>
                    <a:pt x="136" y="160397"/>
                  </a:lnTo>
                  <a:lnTo>
                    <a:pt x="440" y="165686"/>
                  </a:lnTo>
                  <a:lnTo>
                    <a:pt x="911" y="170964"/>
                  </a:lnTo>
                  <a:lnTo>
                    <a:pt x="1550" y="176223"/>
                  </a:lnTo>
                  <a:lnTo>
                    <a:pt x="2355" y="181460"/>
                  </a:lnTo>
                  <a:lnTo>
                    <a:pt x="3325" y="186669"/>
                  </a:lnTo>
                  <a:lnTo>
                    <a:pt x="4460" y="191844"/>
                  </a:lnTo>
                  <a:lnTo>
                    <a:pt x="5758" y="196981"/>
                  </a:lnTo>
                  <a:lnTo>
                    <a:pt x="7219" y="202074"/>
                  </a:lnTo>
                  <a:lnTo>
                    <a:pt x="8840" y="207118"/>
                  </a:lnTo>
                  <a:lnTo>
                    <a:pt x="10620" y="212108"/>
                  </a:lnTo>
                  <a:lnTo>
                    <a:pt x="12558" y="217040"/>
                  </a:lnTo>
                  <a:lnTo>
                    <a:pt x="14651" y="221907"/>
                  </a:lnTo>
                  <a:lnTo>
                    <a:pt x="16897" y="226706"/>
                  </a:lnTo>
                  <a:lnTo>
                    <a:pt x="19294" y="231431"/>
                  </a:lnTo>
                  <a:lnTo>
                    <a:pt x="21839" y="236078"/>
                  </a:lnTo>
                  <a:lnTo>
                    <a:pt x="24531" y="240641"/>
                  </a:lnTo>
                  <a:lnTo>
                    <a:pt x="27365" y="245118"/>
                  </a:lnTo>
                  <a:lnTo>
                    <a:pt x="30341" y="249502"/>
                  </a:lnTo>
                  <a:lnTo>
                    <a:pt x="33453" y="253789"/>
                  </a:lnTo>
                  <a:lnTo>
                    <a:pt x="36700" y="257976"/>
                  </a:lnTo>
                  <a:lnTo>
                    <a:pt x="40078" y="262058"/>
                  </a:lnTo>
                  <a:lnTo>
                    <a:pt x="43584" y="266031"/>
                  </a:lnTo>
                  <a:lnTo>
                    <a:pt x="47214" y="269890"/>
                  </a:lnTo>
                  <a:lnTo>
                    <a:pt x="50964" y="273633"/>
                  </a:lnTo>
                  <a:lnTo>
                    <a:pt x="54831" y="277255"/>
                  </a:lnTo>
                  <a:lnTo>
                    <a:pt x="58811" y="280752"/>
                  </a:lnTo>
                  <a:lnTo>
                    <a:pt x="62899" y="284122"/>
                  </a:lnTo>
                  <a:lnTo>
                    <a:pt x="67093" y="287360"/>
                  </a:lnTo>
                  <a:lnTo>
                    <a:pt x="71387" y="290464"/>
                  </a:lnTo>
                  <a:lnTo>
                    <a:pt x="75777" y="293431"/>
                  </a:lnTo>
                  <a:lnTo>
                    <a:pt x="80259" y="296256"/>
                  </a:lnTo>
                  <a:lnTo>
                    <a:pt x="84828" y="298938"/>
                  </a:lnTo>
                  <a:lnTo>
                    <a:pt x="89480" y="301474"/>
                  </a:lnTo>
                  <a:lnTo>
                    <a:pt x="94210" y="303862"/>
                  </a:lnTo>
                  <a:lnTo>
                    <a:pt x="99013" y="306098"/>
                  </a:lnTo>
                  <a:lnTo>
                    <a:pt x="103885" y="308181"/>
                  </a:lnTo>
                  <a:lnTo>
                    <a:pt x="108820" y="310108"/>
                  </a:lnTo>
                  <a:lnTo>
                    <a:pt x="113814" y="311878"/>
                  </a:lnTo>
                  <a:lnTo>
                    <a:pt x="118862" y="313489"/>
                  </a:lnTo>
                  <a:lnTo>
                    <a:pt x="123958" y="314940"/>
                  </a:lnTo>
                  <a:lnTo>
                    <a:pt x="129097" y="316228"/>
                  </a:lnTo>
                  <a:lnTo>
                    <a:pt x="134275" y="317352"/>
                  </a:lnTo>
                  <a:lnTo>
                    <a:pt x="139485" y="318312"/>
                  </a:lnTo>
                  <a:lnTo>
                    <a:pt x="144724" y="319106"/>
                  </a:lnTo>
                  <a:lnTo>
                    <a:pt x="149985" y="319734"/>
                  </a:lnTo>
                  <a:lnTo>
                    <a:pt x="155263" y="320195"/>
                  </a:lnTo>
                  <a:lnTo>
                    <a:pt x="160553" y="320488"/>
                  </a:lnTo>
                  <a:lnTo>
                    <a:pt x="165850" y="320613"/>
                  </a:lnTo>
                  <a:lnTo>
                    <a:pt x="171148" y="320571"/>
                  </a:lnTo>
                  <a:lnTo>
                    <a:pt x="176442" y="320360"/>
                  </a:lnTo>
                  <a:lnTo>
                    <a:pt x="181727" y="319982"/>
                  </a:lnTo>
                  <a:lnTo>
                    <a:pt x="186997" y="319437"/>
                  </a:lnTo>
                  <a:lnTo>
                    <a:pt x="192247" y="318725"/>
                  </a:lnTo>
                  <a:lnTo>
                    <a:pt x="197472" y="317847"/>
                  </a:lnTo>
                  <a:lnTo>
                    <a:pt x="202667" y="316804"/>
                  </a:lnTo>
                  <a:lnTo>
                    <a:pt x="207826" y="315596"/>
                  </a:lnTo>
                  <a:lnTo>
                    <a:pt x="212944" y="314226"/>
                  </a:lnTo>
                  <a:lnTo>
                    <a:pt x="218016" y="312694"/>
                  </a:lnTo>
                  <a:lnTo>
                    <a:pt x="223037" y="311003"/>
                  </a:lnTo>
                  <a:lnTo>
                    <a:pt x="228002" y="309153"/>
                  </a:lnTo>
                  <a:lnTo>
                    <a:pt x="232905" y="307146"/>
                  </a:lnTo>
                  <a:lnTo>
                    <a:pt x="237743" y="304986"/>
                  </a:lnTo>
                  <a:lnTo>
                    <a:pt x="242510" y="302673"/>
                  </a:lnTo>
                  <a:lnTo>
                    <a:pt x="247201" y="300210"/>
                  </a:lnTo>
                  <a:lnTo>
                    <a:pt x="251812" y="297600"/>
                  </a:lnTo>
                  <a:lnTo>
                    <a:pt x="256337" y="294844"/>
                  </a:lnTo>
                  <a:lnTo>
                    <a:pt x="260773" y="291947"/>
                  </a:lnTo>
                  <a:lnTo>
                    <a:pt x="265115" y="288911"/>
                  </a:lnTo>
                  <a:lnTo>
                    <a:pt x="269359" y="285739"/>
                  </a:lnTo>
                  <a:lnTo>
                    <a:pt x="273500" y="282434"/>
                  </a:lnTo>
                  <a:lnTo>
                    <a:pt x="277534" y="278999"/>
                  </a:lnTo>
                  <a:lnTo>
                    <a:pt x="281457" y="275438"/>
                  </a:lnTo>
                  <a:lnTo>
                    <a:pt x="285266" y="271754"/>
                  </a:lnTo>
                  <a:lnTo>
                    <a:pt x="288956" y="267952"/>
                  </a:lnTo>
                  <a:lnTo>
                    <a:pt x="292523" y="264035"/>
                  </a:lnTo>
                  <a:lnTo>
                    <a:pt x="295964" y="260006"/>
                  </a:lnTo>
                  <a:lnTo>
                    <a:pt x="299277" y="255871"/>
                  </a:lnTo>
                  <a:lnTo>
                    <a:pt x="302456" y="251633"/>
                  </a:lnTo>
                  <a:lnTo>
                    <a:pt x="305499" y="247296"/>
                  </a:lnTo>
                  <a:lnTo>
                    <a:pt x="308404" y="242864"/>
                  </a:lnTo>
                  <a:lnTo>
                    <a:pt x="311167" y="238343"/>
                  </a:lnTo>
                  <a:lnTo>
                    <a:pt x="313785" y="233737"/>
                  </a:lnTo>
                  <a:lnTo>
                    <a:pt x="316255" y="229050"/>
                  </a:lnTo>
                  <a:lnTo>
                    <a:pt x="318576" y="224287"/>
                  </a:lnTo>
                  <a:lnTo>
                    <a:pt x="320745" y="219453"/>
                  </a:lnTo>
                  <a:lnTo>
                    <a:pt x="322759" y="214553"/>
                  </a:lnTo>
                  <a:lnTo>
                    <a:pt x="324618" y="209591"/>
                  </a:lnTo>
                  <a:lnTo>
                    <a:pt x="326318" y="204573"/>
                  </a:lnTo>
                  <a:lnTo>
                    <a:pt x="327858" y="199503"/>
                  </a:lnTo>
                  <a:lnTo>
                    <a:pt x="329236" y="194387"/>
                  </a:lnTo>
                  <a:lnTo>
                    <a:pt x="330452" y="189230"/>
                  </a:lnTo>
                  <a:lnTo>
                    <a:pt x="331504" y="184038"/>
                  </a:lnTo>
                  <a:lnTo>
                    <a:pt x="332391" y="178814"/>
                  </a:lnTo>
                  <a:lnTo>
                    <a:pt x="333112" y="173565"/>
                  </a:lnTo>
                  <a:lnTo>
                    <a:pt x="333666" y="168296"/>
                  </a:lnTo>
                  <a:lnTo>
                    <a:pt x="334053" y="163012"/>
                  </a:lnTo>
                  <a:lnTo>
                    <a:pt x="334272" y="157718"/>
                  </a:lnTo>
                  <a:lnTo>
                    <a:pt x="334323" y="152420"/>
                  </a:lnTo>
                  <a:lnTo>
                    <a:pt x="334206" y="147123"/>
                  </a:lnTo>
                  <a:lnTo>
                    <a:pt x="333922" y="141832"/>
                  </a:lnTo>
                  <a:lnTo>
                    <a:pt x="333470" y="136553"/>
                  </a:lnTo>
                  <a:lnTo>
                    <a:pt x="332851" y="131291"/>
                  </a:lnTo>
                  <a:lnTo>
                    <a:pt x="332066" y="126051"/>
                  </a:lnTo>
                  <a:lnTo>
                    <a:pt x="331114" y="120839"/>
                  </a:lnTo>
                  <a:lnTo>
                    <a:pt x="329999" y="115660"/>
                  </a:lnTo>
                  <a:lnTo>
                    <a:pt x="328719" y="110518"/>
                  </a:lnTo>
                  <a:lnTo>
                    <a:pt x="327277" y="105420"/>
                  </a:lnTo>
                  <a:lnTo>
                    <a:pt x="325675" y="100370"/>
                  </a:lnTo>
                  <a:lnTo>
                    <a:pt x="323913" y="95373"/>
                  </a:lnTo>
                  <a:lnTo>
                    <a:pt x="321994" y="90434"/>
                  </a:lnTo>
                  <a:lnTo>
                    <a:pt x="319919" y="85559"/>
                  </a:lnTo>
                  <a:lnTo>
                    <a:pt x="317691" y="80752"/>
                  </a:lnTo>
                  <a:lnTo>
                    <a:pt x="315311" y="76018"/>
                  </a:lnTo>
                  <a:lnTo>
                    <a:pt x="312783" y="71362"/>
                  </a:lnTo>
                  <a:lnTo>
                    <a:pt x="310108" y="66788"/>
                  </a:lnTo>
                  <a:lnTo>
                    <a:pt x="307290" y="62302"/>
                  </a:lnTo>
                  <a:lnTo>
                    <a:pt x="304331" y="57907"/>
                  </a:lnTo>
                  <a:lnTo>
                    <a:pt x="301234" y="53608"/>
                  </a:lnTo>
                  <a:lnTo>
                    <a:pt x="298003" y="49409"/>
                  </a:lnTo>
                  <a:lnTo>
                    <a:pt x="294640" y="45315"/>
                  </a:lnTo>
                  <a:lnTo>
                    <a:pt x="291149" y="41329"/>
                  </a:lnTo>
                  <a:lnTo>
                    <a:pt x="287534" y="37456"/>
                  </a:lnTo>
                  <a:lnTo>
                    <a:pt x="283797" y="33699"/>
                  </a:lnTo>
                  <a:lnTo>
                    <a:pt x="279944" y="30063"/>
                  </a:lnTo>
                  <a:lnTo>
                    <a:pt x="275977" y="26551"/>
                  </a:lnTo>
                  <a:lnTo>
                    <a:pt x="167159" y="1534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88720" y="1322571"/>
              <a:ext cx="108818" cy="167167"/>
            </a:xfrm>
            <a:custGeom>
              <a:avLst/>
              <a:pathLst>
                <a:path w="108818" h="167167">
                  <a:moveTo>
                    <a:pt x="108818" y="40267"/>
                  </a:moveTo>
                  <a:lnTo>
                    <a:pt x="104473" y="36667"/>
                  </a:lnTo>
                  <a:lnTo>
                    <a:pt x="100009" y="33216"/>
                  </a:lnTo>
                  <a:lnTo>
                    <a:pt x="95432" y="29917"/>
                  </a:lnTo>
                  <a:lnTo>
                    <a:pt x="90746" y="26774"/>
                  </a:lnTo>
                  <a:lnTo>
                    <a:pt x="85956" y="23792"/>
                  </a:lnTo>
                  <a:lnTo>
                    <a:pt x="81068" y="20973"/>
                  </a:lnTo>
                  <a:lnTo>
                    <a:pt x="76089" y="18320"/>
                  </a:lnTo>
                  <a:lnTo>
                    <a:pt x="71022" y="15837"/>
                  </a:lnTo>
                  <a:lnTo>
                    <a:pt x="65874" y="13526"/>
                  </a:lnTo>
                  <a:lnTo>
                    <a:pt x="60652" y="11391"/>
                  </a:lnTo>
                  <a:lnTo>
                    <a:pt x="55360" y="9433"/>
                  </a:lnTo>
                  <a:lnTo>
                    <a:pt x="50005" y="7654"/>
                  </a:lnTo>
                  <a:lnTo>
                    <a:pt x="44594" y="6057"/>
                  </a:lnTo>
                  <a:lnTo>
                    <a:pt x="39131" y="4644"/>
                  </a:lnTo>
                  <a:lnTo>
                    <a:pt x="33624" y="3416"/>
                  </a:lnTo>
                  <a:lnTo>
                    <a:pt x="28079" y="2375"/>
                  </a:lnTo>
                  <a:lnTo>
                    <a:pt x="22501" y="1521"/>
                  </a:lnTo>
                  <a:lnTo>
                    <a:pt x="16898" y="856"/>
                  </a:lnTo>
                  <a:lnTo>
                    <a:pt x="11276" y="380"/>
                  </a:lnTo>
                  <a:lnTo>
                    <a:pt x="564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2972" y="1681503"/>
              <a:ext cx="3552" cy="167167"/>
            </a:xfrm>
            <a:custGeom>
              <a:avLst/>
              <a:pathLst>
                <a:path w="3552" h="167167">
                  <a:moveTo>
                    <a:pt x="3552" y="0"/>
                  </a:moveTo>
                  <a:lnTo>
                    <a:pt x="0" y="37"/>
                  </a:lnTo>
                  <a:lnTo>
                    <a:pt x="355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2972" y="1681541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964750" y="1681541"/>
              <a:ext cx="121774" cy="167129"/>
            </a:xfrm>
            <a:custGeom>
              <a:avLst/>
              <a:pathLst>
                <a:path w="121774" h="167129">
                  <a:moveTo>
                    <a:pt x="118222" y="0"/>
                  </a:moveTo>
                  <a:lnTo>
                    <a:pt x="112690" y="209"/>
                  </a:lnTo>
                  <a:lnTo>
                    <a:pt x="107168" y="601"/>
                  </a:lnTo>
                  <a:lnTo>
                    <a:pt x="101662" y="1176"/>
                  </a:lnTo>
                  <a:lnTo>
                    <a:pt x="96178" y="1933"/>
                  </a:lnTo>
                  <a:lnTo>
                    <a:pt x="90722" y="2871"/>
                  </a:lnTo>
                  <a:lnTo>
                    <a:pt x="85300" y="3989"/>
                  </a:lnTo>
                  <a:lnTo>
                    <a:pt x="79918" y="5287"/>
                  </a:lnTo>
                  <a:lnTo>
                    <a:pt x="74583" y="6761"/>
                  </a:lnTo>
                  <a:lnTo>
                    <a:pt x="69298" y="8412"/>
                  </a:lnTo>
                  <a:lnTo>
                    <a:pt x="64072" y="10236"/>
                  </a:lnTo>
                  <a:lnTo>
                    <a:pt x="58909" y="12233"/>
                  </a:lnTo>
                  <a:lnTo>
                    <a:pt x="53814" y="14399"/>
                  </a:lnTo>
                  <a:lnTo>
                    <a:pt x="48794" y="16733"/>
                  </a:lnTo>
                  <a:lnTo>
                    <a:pt x="43855" y="19232"/>
                  </a:lnTo>
                  <a:lnTo>
                    <a:pt x="39000" y="21893"/>
                  </a:lnTo>
                  <a:lnTo>
                    <a:pt x="34237" y="24714"/>
                  </a:lnTo>
                  <a:lnTo>
                    <a:pt x="29569" y="27690"/>
                  </a:lnTo>
                  <a:lnTo>
                    <a:pt x="25003" y="30820"/>
                  </a:lnTo>
                  <a:lnTo>
                    <a:pt x="20542" y="34099"/>
                  </a:lnTo>
                  <a:lnTo>
                    <a:pt x="16193" y="37524"/>
                  </a:lnTo>
                  <a:lnTo>
                    <a:pt x="11960" y="41091"/>
                  </a:lnTo>
                  <a:lnTo>
                    <a:pt x="7846" y="44796"/>
                  </a:lnTo>
                  <a:lnTo>
                    <a:pt x="3858" y="48635"/>
                  </a:lnTo>
                  <a:lnTo>
                    <a:pt x="0" y="52605"/>
                  </a:lnTo>
                  <a:lnTo>
                    <a:pt x="121774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19358" y="1681503"/>
              <a:ext cx="334326" cy="334320"/>
            </a:xfrm>
            <a:custGeom>
              <a:avLst/>
              <a:pathLst>
                <a:path w="334326" h="334320">
                  <a:moveTo>
                    <a:pt x="45391" y="52642"/>
                  </a:moveTo>
                  <a:lnTo>
                    <a:pt x="41833" y="56547"/>
                  </a:lnTo>
                  <a:lnTo>
                    <a:pt x="38401" y="60562"/>
                  </a:lnTo>
                  <a:lnTo>
                    <a:pt x="35097" y="64684"/>
                  </a:lnTo>
                  <a:lnTo>
                    <a:pt x="31925" y="68908"/>
                  </a:lnTo>
                  <a:lnTo>
                    <a:pt x="28887" y="73231"/>
                  </a:lnTo>
                  <a:lnTo>
                    <a:pt x="25988" y="77647"/>
                  </a:lnTo>
                  <a:lnTo>
                    <a:pt x="23230" y="82152"/>
                  </a:lnTo>
                  <a:lnTo>
                    <a:pt x="20616" y="86742"/>
                  </a:lnTo>
                  <a:lnTo>
                    <a:pt x="18148" y="91413"/>
                  </a:lnTo>
                  <a:lnTo>
                    <a:pt x="15829" y="96159"/>
                  </a:lnTo>
                  <a:lnTo>
                    <a:pt x="13661" y="100976"/>
                  </a:lnTo>
                  <a:lnTo>
                    <a:pt x="11646" y="105860"/>
                  </a:lnTo>
                  <a:lnTo>
                    <a:pt x="9787" y="110804"/>
                  </a:lnTo>
                  <a:lnTo>
                    <a:pt x="8084" y="115805"/>
                  </a:lnTo>
                  <a:lnTo>
                    <a:pt x="6541" y="120857"/>
                  </a:lnTo>
                  <a:lnTo>
                    <a:pt x="5158" y="125955"/>
                  </a:lnTo>
                  <a:lnTo>
                    <a:pt x="3937" y="131095"/>
                  </a:lnTo>
                  <a:lnTo>
                    <a:pt x="2878" y="136270"/>
                  </a:lnTo>
                  <a:lnTo>
                    <a:pt x="1984" y="141477"/>
                  </a:lnTo>
                  <a:lnTo>
                    <a:pt x="1255" y="146709"/>
                  </a:lnTo>
                  <a:lnTo>
                    <a:pt x="691" y="151961"/>
                  </a:lnTo>
                  <a:lnTo>
                    <a:pt x="294" y="157229"/>
                  </a:lnTo>
                  <a:lnTo>
                    <a:pt x="63" y="162506"/>
                  </a:lnTo>
                  <a:lnTo>
                    <a:pt x="0" y="167788"/>
                  </a:lnTo>
                  <a:lnTo>
                    <a:pt x="103" y="173070"/>
                  </a:lnTo>
                  <a:lnTo>
                    <a:pt x="373" y="178346"/>
                  </a:lnTo>
                  <a:lnTo>
                    <a:pt x="809" y="183610"/>
                  </a:lnTo>
                  <a:lnTo>
                    <a:pt x="1412" y="188858"/>
                  </a:lnTo>
                  <a:lnTo>
                    <a:pt x="2180" y="194085"/>
                  </a:lnTo>
                  <a:lnTo>
                    <a:pt x="3113" y="199284"/>
                  </a:lnTo>
                  <a:lnTo>
                    <a:pt x="4209" y="204452"/>
                  </a:lnTo>
                  <a:lnTo>
                    <a:pt x="5469" y="209582"/>
                  </a:lnTo>
                  <a:lnTo>
                    <a:pt x="6890" y="214670"/>
                  </a:lnTo>
                  <a:lnTo>
                    <a:pt x="8471" y="219710"/>
                  </a:lnTo>
                  <a:lnTo>
                    <a:pt x="10210" y="224698"/>
                  </a:lnTo>
                  <a:lnTo>
                    <a:pt x="12106" y="229629"/>
                  </a:lnTo>
                  <a:lnTo>
                    <a:pt x="14157" y="234497"/>
                  </a:lnTo>
                  <a:lnTo>
                    <a:pt x="16361" y="239298"/>
                  </a:lnTo>
                  <a:lnTo>
                    <a:pt x="18715" y="244027"/>
                  </a:lnTo>
                  <a:lnTo>
                    <a:pt x="21218" y="248679"/>
                  </a:lnTo>
                  <a:lnTo>
                    <a:pt x="23866" y="253250"/>
                  </a:lnTo>
                  <a:lnTo>
                    <a:pt x="26658" y="257734"/>
                  </a:lnTo>
                  <a:lnTo>
                    <a:pt x="29590" y="262129"/>
                  </a:lnTo>
                  <a:lnTo>
                    <a:pt x="32659" y="266428"/>
                  </a:lnTo>
                  <a:lnTo>
                    <a:pt x="35862" y="270629"/>
                  </a:lnTo>
                  <a:lnTo>
                    <a:pt x="39197" y="274726"/>
                  </a:lnTo>
                  <a:lnTo>
                    <a:pt x="42659" y="278716"/>
                  </a:lnTo>
                  <a:lnTo>
                    <a:pt x="46246" y="282594"/>
                  </a:lnTo>
                  <a:lnTo>
                    <a:pt x="49953" y="286357"/>
                  </a:lnTo>
                  <a:lnTo>
                    <a:pt x="53778" y="290001"/>
                  </a:lnTo>
                  <a:lnTo>
                    <a:pt x="57716" y="293522"/>
                  </a:lnTo>
                  <a:lnTo>
                    <a:pt x="61763" y="296917"/>
                  </a:lnTo>
                  <a:lnTo>
                    <a:pt x="65915" y="300183"/>
                  </a:lnTo>
                  <a:lnTo>
                    <a:pt x="70168" y="303316"/>
                  </a:lnTo>
                  <a:lnTo>
                    <a:pt x="74519" y="306312"/>
                  </a:lnTo>
                  <a:lnTo>
                    <a:pt x="78961" y="309170"/>
                  </a:lnTo>
                  <a:lnTo>
                    <a:pt x="83492" y="311886"/>
                  </a:lnTo>
                  <a:lnTo>
                    <a:pt x="88107" y="314458"/>
                  </a:lnTo>
                  <a:lnTo>
                    <a:pt x="92800" y="316882"/>
                  </a:lnTo>
                  <a:lnTo>
                    <a:pt x="97568" y="319157"/>
                  </a:lnTo>
                  <a:lnTo>
                    <a:pt x="102405" y="321280"/>
                  </a:lnTo>
                  <a:lnTo>
                    <a:pt x="107307" y="323250"/>
                  </a:lnTo>
                  <a:lnTo>
                    <a:pt x="112268" y="325063"/>
                  </a:lnTo>
                  <a:lnTo>
                    <a:pt x="117285" y="326719"/>
                  </a:lnTo>
                  <a:lnTo>
                    <a:pt x="122351" y="328215"/>
                  </a:lnTo>
                  <a:lnTo>
                    <a:pt x="127462" y="329551"/>
                  </a:lnTo>
                  <a:lnTo>
                    <a:pt x="132612" y="330724"/>
                  </a:lnTo>
                  <a:lnTo>
                    <a:pt x="137797" y="331734"/>
                  </a:lnTo>
                  <a:lnTo>
                    <a:pt x="143012" y="332580"/>
                  </a:lnTo>
                  <a:lnTo>
                    <a:pt x="148250" y="333261"/>
                  </a:lnTo>
                  <a:lnTo>
                    <a:pt x="153508" y="333776"/>
                  </a:lnTo>
                  <a:lnTo>
                    <a:pt x="158779" y="334124"/>
                  </a:lnTo>
                  <a:lnTo>
                    <a:pt x="164058" y="334306"/>
                  </a:lnTo>
                  <a:lnTo>
                    <a:pt x="169341" y="334320"/>
                  </a:lnTo>
                  <a:lnTo>
                    <a:pt x="174621" y="334168"/>
                  </a:lnTo>
                  <a:lnTo>
                    <a:pt x="179894" y="333849"/>
                  </a:lnTo>
                  <a:lnTo>
                    <a:pt x="185155" y="333364"/>
                  </a:lnTo>
                  <a:lnTo>
                    <a:pt x="190397" y="332712"/>
                  </a:lnTo>
                  <a:lnTo>
                    <a:pt x="195616" y="331896"/>
                  </a:lnTo>
                  <a:lnTo>
                    <a:pt x="200807" y="330914"/>
                  </a:lnTo>
                  <a:lnTo>
                    <a:pt x="205964" y="329770"/>
                  </a:lnTo>
                  <a:lnTo>
                    <a:pt x="211082" y="328463"/>
                  </a:lnTo>
                  <a:lnTo>
                    <a:pt x="216156" y="326995"/>
                  </a:lnTo>
                  <a:lnTo>
                    <a:pt x="221182" y="325367"/>
                  </a:lnTo>
                  <a:lnTo>
                    <a:pt x="226153" y="323581"/>
                  </a:lnTo>
                  <a:lnTo>
                    <a:pt x="231066" y="321639"/>
                  </a:lnTo>
                  <a:lnTo>
                    <a:pt x="235915" y="319543"/>
                  </a:lnTo>
                  <a:lnTo>
                    <a:pt x="240695" y="317295"/>
                  </a:lnTo>
                  <a:lnTo>
                    <a:pt x="245402" y="314897"/>
                  </a:lnTo>
                  <a:lnTo>
                    <a:pt x="250031" y="312351"/>
                  </a:lnTo>
                  <a:lnTo>
                    <a:pt x="254577" y="309660"/>
                  </a:lnTo>
                  <a:lnTo>
                    <a:pt x="259035" y="306827"/>
                  </a:lnTo>
                  <a:lnTo>
                    <a:pt x="263402" y="303854"/>
                  </a:lnTo>
                  <a:lnTo>
                    <a:pt x="267673" y="300746"/>
                  </a:lnTo>
                  <a:lnTo>
                    <a:pt x="271844" y="297503"/>
                  </a:lnTo>
                  <a:lnTo>
                    <a:pt x="275909" y="294131"/>
                  </a:lnTo>
                  <a:lnTo>
                    <a:pt x="279867" y="290631"/>
                  </a:lnTo>
                  <a:lnTo>
                    <a:pt x="283712" y="287009"/>
                  </a:lnTo>
                  <a:lnTo>
                    <a:pt x="287440" y="283266"/>
                  </a:lnTo>
                  <a:lnTo>
                    <a:pt x="291048" y="279408"/>
                  </a:lnTo>
                  <a:lnTo>
                    <a:pt x="294533" y="275438"/>
                  </a:lnTo>
                  <a:lnTo>
                    <a:pt x="297890" y="271359"/>
                  </a:lnTo>
                  <a:lnTo>
                    <a:pt x="301117" y="267177"/>
                  </a:lnTo>
                  <a:lnTo>
                    <a:pt x="304210" y="262895"/>
                  </a:lnTo>
                  <a:lnTo>
                    <a:pt x="307166" y="258517"/>
                  </a:lnTo>
                  <a:lnTo>
                    <a:pt x="309983" y="254048"/>
                  </a:lnTo>
                  <a:lnTo>
                    <a:pt x="312657" y="249492"/>
                  </a:lnTo>
                  <a:lnTo>
                    <a:pt x="315185" y="244854"/>
                  </a:lnTo>
                  <a:lnTo>
                    <a:pt x="317566" y="240138"/>
                  </a:lnTo>
                  <a:lnTo>
                    <a:pt x="319796" y="235349"/>
                  </a:lnTo>
                  <a:lnTo>
                    <a:pt x="321875" y="230493"/>
                  </a:lnTo>
                  <a:lnTo>
                    <a:pt x="323798" y="225573"/>
                  </a:lnTo>
                  <a:lnTo>
                    <a:pt x="325565" y="220595"/>
                  </a:lnTo>
                  <a:lnTo>
                    <a:pt x="327174" y="215563"/>
                  </a:lnTo>
                  <a:lnTo>
                    <a:pt x="328624" y="210483"/>
                  </a:lnTo>
                  <a:lnTo>
                    <a:pt x="329912" y="205360"/>
                  </a:lnTo>
                  <a:lnTo>
                    <a:pt x="331037" y="200199"/>
                  </a:lnTo>
                  <a:lnTo>
                    <a:pt x="331999" y="195004"/>
                  </a:lnTo>
                  <a:lnTo>
                    <a:pt x="332796" y="189782"/>
                  </a:lnTo>
                  <a:lnTo>
                    <a:pt x="333428" y="184538"/>
                  </a:lnTo>
                  <a:lnTo>
                    <a:pt x="333894" y="179276"/>
                  </a:lnTo>
                  <a:lnTo>
                    <a:pt x="334193" y="174002"/>
                  </a:lnTo>
                  <a:lnTo>
                    <a:pt x="334326" y="168721"/>
                  </a:lnTo>
                  <a:lnTo>
                    <a:pt x="334292" y="163438"/>
                  </a:lnTo>
                  <a:lnTo>
                    <a:pt x="334090" y="158159"/>
                  </a:lnTo>
                  <a:lnTo>
                    <a:pt x="333722" y="152890"/>
                  </a:lnTo>
                  <a:lnTo>
                    <a:pt x="333188" y="147634"/>
                  </a:lnTo>
                  <a:lnTo>
                    <a:pt x="332488" y="142398"/>
                  </a:lnTo>
                  <a:lnTo>
                    <a:pt x="331623" y="137187"/>
                  </a:lnTo>
                  <a:lnTo>
                    <a:pt x="330594" y="132006"/>
                  </a:lnTo>
                  <a:lnTo>
                    <a:pt x="329401" y="126860"/>
                  </a:lnTo>
                  <a:lnTo>
                    <a:pt x="328046" y="121754"/>
                  </a:lnTo>
                  <a:lnTo>
                    <a:pt x="326531" y="116693"/>
                  </a:lnTo>
                  <a:lnTo>
                    <a:pt x="324857" y="111683"/>
                  </a:lnTo>
                  <a:lnTo>
                    <a:pt x="323025" y="106728"/>
                  </a:lnTo>
                  <a:lnTo>
                    <a:pt x="321037" y="101834"/>
                  </a:lnTo>
                  <a:lnTo>
                    <a:pt x="318896" y="97004"/>
                  </a:lnTo>
                  <a:lnTo>
                    <a:pt x="316604" y="92245"/>
                  </a:lnTo>
                  <a:lnTo>
                    <a:pt x="314162" y="87561"/>
                  </a:lnTo>
                  <a:lnTo>
                    <a:pt x="311573" y="82956"/>
                  </a:lnTo>
                  <a:lnTo>
                    <a:pt x="308840" y="78435"/>
                  </a:lnTo>
                  <a:lnTo>
                    <a:pt x="305966" y="74003"/>
                  </a:lnTo>
                  <a:lnTo>
                    <a:pt x="302953" y="69664"/>
                  </a:lnTo>
                  <a:lnTo>
                    <a:pt x="299804" y="65422"/>
                  </a:lnTo>
                  <a:lnTo>
                    <a:pt x="296523" y="61282"/>
                  </a:lnTo>
                  <a:lnTo>
                    <a:pt x="293113" y="57248"/>
                  </a:lnTo>
                  <a:lnTo>
                    <a:pt x="289577" y="53323"/>
                  </a:lnTo>
                  <a:lnTo>
                    <a:pt x="285919" y="49512"/>
                  </a:lnTo>
                  <a:lnTo>
                    <a:pt x="282142" y="45819"/>
                  </a:lnTo>
                  <a:lnTo>
                    <a:pt x="278251" y="42247"/>
                  </a:lnTo>
                  <a:lnTo>
                    <a:pt x="274248" y="38799"/>
                  </a:lnTo>
                  <a:lnTo>
                    <a:pt x="270139" y="35480"/>
                  </a:lnTo>
                  <a:lnTo>
                    <a:pt x="265926" y="32292"/>
                  </a:lnTo>
                  <a:lnTo>
                    <a:pt x="261616" y="29239"/>
                  </a:lnTo>
                  <a:lnTo>
                    <a:pt x="257210" y="26323"/>
                  </a:lnTo>
                  <a:lnTo>
                    <a:pt x="252715" y="23549"/>
                  </a:lnTo>
                  <a:lnTo>
                    <a:pt x="248135" y="20917"/>
                  </a:lnTo>
                  <a:lnTo>
                    <a:pt x="243473" y="18432"/>
                  </a:lnTo>
                  <a:lnTo>
                    <a:pt x="238736" y="16095"/>
                  </a:lnTo>
                  <a:lnTo>
                    <a:pt x="233927" y="13909"/>
                  </a:lnTo>
                  <a:lnTo>
                    <a:pt x="229051" y="11876"/>
                  </a:lnTo>
                  <a:lnTo>
                    <a:pt x="224113" y="9998"/>
                  </a:lnTo>
                  <a:lnTo>
                    <a:pt x="219119" y="8278"/>
                  </a:lnTo>
                  <a:lnTo>
                    <a:pt x="214073" y="6715"/>
                  </a:lnTo>
                  <a:lnTo>
                    <a:pt x="208979" y="5313"/>
                  </a:lnTo>
                  <a:lnTo>
                    <a:pt x="203844" y="4073"/>
                  </a:lnTo>
                  <a:lnTo>
                    <a:pt x="198673" y="2996"/>
                  </a:lnTo>
                  <a:lnTo>
                    <a:pt x="193470" y="2082"/>
                  </a:lnTo>
                  <a:lnTo>
                    <a:pt x="188241" y="1333"/>
                  </a:lnTo>
                  <a:lnTo>
                    <a:pt x="182990" y="750"/>
                  </a:lnTo>
                  <a:lnTo>
                    <a:pt x="177724" y="333"/>
                  </a:lnTo>
                  <a:lnTo>
                    <a:pt x="172448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48239" y="2126963"/>
              <a:ext cx="33048" cy="167167"/>
            </a:xfrm>
            <a:custGeom>
              <a:avLst/>
              <a:pathLst>
                <a:path w="33048" h="167167">
                  <a:moveTo>
                    <a:pt x="33048" y="0"/>
                  </a:moveTo>
                  <a:lnTo>
                    <a:pt x="26396" y="132"/>
                  </a:lnTo>
                  <a:lnTo>
                    <a:pt x="19755" y="529"/>
                  </a:lnTo>
                  <a:lnTo>
                    <a:pt x="13135" y="1190"/>
                  </a:lnTo>
                  <a:lnTo>
                    <a:pt x="6546" y="2114"/>
                  </a:lnTo>
                  <a:lnTo>
                    <a:pt x="0" y="3299"/>
                  </a:lnTo>
                  <a:lnTo>
                    <a:pt x="330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239" y="2130262"/>
              <a:ext cx="33048" cy="163868"/>
            </a:xfrm>
            <a:custGeom>
              <a:avLst/>
              <a:pathLst>
                <a:path w="33048" h="163868">
                  <a:moveTo>
                    <a:pt x="0" y="0"/>
                  </a:moveTo>
                  <a:lnTo>
                    <a:pt x="33048" y="163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614124" y="2130262"/>
              <a:ext cx="334328" cy="331027"/>
            </a:xfrm>
            <a:custGeom>
              <a:avLst/>
              <a:pathLst>
                <a:path w="334328" h="331027">
                  <a:moveTo>
                    <a:pt x="134115" y="0"/>
                  </a:moveTo>
                  <a:lnTo>
                    <a:pt x="128930" y="1131"/>
                  </a:lnTo>
                  <a:lnTo>
                    <a:pt x="123784" y="2426"/>
                  </a:lnTo>
                  <a:lnTo>
                    <a:pt x="118682" y="3885"/>
                  </a:lnTo>
                  <a:lnTo>
                    <a:pt x="113629" y="5504"/>
                  </a:lnTo>
                  <a:lnTo>
                    <a:pt x="108629" y="7283"/>
                  </a:lnTo>
                  <a:lnTo>
                    <a:pt x="103689" y="9220"/>
                  </a:lnTo>
                  <a:lnTo>
                    <a:pt x="98812" y="11312"/>
                  </a:lnTo>
                  <a:lnTo>
                    <a:pt x="94005" y="13559"/>
                  </a:lnTo>
                  <a:lnTo>
                    <a:pt x="89271" y="15956"/>
                  </a:lnTo>
                  <a:lnTo>
                    <a:pt x="84615" y="18503"/>
                  </a:lnTo>
                  <a:lnTo>
                    <a:pt x="80043" y="21197"/>
                  </a:lnTo>
                  <a:lnTo>
                    <a:pt x="75559" y="24034"/>
                  </a:lnTo>
                  <a:lnTo>
                    <a:pt x="71166" y="27012"/>
                  </a:lnTo>
                  <a:lnTo>
                    <a:pt x="66871" y="30127"/>
                  </a:lnTo>
                  <a:lnTo>
                    <a:pt x="62677" y="33378"/>
                  </a:lnTo>
                  <a:lnTo>
                    <a:pt x="58588" y="36760"/>
                  </a:lnTo>
                  <a:lnTo>
                    <a:pt x="54608" y="40270"/>
                  </a:lnTo>
                  <a:lnTo>
                    <a:pt x="50742" y="43905"/>
                  </a:lnTo>
                  <a:lnTo>
                    <a:pt x="46993" y="47661"/>
                  </a:lnTo>
                  <a:lnTo>
                    <a:pt x="43365" y="51534"/>
                  </a:lnTo>
                  <a:lnTo>
                    <a:pt x="39862" y="55519"/>
                  </a:lnTo>
                  <a:lnTo>
                    <a:pt x="36487" y="59615"/>
                  </a:lnTo>
                  <a:lnTo>
                    <a:pt x="33244" y="63815"/>
                  </a:lnTo>
                  <a:lnTo>
                    <a:pt x="30136" y="68116"/>
                  </a:lnTo>
                  <a:lnTo>
                    <a:pt x="27166" y="72513"/>
                  </a:lnTo>
                  <a:lnTo>
                    <a:pt x="24337" y="77003"/>
                  </a:lnTo>
                  <a:lnTo>
                    <a:pt x="21651" y="81580"/>
                  </a:lnTo>
                  <a:lnTo>
                    <a:pt x="19113" y="86240"/>
                  </a:lnTo>
                  <a:lnTo>
                    <a:pt x="16724" y="90978"/>
                  </a:lnTo>
                  <a:lnTo>
                    <a:pt x="14486" y="95790"/>
                  </a:lnTo>
                  <a:lnTo>
                    <a:pt x="12402" y="100670"/>
                  </a:lnTo>
                  <a:lnTo>
                    <a:pt x="10474" y="105614"/>
                  </a:lnTo>
                  <a:lnTo>
                    <a:pt x="8704" y="110616"/>
                  </a:lnTo>
                  <a:lnTo>
                    <a:pt x="7094" y="115673"/>
                  </a:lnTo>
                  <a:lnTo>
                    <a:pt x="5645" y="120778"/>
                  </a:lnTo>
                  <a:lnTo>
                    <a:pt x="4358" y="125926"/>
                  </a:lnTo>
                  <a:lnTo>
                    <a:pt x="3236" y="131112"/>
                  </a:lnTo>
                  <a:lnTo>
                    <a:pt x="2279" y="136332"/>
                  </a:lnTo>
                  <a:lnTo>
                    <a:pt x="1488" y="141579"/>
                  </a:lnTo>
                  <a:lnTo>
                    <a:pt x="864" y="146849"/>
                  </a:lnTo>
                  <a:lnTo>
                    <a:pt x="408" y="152136"/>
                  </a:lnTo>
                  <a:lnTo>
                    <a:pt x="120" y="157434"/>
                  </a:lnTo>
                  <a:lnTo>
                    <a:pt x="0" y="162740"/>
                  </a:lnTo>
                  <a:lnTo>
                    <a:pt x="48" y="168046"/>
                  </a:lnTo>
                  <a:lnTo>
                    <a:pt x="265" y="173348"/>
                  </a:lnTo>
                  <a:lnTo>
                    <a:pt x="650" y="178641"/>
                  </a:lnTo>
                  <a:lnTo>
                    <a:pt x="1203" y="183918"/>
                  </a:lnTo>
                  <a:lnTo>
                    <a:pt x="1923" y="189176"/>
                  </a:lnTo>
                  <a:lnTo>
                    <a:pt x="2809" y="194408"/>
                  </a:lnTo>
                  <a:lnTo>
                    <a:pt x="3861" y="199609"/>
                  </a:lnTo>
                  <a:lnTo>
                    <a:pt x="5078" y="204774"/>
                  </a:lnTo>
                  <a:lnTo>
                    <a:pt x="6458" y="209898"/>
                  </a:lnTo>
                  <a:lnTo>
                    <a:pt x="8000" y="214976"/>
                  </a:lnTo>
                  <a:lnTo>
                    <a:pt x="9702" y="220002"/>
                  </a:lnTo>
                  <a:lnTo>
                    <a:pt x="11563" y="224971"/>
                  </a:lnTo>
                  <a:lnTo>
                    <a:pt x="13581" y="229879"/>
                  </a:lnTo>
                  <a:lnTo>
                    <a:pt x="15754" y="234720"/>
                  </a:lnTo>
                  <a:lnTo>
                    <a:pt x="18079" y="239490"/>
                  </a:lnTo>
                  <a:lnTo>
                    <a:pt x="20554" y="244184"/>
                  </a:lnTo>
                  <a:lnTo>
                    <a:pt x="23177" y="248797"/>
                  </a:lnTo>
                  <a:lnTo>
                    <a:pt x="25945" y="253324"/>
                  </a:lnTo>
                  <a:lnTo>
                    <a:pt x="28856" y="257762"/>
                  </a:lnTo>
                  <a:lnTo>
                    <a:pt x="31906" y="262104"/>
                  </a:lnTo>
                  <a:lnTo>
                    <a:pt x="35092" y="266348"/>
                  </a:lnTo>
                  <a:lnTo>
                    <a:pt x="38411" y="270488"/>
                  </a:lnTo>
                  <a:lnTo>
                    <a:pt x="41860" y="274521"/>
                  </a:lnTo>
                  <a:lnTo>
                    <a:pt x="45435" y="278442"/>
                  </a:lnTo>
                  <a:lnTo>
                    <a:pt x="49133" y="282248"/>
                  </a:lnTo>
                  <a:lnTo>
                    <a:pt x="52950" y="285935"/>
                  </a:lnTo>
                  <a:lnTo>
                    <a:pt x="56882" y="289498"/>
                  </a:lnTo>
                  <a:lnTo>
                    <a:pt x="60925" y="292935"/>
                  </a:lnTo>
                  <a:lnTo>
                    <a:pt x="65075" y="296242"/>
                  </a:lnTo>
                  <a:lnTo>
                    <a:pt x="69328" y="299416"/>
                  </a:lnTo>
                  <a:lnTo>
                    <a:pt x="73680" y="302453"/>
                  </a:lnTo>
                  <a:lnTo>
                    <a:pt x="78126" y="305350"/>
                  </a:lnTo>
                  <a:lnTo>
                    <a:pt x="82661" y="308105"/>
                  </a:lnTo>
                  <a:lnTo>
                    <a:pt x="87282" y="310714"/>
                  </a:lnTo>
                  <a:lnTo>
                    <a:pt x="91983" y="313176"/>
                  </a:lnTo>
                  <a:lnTo>
                    <a:pt x="96760" y="315487"/>
                  </a:lnTo>
                  <a:lnTo>
                    <a:pt x="101608" y="317645"/>
                  </a:lnTo>
                  <a:lnTo>
                    <a:pt x="106521" y="319648"/>
                  </a:lnTo>
                  <a:lnTo>
                    <a:pt x="111496" y="321494"/>
                  </a:lnTo>
                  <a:lnTo>
                    <a:pt x="116528" y="323182"/>
                  </a:lnTo>
                  <a:lnTo>
                    <a:pt x="121610" y="324709"/>
                  </a:lnTo>
                  <a:lnTo>
                    <a:pt x="126738" y="326073"/>
                  </a:lnTo>
                  <a:lnTo>
                    <a:pt x="131906" y="327275"/>
                  </a:lnTo>
                  <a:lnTo>
                    <a:pt x="137111" y="328312"/>
                  </a:lnTo>
                  <a:lnTo>
                    <a:pt x="142345" y="329183"/>
                  </a:lnTo>
                  <a:lnTo>
                    <a:pt x="147605" y="329887"/>
                  </a:lnTo>
                  <a:lnTo>
                    <a:pt x="152884" y="330424"/>
                  </a:lnTo>
                  <a:lnTo>
                    <a:pt x="158178" y="330793"/>
                  </a:lnTo>
                  <a:lnTo>
                    <a:pt x="163481" y="330995"/>
                  </a:lnTo>
                  <a:lnTo>
                    <a:pt x="168787" y="331027"/>
                  </a:lnTo>
                  <a:lnTo>
                    <a:pt x="174092" y="330891"/>
                  </a:lnTo>
                  <a:lnTo>
                    <a:pt x="179390" y="330587"/>
                  </a:lnTo>
                  <a:lnTo>
                    <a:pt x="184675" y="330115"/>
                  </a:lnTo>
                  <a:lnTo>
                    <a:pt x="189943" y="329476"/>
                  </a:lnTo>
                  <a:lnTo>
                    <a:pt x="195188" y="328669"/>
                  </a:lnTo>
                  <a:lnTo>
                    <a:pt x="200404" y="327697"/>
                  </a:lnTo>
                  <a:lnTo>
                    <a:pt x="205588" y="326559"/>
                  </a:lnTo>
                  <a:lnTo>
                    <a:pt x="210732" y="325258"/>
                  </a:lnTo>
                  <a:lnTo>
                    <a:pt x="215833" y="323793"/>
                  </a:lnTo>
                  <a:lnTo>
                    <a:pt x="220884" y="322168"/>
                  </a:lnTo>
                  <a:lnTo>
                    <a:pt x="225881" y="320383"/>
                  </a:lnTo>
                  <a:lnTo>
                    <a:pt x="230820" y="318441"/>
                  </a:lnTo>
                  <a:lnTo>
                    <a:pt x="235694" y="316342"/>
                  </a:lnTo>
                  <a:lnTo>
                    <a:pt x="240499" y="314090"/>
                  </a:lnTo>
                  <a:lnTo>
                    <a:pt x="245230" y="311687"/>
                  </a:lnTo>
                  <a:lnTo>
                    <a:pt x="249882" y="309135"/>
                  </a:lnTo>
                  <a:lnTo>
                    <a:pt x="254451" y="306436"/>
                  </a:lnTo>
                  <a:lnTo>
                    <a:pt x="258932" y="303594"/>
                  </a:lnTo>
                  <a:lnTo>
                    <a:pt x="263321" y="300610"/>
                  </a:lnTo>
                  <a:lnTo>
                    <a:pt x="267613" y="297490"/>
                  </a:lnTo>
                  <a:lnTo>
                    <a:pt x="271803" y="294234"/>
                  </a:lnTo>
                  <a:lnTo>
                    <a:pt x="275888" y="290847"/>
                  </a:lnTo>
                  <a:lnTo>
                    <a:pt x="279864" y="287332"/>
                  </a:lnTo>
                  <a:lnTo>
                    <a:pt x="283726" y="283693"/>
                  </a:lnTo>
                  <a:lnTo>
                    <a:pt x="287470" y="279933"/>
                  </a:lnTo>
                  <a:lnTo>
                    <a:pt x="291094" y="276056"/>
                  </a:lnTo>
                  <a:lnTo>
                    <a:pt x="294592" y="272066"/>
                  </a:lnTo>
                  <a:lnTo>
                    <a:pt x="297962" y="267967"/>
                  </a:lnTo>
                  <a:lnTo>
                    <a:pt x="301200" y="263763"/>
                  </a:lnTo>
                  <a:lnTo>
                    <a:pt x="304303" y="259458"/>
                  </a:lnTo>
                  <a:lnTo>
                    <a:pt x="307268" y="255057"/>
                  </a:lnTo>
                  <a:lnTo>
                    <a:pt x="310092" y="250564"/>
                  </a:lnTo>
                  <a:lnTo>
                    <a:pt x="312772" y="245984"/>
                  </a:lnTo>
                  <a:lnTo>
                    <a:pt x="315305" y="241321"/>
                  </a:lnTo>
                  <a:lnTo>
                    <a:pt x="317688" y="236580"/>
                  </a:lnTo>
                  <a:lnTo>
                    <a:pt x="319921" y="231766"/>
                  </a:lnTo>
                  <a:lnTo>
                    <a:pt x="321999" y="226883"/>
                  </a:lnTo>
                  <a:lnTo>
                    <a:pt x="323921" y="221937"/>
                  </a:lnTo>
                  <a:lnTo>
                    <a:pt x="325685" y="216932"/>
                  </a:lnTo>
                  <a:lnTo>
                    <a:pt x="327289" y="211874"/>
                  </a:lnTo>
                  <a:lnTo>
                    <a:pt x="328732" y="206767"/>
                  </a:lnTo>
                  <a:lnTo>
                    <a:pt x="330012" y="201617"/>
                  </a:lnTo>
                  <a:lnTo>
                    <a:pt x="331129" y="196430"/>
                  </a:lnTo>
                  <a:lnTo>
                    <a:pt x="332079" y="191209"/>
                  </a:lnTo>
                  <a:lnTo>
                    <a:pt x="332864" y="185961"/>
                  </a:lnTo>
                  <a:lnTo>
                    <a:pt x="333482" y="180690"/>
                  </a:lnTo>
                  <a:lnTo>
                    <a:pt x="333932" y="175403"/>
                  </a:lnTo>
                  <a:lnTo>
                    <a:pt x="334214" y="170104"/>
                  </a:lnTo>
                  <a:lnTo>
                    <a:pt x="334328" y="164799"/>
                  </a:lnTo>
                  <a:lnTo>
                    <a:pt x="334273" y="159492"/>
                  </a:lnTo>
                  <a:lnTo>
                    <a:pt x="334050" y="154191"/>
                  </a:lnTo>
                  <a:lnTo>
                    <a:pt x="333659" y="148898"/>
                  </a:lnTo>
                  <a:lnTo>
                    <a:pt x="333100" y="143621"/>
                  </a:lnTo>
                  <a:lnTo>
                    <a:pt x="332374" y="138365"/>
                  </a:lnTo>
                  <a:lnTo>
                    <a:pt x="331481" y="133134"/>
                  </a:lnTo>
                  <a:lnTo>
                    <a:pt x="330423" y="127934"/>
                  </a:lnTo>
                  <a:lnTo>
                    <a:pt x="329200" y="122770"/>
                  </a:lnTo>
                  <a:lnTo>
                    <a:pt x="327814" y="117648"/>
                  </a:lnTo>
                  <a:lnTo>
                    <a:pt x="326266" y="112572"/>
                  </a:lnTo>
                  <a:lnTo>
                    <a:pt x="324558" y="107548"/>
                  </a:lnTo>
                  <a:lnTo>
                    <a:pt x="322691" y="102581"/>
                  </a:lnTo>
                  <a:lnTo>
                    <a:pt x="320667" y="97675"/>
                  </a:lnTo>
                  <a:lnTo>
                    <a:pt x="318489" y="92836"/>
                  </a:lnTo>
                  <a:lnTo>
                    <a:pt x="316158" y="88069"/>
                  </a:lnTo>
                  <a:lnTo>
                    <a:pt x="313677" y="83378"/>
                  </a:lnTo>
                  <a:lnTo>
                    <a:pt x="311049" y="78768"/>
                  </a:lnTo>
                  <a:lnTo>
                    <a:pt x="308275" y="74244"/>
                  </a:lnTo>
                  <a:lnTo>
                    <a:pt x="305360" y="69811"/>
                  </a:lnTo>
                  <a:lnTo>
                    <a:pt x="302305" y="65472"/>
                  </a:lnTo>
                  <a:lnTo>
                    <a:pt x="299113" y="61232"/>
                  </a:lnTo>
                  <a:lnTo>
                    <a:pt x="295789" y="57096"/>
                  </a:lnTo>
                  <a:lnTo>
                    <a:pt x="292336" y="53067"/>
                  </a:lnTo>
                  <a:lnTo>
                    <a:pt x="288756" y="49150"/>
                  </a:lnTo>
                  <a:lnTo>
                    <a:pt x="285053" y="45348"/>
                  </a:lnTo>
                  <a:lnTo>
                    <a:pt x="281232" y="41666"/>
                  </a:lnTo>
                  <a:lnTo>
                    <a:pt x="277296" y="38107"/>
                  </a:lnTo>
                  <a:lnTo>
                    <a:pt x="273249" y="34675"/>
                  </a:lnTo>
                  <a:lnTo>
                    <a:pt x="269095" y="31373"/>
                  </a:lnTo>
                  <a:lnTo>
                    <a:pt x="264838" y="28204"/>
                  </a:lnTo>
                  <a:lnTo>
                    <a:pt x="260483" y="25172"/>
                  </a:lnTo>
                  <a:lnTo>
                    <a:pt x="256034" y="22280"/>
                  </a:lnTo>
                  <a:lnTo>
                    <a:pt x="251495" y="19531"/>
                  </a:lnTo>
                  <a:lnTo>
                    <a:pt x="246871" y="16927"/>
                  </a:lnTo>
                  <a:lnTo>
                    <a:pt x="242167" y="14471"/>
                  </a:lnTo>
                  <a:lnTo>
                    <a:pt x="237388" y="12166"/>
                  </a:lnTo>
                  <a:lnTo>
                    <a:pt x="232537" y="10013"/>
                  </a:lnTo>
                  <a:lnTo>
                    <a:pt x="227621" y="8016"/>
                  </a:lnTo>
                  <a:lnTo>
                    <a:pt x="222644" y="6175"/>
                  </a:lnTo>
                  <a:lnTo>
                    <a:pt x="217611" y="4494"/>
                  </a:lnTo>
                  <a:lnTo>
                    <a:pt x="212527" y="2973"/>
                  </a:lnTo>
                  <a:lnTo>
                    <a:pt x="207397" y="1614"/>
                  </a:lnTo>
                  <a:lnTo>
                    <a:pt x="202227" y="419"/>
                  </a:lnTo>
                  <a:lnTo>
                    <a:pt x="167163" y="163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81287" y="2126963"/>
              <a:ext cx="35064" cy="167167"/>
            </a:xfrm>
            <a:custGeom>
              <a:avLst/>
              <a:pathLst>
                <a:path w="35064" h="167167">
                  <a:moveTo>
                    <a:pt x="35064" y="3718"/>
                  </a:moveTo>
                  <a:lnTo>
                    <a:pt x="28126" y="2383"/>
                  </a:lnTo>
                  <a:lnTo>
                    <a:pt x="21139" y="1341"/>
                  </a:lnTo>
                  <a:lnTo>
                    <a:pt x="14113" y="596"/>
                  </a:lnTo>
                  <a:lnTo>
                    <a:pt x="7063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4613" y="2633064"/>
              <a:ext cx="6135" cy="167167"/>
            </a:xfrm>
            <a:custGeom>
              <a:avLst/>
              <a:pathLst>
                <a:path w="6135" h="167167">
                  <a:moveTo>
                    <a:pt x="6135" y="0"/>
                  </a:moveTo>
                  <a:lnTo>
                    <a:pt x="0" y="112"/>
                  </a:lnTo>
                  <a:lnTo>
                    <a:pt x="613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613" y="2633176"/>
              <a:ext cx="6135" cy="167054"/>
            </a:xfrm>
            <a:custGeom>
              <a:avLst/>
              <a:pathLst>
                <a:path w="6135" h="167054">
                  <a:moveTo>
                    <a:pt x="0" y="0"/>
                  </a:moveTo>
                  <a:lnTo>
                    <a:pt x="6135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423598" y="2633176"/>
              <a:ext cx="334317" cy="334217"/>
            </a:xfrm>
            <a:custGeom>
              <a:avLst/>
              <a:pathLst>
                <a:path w="334317" h="334217">
                  <a:moveTo>
                    <a:pt x="161014" y="0"/>
                  </a:moveTo>
                  <a:lnTo>
                    <a:pt x="155738" y="277"/>
                  </a:lnTo>
                  <a:lnTo>
                    <a:pt x="150474" y="721"/>
                  </a:lnTo>
                  <a:lnTo>
                    <a:pt x="145227" y="1331"/>
                  </a:lnTo>
                  <a:lnTo>
                    <a:pt x="140001" y="2106"/>
                  </a:lnTo>
                  <a:lnTo>
                    <a:pt x="134802" y="3046"/>
                  </a:lnTo>
                  <a:lnTo>
                    <a:pt x="129636" y="4150"/>
                  </a:lnTo>
                  <a:lnTo>
                    <a:pt x="124507" y="5417"/>
                  </a:lnTo>
                  <a:lnTo>
                    <a:pt x="119421" y="6845"/>
                  </a:lnTo>
                  <a:lnTo>
                    <a:pt x="114383" y="8433"/>
                  </a:lnTo>
                  <a:lnTo>
                    <a:pt x="109397" y="10180"/>
                  </a:lnTo>
                  <a:lnTo>
                    <a:pt x="104469" y="12083"/>
                  </a:lnTo>
                  <a:lnTo>
                    <a:pt x="99603" y="14141"/>
                  </a:lnTo>
                  <a:lnTo>
                    <a:pt x="94805" y="16352"/>
                  </a:lnTo>
                  <a:lnTo>
                    <a:pt x="90079" y="18713"/>
                  </a:lnTo>
                  <a:lnTo>
                    <a:pt x="85430" y="21222"/>
                  </a:lnTo>
                  <a:lnTo>
                    <a:pt x="80863" y="23878"/>
                  </a:lnTo>
                  <a:lnTo>
                    <a:pt x="76382" y="26676"/>
                  </a:lnTo>
                  <a:lnTo>
                    <a:pt x="71991" y="29614"/>
                  </a:lnTo>
                  <a:lnTo>
                    <a:pt x="67696" y="32689"/>
                  </a:lnTo>
                  <a:lnTo>
                    <a:pt x="63500" y="35899"/>
                  </a:lnTo>
                  <a:lnTo>
                    <a:pt x="59407" y="39240"/>
                  </a:lnTo>
                  <a:lnTo>
                    <a:pt x="55422" y="42708"/>
                  </a:lnTo>
                  <a:lnTo>
                    <a:pt x="51549" y="46300"/>
                  </a:lnTo>
                  <a:lnTo>
                    <a:pt x="47791" y="50014"/>
                  </a:lnTo>
                  <a:lnTo>
                    <a:pt x="44152" y="53844"/>
                  </a:lnTo>
                  <a:lnTo>
                    <a:pt x="40636" y="57787"/>
                  </a:lnTo>
                  <a:lnTo>
                    <a:pt x="37247" y="61839"/>
                  </a:lnTo>
                  <a:lnTo>
                    <a:pt x="33987" y="65996"/>
                  </a:lnTo>
                  <a:lnTo>
                    <a:pt x="30860" y="70254"/>
                  </a:lnTo>
                  <a:lnTo>
                    <a:pt x="27870" y="74609"/>
                  </a:lnTo>
                  <a:lnTo>
                    <a:pt x="25018" y="79056"/>
                  </a:lnTo>
                  <a:lnTo>
                    <a:pt x="22308" y="83591"/>
                  </a:lnTo>
                  <a:lnTo>
                    <a:pt x="19743" y="88210"/>
                  </a:lnTo>
                  <a:lnTo>
                    <a:pt x="17326" y="92907"/>
                  </a:lnTo>
                  <a:lnTo>
                    <a:pt x="15058" y="97678"/>
                  </a:lnTo>
                  <a:lnTo>
                    <a:pt x="12941" y="102519"/>
                  </a:lnTo>
                  <a:lnTo>
                    <a:pt x="10979" y="107424"/>
                  </a:lnTo>
                  <a:lnTo>
                    <a:pt x="9173" y="112388"/>
                  </a:lnTo>
                  <a:lnTo>
                    <a:pt x="7524" y="117407"/>
                  </a:lnTo>
                  <a:lnTo>
                    <a:pt x="6035" y="122476"/>
                  </a:lnTo>
                  <a:lnTo>
                    <a:pt x="4707" y="127589"/>
                  </a:lnTo>
                  <a:lnTo>
                    <a:pt x="3541" y="132742"/>
                  </a:lnTo>
                  <a:lnTo>
                    <a:pt x="2539" y="137929"/>
                  </a:lnTo>
                  <a:lnTo>
                    <a:pt x="1701" y="143145"/>
                  </a:lnTo>
                  <a:lnTo>
                    <a:pt x="1028" y="148385"/>
                  </a:lnTo>
                  <a:lnTo>
                    <a:pt x="521" y="153643"/>
                  </a:lnTo>
                  <a:lnTo>
                    <a:pt x="180" y="158915"/>
                  </a:lnTo>
                  <a:lnTo>
                    <a:pt x="6" y="164195"/>
                  </a:lnTo>
                  <a:lnTo>
                    <a:pt x="0" y="169478"/>
                  </a:lnTo>
                  <a:lnTo>
                    <a:pt x="160" y="174759"/>
                  </a:lnTo>
                  <a:lnTo>
                    <a:pt x="486" y="180031"/>
                  </a:lnTo>
                  <a:lnTo>
                    <a:pt x="980" y="185291"/>
                  </a:lnTo>
                  <a:lnTo>
                    <a:pt x="1639" y="190533"/>
                  </a:lnTo>
                  <a:lnTo>
                    <a:pt x="2463" y="195751"/>
                  </a:lnTo>
                  <a:lnTo>
                    <a:pt x="3452" y="200941"/>
                  </a:lnTo>
                  <a:lnTo>
                    <a:pt x="4605" y="206096"/>
                  </a:lnTo>
                  <a:lnTo>
                    <a:pt x="5920" y="211213"/>
                  </a:lnTo>
                  <a:lnTo>
                    <a:pt x="7396" y="216285"/>
                  </a:lnTo>
                  <a:lnTo>
                    <a:pt x="9031" y="221309"/>
                  </a:lnTo>
                  <a:lnTo>
                    <a:pt x="10824" y="226278"/>
                  </a:lnTo>
                  <a:lnTo>
                    <a:pt x="12774" y="231188"/>
                  </a:lnTo>
                  <a:lnTo>
                    <a:pt x="14877" y="236034"/>
                  </a:lnTo>
                  <a:lnTo>
                    <a:pt x="17133" y="240811"/>
                  </a:lnTo>
                  <a:lnTo>
                    <a:pt x="19539" y="245515"/>
                  </a:lnTo>
                  <a:lnTo>
                    <a:pt x="22092" y="250140"/>
                  </a:lnTo>
                  <a:lnTo>
                    <a:pt x="24789" y="254682"/>
                  </a:lnTo>
                  <a:lnTo>
                    <a:pt x="27629" y="259137"/>
                  </a:lnTo>
                  <a:lnTo>
                    <a:pt x="30609" y="263499"/>
                  </a:lnTo>
                  <a:lnTo>
                    <a:pt x="33724" y="267766"/>
                  </a:lnTo>
                  <a:lnTo>
                    <a:pt x="36973" y="271931"/>
                  </a:lnTo>
                  <a:lnTo>
                    <a:pt x="40352" y="275992"/>
                  </a:lnTo>
                  <a:lnTo>
                    <a:pt x="43858" y="279944"/>
                  </a:lnTo>
                  <a:lnTo>
                    <a:pt x="47487" y="283784"/>
                  </a:lnTo>
                  <a:lnTo>
                    <a:pt x="51235" y="287507"/>
                  </a:lnTo>
                  <a:lnTo>
                    <a:pt x="55099" y="291109"/>
                  </a:lnTo>
                  <a:lnTo>
                    <a:pt x="59075" y="294588"/>
                  </a:lnTo>
                  <a:lnTo>
                    <a:pt x="63159" y="297939"/>
                  </a:lnTo>
                  <a:lnTo>
                    <a:pt x="67346" y="301160"/>
                  </a:lnTo>
                  <a:lnTo>
                    <a:pt x="71634" y="304247"/>
                  </a:lnTo>
                  <a:lnTo>
                    <a:pt x="76017" y="307196"/>
                  </a:lnTo>
                  <a:lnTo>
                    <a:pt x="80490" y="310006"/>
                  </a:lnTo>
                  <a:lnTo>
                    <a:pt x="85051" y="312673"/>
                  </a:lnTo>
                  <a:lnTo>
                    <a:pt x="89693" y="315194"/>
                  </a:lnTo>
                  <a:lnTo>
                    <a:pt x="94413" y="317568"/>
                  </a:lnTo>
                  <a:lnTo>
                    <a:pt x="99205" y="319791"/>
                  </a:lnTo>
                  <a:lnTo>
                    <a:pt x="104065" y="321862"/>
                  </a:lnTo>
                  <a:lnTo>
                    <a:pt x="108988" y="323778"/>
                  </a:lnTo>
                  <a:lnTo>
                    <a:pt x="113970" y="325537"/>
                  </a:lnTo>
                  <a:lnTo>
                    <a:pt x="119004" y="327139"/>
                  </a:lnTo>
                  <a:lnTo>
                    <a:pt x="124087" y="328580"/>
                  </a:lnTo>
                  <a:lnTo>
                    <a:pt x="129212" y="329860"/>
                  </a:lnTo>
                  <a:lnTo>
                    <a:pt x="134375" y="330978"/>
                  </a:lnTo>
                  <a:lnTo>
                    <a:pt x="139572" y="331931"/>
                  </a:lnTo>
                  <a:lnTo>
                    <a:pt x="144795" y="332720"/>
                  </a:lnTo>
                  <a:lnTo>
                    <a:pt x="150041" y="333344"/>
                  </a:lnTo>
                  <a:lnTo>
                    <a:pt x="155304" y="333802"/>
                  </a:lnTo>
                  <a:lnTo>
                    <a:pt x="160579" y="334093"/>
                  </a:lnTo>
                  <a:lnTo>
                    <a:pt x="165861" y="334217"/>
                  </a:lnTo>
                  <a:lnTo>
                    <a:pt x="171143" y="334174"/>
                  </a:lnTo>
                  <a:lnTo>
                    <a:pt x="176422" y="333964"/>
                  </a:lnTo>
                  <a:lnTo>
                    <a:pt x="181691" y="333588"/>
                  </a:lnTo>
                  <a:lnTo>
                    <a:pt x="186946" y="333045"/>
                  </a:lnTo>
                  <a:lnTo>
                    <a:pt x="192182" y="332337"/>
                  </a:lnTo>
                  <a:lnTo>
                    <a:pt x="197392" y="331463"/>
                  </a:lnTo>
                  <a:lnTo>
                    <a:pt x="202572" y="330426"/>
                  </a:lnTo>
                  <a:lnTo>
                    <a:pt x="207716" y="329225"/>
                  </a:lnTo>
                  <a:lnTo>
                    <a:pt x="212821" y="327862"/>
                  </a:lnTo>
                  <a:lnTo>
                    <a:pt x="217879" y="326339"/>
                  </a:lnTo>
                  <a:lnTo>
                    <a:pt x="222887" y="324656"/>
                  </a:lnTo>
                  <a:lnTo>
                    <a:pt x="227839" y="322816"/>
                  </a:lnTo>
                  <a:lnTo>
                    <a:pt x="232731" y="320821"/>
                  </a:lnTo>
                  <a:lnTo>
                    <a:pt x="237557" y="318672"/>
                  </a:lnTo>
                  <a:lnTo>
                    <a:pt x="242312" y="316371"/>
                  </a:lnTo>
                  <a:lnTo>
                    <a:pt x="246993" y="313921"/>
                  </a:lnTo>
                  <a:lnTo>
                    <a:pt x="251594" y="311325"/>
                  </a:lnTo>
                  <a:lnTo>
                    <a:pt x="256110" y="308585"/>
                  </a:lnTo>
                  <a:lnTo>
                    <a:pt x="260538" y="305703"/>
                  </a:lnTo>
                  <a:lnTo>
                    <a:pt x="264873" y="302683"/>
                  </a:lnTo>
                  <a:lnTo>
                    <a:pt x="269110" y="299527"/>
                  </a:lnTo>
                  <a:lnTo>
                    <a:pt x="273245" y="296239"/>
                  </a:lnTo>
                  <a:lnTo>
                    <a:pt x="277274" y="292822"/>
                  </a:lnTo>
                  <a:lnTo>
                    <a:pt x="281193" y="289280"/>
                  </a:lnTo>
                  <a:lnTo>
                    <a:pt x="284998" y="285615"/>
                  </a:lnTo>
                  <a:lnTo>
                    <a:pt x="288685" y="281832"/>
                  </a:lnTo>
                  <a:lnTo>
                    <a:pt x="292252" y="277934"/>
                  </a:lnTo>
                  <a:lnTo>
                    <a:pt x="295693" y="273926"/>
                  </a:lnTo>
                  <a:lnTo>
                    <a:pt x="299006" y="269811"/>
                  </a:lnTo>
                  <a:lnTo>
                    <a:pt x="302187" y="265593"/>
                  </a:lnTo>
                  <a:lnTo>
                    <a:pt x="305233" y="261277"/>
                  </a:lnTo>
                  <a:lnTo>
                    <a:pt x="308141" y="256867"/>
                  </a:lnTo>
                  <a:lnTo>
                    <a:pt x="310909" y="252367"/>
                  </a:lnTo>
                  <a:lnTo>
                    <a:pt x="313533" y="247781"/>
                  </a:lnTo>
                  <a:lnTo>
                    <a:pt x="316010" y="243116"/>
                  </a:lnTo>
                  <a:lnTo>
                    <a:pt x="318340" y="238374"/>
                  </a:lnTo>
                  <a:lnTo>
                    <a:pt x="320518" y="233561"/>
                  </a:lnTo>
                  <a:lnTo>
                    <a:pt x="322543" y="228681"/>
                  </a:lnTo>
                  <a:lnTo>
                    <a:pt x="324412" y="223740"/>
                  </a:lnTo>
                  <a:lnTo>
                    <a:pt x="326125" y="218743"/>
                  </a:lnTo>
                  <a:lnTo>
                    <a:pt x="327679" y="213694"/>
                  </a:lnTo>
                  <a:lnTo>
                    <a:pt x="329072" y="208598"/>
                  </a:lnTo>
                  <a:lnTo>
                    <a:pt x="330304" y="203461"/>
                  </a:lnTo>
                  <a:lnTo>
                    <a:pt x="331373" y="198287"/>
                  </a:lnTo>
                  <a:lnTo>
                    <a:pt x="332278" y="193082"/>
                  </a:lnTo>
                  <a:lnTo>
                    <a:pt x="333018" y="187851"/>
                  </a:lnTo>
                  <a:lnTo>
                    <a:pt x="333592" y="182600"/>
                  </a:lnTo>
                  <a:lnTo>
                    <a:pt x="334001" y="177333"/>
                  </a:lnTo>
                  <a:lnTo>
                    <a:pt x="334242" y="172055"/>
                  </a:lnTo>
                  <a:lnTo>
                    <a:pt x="334317" y="166773"/>
                  </a:lnTo>
                  <a:lnTo>
                    <a:pt x="334224" y="161491"/>
                  </a:lnTo>
                  <a:lnTo>
                    <a:pt x="333965" y="156214"/>
                  </a:lnTo>
                  <a:lnTo>
                    <a:pt x="333539" y="150948"/>
                  </a:lnTo>
                  <a:lnTo>
                    <a:pt x="332947" y="145699"/>
                  </a:lnTo>
                  <a:lnTo>
                    <a:pt x="332190" y="140471"/>
                  </a:lnTo>
                  <a:lnTo>
                    <a:pt x="331267" y="135269"/>
                  </a:lnTo>
                  <a:lnTo>
                    <a:pt x="330181" y="130099"/>
                  </a:lnTo>
                  <a:lnTo>
                    <a:pt x="328932" y="124966"/>
                  </a:lnTo>
                  <a:lnTo>
                    <a:pt x="327521" y="119875"/>
                  </a:lnTo>
                  <a:lnTo>
                    <a:pt x="325950" y="114831"/>
                  </a:lnTo>
                  <a:lnTo>
                    <a:pt x="324221" y="109839"/>
                  </a:lnTo>
                  <a:lnTo>
                    <a:pt x="322334" y="104904"/>
                  </a:lnTo>
                  <a:lnTo>
                    <a:pt x="320293" y="100032"/>
                  </a:lnTo>
                  <a:lnTo>
                    <a:pt x="318099" y="95226"/>
                  </a:lnTo>
                  <a:lnTo>
                    <a:pt x="315753" y="90492"/>
                  </a:lnTo>
                  <a:lnTo>
                    <a:pt x="313260" y="85835"/>
                  </a:lnTo>
                  <a:lnTo>
                    <a:pt x="310621" y="81258"/>
                  </a:lnTo>
                  <a:lnTo>
                    <a:pt x="307838" y="76768"/>
                  </a:lnTo>
                  <a:lnTo>
                    <a:pt x="304915" y="72367"/>
                  </a:lnTo>
                  <a:lnTo>
                    <a:pt x="301854" y="68061"/>
                  </a:lnTo>
                  <a:lnTo>
                    <a:pt x="298659" y="63854"/>
                  </a:lnTo>
                  <a:lnTo>
                    <a:pt x="295332" y="59750"/>
                  </a:lnTo>
                  <a:lnTo>
                    <a:pt x="291877" y="55753"/>
                  </a:lnTo>
                  <a:lnTo>
                    <a:pt x="288298" y="51868"/>
                  </a:lnTo>
                  <a:lnTo>
                    <a:pt x="284598" y="48097"/>
                  </a:lnTo>
                  <a:lnTo>
                    <a:pt x="280780" y="44445"/>
                  </a:lnTo>
                  <a:lnTo>
                    <a:pt x="276849" y="40916"/>
                  </a:lnTo>
                  <a:lnTo>
                    <a:pt x="272809" y="37513"/>
                  </a:lnTo>
                  <a:lnTo>
                    <a:pt x="268663" y="34239"/>
                  </a:lnTo>
                  <a:lnTo>
                    <a:pt x="264415" y="31097"/>
                  </a:lnTo>
                  <a:lnTo>
                    <a:pt x="260071" y="28092"/>
                  </a:lnTo>
                  <a:lnTo>
                    <a:pt x="255633" y="25225"/>
                  </a:lnTo>
                  <a:lnTo>
                    <a:pt x="251107" y="22500"/>
                  </a:lnTo>
                  <a:lnTo>
                    <a:pt x="246498" y="19919"/>
                  </a:lnTo>
                  <a:lnTo>
                    <a:pt x="241809" y="17485"/>
                  </a:lnTo>
                  <a:lnTo>
                    <a:pt x="167149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90748" y="2633064"/>
              <a:ext cx="74659" cy="167167"/>
            </a:xfrm>
            <a:custGeom>
              <a:avLst/>
              <a:pathLst>
                <a:path w="74659" h="167167">
                  <a:moveTo>
                    <a:pt x="74659" y="17598"/>
                  </a:moveTo>
                  <a:lnTo>
                    <a:pt x="69286" y="15034"/>
                  </a:lnTo>
                  <a:lnTo>
                    <a:pt x="63825" y="12664"/>
                  </a:lnTo>
                  <a:lnTo>
                    <a:pt x="58284" y="10489"/>
                  </a:lnTo>
                  <a:lnTo>
                    <a:pt x="52668" y="8513"/>
                  </a:lnTo>
                  <a:lnTo>
                    <a:pt x="46985" y="6739"/>
                  </a:lnTo>
                  <a:lnTo>
                    <a:pt x="41243" y="5167"/>
                  </a:lnTo>
                  <a:lnTo>
                    <a:pt x="35449" y="3801"/>
                  </a:lnTo>
                  <a:lnTo>
                    <a:pt x="29610" y="2643"/>
                  </a:lnTo>
                  <a:lnTo>
                    <a:pt x="23733" y="1693"/>
                  </a:lnTo>
                  <a:lnTo>
                    <a:pt x="17826" y="953"/>
                  </a:lnTo>
                  <a:lnTo>
                    <a:pt x="11896" y="423"/>
                  </a:lnTo>
                  <a:lnTo>
                    <a:pt x="5952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499766" y="3170392"/>
              <a:ext cx="26214" cy="167167"/>
            </a:xfrm>
            <a:custGeom>
              <a:avLst/>
              <a:pathLst>
                <a:path w="26214" h="167167">
                  <a:moveTo>
                    <a:pt x="26214" y="0"/>
                  </a:moveTo>
                  <a:lnTo>
                    <a:pt x="19635" y="129"/>
                  </a:lnTo>
                  <a:lnTo>
                    <a:pt x="13066" y="517"/>
                  </a:lnTo>
                  <a:lnTo>
                    <a:pt x="6518" y="1164"/>
                  </a:lnTo>
                  <a:lnTo>
                    <a:pt x="0" y="2068"/>
                  </a:lnTo>
                  <a:lnTo>
                    <a:pt x="2621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766" y="3172460"/>
              <a:ext cx="26214" cy="165099"/>
            </a:xfrm>
            <a:custGeom>
              <a:avLst/>
              <a:pathLst>
                <a:path w="26214" h="165099">
                  <a:moveTo>
                    <a:pt x="0" y="0"/>
                  </a:moveTo>
                  <a:lnTo>
                    <a:pt x="26214" y="165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358831" y="3172460"/>
              <a:ext cx="334299" cy="332266"/>
            </a:xfrm>
            <a:custGeom>
              <a:avLst/>
              <a:pathLst>
                <a:path w="334299" h="332266">
                  <a:moveTo>
                    <a:pt x="140935" y="0"/>
                  </a:moveTo>
                  <a:lnTo>
                    <a:pt x="135710" y="914"/>
                  </a:lnTo>
                  <a:lnTo>
                    <a:pt x="130516" y="1994"/>
                  </a:lnTo>
                  <a:lnTo>
                    <a:pt x="125360" y="3239"/>
                  </a:lnTo>
                  <a:lnTo>
                    <a:pt x="120246" y="4646"/>
                  </a:lnTo>
                  <a:lnTo>
                    <a:pt x="115179" y="6215"/>
                  </a:lnTo>
                  <a:lnTo>
                    <a:pt x="110164" y="7944"/>
                  </a:lnTo>
                  <a:lnTo>
                    <a:pt x="105207" y="9831"/>
                  </a:lnTo>
                  <a:lnTo>
                    <a:pt x="100312" y="11874"/>
                  </a:lnTo>
                  <a:lnTo>
                    <a:pt x="95484" y="14072"/>
                  </a:lnTo>
                  <a:lnTo>
                    <a:pt x="90729" y="16422"/>
                  </a:lnTo>
                  <a:lnTo>
                    <a:pt x="86050" y="18921"/>
                  </a:lnTo>
                  <a:lnTo>
                    <a:pt x="81453" y="21568"/>
                  </a:lnTo>
                  <a:lnTo>
                    <a:pt x="76942" y="24359"/>
                  </a:lnTo>
                  <a:lnTo>
                    <a:pt x="72523" y="27292"/>
                  </a:lnTo>
                  <a:lnTo>
                    <a:pt x="68198" y="30363"/>
                  </a:lnTo>
                  <a:lnTo>
                    <a:pt x="63973" y="33570"/>
                  </a:lnTo>
                  <a:lnTo>
                    <a:pt x="59852" y="36910"/>
                  </a:lnTo>
                  <a:lnTo>
                    <a:pt x="55839" y="40379"/>
                  </a:lnTo>
                  <a:lnTo>
                    <a:pt x="51938" y="43973"/>
                  </a:lnTo>
                  <a:lnTo>
                    <a:pt x="48153" y="47689"/>
                  </a:lnTo>
                  <a:lnTo>
                    <a:pt x="44488" y="51524"/>
                  </a:lnTo>
                  <a:lnTo>
                    <a:pt x="40947" y="55473"/>
                  </a:lnTo>
                  <a:lnTo>
                    <a:pt x="37532" y="59532"/>
                  </a:lnTo>
                  <a:lnTo>
                    <a:pt x="34248" y="63697"/>
                  </a:lnTo>
                  <a:lnTo>
                    <a:pt x="31098" y="67965"/>
                  </a:lnTo>
                  <a:lnTo>
                    <a:pt x="28085" y="72330"/>
                  </a:lnTo>
                  <a:lnTo>
                    <a:pt x="25211" y="76789"/>
                  </a:lnTo>
                  <a:lnTo>
                    <a:pt x="22481" y="81337"/>
                  </a:lnTo>
                  <a:lnTo>
                    <a:pt x="19896" y="85969"/>
                  </a:lnTo>
                  <a:lnTo>
                    <a:pt x="17460" y="90680"/>
                  </a:lnTo>
                  <a:lnTo>
                    <a:pt x="15174" y="95467"/>
                  </a:lnTo>
                  <a:lnTo>
                    <a:pt x="13041" y="100324"/>
                  </a:lnTo>
                  <a:lnTo>
                    <a:pt x="11064" y="105246"/>
                  </a:lnTo>
                  <a:lnTo>
                    <a:pt x="9244" y="110228"/>
                  </a:lnTo>
                  <a:lnTo>
                    <a:pt x="7582" y="115265"/>
                  </a:lnTo>
                  <a:lnTo>
                    <a:pt x="6081" y="120353"/>
                  </a:lnTo>
                  <a:lnTo>
                    <a:pt x="4743" y="125486"/>
                  </a:lnTo>
                  <a:lnTo>
                    <a:pt x="3568" y="130658"/>
                  </a:lnTo>
                  <a:lnTo>
                    <a:pt x="2558" y="135866"/>
                  </a:lnTo>
                  <a:lnTo>
                    <a:pt x="1713" y="141102"/>
                  </a:lnTo>
                  <a:lnTo>
                    <a:pt x="1035" y="146363"/>
                  </a:lnTo>
                  <a:lnTo>
                    <a:pt x="524" y="151643"/>
                  </a:lnTo>
                  <a:lnTo>
                    <a:pt x="181" y="156936"/>
                  </a:lnTo>
                  <a:lnTo>
                    <a:pt x="6" y="162237"/>
                  </a:lnTo>
                  <a:lnTo>
                    <a:pt x="0" y="167542"/>
                  </a:lnTo>
                  <a:lnTo>
                    <a:pt x="161" y="172844"/>
                  </a:lnTo>
                  <a:lnTo>
                    <a:pt x="491" y="178138"/>
                  </a:lnTo>
                  <a:lnTo>
                    <a:pt x="989" y="183419"/>
                  </a:lnTo>
                  <a:lnTo>
                    <a:pt x="1653" y="188681"/>
                  </a:lnTo>
                  <a:lnTo>
                    <a:pt x="2485" y="193920"/>
                  </a:lnTo>
                  <a:lnTo>
                    <a:pt x="3482" y="199130"/>
                  </a:lnTo>
                  <a:lnTo>
                    <a:pt x="4644" y="204305"/>
                  </a:lnTo>
                  <a:lnTo>
                    <a:pt x="5970" y="209441"/>
                  </a:lnTo>
                  <a:lnTo>
                    <a:pt x="7458" y="214533"/>
                  </a:lnTo>
                  <a:lnTo>
                    <a:pt x="9107" y="219574"/>
                  </a:lnTo>
                  <a:lnTo>
                    <a:pt x="10915" y="224561"/>
                  </a:lnTo>
                  <a:lnTo>
                    <a:pt x="12880" y="229488"/>
                  </a:lnTo>
                  <a:lnTo>
                    <a:pt x="15000" y="234350"/>
                  </a:lnTo>
                  <a:lnTo>
                    <a:pt x="17274" y="239142"/>
                  </a:lnTo>
                  <a:lnTo>
                    <a:pt x="19699" y="243860"/>
                  </a:lnTo>
                  <a:lnTo>
                    <a:pt x="22272" y="248499"/>
                  </a:lnTo>
                  <a:lnTo>
                    <a:pt x="24991" y="253053"/>
                  </a:lnTo>
                  <a:lnTo>
                    <a:pt x="27853" y="257519"/>
                  </a:lnTo>
                  <a:lnTo>
                    <a:pt x="30855" y="261892"/>
                  </a:lnTo>
                  <a:lnTo>
                    <a:pt x="33995" y="266167"/>
                  </a:lnTo>
                  <a:lnTo>
                    <a:pt x="37268" y="270341"/>
                  </a:lnTo>
                  <a:lnTo>
                    <a:pt x="40673" y="274409"/>
                  </a:lnTo>
                  <a:lnTo>
                    <a:pt x="44204" y="278366"/>
                  </a:lnTo>
                  <a:lnTo>
                    <a:pt x="47860" y="282210"/>
                  </a:lnTo>
                  <a:lnTo>
                    <a:pt x="51636" y="285936"/>
                  </a:lnTo>
                  <a:lnTo>
                    <a:pt x="55528" y="289540"/>
                  </a:lnTo>
                  <a:lnTo>
                    <a:pt x="59532" y="293019"/>
                  </a:lnTo>
                  <a:lnTo>
                    <a:pt x="63644" y="296368"/>
                  </a:lnTo>
                  <a:lnTo>
                    <a:pt x="67861" y="299586"/>
                  </a:lnTo>
                  <a:lnTo>
                    <a:pt x="72178" y="302669"/>
                  </a:lnTo>
                  <a:lnTo>
                    <a:pt x="76591" y="305612"/>
                  </a:lnTo>
                  <a:lnTo>
                    <a:pt x="81094" y="308415"/>
                  </a:lnTo>
                  <a:lnTo>
                    <a:pt x="85685" y="311073"/>
                  </a:lnTo>
                  <a:lnTo>
                    <a:pt x="90357" y="313584"/>
                  </a:lnTo>
                  <a:lnTo>
                    <a:pt x="95107" y="315946"/>
                  </a:lnTo>
                  <a:lnTo>
                    <a:pt x="99929" y="318155"/>
                  </a:lnTo>
                  <a:lnTo>
                    <a:pt x="104819" y="320211"/>
                  </a:lnTo>
                  <a:lnTo>
                    <a:pt x="109771" y="322111"/>
                  </a:lnTo>
                  <a:lnTo>
                    <a:pt x="114781" y="323852"/>
                  </a:lnTo>
                  <a:lnTo>
                    <a:pt x="119845" y="325433"/>
                  </a:lnTo>
                  <a:lnTo>
                    <a:pt x="124955" y="326854"/>
                  </a:lnTo>
                  <a:lnTo>
                    <a:pt x="130108" y="328111"/>
                  </a:lnTo>
                  <a:lnTo>
                    <a:pt x="135299" y="329204"/>
                  </a:lnTo>
                  <a:lnTo>
                    <a:pt x="140522" y="330132"/>
                  </a:lnTo>
                  <a:lnTo>
                    <a:pt x="145771" y="330894"/>
                  </a:lnTo>
                  <a:lnTo>
                    <a:pt x="151042" y="331488"/>
                  </a:lnTo>
                  <a:lnTo>
                    <a:pt x="156329" y="331916"/>
                  </a:lnTo>
                  <a:lnTo>
                    <a:pt x="161627" y="332175"/>
                  </a:lnTo>
                  <a:lnTo>
                    <a:pt x="166931" y="332266"/>
                  </a:lnTo>
                  <a:lnTo>
                    <a:pt x="172234" y="332189"/>
                  </a:lnTo>
                  <a:lnTo>
                    <a:pt x="177533" y="331943"/>
                  </a:lnTo>
                  <a:lnTo>
                    <a:pt x="182821" y="331530"/>
                  </a:lnTo>
                  <a:lnTo>
                    <a:pt x="188094" y="330949"/>
                  </a:lnTo>
                  <a:lnTo>
                    <a:pt x="193345" y="330201"/>
                  </a:lnTo>
                  <a:lnTo>
                    <a:pt x="198570" y="329287"/>
                  </a:lnTo>
                  <a:lnTo>
                    <a:pt x="203763" y="328207"/>
                  </a:lnTo>
                  <a:lnTo>
                    <a:pt x="208920" y="326963"/>
                  </a:lnTo>
                  <a:lnTo>
                    <a:pt x="214034" y="325557"/>
                  </a:lnTo>
                  <a:lnTo>
                    <a:pt x="219101" y="323988"/>
                  </a:lnTo>
                  <a:lnTo>
                    <a:pt x="224116" y="322260"/>
                  </a:lnTo>
                  <a:lnTo>
                    <a:pt x="229074" y="320374"/>
                  </a:lnTo>
                  <a:lnTo>
                    <a:pt x="233969" y="318331"/>
                  </a:lnTo>
                  <a:lnTo>
                    <a:pt x="238797" y="316134"/>
                  </a:lnTo>
                  <a:lnTo>
                    <a:pt x="243553" y="313784"/>
                  </a:lnTo>
                  <a:lnTo>
                    <a:pt x="248232" y="311285"/>
                  </a:lnTo>
                  <a:lnTo>
                    <a:pt x="252829" y="308639"/>
                  </a:lnTo>
                  <a:lnTo>
                    <a:pt x="257340" y="305849"/>
                  </a:lnTo>
                  <a:lnTo>
                    <a:pt x="261760" y="302916"/>
                  </a:lnTo>
                  <a:lnTo>
                    <a:pt x="266085" y="299845"/>
                  </a:lnTo>
                  <a:lnTo>
                    <a:pt x="270310" y="296639"/>
                  </a:lnTo>
                  <a:lnTo>
                    <a:pt x="274432" y="293299"/>
                  </a:lnTo>
                  <a:lnTo>
                    <a:pt x="278445" y="289831"/>
                  </a:lnTo>
                  <a:lnTo>
                    <a:pt x="282346" y="286237"/>
                  </a:lnTo>
                  <a:lnTo>
                    <a:pt x="286132" y="282522"/>
                  </a:lnTo>
                  <a:lnTo>
                    <a:pt x="289797" y="278687"/>
                  </a:lnTo>
                  <a:lnTo>
                    <a:pt x="293339" y="274739"/>
                  </a:lnTo>
                  <a:lnTo>
                    <a:pt x="296754" y="270680"/>
                  </a:lnTo>
                  <a:lnTo>
                    <a:pt x="300039" y="266515"/>
                  </a:lnTo>
                  <a:lnTo>
                    <a:pt x="303189" y="262248"/>
                  </a:lnTo>
                  <a:lnTo>
                    <a:pt x="306203" y="257883"/>
                  </a:lnTo>
                  <a:lnTo>
                    <a:pt x="309077" y="253424"/>
                  </a:lnTo>
                  <a:lnTo>
                    <a:pt x="311808" y="248877"/>
                  </a:lnTo>
                  <a:lnTo>
                    <a:pt x="314393" y="244245"/>
                  </a:lnTo>
                  <a:lnTo>
                    <a:pt x="316830" y="239534"/>
                  </a:lnTo>
                  <a:lnTo>
                    <a:pt x="319116" y="234748"/>
                  </a:lnTo>
                  <a:lnTo>
                    <a:pt x="321249" y="229891"/>
                  </a:lnTo>
                  <a:lnTo>
                    <a:pt x="323227" y="224969"/>
                  </a:lnTo>
                  <a:lnTo>
                    <a:pt x="325048" y="219987"/>
                  </a:lnTo>
                  <a:lnTo>
                    <a:pt x="326710" y="214950"/>
                  </a:lnTo>
                  <a:lnTo>
                    <a:pt x="328212" y="209863"/>
                  </a:lnTo>
                  <a:lnTo>
                    <a:pt x="329551" y="204730"/>
                  </a:lnTo>
                  <a:lnTo>
                    <a:pt x="330726" y="199558"/>
                  </a:lnTo>
                  <a:lnTo>
                    <a:pt x="331737" y="194350"/>
                  </a:lnTo>
                  <a:lnTo>
                    <a:pt x="332583" y="189114"/>
                  </a:lnTo>
                  <a:lnTo>
                    <a:pt x="333261" y="183853"/>
                  </a:lnTo>
                  <a:lnTo>
                    <a:pt x="333773" y="178573"/>
                  </a:lnTo>
                  <a:lnTo>
                    <a:pt x="334116" y="173280"/>
                  </a:lnTo>
                  <a:lnTo>
                    <a:pt x="334292" y="167979"/>
                  </a:lnTo>
                  <a:lnTo>
                    <a:pt x="334299" y="162674"/>
                  </a:lnTo>
                  <a:lnTo>
                    <a:pt x="334138" y="157373"/>
                  </a:lnTo>
                  <a:lnTo>
                    <a:pt x="333809" y="152078"/>
                  </a:lnTo>
                  <a:lnTo>
                    <a:pt x="333312" y="146797"/>
                  </a:lnTo>
                  <a:lnTo>
                    <a:pt x="332647" y="141535"/>
                  </a:lnTo>
                  <a:lnTo>
                    <a:pt x="331816" y="136296"/>
                  </a:lnTo>
                  <a:lnTo>
                    <a:pt x="330820" y="131086"/>
                  </a:lnTo>
                  <a:lnTo>
                    <a:pt x="329658" y="125910"/>
                  </a:lnTo>
                  <a:lnTo>
                    <a:pt x="328333" y="120774"/>
                  </a:lnTo>
                  <a:lnTo>
                    <a:pt x="326846" y="115683"/>
                  </a:lnTo>
                  <a:lnTo>
                    <a:pt x="325198" y="110641"/>
                  </a:lnTo>
                  <a:lnTo>
                    <a:pt x="323390" y="105654"/>
                  </a:lnTo>
                  <a:lnTo>
                    <a:pt x="321426" y="100727"/>
                  </a:lnTo>
                  <a:lnTo>
                    <a:pt x="319306" y="95865"/>
                  </a:lnTo>
                  <a:lnTo>
                    <a:pt x="317032" y="91072"/>
                  </a:lnTo>
                  <a:lnTo>
                    <a:pt x="314608" y="86354"/>
                  </a:lnTo>
                  <a:lnTo>
                    <a:pt x="312036" y="81715"/>
                  </a:lnTo>
                  <a:lnTo>
                    <a:pt x="309317" y="77160"/>
                  </a:lnTo>
                  <a:lnTo>
                    <a:pt x="306456" y="72694"/>
                  </a:lnTo>
                  <a:lnTo>
                    <a:pt x="303454" y="68321"/>
                  </a:lnTo>
                  <a:lnTo>
                    <a:pt x="300315" y="64045"/>
                  </a:lnTo>
                  <a:lnTo>
                    <a:pt x="297042" y="59871"/>
                  </a:lnTo>
                  <a:lnTo>
                    <a:pt x="293638" y="55803"/>
                  </a:lnTo>
                  <a:lnTo>
                    <a:pt x="290107" y="51845"/>
                  </a:lnTo>
                  <a:lnTo>
                    <a:pt x="167149" y="165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3170392"/>
              <a:ext cx="122957" cy="167167"/>
            </a:xfrm>
            <a:custGeom>
              <a:avLst/>
              <a:pathLst>
                <a:path w="122957" h="167167">
                  <a:moveTo>
                    <a:pt x="122957" y="53913"/>
                  </a:moveTo>
                  <a:lnTo>
                    <a:pt x="119146" y="49911"/>
                  </a:lnTo>
                  <a:lnTo>
                    <a:pt x="115206" y="46037"/>
                  </a:lnTo>
                  <a:lnTo>
                    <a:pt x="111139" y="42295"/>
                  </a:lnTo>
                  <a:lnTo>
                    <a:pt x="106951" y="38690"/>
                  </a:lnTo>
                  <a:lnTo>
                    <a:pt x="102646" y="35225"/>
                  </a:lnTo>
                  <a:lnTo>
                    <a:pt x="98229" y="31905"/>
                  </a:lnTo>
                  <a:lnTo>
                    <a:pt x="93705" y="28732"/>
                  </a:lnTo>
                  <a:lnTo>
                    <a:pt x="89078" y="25710"/>
                  </a:lnTo>
                  <a:lnTo>
                    <a:pt x="84354" y="22843"/>
                  </a:lnTo>
                  <a:lnTo>
                    <a:pt x="79538" y="20134"/>
                  </a:lnTo>
                  <a:lnTo>
                    <a:pt x="74635" y="17586"/>
                  </a:lnTo>
                  <a:lnTo>
                    <a:pt x="69650" y="15201"/>
                  </a:lnTo>
                  <a:lnTo>
                    <a:pt x="64589" y="12981"/>
                  </a:lnTo>
                  <a:lnTo>
                    <a:pt x="59457" y="10931"/>
                  </a:lnTo>
                  <a:lnTo>
                    <a:pt x="54261" y="9051"/>
                  </a:lnTo>
                  <a:lnTo>
                    <a:pt x="49005" y="7344"/>
                  </a:lnTo>
                  <a:lnTo>
                    <a:pt x="43696" y="5812"/>
                  </a:lnTo>
                  <a:lnTo>
                    <a:pt x="38339" y="4455"/>
                  </a:lnTo>
                  <a:lnTo>
                    <a:pt x="32940" y="3277"/>
                  </a:lnTo>
                  <a:lnTo>
                    <a:pt x="27505" y="2278"/>
                  </a:lnTo>
                  <a:lnTo>
                    <a:pt x="22040" y="1459"/>
                  </a:lnTo>
                  <a:lnTo>
                    <a:pt x="16551" y="821"/>
                  </a:lnTo>
                  <a:lnTo>
                    <a:pt x="11044" y="365"/>
                  </a:lnTo>
                  <a:lnTo>
                    <a:pt x="552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4250" y="3707720"/>
              <a:ext cx="6498" cy="167167"/>
            </a:xfrm>
            <a:custGeom>
              <a:avLst/>
              <a:pathLst>
                <a:path w="6498" h="167167">
                  <a:moveTo>
                    <a:pt x="6498" y="0"/>
                  </a:moveTo>
                  <a:lnTo>
                    <a:pt x="0" y="126"/>
                  </a:lnTo>
                  <a:lnTo>
                    <a:pt x="64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250" y="37078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423595" y="3707847"/>
              <a:ext cx="334312" cy="334208"/>
            </a:xfrm>
            <a:custGeom>
              <a:avLst/>
              <a:pathLst>
                <a:path w="334312" h="334208">
                  <a:moveTo>
                    <a:pt x="160654" y="0"/>
                  </a:moveTo>
                  <a:lnTo>
                    <a:pt x="155373" y="289"/>
                  </a:lnTo>
                  <a:lnTo>
                    <a:pt x="150103" y="745"/>
                  </a:lnTo>
                  <a:lnTo>
                    <a:pt x="144850" y="1368"/>
                  </a:lnTo>
                  <a:lnTo>
                    <a:pt x="139619" y="2156"/>
                  </a:lnTo>
                  <a:lnTo>
                    <a:pt x="134416" y="3110"/>
                  </a:lnTo>
                  <a:lnTo>
                    <a:pt x="129246" y="4228"/>
                  </a:lnTo>
                  <a:lnTo>
                    <a:pt x="124113" y="5509"/>
                  </a:lnTo>
                  <a:lnTo>
                    <a:pt x="119024" y="6951"/>
                  </a:lnTo>
                  <a:lnTo>
                    <a:pt x="113983" y="8554"/>
                  </a:lnTo>
                  <a:lnTo>
                    <a:pt x="108995" y="10316"/>
                  </a:lnTo>
                  <a:lnTo>
                    <a:pt x="104066" y="12234"/>
                  </a:lnTo>
                  <a:lnTo>
                    <a:pt x="99199" y="14308"/>
                  </a:lnTo>
                  <a:lnTo>
                    <a:pt x="94401" y="16534"/>
                  </a:lnTo>
                  <a:lnTo>
                    <a:pt x="89676" y="18911"/>
                  </a:lnTo>
                  <a:lnTo>
                    <a:pt x="85028" y="21437"/>
                  </a:lnTo>
                  <a:lnTo>
                    <a:pt x="80462" y="24108"/>
                  </a:lnTo>
                  <a:lnTo>
                    <a:pt x="75983" y="26923"/>
                  </a:lnTo>
                  <a:lnTo>
                    <a:pt x="71596" y="29877"/>
                  </a:lnTo>
                  <a:lnTo>
                    <a:pt x="67304" y="32969"/>
                  </a:lnTo>
                  <a:lnTo>
                    <a:pt x="63112" y="36196"/>
                  </a:lnTo>
                  <a:lnTo>
                    <a:pt x="59024" y="39553"/>
                  </a:lnTo>
                  <a:lnTo>
                    <a:pt x="55044" y="43038"/>
                  </a:lnTo>
                  <a:lnTo>
                    <a:pt x="51177" y="46647"/>
                  </a:lnTo>
                  <a:lnTo>
                    <a:pt x="47426" y="50377"/>
                  </a:lnTo>
                  <a:lnTo>
                    <a:pt x="43795" y="54223"/>
                  </a:lnTo>
                  <a:lnTo>
                    <a:pt x="40287" y="58183"/>
                  </a:lnTo>
                  <a:lnTo>
                    <a:pt x="36907" y="62251"/>
                  </a:lnTo>
                  <a:lnTo>
                    <a:pt x="33656" y="66424"/>
                  </a:lnTo>
                  <a:lnTo>
                    <a:pt x="30540" y="70699"/>
                  </a:lnTo>
                  <a:lnTo>
                    <a:pt x="27560" y="75069"/>
                  </a:lnTo>
                  <a:lnTo>
                    <a:pt x="24720" y="79532"/>
                  </a:lnTo>
                  <a:lnTo>
                    <a:pt x="22022" y="84082"/>
                  </a:lnTo>
                  <a:lnTo>
                    <a:pt x="19470" y="88715"/>
                  </a:lnTo>
                  <a:lnTo>
                    <a:pt x="17066" y="93427"/>
                  </a:lnTo>
                  <a:lnTo>
                    <a:pt x="14812" y="98213"/>
                  </a:lnTo>
                  <a:lnTo>
                    <a:pt x="12711" y="103067"/>
                  </a:lnTo>
                  <a:lnTo>
                    <a:pt x="10764" y="107986"/>
                  </a:lnTo>
                  <a:lnTo>
                    <a:pt x="8974" y="112963"/>
                  </a:lnTo>
                  <a:lnTo>
                    <a:pt x="7342" y="117995"/>
                  </a:lnTo>
                  <a:lnTo>
                    <a:pt x="5870" y="123076"/>
                  </a:lnTo>
                  <a:lnTo>
                    <a:pt x="4560" y="128201"/>
                  </a:lnTo>
                  <a:lnTo>
                    <a:pt x="3413" y="133365"/>
                  </a:lnTo>
                  <a:lnTo>
                    <a:pt x="2429" y="138562"/>
                  </a:lnTo>
                  <a:lnTo>
                    <a:pt x="1611" y="143788"/>
                  </a:lnTo>
                  <a:lnTo>
                    <a:pt x="958" y="149037"/>
                  </a:lnTo>
                  <a:lnTo>
                    <a:pt x="471" y="154305"/>
                  </a:lnTo>
                  <a:lnTo>
                    <a:pt x="152" y="159585"/>
                  </a:lnTo>
                  <a:lnTo>
                    <a:pt x="0" y="164872"/>
                  </a:lnTo>
                  <a:lnTo>
                    <a:pt x="15" y="170162"/>
                  </a:lnTo>
                  <a:lnTo>
                    <a:pt x="197" y="175449"/>
                  </a:lnTo>
                  <a:lnTo>
                    <a:pt x="547" y="180727"/>
                  </a:lnTo>
                  <a:lnTo>
                    <a:pt x="1063" y="185991"/>
                  </a:lnTo>
                  <a:lnTo>
                    <a:pt x="1746" y="191237"/>
                  </a:lnTo>
                  <a:lnTo>
                    <a:pt x="2594" y="196458"/>
                  </a:lnTo>
                  <a:lnTo>
                    <a:pt x="3607" y="201650"/>
                  </a:lnTo>
                  <a:lnTo>
                    <a:pt x="4784" y="206807"/>
                  </a:lnTo>
                  <a:lnTo>
                    <a:pt x="6124" y="211924"/>
                  </a:lnTo>
                  <a:lnTo>
                    <a:pt x="7624" y="216997"/>
                  </a:lnTo>
                  <a:lnTo>
                    <a:pt x="9285" y="222019"/>
                  </a:lnTo>
                  <a:lnTo>
                    <a:pt x="11103" y="226986"/>
                  </a:lnTo>
                  <a:lnTo>
                    <a:pt x="13078" y="231894"/>
                  </a:lnTo>
                  <a:lnTo>
                    <a:pt x="15207" y="236736"/>
                  </a:lnTo>
                  <a:lnTo>
                    <a:pt x="17488" y="241508"/>
                  </a:lnTo>
                  <a:lnTo>
                    <a:pt x="19919" y="246206"/>
                  </a:lnTo>
                  <a:lnTo>
                    <a:pt x="22498" y="250825"/>
                  </a:lnTo>
                  <a:lnTo>
                    <a:pt x="25221" y="255360"/>
                  </a:lnTo>
                  <a:lnTo>
                    <a:pt x="28087" y="259806"/>
                  </a:lnTo>
                  <a:lnTo>
                    <a:pt x="31091" y="264160"/>
                  </a:lnTo>
                  <a:lnTo>
                    <a:pt x="34232" y="268416"/>
                  </a:lnTo>
                  <a:lnTo>
                    <a:pt x="37506" y="272571"/>
                  </a:lnTo>
                  <a:lnTo>
                    <a:pt x="40910" y="276620"/>
                  </a:lnTo>
                  <a:lnTo>
                    <a:pt x="44440" y="280559"/>
                  </a:lnTo>
                  <a:lnTo>
                    <a:pt x="48093" y="284385"/>
                  </a:lnTo>
                  <a:lnTo>
                    <a:pt x="51866" y="288093"/>
                  </a:lnTo>
                  <a:lnTo>
                    <a:pt x="55753" y="291680"/>
                  </a:lnTo>
                  <a:lnTo>
                    <a:pt x="59753" y="295143"/>
                  </a:lnTo>
                  <a:lnTo>
                    <a:pt x="63859" y="298477"/>
                  </a:lnTo>
                  <a:lnTo>
                    <a:pt x="68070" y="301679"/>
                  </a:lnTo>
                  <a:lnTo>
                    <a:pt x="72379" y="304746"/>
                  </a:lnTo>
                  <a:lnTo>
                    <a:pt x="76784" y="307676"/>
                  </a:lnTo>
                  <a:lnTo>
                    <a:pt x="81278" y="310465"/>
                  </a:lnTo>
                  <a:lnTo>
                    <a:pt x="85859" y="313110"/>
                  </a:lnTo>
                  <a:lnTo>
                    <a:pt x="90521" y="315609"/>
                  </a:lnTo>
                  <a:lnTo>
                    <a:pt x="95260" y="317959"/>
                  </a:lnTo>
                  <a:lnTo>
                    <a:pt x="100071" y="320158"/>
                  </a:lnTo>
                  <a:lnTo>
                    <a:pt x="104950" y="322204"/>
                  </a:lnTo>
                  <a:lnTo>
                    <a:pt x="109890" y="324094"/>
                  </a:lnTo>
                  <a:lnTo>
                    <a:pt x="114888" y="325828"/>
                  </a:lnTo>
                  <a:lnTo>
                    <a:pt x="119938" y="327402"/>
                  </a:lnTo>
                  <a:lnTo>
                    <a:pt x="125035" y="328815"/>
                  </a:lnTo>
                  <a:lnTo>
                    <a:pt x="130175" y="330067"/>
                  </a:lnTo>
                  <a:lnTo>
                    <a:pt x="135351" y="331155"/>
                  </a:lnTo>
                  <a:lnTo>
                    <a:pt x="140560" y="332079"/>
                  </a:lnTo>
                  <a:lnTo>
                    <a:pt x="145795" y="332838"/>
                  </a:lnTo>
                  <a:lnTo>
                    <a:pt x="151051" y="333431"/>
                  </a:lnTo>
                  <a:lnTo>
                    <a:pt x="156324" y="333857"/>
                  </a:lnTo>
                  <a:lnTo>
                    <a:pt x="161607" y="334116"/>
                  </a:lnTo>
                  <a:lnTo>
                    <a:pt x="166896" y="334208"/>
                  </a:lnTo>
                  <a:lnTo>
                    <a:pt x="172185" y="334132"/>
                  </a:lnTo>
                  <a:lnTo>
                    <a:pt x="177469" y="333889"/>
                  </a:lnTo>
                  <a:lnTo>
                    <a:pt x="182743" y="333479"/>
                  </a:lnTo>
                  <a:lnTo>
                    <a:pt x="188001" y="332903"/>
                  </a:lnTo>
                  <a:lnTo>
                    <a:pt x="193239" y="332160"/>
                  </a:lnTo>
                  <a:lnTo>
                    <a:pt x="198450" y="331252"/>
                  </a:lnTo>
                  <a:lnTo>
                    <a:pt x="203630" y="330180"/>
                  </a:lnTo>
                  <a:lnTo>
                    <a:pt x="208773" y="328944"/>
                  </a:lnTo>
                  <a:lnTo>
                    <a:pt x="213875" y="327546"/>
                  </a:lnTo>
                  <a:lnTo>
                    <a:pt x="218930" y="325988"/>
                  </a:lnTo>
                  <a:lnTo>
                    <a:pt x="223933" y="324270"/>
                  </a:lnTo>
                  <a:lnTo>
                    <a:pt x="228879" y="322395"/>
                  </a:lnTo>
                  <a:lnTo>
                    <a:pt x="233763" y="320364"/>
                  </a:lnTo>
                  <a:lnTo>
                    <a:pt x="238581" y="318180"/>
                  </a:lnTo>
                  <a:lnTo>
                    <a:pt x="243327" y="315844"/>
                  </a:lnTo>
                  <a:lnTo>
                    <a:pt x="247997" y="313359"/>
                  </a:lnTo>
                  <a:lnTo>
                    <a:pt x="252586" y="310728"/>
                  </a:lnTo>
                  <a:lnTo>
                    <a:pt x="257089" y="307953"/>
                  </a:lnTo>
                  <a:lnTo>
                    <a:pt x="261503" y="305037"/>
                  </a:lnTo>
                  <a:lnTo>
                    <a:pt x="265822" y="301983"/>
                  </a:lnTo>
                  <a:lnTo>
                    <a:pt x="270042" y="298794"/>
                  </a:lnTo>
                  <a:lnTo>
                    <a:pt x="274159" y="295472"/>
                  </a:lnTo>
                  <a:lnTo>
                    <a:pt x="278169" y="292022"/>
                  </a:lnTo>
                  <a:lnTo>
                    <a:pt x="282067" y="288447"/>
                  </a:lnTo>
                  <a:lnTo>
                    <a:pt x="285851" y="284751"/>
                  </a:lnTo>
                  <a:lnTo>
                    <a:pt x="289516" y="280936"/>
                  </a:lnTo>
                  <a:lnTo>
                    <a:pt x="293058" y="277008"/>
                  </a:lnTo>
                  <a:lnTo>
                    <a:pt x="296475" y="272969"/>
                  </a:lnTo>
                  <a:lnTo>
                    <a:pt x="299761" y="268824"/>
                  </a:lnTo>
                  <a:lnTo>
                    <a:pt x="302915" y="264578"/>
                  </a:lnTo>
                  <a:lnTo>
                    <a:pt x="305933" y="260234"/>
                  </a:lnTo>
                  <a:lnTo>
                    <a:pt x="308812" y="255796"/>
                  </a:lnTo>
                  <a:lnTo>
                    <a:pt x="311550" y="251270"/>
                  </a:lnTo>
                  <a:lnTo>
                    <a:pt x="314142" y="246659"/>
                  </a:lnTo>
                  <a:lnTo>
                    <a:pt x="316588" y="241968"/>
                  </a:lnTo>
                  <a:lnTo>
                    <a:pt x="318884" y="237203"/>
                  </a:lnTo>
                  <a:lnTo>
                    <a:pt x="321028" y="232367"/>
                  </a:lnTo>
                  <a:lnTo>
                    <a:pt x="323017" y="227466"/>
                  </a:lnTo>
                  <a:lnTo>
                    <a:pt x="324851" y="222504"/>
                  </a:lnTo>
                  <a:lnTo>
                    <a:pt x="326527" y="217487"/>
                  </a:lnTo>
                  <a:lnTo>
                    <a:pt x="328043" y="212419"/>
                  </a:lnTo>
                  <a:lnTo>
                    <a:pt x="329399" y="207306"/>
                  </a:lnTo>
                  <a:lnTo>
                    <a:pt x="330591" y="202152"/>
                  </a:lnTo>
                  <a:lnTo>
                    <a:pt x="331620" y="196964"/>
                  </a:lnTo>
                  <a:lnTo>
                    <a:pt x="332485" y="191745"/>
                  </a:lnTo>
                  <a:lnTo>
                    <a:pt x="333184" y="186502"/>
                  </a:lnTo>
                  <a:lnTo>
                    <a:pt x="333716" y="181239"/>
                  </a:lnTo>
                  <a:lnTo>
                    <a:pt x="334082" y="175962"/>
                  </a:lnTo>
                  <a:lnTo>
                    <a:pt x="334281" y="170676"/>
                  </a:lnTo>
                  <a:lnTo>
                    <a:pt x="334312" y="165386"/>
                  </a:lnTo>
                  <a:lnTo>
                    <a:pt x="334176" y="160098"/>
                  </a:lnTo>
                  <a:lnTo>
                    <a:pt x="333873" y="154817"/>
                  </a:lnTo>
                  <a:lnTo>
                    <a:pt x="333403" y="149548"/>
                  </a:lnTo>
                  <a:lnTo>
                    <a:pt x="332766" y="144297"/>
                  </a:lnTo>
                  <a:lnTo>
                    <a:pt x="331963" y="139069"/>
                  </a:lnTo>
                  <a:lnTo>
                    <a:pt x="330996" y="133868"/>
                  </a:lnTo>
                  <a:lnTo>
                    <a:pt x="329864" y="128701"/>
                  </a:lnTo>
                  <a:lnTo>
                    <a:pt x="328570" y="123572"/>
                  </a:lnTo>
                  <a:lnTo>
                    <a:pt x="327114" y="118487"/>
                  </a:lnTo>
                  <a:lnTo>
                    <a:pt x="325497" y="113450"/>
                  </a:lnTo>
                  <a:lnTo>
                    <a:pt x="323723" y="108467"/>
                  </a:lnTo>
                  <a:lnTo>
                    <a:pt x="321791" y="103542"/>
                  </a:lnTo>
                  <a:lnTo>
                    <a:pt x="319704" y="98681"/>
                  </a:lnTo>
                  <a:lnTo>
                    <a:pt x="317465" y="93889"/>
                  </a:lnTo>
                  <a:lnTo>
                    <a:pt x="315076" y="89170"/>
                  </a:lnTo>
                  <a:lnTo>
                    <a:pt x="312538" y="84529"/>
                  </a:lnTo>
                  <a:lnTo>
                    <a:pt x="309854" y="79970"/>
                  </a:lnTo>
                  <a:lnTo>
                    <a:pt x="307028" y="75499"/>
                  </a:lnTo>
                  <a:lnTo>
                    <a:pt x="304062" y="71119"/>
                  </a:lnTo>
                  <a:lnTo>
                    <a:pt x="300958" y="66835"/>
                  </a:lnTo>
                  <a:lnTo>
                    <a:pt x="297721" y="62652"/>
                  </a:lnTo>
                  <a:lnTo>
                    <a:pt x="294353" y="58573"/>
                  </a:lnTo>
                  <a:lnTo>
                    <a:pt x="290857" y="54603"/>
                  </a:lnTo>
                  <a:lnTo>
                    <a:pt x="287238" y="50745"/>
                  </a:lnTo>
                  <a:lnTo>
                    <a:pt x="283498" y="47004"/>
                  </a:lnTo>
                  <a:lnTo>
                    <a:pt x="279642" y="43383"/>
                  </a:lnTo>
                  <a:lnTo>
                    <a:pt x="275673" y="39886"/>
                  </a:lnTo>
                  <a:lnTo>
                    <a:pt x="271596" y="36516"/>
                  </a:lnTo>
                  <a:lnTo>
                    <a:pt x="267414" y="33277"/>
                  </a:lnTo>
                  <a:lnTo>
                    <a:pt x="263131" y="30172"/>
                  </a:lnTo>
                  <a:lnTo>
                    <a:pt x="258753" y="27204"/>
                  </a:lnTo>
                  <a:lnTo>
                    <a:pt x="254283" y="24375"/>
                  </a:lnTo>
                  <a:lnTo>
                    <a:pt x="249725" y="21690"/>
                  </a:lnTo>
                  <a:lnTo>
                    <a:pt x="245085" y="19150"/>
                  </a:lnTo>
                  <a:lnTo>
                    <a:pt x="240367" y="16759"/>
                  </a:lnTo>
                  <a:lnTo>
                    <a:pt x="235576" y="14518"/>
                  </a:lnTo>
                  <a:lnTo>
                    <a:pt x="230716" y="12429"/>
                  </a:lnTo>
                  <a:lnTo>
                    <a:pt x="225792" y="10495"/>
                  </a:lnTo>
                  <a:lnTo>
                    <a:pt x="167153" y="167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3707720"/>
              <a:ext cx="58639" cy="167167"/>
            </a:xfrm>
            <a:custGeom>
              <a:avLst/>
              <a:pathLst>
                <a:path w="58639" h="167167">
                  <a:moveTo>
                    <a:pt x="58639" y="10622"/>
                  </a:moveTo>
                  <a:lnTo>
                    <a:pt x="52991" y="8621"/>
                  </a:lnTo>
                  <a:lnTo>
                    <a:pt x="47276" y="6824"/>
                  </a:lnTo>
                  <a:lnTo>
                    <a:pt x="41500" y="5233"/>
                  </a:lnTo>
                  <a:lnTo>
                    <a:pt x="35671" y="3850"/>
                  </a:lnTo>
                  <a:lnTo>
                    <a:pt x="29796" y="2676"/>
                  </a:lnTo>
                  <a:lnTo>
                    <a:pt x="23883" y="1714"/>
                  </a:lnTo>
                  <a:lnTo>
                    <a:pt x="17939" y="965"/>
                  </a:lnTo>
                  <a:lnTo>
                    <a:pt x="11972" y="429"/>
                  </a:lnTo>
                  <a:lnTo>
                    <a:pt x="599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4789" y="4213821"/>
              <a:ext cx="6498" cy="167167"/>
            </a:xfrm>
            <a:custGeom>
              <a:avLst/>
              <a:pathLst>
                <a:path w="6498" h="167167">
                  <a:moveTo>
                    <a:pt x="6498" y="0"/>
                  </a:moveTo>
                  <a:lnTo>
                    <a:pt x="0" y="126"/>
                  </a:lnTo>
                  <a:lnTo>
                    <a:pt x="64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789" y="4213947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14134" y="4213947"/>
              <a:ext cx="334312" cy="334208"/>
            </a:xfrm>
            <a:custGeom>
              <a:avLst/>
              <a:pathLst>
                <a:path w="334312" h="334208">
                  <a:moveTo>
                    <a:pt x="160654" y="0"/>
                  </a:moveTo>
                  <a:lnTo>
                    <a:pt x="155373" y="289"/>
                  </a:lnTo>
                  <a:lnTo>
                    <a:pt x="150103" y="745"/>
                  </a:lnTo>
                  <a:lnTo>
                    <a:pt x="144850" y="1368"/>
                  </a:lnTo>
                  <a:lnTo>
                    <a:pt x="139619" y="2156"/>
                  </a:lnTo>
                  <a:lnTo>
                    <a:pt x="134416" y="3110"/>
                  </a:lnTo>
                  <a:lnTo>
                    <a:pt x="129246" y="4228"/>
                  </a:lnTo>
                  <a:lnTo>
                    <a:pt x="124113" y="5509"/>
                  </a:lnTo>
                  <a:lnTo>
                    <a:pt x="119024" y="6951"/>
                  </a:lnTo>
                  <a:lnTo>
                    <a:pt x="113983" y="8554"/>
                  </a:lnTo>
                  <a:lnTo>
                    <a:pt x="108995" y="10316"/>
                  </a:lnTo>
                  <a:lnTo>
                    <a:pt x="104066" y="12234"/>
                  </a:lnTo>
                  <a:lnTo>
                    <a:pt x="99199" y="14308"/>
                  </a:lnTo>
                  <a:lnTo>
                    <a:pt x="94401" y="16534"/>
                  </a:lnTo>
                  <a:lnTo>
                    <a:pt x="89676" y="18911"/>
                  </a:lnTo>
                  <a:lnTo>
                    <a:pt x="85028" y="21437"/>
                  </a:lnTo>
                  <a:lnTo>
                    <a:pt x="80462" y="24108"/>
                  </a:lnTo>
                  <a:lnTo>
                    <a:pt x="75983" y="26923"/>
                  </a:lnTo>
                  <a:lnTo>
                    <a:pt x="71596" y="29877"/>
                  </a:lnTo>
                  <a:lnTo>
                    <a:pt x="67304" y="32969"/>
                  </a:lnTo>
                  <a:lnTo>
                    <a:pt x="63112" y="36196"/>
                  </a:lnTo>
                  <a:lnTo>
                    <a:pt x="59024" y="39553"/>
                  </a:lnTo>
                  <a:lnTo>
                    <a:pt x="55044" y="43038"/>
                  </a:lnTo>
                  <a:lnTo>
                    <a:pt x="51177" y="46647"/>
                  </a:lnTo>
                  <a:lnTo>
                    <a:pt x="47426" y="50377"/>
                  </a:lnTo>
                  <a:lnTo>
                    <a:pt x="43795" y="54223"/>
                  </a:lnTo>
                  <a:lnTo>
                    <a:pt x="40287" y="58183"/>
                  </a:lnTo>
                  <a:lnTo>
                    <a:pt x="36907" y="62251"/>
                  </a:lnTo>
                  <a:lnTo>
                    <a:pt x="33656" y="66424"/>
                  </a:lnTo>
                  <a:lnTo>
                    <a:pt x="30540" y="70699"/>
                  </a:lnTo>
                  <a:lnTo>
                    <a:pt x="27560" y="75069"/>
                  </a:lnTo>
                  <a:lnTo>
                    <a:pt x="24720" y="79532"/>
                  </a:lnTo>
                  <a:lnTo>
                    <a:pt x="22022" y="84082"/>
                  </a:lnTo>
                  <a:lnTo>
                    <a:pt x="19470" y="88715"/>
                  </a:lnTo>
                  <a:lnTo>
                    <a:pt x="17066" y="93427"/>
                  </a:lnTo>
                  <a:lnTo>
                    <a:pt x="14812" y="98213"/>
                  </a:lnTo>
                  <a:lnTo>
                    <a:pt x="12711" y="103067"/>
                  </a:lnTo>
                  <a:lnTo>
                    <a:pt x="10764" y="107986"/>
                  </a:lnTo>
                  <a:lnTo>
                    <a:pt x="8974" y="112963"/>
                  </a:lnTo>
                  <a:lnTo>
                    <a:pt x="7342" y="117995"/>
                  </a:lnTo>
                  <a:lnTo>
                    <a:pt x="5870" y="123076"/>
                  </a:lnTo>
                  <a:lnTo>
                    <a:pt x="4560" y="128201"/>
                  </a:lnTo>
                  <a:lnTo>
                    <a:pt x="3413" y="133365"/>
                  </a:lnTo>
                  <a:lnTo>
                    <a:pt x="2429" y="138562"/>
                  </a:lnTo>
                  <a:lnTo>
                    <a:pt x="1611" y="143788"/>
                  </a:lnTo>
                  <a:lnTo>
                    <a:pt x="958" y="149037"/>
                  </a:lnTo>
                  <a:lnTo>
                    <a:pt x="471" y="154305"/>
                  </a:lnTo>
                  <a:lnTo>
                    <a:pt x="152" y="159585"/>
                  </a:lnTo>
                  <a:lnTo>
                    <a:pt x="0" y="164872"/>
                  </a:lnTo>
                  <a:lnTo>
                    <a:pt x="15" y="170162"/>
                  </a:lnTo>
                  <a:lnTo>
                    <a:pt x="197" y="175449"/>
                  </a:lnTo>
                  <a:lnTo>
                    <a:pt x="547" y="180727"/>
                  </a:lnTo>
                  <a:lnTo>
                    <a:pt x="1063" y="185991"/>
                  </a:lnTo>
                  <a:lnTo>
                    <a:pt x="1746" y="191237"/>
                  </a:lnTo>
                  <a:lnTo>
                    <a:pt x="2594" y="196458"/>
                  </a:lnTo>
                  <a:lnTo>
                    <a:pt x="3607" y="201650"/>
                  </a:lnTo>
                  <a:lnTo>
                    <a:pt x="4784" y="206807"/>
                  </a:lnTo>
                  <a:lnTo>
                    <a:pt x="6124" y="211924"/>
                  </a:lnTo>
                  <a:lnTo>
                    <a:pt x="7624" y="216997"/>
                  </a:lnTo>
                  <a:lnTo>
                    <a:pt x="9285" y="222019"/>
                  </a:lnTo>
                  <a:lnTo>
                    <a:pt x="11103" y="226986"/>
                  </a:lnTo>
                  <a:lnTo>
                    <a:pt x="13078" y="231894"/>
                  </a:lnTo>
                  <a:lnTo>
                    <a:pt x="15207" y="236736"/>
                  </a:lnTo>
                  <a:lnTo>
                    <a:pt x="17488" y="241508"/>
                  </a:lnTo>
                  <a:lnTo>
                    <a:pt x="19919" y="246206"/>
                  </a:lnTo>
                  <a:lnTo>
                    <a:pt x="22498" y="250825"/>
                  </a:lnTo>
                  <a:lnTo>
                    <a:pt x="25221" y="255360"/>
                  </a:lnTo>
                  <a:lnTo>
                    <a:pt x="28087" y="259806"/>
                  </a:lnTo>
                  <a:lnTo>
                    <a:pt x="31091" y="264160"/>
                  </a:lnTo>
                  <a:lnTo>
                    <a:pt x="34232" y="268416"/>
                  </a:lnTo>
                  <a:lnTo>
                    <a:pt x="37506" y="272571"/>
                  </a:lnTo>
                  <a:lnTo>
                    <a:pt x="40910" y="276620"/>
                  </a:lnTo>
                  <a:lnTo>
                    <a:pt x="44440" y="280559"/>
                  </a:lnTo>
                  <a:lnTo>
                    <a:pt x="48093" y="284385"/>
                  </a:lnTo>
                  <a:lnTo>
                    <a:pt x="51866" y="288093"/>
                  </a:lnTo>
                  <a:lnTo>
                    <a:pt x="55753" y="291680"/>
                  </a:lnTo>
                  <a:lnTo>
                    <a:pt x="59753" y="295143"/>
                  </a:lnTo>
                  <a:lnTo>
                    <a:pt x="63859" y="298477"/>
                  </a:lnTo>
                  <a:lnTo>
                    <a:pt x="68070" y="301679"/>
                  </a:lnTo>
                  <a:lnTo>
                    <a:pt x="72379" y="304746"/>
                  </a:lnTo>
                  <a:lnTo>
                    <a:pt x="76784" y="307676"/>
                  </a:lnTo>
                  <a:lnTo>
                    <a:pt x="81278" y="310465"/>
                  </a:lnTo>
                  <a:lnTo>
                    <a:pt x="85859" y="313110"/>
                  </a:lnTo>
                  <a:lnTo>
                    <a:pt x="90521" y="315609"/>
                  </a:lnTo>
                  <a:lnTo>
                    <a:pt x="95260" y="317959"/>
                  </a:lnTo>
                  <a:lnTo>
                    <a:pt x="100071" y="320158"/>
                  </a:lnTo>
                  <a:lnTo>
                    <a:pt x="104950" y="322204"/>
                  </a:lnTo>
                  <a:lnTo>
                    <a:pt x="109890" y="324094"/>
                  </a:lnTo>
                  <a:lnTo>
                    <a:pt x="114888" y="325828"/>
                  </a:lnTo>
                  <a:lnTo>
                    <a:pt x="119938" y="327402"/>
                  </a:lnTo>
                  <a:lnTo>
                    <a:pt x="125035" y="328815"/>
                  </a:lnTo>
                  <a:lnTo>
                    <a:pt x="130175" y="330067"/>
                  </a:lnTo>
                  <a:lnTo>
                    <a:pt x="135351" y="331155"/>
                  </a:lnTo>
                  <a:lnTo>
                    <a:pt x="140560" y="332079"/>
                  </a:lnTo>
                  <a:lnTo>
                    <a:pt x="145795" y="332838"/>
                  </a:lnTo>
                  <a:lnTo>
                    <a:pt x="151051" y="333431"/>
                  </a:lnTo>
                  <a:lnTo>
                    <a:pt x="156324" y="333857"/>
                  </a:lnTo>
                  <a:lnTo>
                    <a:pt x="161607" y="334116"/>
                  </a:lnTo>
                  <a:lnTo>
                    <a:pt x="166896" y="334208"/>
                  </a:lnTo>
                  <a:lnTo>
                    <a:pt x="172185" y="334132"/>
                  </a:lnTo>
                  <a:lnTo>
                    <a:pt x="177469" y="333889"/>
                  </a:lnTo>
                  <a:lnTo>
                    <a:pt x="182743" y="333479"/>
                  </a:lnTo>
                  <a:lnTo>
                    <a:pt x="188001" y="332903"/>
                  </a:lnTo>
                  <a:lnTo>
                    <a:pt x="193239" y="332160"/>
                  </a:lnTo>
                  <a:lnTo>
                    <a:pt x="198450" y="331252"/>
                  </a:lnTo>
                  <a:lnTo>
                    <a:pt x="203630" y="330180"/>
                  </a:lnTo>
                  <a:lnTo>
                    <a:pt x="208773" y="328944"/>
                  </a:lnTo>
                  <a:lnTo>
                    <a:pt x="213875" y="327546"/>
                  </a:lnTo>
                  <a:lnTo>
                    <a:pt x="218930" y="325988"/>
                  </a:lnTo>
                  <a:lnTo>
                    <a:pt x="223933" y="324270"/>
                  </a:lnTo>
                  <a:lnTo>
                    <a:pt x="228879" y="322395"/>
                  </a:lnTo>
                  <a:lnTo>
                    <a:pt x="233763" y="320364"/>
                  </a:lnTo>
                  <a:lnTo>
                    <a:pt x="238581" y="318180"/>
                  </a:lnTo>
                  <a:lnTo>
                    <a:pt x="243327" y="315844"/>
                  </a:lnTo>
                  <a:lnTo>
                    <a:pt x="247997" y="313359"/>
                  </a:lnTo>
                  <a:lnTo>
                    <a:pt x="252586" y="310728"/>
                  </a:lnTo>
                  <a:lnTo>
                    <a:pt x="257089" y="307953"/>
                  </a:lnTo>
                  <a:lnTo>
                    <a:pt x="261503" y="305037"/>
                  </a:lnTo>
                  <a:lnTo>
                    <a:pt x="265822" y="301983"/>
                  </a:lnTo>
                  <a:lnTo>
                    <a:pt x="270042" y="298794"/>
                  </a:lnTo>
                  <a:lnTo>
                    <a:pt x="274159" y="295472"/>
                  </a:lnTo>
                  <a:lnTo>
                    <a:pt x="278169" y="292022"/>
                  </a:lnTo>
                  <a:lnTo>
                    <a:pt x="282067" y="288447"/>
                  </a:lnTo>
                  <a:lnTo>
                    <a:pt x="285851" y="284751"/>
                  </a:lnTo>
                  <a:lnTo>
                    <a:pt x="289516" y="280936"/>
                  </a:lnTo>
                  <a:lnTo>
                    <a:pt x="293058" y="277008"/>
                  </a:lnTo>
                  <a:lnTo>
                    <a:pt x="296475" y="272969"/>
                  </a:lnTo>
                  <a:lnTo>
                    <a:pt x="299761" y="268824"/>
                  </a:lnTo>
                  <a:lnTo>
                    <a:pt x="302915" y="264578"/>
                  </a:lnTo>
                  <a:lnTo>
                    <a:pt x="305933" y="260234"/>
                  </a:lnTo>
                  <a:lnTo>
                    <a:pt x="308812" y="255796"/>
                  </a:lnTo>
                  <a:lnTo>
                    <a:pt x="311550" y="251270"/>
                  </a:lnTo>
                  <a:lnTo>
                    <a:pt x="314142" y="246659"/>
                  </a:lnTo>
                  <a:lnTo>
                    <a:pt x="316588" y="241968"/>
                  </a:lnTo>
                  <a:lnTo>
                    <a:pt x="318884" y="237203"/>
                  </a:lnTo>
                  <a:lnTo>
                    <a:pt x="321028" y="232367"/>
                  </a:lnTo>
                  <a:lnTo>
                    <a:pt x="323017" y="227466"/>
                  </a:lnTo>
                  <a:lnTo>
                    <a:pt x="324851" y="222504"/>
                  </a:lnTo>
                  <a:lnTo>
                    <a:pt x="326527" y="217487"/>
                  </a:lnTo>
                  <a:lnTo>
                    <a:pt x="328043" y="212419"/>
                  </a:lnTo>
                  <a:lnTo>
                    <a:pt x="329399" y="207306"/>
                  </a:lnTo>
                  <a:lnTo>
                    <a:pt x="330591" y="202152"/>
                  </a:lnTo>
                  <a:lnTo>
                    <a:pt x="331620" y="196964"/>
                  </a:lnTo>
                  <a:lnTo>
                    <a:pt x="332485" y="191745"/>
                  </a:lnTo>
                  <a:lnTo>
                    <a:pt x="333184" y="186502"/>
                  </a:lnTo>
                  <a:lnTo>
                    <a:pt x="333716" y="181239"/>
                  </a:lnTo>
                  <a:lnTo>
                    <a:pt x="334082" y="175962"/>
                  </a:lnTo>
                  <a:lnTo>
                    <a:pt x="334281" y="170676"/>
                  </a:lnTo>
                  <a:lnTo>
                    <a:pt x="334312" y="165386"/>
                  </a:lnTo>
                  <a:lnTo>
                    <a:pt x="334176" y="160098"/>
                  </a:lnTo>
                  <a:lnTo>
                    <a:pt x="333873" y="154817"/>
                  </a:lnTo>
                  <a:lnTo>
                    <a:pt x="333403" y="149548"/>
                  </a:lnTo>
                  <a:lnTo>
                    <a:pt x="332766" y="144297"/>
                  </a:lnTo>
                  <a:lnTo>
                    <a:pt x="331963" y="139069"/>
                  </a:lnTo>
                  <a:lnTo>
                    <a:pt x="330996" y="133868"/>
                  </a:lnTo>
                  <a:lnTo>
                    <a:pt x="329864" y="128701"/>
                  </a:lnTo>
                  <a:lnTo>
                    <a:pt x="328570" y="123572"/>
                  </a:lnTo>
                  <a:lnTo>
                    <a:pt x="327114" y="118487"/>
                  </a:lnTo>
                  <a:lnTo>
                    <a:pt x="325497" y="113450"/>
                  </a:lnTo>
                  <a:lnTo>
                    <a:pt x="323723" y="108467"/>
                  </a:lnTo>
                  <a:lnTo>
                    <a:pt x="321791" y="103542"/>
                  </a:lnTo>
                  <a:lnTo>
                    <a:pt x="319704" y="98681"/>
                  </a:lnTo>
                  <a:lnTo>
                    <a:pt x="317465" y="93889"/>
                  </a:lnTo>
                  <a:lnTo>
                    <a:pt x="315076" y="89170"/>
                  </a:lnTo>
                  <a:lnTo>
                    <a:pt x="312538" y="84529"/>
                  </a:lnTo>
                  <a:lnTo>
                    <a:pt x="309854" y="79970"/>
                  </a:lnTo>
                  <a:lnTo>
                    <a:pt x="307028" y="75499"/>
                  </a:lnTo>
                  <a:lnTo>
                    <a:pt x="304062" y="71119"/>
                  </a:lnTo>
                  <a:lnTo>
                    <a:pt x="300958" y="66835"/>
                  </a:lnTo>
                  <a:lnTo>
                    <a:pt x="297721" y="62652"/>
                  </a:lnTo>
                  <a:lnTo>
                    <a:pt x="294353" y="58573"/>
                  </a:lnTo>
                  <a:lnTo>
                    <a:pt x="290857" y="54603"/>
                  </a:lnTo>
                  <a:lnTo>
                    <a:pt x="287238" y="50745"/>
                  </a:lnTo>
                  <a:lnTo>
                    <a:pt x="283498" y="47004"/>
                  </a:lnTo>
                  <a:lnTo>
                    <a:pt x="279642" y="43383"/>
                  </a:lnTo>
                  <a:lnTo>
                    <a:pt x="275673" y="39886"/>
                  </a:lnTo>
                  <a:lnTo>
                    <a:pt x="271596" y="36516"/>
                  </a:lnTo>
                  <a:lnTo>
                    <a:pt x="267414" y="33277"/>
                  </a:lnTo>
                  <a:lnTo>
                    <a:pt x="263131" y="30172"/>
                  </a:lnTo>
                  <a:lnTo>
                    <a:pt x="258753" y="27204"/>
                  </a:lnTo>
                  <a:lnTo>
                    <a:pt x="254283" y="24375"/>
                  </a:lnTo>
                  <a:lnTo>
                    <a:pt x="249725" y="21690"/>
                  </a:lnTo>
                  <a:lnTo>
                    <a:pt x="245085" y="19150"/>
                  </a:lnTo>
                  <a:lnTo>
                    <a:pt x="240367" y="16759"/>
                  </a:lnTo>
                  <a:lnTo>
                    <a:pt x="235576" y="14518"/>
                  </a:lnTo>
                  <a:lnTo>
                    <a:pt x="230716" y="12429"/>
                  </a:lnTo>
                  <a:lnTo>
                    <a:pt x="225792" y="10495"/>
                  </a:lnTo>
                  <a:lnTo>
                    <a:pt x="167153" y="167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4213821"/>
              <a:ext cx="58639" cy="167167"/>
            </a:xfrm>
            <a:custGeom>
              <a:avLst/>
              <a:pathLst>
                <a:path w="58639" h="167167">
                  <a:moveTo>
                    <a:pt x="58639" y="10622"/>
                  </a:moveTo>
                  <a:lnTo>
                    <a:pt x="52991" y="8621"/>
                  </a:lnTo>
                  <a:lnTo>
                    <a:pt x="47276" y="6824"/>
                  </a:lnTo>
                  <a:lnTo>
                    <a:pt x="41500" y="5233"/>
                  </a:lnTo>
                  <a:lnTo>
                    <a:pt x="35671" y="3850"/>
                  </a:lnTo>
                  <a:lnTo>
                    <a:pt x="29796" y="2676"/>
                  </a:lnTo>
                  <a:lnTo>
                    <a:pt x="23883" y="1714"/>
                  </a:lnTo>
                  <a:lnTo>
                    <a:pt x="17939" y="965"/>
                  </a:lnTo>
                  <a:lnTo>
                    <a:pt x="11972" y="429"/>
                  </a:lnTo>
                  <a:lnTo>
                    <a:pt x="599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829" y="4659281"/>
              <a:ext cx="1695" cy="167167"/>
            </a:xfrm>
            <a:custGeom>
              <a:avLst/>
              <a:pathLst>
                <a:path w="1695" h="167167">
                  <a:moveTo>
                    <a:pt x="1695" y="0"/>
                  </a:moveTo>
                  <a:lnTo>
                    <a:pt x="0" y="8"/>
                  </a:lnTo>
                  <a:lnTo>
                    <a:pt x="169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829" y="4659290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920787" y="4659290"/>
              <a:ext cx="165737" cy="167158"/>
            </a:xfrm>
            <a:custGeom>
              <a:avLst/>
              <a:pathLst>
                <a:path w="165737" h="167158">
                  <a:moveTo>
                    <a:pt x="164041" y="0"/>
                  </a:moveTo>
                  <a:lnTo>
                    <a:pt x="158611" y="143"/>
                  </a:lnTo>
                  <a:lnTo>
                    <a:pt x="153189" y="462"/>
                  </a:lnTo>
                  <a:lnTo>
                    <a:pt x="147780" y="958"/>
                  </a:lnTo>
                  <a:lnTo>
                    <a:pt x="142390" y="1629"/>
                  </a:lnTo>
                  <a:lnTo>
                    <a:pt x="137024" y="2475"/>
                  </a:lnTo>
                  <a:lnTo>
                    <a:pt x="131689" y="3495"/>
                  </a:lnTo>
                  <a:lnTo>
                    <a:pt x="126390" y="4688"/>
                  </a:lnTo>
                  <a:lnTo>
                    <a:pt x="121132" y="6052"/>
                  </a:lnTo>
                  <a:lnTo>
                    <a:pt x="115922" y="7586"/>
                  </a:lnTo>
                  <a:lnTo>
                    <a:pt x="110764" y="9288"/>
                  </a:lnTo>
                  <a:lnTo>
                    <a:pt x="105664" y="11158"/>
                  </a:lnTo>
                  <a:lnTo>
                    <a:pt x="100627" y="13192"/>
                  </a:lnTo>
                  <a:lnTo>
                    <a:pt x="95659" y="15389"/>
                  </a:lnTo>
                  <a:lnTo>
                    <a:pt x="90765" y="17745"/>
                  </a:lnTo>
                  <a:lnTo>
                    <a:pt x="85951" y="20260"/>
                  </a:lnTo>
                  <a:lnTo>
                    <a:pt x="81220" y="22930"/>
                  </a:lnTo>
                  <a:lnTo>
                    <a:pt x="76579" y="25752"/>
                  </a:lnTo>
                  <a:lnTo>
                    <a:pt x="72032" y="28723"/>
                  </a:lnTo>
                  <a:lnTo>
                    <a:pt x="67584" y="31840"/>
                  </a:lnTo>
                  <a:lnTo>
                    <a:pt x="63239" y="35101"/>
                  </a:lnTo>
                  <a:lnTo>
                    <a:pt x="59003" y="38500"/>
                  </a:lnTo>
                  <a:lnTo>
                    <a:pt x="54880" y="42036"/>
                  </a:lnTo>
                  <a:lnTo>
                    <a:pt x="50873" y="45703"/>
                  </a:lnTo>
                  <a:lnTo>
                    <a:pt x="46988" y="49499"/>
                  </a:lnTo>
                  <a:lnTo>
                    <a:pt x="43228" y="53419"/>
                  </a:lnTo>
                  <a:lnTo>
                    <a:pt x="39597" y="57460"/>
                  </a:lnTo>
                  <a:lnTo>
                    <a:pt x="36100" y="61616"/>
                  </a:lnTo>
                  <a:lnTo>
                    <a:pt x="32739" y="65883"/>
                  </a:lnTo>
                  <a:lnTo>
                    <a:pt x="29519" y="70257"/>
                  </a:lnTo>
                  <a:lnTo>
                    <a:pt x="26443" y="74734"/>
                  </a:lnTo>
                  <a:lnTo>
                    <a:pt x="23514" y="79308"/>
                  </a:lnTo>
                  <a:lnTo>
                    <a:pt x="20735" y="83975"/>
                  </a:lnTo>
                  <a:lnTo>
                    <a:pt x="18109" y="88730"/>
                  </a:lnTo>
                  <a:lnTo>
                    <a:pt x="15639" y="93568"/>
                  </a:lnTo>
                  <a:lnTo>
                    <a:pt x="13327" y="98483"/>
                  </a:lnTo>
                  <a:lnTo>
                    <a:pt x="11177" y="103471"/>
                  </a:lnTo>
                  <a:lnTo>
                    <a:pt x="9189" y="108526"/>
                  </a:lnTo>
                  <a:lnTo>
                    <a:pt x="7367" y="113643"/>
                  </a:lnTo>
                  <a:lnTo>
                    <a:pt x="5712" y="118817"/>
                  </a:lnTo>
                  <a:lnTo>
                    <a:pt x="4226" y="124041"/>
                  </a:lnTo>
                  <a:lnTo>
                    <a:pt x="2910" y="129311"/>
                  </a:lnTo>
                  <a:lnTo>
                    <a:pt x="1766" y="134621"/>
                  </a:lnTo>
                  <a:lnTo>
                    <a:pt x="796" y="139966"/>
                  </a:lnTo>
                  <a:lnTo>
                    <a:pt x="0" y="145339"/>
                  </a:lnTo>
                  <a:lnTo>
                    <a:pt x="165737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19359" y="4659281"/>
              <a:ext cx="334321" cy="334329"/>
            </a:xfrm>
            <a:custGeom>
              <a:avLst/>
              <a:pathLst>
                <a:path w="334321" h="334329">
                  <a:moveTo>
                    <a:pt x="1428" y="145347"/>
                  </a:moveTo>
                  <a:lnTo>
                    <a:pt x="821" y="150604"/>
                  </a:lnTo>
                  <a:lnTo>
                    <a:pt x="380" y="155877"/>
                  </a:lnTo>
                  <a:lnTo>
                    <a:pt x="106" y="161161"/>
                  </a:lnTo>
                  <a:lnTo>
                    <a:pt x="0" y="166452"/>
                  </a:lnTo>
                  <a:lnTo>
                    <a:pt x="61" y="171743"/>
                  </a:lnTo>
                  <a:lnTo>
                    <a:pt x="289" y="177030"/>
                  </a:lnTo>
                  <a:lnTo>
                    <a:pt x="685" y="182306"/>
                  </a:lnTo>
                  <a:lnTo>
                    <a:pt x="1247" y="187568"/>
                  </a:lnTo>
                  <a:lnTo>
                    <a:pt x="1976" y="192809"/>
                  </a:lnTo>
                  <a:lnTo>
                    <a:pt x="2871" y="198024"/>
                  </a:lnTo>
                  <a:lnTo>
                    <a:pt x="3930" y="203209"/>
                  </a:lnTo>
                  <a:lnTo>
                    <a:pt x="5152" y="208357"/>
                  </a:lnTo>
                  <a:lnTo>
                    <a:pt x="6537" y="213464"/>
                  </a:lnTo>
                  <a:lnTo>
                    <a:pt x="8083" y="218525"/>
                  </a:lnTo>
                  <a:lnTo>
                    <a:pt x="9788" y="223534"/>
                  </a:lnTo>
                  <a:lnTo>
                    <a:pt x="11651" y="228487"/>
                  </a:lnTo>
                  <a:lnTo>
                    <a:pt x="13670" y="233379"/>
                  </a:lnTo>
                  <a:lnTo>
                    <a:pt x="15842" y="238204"/>
                  </a:lnTo>
                  <a:lnTo>
                    <a:pt x="18166" y="242957"/>
                  </a:lnTo>
                  <a:lnTo>
                    <a:pt x="20640" y="247635"/>
                  </a:lnTo>
                  <a:lnTo>
                    <a:pt x="23260" y="252233"/>
                  </a:lnTo>
                  <a:lnTo>
                    <a:pt x="26024" y="256745"/>
                  </a:lnTo>
                  <a:lnTo>
                    <a:pt x="28930" y="261167"/>
                  </a:lnTo>
                  <a:lnTo>
                    <a:pt x="31975" y="265495"/>
                  </a:lnTo>
                  <a:lnTo>
                    <a:pt x="35154" y="269724"/>
                  </a:lnTo>
                  <a:lnTo>
                    <a:pt x="38466" y="273851"/>
                  </a:lnTo>
                  <a:lnTo>
                    <a:pt x="41908" y="277871"/>
                  </a:lnTo>
                  <a:lnTo>
                    <a:pt x="45474" y="281780"/>
                  </a:lnTo>
                  <a:lnTo>
                    <a:pt x="49163" y="285574"/>
                  </a:lnTo>
                  <a:lnTo>
                    <a:pt x="52969" y="289250"/>
                  </a:lnTo>
                  <a:lnTo>
                    <a:pt x="56891" y="292803"/>
                  </a:lnTo>
                  <a:lnTo>
                    <a:pt x="60922" y="296230"/>
                  </a:lnTo>
                  <a:lnTo>
                    <a:pt x="65060" y="299528"/>
                  </a:lnTo>
                  <a:lnTo>
                    <a:pt x="69301" y="302693"/>
                  </a:lnTo>
                  <a:lnTo>
                    <a:pt x="73639" y="305723"/>
                  </a:lnTo>
                  <a:lnTo>
                    <a:pt x="78071" y="308614"/>
                  </a:lnTo>
                  <a:lnTo>
                    <a:pt x="82593" y="311363"/>
                  </a:lnTo>
                  <a:lnTo>
                    <a:pt x="87199" y="313967"/>
                  </a:lnTo>
                  <a:lnTo>
                    <a:pt x="91885" y="316425"/>
                  </a:lnTo>
                  <a:lnTo>
                    <a:pt x="96647" y="318732"/>
                  </a:lnTo>
                  <a:lnTo>
                    <a:pt x="101479" y="320888"/>
                  </a:lnTo>
                  <a:lnTo>
                    <a:pt x="106378" y="322890"/>
                  </a:lnTo>
                  <a:lnTo>
                    <a:pt x="111337" y="324736"/>
                  </a:lnTo>
                  <a:lnTo>
                    <a:pt x="116352" y="326424"/>
                  </a:lnTo>
                  <a:lnTo>
                    <a:pt x="121418" y="327953"/>
                  </a:lnTo>
                  <a:lnTo>
                    <a:pt x="126530" y="329320"/>
                  </a:lnTo>
                  <a:lnTo>
                    <a:pt x="131682" y="330525"/>
                  </a:lnTo>
                  <a:lnTo>
                    <a:pt x="136870" y="331566"/>
                  </a:lnTo>
                  <a:lnTo>
                    <a:pt x="142089" y="332443"/>
                  </a:lnTo>
                  <a:lnTo>
                    <a:pt x="147332" y="333154"/>
                  </a:lnTo>
                  <a:lnTo>
                    <a:pt x="152596" y="333698"/>
                  </a:lnTo>
                  <a:lnTo>
                    <a:pt x="157874" y="334076"/>
                  </a:lnTo>
                  <a:lnTo>
                    <a:pt x="163161" y="334286"/>
                  </a:lnTo>
                  <a:lnTo>
                    <a:pt x="168453" y="334329"/>
                  </a:lnTo>
                  <a:lnTo>
                    <a:pt x="173743" y="334205"/>
                  </a:lnTo>
                  <a:lnTo>
                    <a:pt x="179026" y="333913"/>
                  </a:lnTo>
                  <a:lnTo>
                    <a:pt x="184298" y="333454"/>
                  </a:lnTo>
                  <a:lnTo>
                    <a:pt x="189552" y="332829"/>
                  </a:lnTo>
                  <a:lnTo>
                    <a:pt x="194784" y="332037"/>
                  </a:lnTo>
                  <a:lnTo>
                    <a:pt x="199989" y="331080"/>
                  </a:lnTo>
                  <a:lnTo>
                    <a:pt x="205160" y="329959"/>
                  </a:lnTo>
                  <a:lnTo>
                    <a:pt x="210293" y="328675"/>
                  </a:lnTo>
                  <a:lnTo>
                    <a:pt x="215384" y="327229"/>
                  </a:lnTo>
                  <a:lnTo>
                    <a:pt x="220425" y="325623"/>
                  </a:lnTo>
                  <a:lnTo>
                    <a:pt x="225414" y="323858"/>
                  </a:lnTo>
                  <a:lnTo>
                    <a:pt x="230344" y="321936"/>
                  </a:lnTo>
                  <a:lnTo>
                    <a:pt x="235211" y="319859"/>
                  </a:lnTo>
                  <a:lnTo>
                    <a:pt x="240009" y="317629"/>
                  </a:lnTo>
                  <a:lnTo>
                    <a:pt x="244735" y="315248"/>
                  </a:lnTo>
                  <a:lnTo>
                    <a:pt x="249383" y="312718"/>
                  </a:lnTo>
                  <a:lnTo>
                    <a:pt x="253949" y="310043"/>
                  </a:lnTo>
                  <a:lnTo>
                    <a:pt x="258427" y="307225"/>
                  </a:lnTo>
                  <a:lnTo>
                    <a:pt x="262814" y="304266"/>
                  </a:lnTo>
                  <a:lnTo>
                    <a:pt x="267106" y="301170"/>
                  </a:lnTo>
                  <a:lnTo>
                    <a:pt x="271297" y="297940"/>
                  </a:lnTo>
                  <a:lnTo>
                    <a:pt x="275384" y="294579"/>
                  </a:lnTo>
                  <a:lnTo>
                    <a:pt x="279362" y="291090"/>
                  </a:lnTo>
                  <a:lnTo>
                    <a:pt x="283228" y="287477"/>
                  </a:lnTo>
                  <a:lnTo>
                    <a:pt x="286978" y="283743"/>
                  </a:lnTo>
                  <a:lnTo>
                    <a:pt x="290607" y="279893"/>
                  </a:lnTo>
                  <a:lnTo>
                    <a:pt x="294113" y="275929"/>
                  </a:lnTo>
                  <a:lnTo>
                    <a:pt x="297492" y="271857"/>
                  </a:lnTo>
                  <a:lnTo>
                    <a:pt x="300740" y="267679"/>
                  </a:lnTo>
                  <a:lnTo>
                    <a:pt x="303854" y="263401"/>
                  </a:lnTo>
                  <a:lnTo>
                    <a:pt x="306832" y="259027"/>
                  </a:lnTo>
                  <a:lnTo>
                    <a:pt x="309669" y="254560"/>
                  </a:lnTo>
                  <a:lnTo>
                    <a:pt x="312364" y="250006"/>
                  </a:lnTo>
                  <a:lnTo>
                    <a:pt x="314913" y="245369"/>
                  </a:lnTo>
                  <a:lnTo>
                    <a:pt x="317314" y="240654"/>
                  </a:lnTo>
                  <a:lnTo>
                    <a:pt x="319565" y="235865"/>
                  </a:lnTo>
                  <a:lnTo>
                    <a:pt x="321663" y="231007"/>
                  </a:lnTo>
                  <a:lnTo>
                    <a:pt x="323606" y="226085"/>
                  </a:lnTo>
                  <a:lnTo>
                    <a:pt x="325392" y="221104"/>
                  </a:lnTo>
                  <a:lnTo>
                    <a:pt x="327020" y="216069"/>
                  </a:lnTo>
                  <a:lnTo>
                    <a:pt x="328488" y="210985"/>
                  </a:lnTo>
                  <a:lnTo>
                    <a:pt x="329794" y="205858"/>
                  </a:lnTo>
                  <a:lnTo>
                    <a:pt x="330937" y="200691"/>
                  </a:lnTo>
                  <a:lnTo>
                    <a:pt x="331916" y="195491"/>
                  </a:lnTo>
                  <a:lnTo>
                    <a:pt x="332730" y="190262"/>
                  </a:lnTo>
                  <a:lnTo>
                    <a:pt x="333378" y="185010"/>
                  </a:lnTo>
                  <a:lnTo>
                    <a:pt x="333859" y="179741"/>
                  </a:lnTo>
                  <a:lnTo>
                    <a:pt x="334174" y="174459"/>
                  </a:lnTo>
                  <a:lnTo>
                    <a:pt x="334321" y="169169"/>
                  </a:lnTo>
                  <a:lnTo>
                    <a:pt x="334300" y="163878"/>
                  </a:lnTo>
                  <a:lnTo>
                    <a:pt x="334113" y="158589"/>
                  </a:lnTo>
                  <a:lnTo>
                    <a:pt x="333758" y="153310"/>
                  </a:lnTo>
                  <a:lnTo>
                    <a:pt x="333235" y="148044"/>
                  </a:lnTo>
                  <a:lnTo>
                    <a:pt x="332547" y="142798"/>
                  </a:lnTo>
                  <a:lnTo>
                    <a:pt x="331693" y="137575"/>
                  </a:lnTo>
                  <a:lnTo>
                    <a:pt x="330674" y="132383"/>
                  </a:lnTo>
                  <a:lnTo>
                    <a:pt x="329491" y="127225"/>
                  </a:lnTo>
                  <a:lnTo>
                    <a:pt x="328146" y="122108"/>
                  </a:lnTo>
                  <a:lnTo>
                    <a:pt x="326639" y="117035"/>
                  </a:lnTo>
                  <a:lnTo>
                    <a:pt x="324972" y="112013"/>
                  </a:lnTo>
                  <a:lnTo>
                    <a:pt x="323148" y="107046"/>
                  </a:lnTo>
                  <a:lnTo>
                    <a:pt x="321167" y="102139"/>
                  </a:lnTo>
                  <a:lnTo>
                    <a:pt x="319031" y="97298"/>
                  </a:lnTo>
                  <a:lnTo>
                    <a:pt x="316744" y="92526"/>
                  </a:lnTo>
                  <a:lnTo>
                    <a:pt x="314306" y="87829"/>
                  </a:lnTo>
                  <a:lnTo>
                    <a:pt x="311722" y="83212"/>
                  </a:lnTo>
                  <a:lnTo>
                    <a:pt x="308992" y="78679"/>
                  </a:lnTo>
                  <a:lnTo>
                    <a:pt x="306120" y="74234"/>
                  </a:lnTo>
                  <a:lnTo>
                    <a:pt x="303109" y="69883"/>
                  </a:lnTo>
                  <a:lnTo>
                    <a:pt x="299962" y="65629"/>
                  </a:lnTo>
                  <a:lnTo>
                    <a:pt x="296682" y="61477"/>
                  </a:lnTo>
                  <a:lnTo>
                    <a:pt x="293272" y="57430"/>
                  </a:lnTo>
                  <a:lnTo>
                    <a:pt x="289736" y="53494"/>
                  </a:lnTo>
                  <a:lnTo>
                    <a:pt x="286076" y="49672"/>
                  </a:lnTo>
                  <a:lnTo>
                    <a:pt x="282298" y="45967"/>
                  </a:lnTo>
                  <a:lnTo>
                    <a:pt x="278404" y="42384"/>
                  </a:lnTo>
                  <a:lnTo>
                    <a:pt x="274399" y="38926"/>
                  </a:lnTo>
                  <a:lnTo>
                    <a:pt x="270287" y="35596"/>
                  </a:lnTo>
                  <a:lnTo>
                    <a:pt x="266071" y="32398"/>
                  </a:lnTo>
                  <a:lnTo>
                    <a:pt x="261756" y="29335"/>
                  </a:lnTo>
                  <a:lnTo>
                    <a:pt x="257346" y="26410"/>
                  </a:lnTo>
                  <a:lnTo>
                    <a:pt x="252846" y="23627"/>
                  </a:lnTo>
                  <a:lnTo>
                    <a:pt x="248260" y="20987"/>
                  </a:lnTo>
                  <a:lnTo>
                    <a:pt x="243593" y="18493"/>
                  </a:lnTo>
                  <a:lnTo>
                    <a:pt x="238849" y="16149"/>
                  </a:lnTo>
                  <a:lnTo>
                    <a:pt x="234033" y="13956"/>
                  </a:lnTo>
                  <a:lnTo>
                    <a:pt x="229150" y="11916"/>
                  </a:lnTo>
                  <a:lnTo>
                    <a:pt x="224206" y="10032"/>
                  </a:lnTo>
                  <a:lnTo>
                    <a:pt x="219204" y="8305"/>
                  </a:lnTo>
                  <a:lnTo>
                    <a:pt x="214150" y="6738"/>
                  </a:lnTo>
                  <a:lnTo>
                    <a:pt x="209048" y="5331"/>
                  </a:lnTo>
                  <a:lnTo>
                    <a:pt x="203905" y="4087"/>
                  </a:lnTo>
                  <a:lnTo>
                    <a:pt x="198725" y="3006"/>
                  </a:lnTo>
                  <a:lnTo>
                    <a:pt x="193514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201" y="0"/>
                  </a:moveTo>
                  <a:lnTo>
                    <a:pt x="0" y="0"/>
                  </a:lnTo>
                  <a:lnTo>
                    <a:pt x="20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321571" y="5018213"/>
              <a:ext cx="334307" cy="334333"/>
            </a:xfrm>
            <a:custGeom>
              <a:avLst/>
              <a:pathLst>
                <a:path w="334307" h="334333">
                  <a:moveTo>
                    <a:pt x="166947" y="0"/>
                  </a:moveTo>
                  <a:lnTo>
                    <a:pt x="161651" y="90"/>
                  </a:lnTo>
                  <a:lnTo>
                    <a:pt x="156360" y="348"/>
                  </a:lnTo>
                  <a:lnTo>
                    <a:pt x="151080" y="773"/>
                  </a:lnTo>
                  <a:lnTo>
                    <a:pt x="145816" y="1366"/>
                  </a:lnTo>
                  <a:lnTo>
                    <a:pt x="140574" y="2125"/>
                  </a:lnTo>
                  <a:lnTo>
                    <a:pt x="135359" y="3050"/>
                  </a:lnTo>
                  <a:lnTo>
                    <a:pt x="130175" y="4140"/>
                  </a:lnTo>
                  <a:lnTo>
                    <a:pt x="125028" y="5393"/>
                  </a:lnTo>
                  <a:lnTo>
                    <a:pt x="119924" y="6808"/>
                  </a:lnTo>
                  <a:lnTo>
                    <a:pt x="114867" y="8385"/>
                  </a:lnTo>
                  <a:lnTo>
                    <a:pt x="109863" y="10121"/>
                  </a:lnTo>
                  <a:lnTo>
                    <a:pt x="104916" y="12015"/>
                  </a:lnTo>
                  <a:lnTo>
                    <a:pt x="100032" y="14065"/>
                  </a:lnTo>
                  <a:lnTo>
                    <a:pt x="95215" y="16268"/>
                  </a:lnTo>
                  <a:lnTo>
                    <a:pt x="90470" y="18623"/>
                  </a:lnTo>
                  <a:lnTo>
                    <a:pt x="85802" y="21127"/>
                  </a:lnTo>
                  <a:lnTo>
                    <a:pt x="81216" y="23777"/>
                  </a:lnTo>
                  <a:lnTo>
                    <a:pt x="76717" y="26572"/>
                  </a:lnTo>
                  <a:lnTo>
                    <a:pt x="72308" y="29507"/>
                  </a:lnTo>
                  <a:lnTo>
                    <a:pt x="67994" y="32581"/>
                  </a:lnTo>
                  <a:lnTo>
                    <a:pt x="63780" y="35790"/>
                  </a:lnTo>
                  <a:lnTo>
                    <a:pt x="59669" y="39131"/>
                  </a:lnTo>
                  <a:lnTo>
                    <a:pt x="55667" y="42601"/>
                  </a:lnTo>
                  <a:lnTo>
                    <a:pt x="51776" y="46195"/>
                  </a:lnTo>
                  <a:lnTo>
                    <a:pt x="48001" y="49911"/>
                  </a:lnTo>
                  <a:lnTo>
                    <a:pt x="44346" y="53745"/>
                  </a:lnTo>
                  <a:lnTo>
                    <a:pt x="40814" y="57693"/>
                  </a:lnTo>
                  <a:lnTo>
                    <a:pt x="37409" y="61750"/>
                  </a:lnTo>
                  <a:lnTo>
                    <a:pt x="34135" y="65914"/>
                  </a:lnTo>
                  <a:lnTo>
                    <a:pt x="30993" y="70179"/>
                  </a:lnTo>
                  <a:lnTo>
                    <a:pt x="27989" y="74541"/>
                  </a:lnTo>
                  <a:lnTo>
                    <a:pt x="25124" y="78996"/>
                  </a:lnTo>
                  <a:lnTo>
                    <a:pt x="22402" y="83540"/>
                  </a:lnTo>
                  <a:lnTo>
                    <a:pt x="19825" y="88168"/>
                  </a:lnTo>
                  <a:lnTo>
                    <a:pt x="17396" y="92876"/>
                  </a:lnTo>
                  <a:lnTo>
                    <a:pt x="15118" y="97657"/>
                  </a:lnTo>
                  <a:lnTo>
                    <a:pt x="12992" y="102509"/>
                  </a:lnTo>
                  <a:lnTo>
                    <a:pt x="11021" y="107425"/>
                  </a:lnTo>
                  <a:lnTo>
                    <a:pt x="9206" y="112402"/>
                  </a:lnTo>
                  <a:lnTo>
                    <a:pt x="7551" y="117433"/>
                  </a:lnTo>
                  <a:lnTo>
                    <a:pt x="6055" y="122515"/>
                  </a:lnTo>
                  <a:lnTo>
                    <a:pt x="4721" y="127641"/>
                  </a:lnTo>
                  <a:lnTo>
                    <a:pt x="3550" y="132807"/>
                  </a:lnTo>
                  <a:lnTo>
                    <a:pt x="2544" y="138007"/>
                  </a:lnTo>
                  <a:lnTo>
                    <a:pt x="1703" y="143237"/>
                  </a:lnTo>
                  <a:lnTo>
                    <a:pt x="1028" y="148491"/>
                  </a:lnTo>
                  <a:lnTo>
                    <a:pt x="519" y="153763"/>
                  </a:lnTo>
                  <a:lnTo>
                    <a:pt x="178" y="159049"/>
                  </a:lnTo>
                  <a:lnTo>
                    <a:pt x="5" y="164343"/>
                  </a:lnTo>
                  <a:lnTo>
                    <a:pt x="0" y="169640"/>
                  </a:lnTo>
                  <a:lnTo>
                    <a:pt x="162" y="174935"/>
                  </a:lnTo>
                  <a:lnTo>
                    <a:pt x="492" y="180221"/>
                  </a:lnTo>
                  <a:lnTo>
                    <a:pt x="989" y="185495"/>
                  </a:lnTo>
                  <a:lnTo>
                    <a:pt x="1653" y="190750"/>
                  </a:lnTo>
                  <a:lnTo>
                    <a:pt x="2483" y="195982"/>
                  </a:lnTo>
                  <a:lnTo>
                    <a:pt x="3479" y="201184"/>
                  </a:lnTo>
                  <a:lnTo>
                    <a:pt x="4639" y="206353"/>
                  </a:lnTo>
                  <a:lnTo>
                    <a:pt x="5962" y="211482"/>
                  </a:lnTo>
                  <a:lnTo>
                    <a:pt x="7447" y="216566"/>
                  </a:lnTo>
                  <a:lnTo>
                    <a:pt x="9092" y="221601"/>
                  </a:lnTo>
                  <a:lnTo>
                    <a:pt x="10896" y="226581"/>
                  </a:lnTo>
                  <a:lnTo>
                    <a:pt x="12857" y="231502"/>
                  </a:lnTo>
                  <a:lnTo>
                    <a:pt x="14973" y="236358"/>
                  </a:lnTo>
                  <a:lnTo>
                    <a:pt x="17241" y="241145"/>
                  </a:lnTo>
                  <a:lnTo>
                    <a:pt x="19660" y="245857"/>
                  </a:lnTo>
                  <a:lnTo>
                    <a:pt x="22227" y="250490"/>
                  </a:lnTo>
                  <a:lnTo>
                    <a:pt x="24940" y="255040"/>
                  </a:lnTo>
                  <a:lnTo>
                    <a:pt x="27795" y="259501"/>
                  </a:lnTo>
                  <a:lnTo>
                    <a:pt x="30791" y="263870"/>
                  </a:lnTo>
                  <a:lnTo>
                    <a:pt x="33923" y="268141"/>
                  </a:lnTo>
                  <a:lnTo>
                    <a:pt x="37189" y="272312"/>
                  </a:lnTo>
                  <a:lnTo>
                    <a:pt x="40585" y="276376"/>
                  </a:lnTo>
                  <a:lnTo>
                    <a:pt x="44109" y="280331"/>
                  </a:lnTo>
                  <a:lnTo>
                    <a:pt x="47756" y="284173"/>
                  </a:lnTo>
                  <a:lnTo>
                    <a:pt x="51523" y="287897"/>
                  </a:lnTo>
                  <a:lnTo>
                    <a:pt x="55406" y="291499"/>
                  </a:lnTo>
                  <a:lnTo>
                    <a:pt x="59401" y="294977"/>
                  </a:lnTo>
                  <a:lnTo>
                    <a:pt x="63505" y="298327"/>
                  </a:lnTo>
                  <a:lnTo>
                    <a:pt x="67712" y="301545"/>
                  </a:lnTo>
                  <a:lnTo>
                    <a:pt x="72020" y="304627"/>
                  </a:lnTo>
                  <a:lnTo>
                    <a:pt x="76423" y="307572"/>
                  </a:lnTo>
                  <a:lnTo>
                    <a:pt x="80916" y="310376"/>
                  </a:lnTo>
                  <a:lnTo>
                    <a:pt x="85497" y="313036"/>
                  </a:lnTo>
                  <a:lnTo>
                    <a:pt x="90159" y="315550"/>
                  </a:lnTo>
                  <a:lnTo>
                    <a:pt x="94899" y="317915"/>
                  </a:lnTo>
                  <a:lnTo>
                    <a:pt x="99712" y="320128"/>
                  </a:lnTo>
                  <a:lnTo>
                    <a:pt x="104592" y="322188"/>
                  </a:lnTo>
                  <a:lnTo>
                    <a:pt x="109534" y="324092"/>
                  </a:lnTo>
                  <a:lnTo>
                    <a:pt x="114535" y="325839"/>
                  </a:lnTo>
                  <a:lnTo>
                    <a:pt x="119589" y="327426"/>
                  </a:lnTo>
                  <a:lnTo>
                    <a:pt x="124690" y="328852"/>
                  </a:lnTo>
                  <a:lnTo>
                    <a:pt x="129834" y="330116"/>
                  </a:lnTo>
                  <a:lnTo>
                    <a:pt x="135015" y="331217"/>
                  </a:lnTo>
                  <a:lnTo>
                    <a:pt x="140229" y="332153"/>
                  </a:lnTo>
                  <a:lnTo>
                    <a:pt x="145470" y="332923"/>
                  </a:lnTo>
                  <a:lnTo>
                    <a:pt x="150732" y="333526"/>
                  </a:lnTo>
                  <a:lnTo>
                    <a:pt x="156011" y="333963"/>
                  </a:lnTo>
                  <a:lnTo>
                    <a:pt x="161301" y="334232"/>
                  </a:lnTo>
                  <a:lnTo>
                    <a:pt x="166597" y="334333"/>
                  </a:lnTo>
                  <a:lnTo>
                    <a:pt x="171893" y="334267"/>
                  </a:lnTo>
                  <a:lnTo>
                    <a:pt x="177185" y="334033"/>
                  </a:lnTo>
                  <a:lnTo>
                    <a:pt x="182467" y="333631"/>
                  </a:lnTo>
                  <a:lnTo>
                    <a:pt x="187733" y="333062"/>
                  </a:lnTo>
                  <a:lnTo>
                    <a:pt x="192979" y="332327"/>
                  </a:lnTo>
                  <a:lnTo>
                    <a:pt x="198199" y="331425"/>
                  </a:lnTo>
                  <a:lnTo>
                    <a:pt x="203387" y="330359"/>
                  </a:lnTo>
                  <a:lnTo>
                    <a:pt x="208539" y="329129"/>
                  </a:lnTo>
                  <a:lnTo>
                    <a:pt x="213650" y="327736"/>
                  </a:lnTo>
                  <a:lnTo>
                    <a:pt x="218714" y="326183"/>
                  </a:lnTo>
                  <a:lnTo>
                    <a:pt x="223726" y="324469"/>
                  </a:lnTo>
                  <a:lnTo>
                    <a:pt x="228681" y="322598"/>
                  </a:lnTo>
                  <a:lnTo>
                    <a:pt x="233575" y="320570"/>
                  </a:lnTo>
                  <a:lnTo>
                    <a:pt x="238401" y="318388"/>
                  </a:lnTo>
                  <a:lnTo>
                    <a:pt x="243157" y="316055"/>
                  </a:lnTo>
                  <a:lnTo>
                    <a:pt x="247836" y="313572"/>
                  </a:lnTo>
                  <a:lnTo>
                    <a:pt x="252434" y="310942"/>
                  </a:lnTo>
                  <a:lnTo>
                    <a:pt x="256946" y="308168"/>
                  </a:lnTo>
                  <a:lnTo>
                    <a:pt x="261368" y="305252"/>
                  </a:lnTo>
                  <a:lnTo>
                    <a:pt x="265696" y="302198"/>
                  </a:lnTo>
                  <a:lnTo>
                    <a:pt x="269924" y="299008"/>
                  </a:lnTo>
                  <a:lnTo>
                    <a:pt x="274050" y="295686"/>
                  </a:lnTo>
                  <a:lnTo>
                    <a:pt x="278068" y="292234"/>
                  </a:lnTo>
                  <a:lnTo>
                    <a:pt x="281975" y="288657"/>
                  </a:lnTo>
                  <a:lnTo>
                    <a:pt x="285766" y="284958"/>
                  </a:lnTo>
                  <a:lnTo>
                    <a:pt x="289439" y="281141"/>
                  </a:lnTo>
                  <a:lnTo>
                    <a:pt x="292988" y="277209"/>
                  </a:lnTo>
                  <a:lnTo>
                    <a:pt x="296411" y="273167"/>
                  </a:lnTo>
                  <a:lnTo>
                    <a:pt x="299705" y="269019"/>
                  </a:lnTo>
                  <a:lnTo>
                    <a:pt x="302865" y="264768"/>
                  </a:lnTo>
                  <a:lnTo>
                    <a:pt x="305889" y="260419"/>
                  </a:lnTo>
                  <a:lnTo>
                    <a:pt x="308774" y="255977"/>
                  </a:lnTo>
                  <a:lnTo>
                    <a:pt x="311517" y="251445"/>
                  </a:lnTo>
                  <a:lnTo>
                    <a:pt x="314114" y="246829"/>
                  </a:lnTo>
                  <a:lnTo>
                    <a:pt x="316565" y="242132"/>
                  </a:lnTo>
                  <a:lnTo>
                    <a:pt x="318865" y="237361"/>
                  </a:lnTo>
                  <a:lnTo>
                    <a:pt x="321012" y="232519"/>
                  </a:lnTo>
                  <a:lnTo>
                    <a:pt x="323006" y="227611"/>
                  </a:lnTo>
                  <a:lnTo>
                    <a:pt x="324842" y="222643"/>
                  </a:lnTo>
                  <a:lnTo>
                    <a:pt x="326521" y="217619"/>
                  </a:lnTo>
                  <a:lnTo>
                    <a:pt x="328039" y="212545"/>
                  </a:lnTo>
                  <a:lnTo>
                    <a:pt x="329396" y="207424"/>
                  </a:lnTo>
                  <a:lnTo>
                    <a:pt x="330590" y="202264"/>
                  </a:lnTo>
                  <a:lnTo>
                    <a:pt x="331620" y="197068"/>
                  </a:lnTo>
                  <a:lnTo>
                    <a:pt x="332485" y="191842"/>
                  </a:lnTo>
                  <a:lnTo>
                    <a:pt x="333184" y="186591"/>
                  </a:lnTo>
                  <a:lnTo>
                    <a:pt x="333716" y="181321"/>
                  </a:lnTo>
                  <a:lnTo>
                    <a:pt x="334081" y="176037"/>
                  </a:lnTo>
                  <a:lnTo>
                    <a:pt x="334278" y="170744"/>
                  </a:lnTo>
                  <a:lnTo>
                    <a:pt x="334307" y="165447"/>
                  </a:lnTo>
                  <a:lnTo>
                    <a:pt x="334169" y="160152"/>
                  </a:lnTo>
                  <a:lnTo>
                    <a:pt x="333863" y="154864"/>
                  </a:lnTo>
                  <a:lnTo>
                    <a:pt x="333389" y="149588"/>
                  </a:lnTo>
                  <a:lnTo>
                    <a:pt x="332749" y="144330"/>
                  </a:lnTo>
                  <a:lnTo>
                    <a:pt x="331942" y="139095"/>
                  </a:lnTo>
                  <a:lnTo>
                    <a:pt x="330970" y="133888"/>
                  </a:lnTo>
                  <a:lnTo>
                    <a:pt x="329833" y="128714"/>
                  </a:lnTo>
                  <a:lnTo>
                    <a:pt x="328533" y="123579"/>
                  </a:lnTo>
                  <a:lnTo>
                    <a:pt x="327071" y="118488"/>
                  </a:lnTo>
                  <a:lnTo>
                    <a:pt x="325449" y="113446"/>
                  </a:lnTo>
                  <a:lnTo>
                    <a:pt x="323667" y="108457"/>
                  </a:lnTo>
                  <a:lnTo>
                    <a:pt x="321729" y="103528"/>
                  </a:lnTo>
                  <a:lnTo>
                    <a:pt x="319635" y="98662"/>
                  </a:lnTo>
                  <a:lnTo>
                    <a:pt x="317388" y="93866"/>
                  </a:lnTo>
                  <a:lnTo>
                    <a:pt x="314990" y="89142"/>
                  </a:lnTo>
                  <a:lnTo>
                    <a:pt x="312444" y="84498"/>
                  </a:lnTo>
                  <a:lnTo>
                    <a:pt x="309752" y="79936"/>
                  </a:lnTo>
                  <a:lnTo>
                    <a:pt x="306917" y="75462"/>
                  </a:lnTo>
                  <a:lnTo>
                    <a:pt x="303941" y="71079"/>
                  </a:lnTo>
                  <a:lnTo>
                    <a:pt x="300828" y="66794"/>
                  </a:lnTo>
                  <a:lnTo>
                    <a:pt x="297581" y="62609"/>
                  </a:lnTo>
                  <a:lnTo>
                    <a:pt x="294203" y="58529"/>
                  </a:lnTo>
                  <a:lnTo>
                    <a:pt x="290697" y="54558"/>
                  </a:lnTo>
                  <a:lnTo>
                    <a:pt x="287067" y="50700"/>
                  </a:lnTo>
                  <a:lnTo>
                    <a:pt x="283317" y="46959"/>
                  </a:lnTo>
                  <a:lnTo>
                    <a:pt x="279450" y="43339"/>
                  </a:lnTo>
                  <a:lnTo>
                    <a:pt x="275471" y="39843"/>
                  </a:lnTo>
                  <a:lnTo>
                    <a:pt x="271383" y="36475"/>
                  </a:lnTo>
                  <a:lnTo>
                    <a:pt x="267190" y="33239"/>
                  </a:lnTo>
                  <a:lnTo>
                    <a:pt x="262896" y="30136"/>
                  </a:lnTo>
                  <a:lnTo>
                    <a:pt x="258507" y="27172"/>
                  </a:lnTo>
                  <a:lnTo>
                    <a:pt x="254026" y="24347"/>
                  </a:lnTo>
                  <a:lnTo>
                    <a:pt x="249457" y="21667"/>
                  </a:lnTo>
                  <a:lnTo>
                    <a:pt x="244806" y="19132"/>
                  </a:lnTo>
                  <a:lnTo>
                    <a:pt x="240077" y="16746"/>
                  </a:lnTo>
                  <a:lnTo>
                    <a:pt x="235275" y="1451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720" y="5018213"/>
              <a:ext cx="68125" cy="167167"/>
            </a:xfrm>
            <a:custGeom>
              <a:avLst/>
              <a:pathLst>
                <a:path w="68125" h="167167">
                  <a:moveTo>
                    <a:pt x="68125" y="14511"/>
                  </a:moveTo>
                  <a:lnTo>
                    <a:pt x="62745" y="12222"/>
                  </a:lnTo>
                  <a:lnTo>
                    <a:pt x="57288" y="10122"/>
                  </a:lnTo>
                  <a:lnTo>
                    <a:pt x="51761" y="8215"/>
                  </a:lnTo>
                  <a:lnTo>
                    <a:pt x="46170" y="6502"/>
                  </a:lnTo>
                  <a:lnTo>
                    <a:pt x="40523" y="4986"/>
                  </a:lnTo>
                  <a:lnTo>
                    <a:pt x="34827" y="3668"/>
                  </a:lnTo>
                  <a:lnTo>
                    <a:pt x="29087" y="2550"/>
                  </a:lnTo>
                  <a:lnTo>
                    <a:pt x="23313" y="1633"/>
                  </a:lnTo>
                  <a:lnTo>
                    <a:pt x="17509" y="919"/>
                  </a:lnTo>
                  <a:lnTo>
                    <a:pt x="11685" y="408"/>
                  </a:lnTo>
                  <a:lnTo>
                    <a:pt x="584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797817" y="5269756"/>
              <a:ext cx="166683" cy="167167"/>
            </a:xfrm>
            <a:custGeom>
              <a:avLst/>
              <a:pathLst>
                <a:path w="166683" h="167167">
                  <a:moveTo>
                    <a:pt x="166683" y="0"/>
                  </a:moveTo>
                  <a:lnTo>
                    <a:pt x="161252" y="88"/>
                  </a:lnTo>
                  <a:lnTo>
                    <a:pt x="155827" y="352"/>
                  </a:lnTo>
                  <a:lnTo>
                    <a:pt x="150413" y="793"/>
                  </a:lnTo>
                  <a:lnTo>
                    <a:pt x="145017" y="1410"/>
                  </a:lnTo>
                  <a:lnTo>
                    <a:pt x="139643" y="2201"/>
                  </a:lnTo>
                  <a:lnTo>
                    <a:pt x="134298" y="3167"/>
                  </a:lnTo>
                  <a:lnTo>
                    <a:pt x="128987" y="4305"/>
                  </a:lnTo>
                  <a:lnTo>
                    <a:pt x="123716" y="5616"/>
                  </a:lnTo>
                  <a:lnTo>
                    <a:pt x="118490" y="7097"/>
                  </a:lnTo>
                  <a:lnTo>
                    <a:pt x="113315" y="8747"/>
                  </a:lnTo>
                  <a:lnTo>
                    <a:pt x="108196" y="10565"/>
                  </a:lnTo>
                  <a:lnTo>
                    <a:pt x="103140" y="12548"/>
                  </a:lnTo>
                  <a:lnTo>
                    <a:pt x="98150" y="14694"/>
                  </a:lnTo>
                  <a:lnTo>
                    <a:pt x="93232" y="17001"/>
                  </a:lnTo>
                  <a:lnTo>
                    <a:pt x="88393" y="19466"/>
                  </a:lnTo>
                  <a:lnTo>
                    <a:pt x="83635" y="22088"/>
                  </a:lnTo>
                  <a:lnTo>
                    <a:pt x="78966" y="24862"/>
                  </a:lnTo>
                  <a:lnTo>
                    <a:pt x="74389" y="27787"/>
                  </a:lnTo>
                  <a:lnTo>
                    <a:pt x="69909" y="30859"/>
                  </a:lnTo>
                  <a:lnTo>
                    <a:pt x="65532" y="34075"/>
                  </a:lnTo>
                  <a:lnTo>
                    <a:pt x="61262" y="37432"/>
                  </a:lnTo>
                  <a:lnTo>
                    <a:pt x="57102" y="40925"/>
                  </a:lnTo>
                  <a:lnTo>
                    <a:pt x="53059" y="44552"/>
                  </a:lnTo>
                  <a:lnTo>
                    <a:pt x="49135" y="48308"/>
                  </a:lnTo>
                  <a:lnTo>
                    <a:pt x="45336" y="52190"/>
                  </a:lnTo>
                  <a:lnTo>
                    <a:pt x="41665" y="56193"/>
                  </a:lnTo>
                  <a:lnTo>
                    <a:pt x="38125" y="60313"/>
                  </a:lnTo>
                  <a:lnTo>
                    <a:pt x="34722" y="64546"/>
                  </a:lnTo>
                  <a:lnTo>
                    <a:pt x="31457" y="68888"/>
                  </a:lnTo>
                  <a:lnTo>
                    <a:pt x="28336" y="73333"/>
                  </a:lnTo>
                  <a:lnTo>
                    <a:pt x="25360" y="77877"/>
                  </a:lnTo>
                  <a:lnTo>
                    <a:pt x="22534" y="82515"/>
                  </a:lnTo>
                  <a:lnTo>
                    <a:pt x="19860" y="87243"/>
                  </a:lnTo>
                  <a:lnTo>
                    <a:pt x="17341" y="92055"/>
                  </a:lnTo>
                  <a:lnTo>
                    <a:pt x="14979" y="96947"/>
                  </a:lnTo>
                  <a:lnTo>
                    <a:pt x="12778" y="101913"/>
                  </a:lnTo>
                  <a:lnTo>
                    <a:pt x="10739" y="106947"/>
                  </a:lnTo>
                  <a:lnTo>
                    <a:pt x="8865" y="112045"/>
                  </a:lnTo>
                  <a:lnTo>
                    <a:pt x="7158" y="117202"/>
                  </a:lnTo>
                  <a:lnTo>
                    <a:pt x="5619" y="122411"/>
                  </a:lnTo>
                  <a:lnTo>
                    <a:pt x="4250" y="127667"/>
                  </a:lnTo>
                  <a:lnTo>
                    <a:pt x="3052" y="132965"/>
                  </a:lnTo>
                  <a:lnTo>
                    <a:pt x="2027" y="138299"/>
                  </a:lnTo>
                  <a:lnTo>
                    <a:pt x="1176" y="143664"/>
                  </a:lnTo>
                  <a:lnTo>
                    <a:pt x="500" y="149053"/>
                  </a:lnTo>
                  <a:lnTo>
                    <a:pt x="0" y="154462"/>
                  </a:lnTo>
                  <a:lnTo>
                    <a:pt x="16668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7347" y="5269756"/>
              <a:ext cx="334303" cy="334334"/>
            </a:xfrm>
            <a:custGeom>
              <a:avLst/>
              <a:pathLst>
                <a:path w="334303" h="334334">
                  <a:moveTo>
                    <a:pt x="470" y="154462"/>
                  </a:moveTo>
                  <a:lnTo>
                    <a:pt x="151" y="159753"/>
                  </a:lnTo>
                  <a:lnTo>
                    <a:pt x="0" y="165052"/>
                  </a:lnTo>
                  <a:lnTo>
                    <a:pt x="16" y="170353"/>
                  </a:lnTo>
                  <a:lnTo>
                    <a:pt x="202" y="175650"/>
                  </a:lnTo>
                  <a:lnTo>
                    <a:pt x="554" y="180940"/>
                  </a:lnTo>
                  <a:lnTo>
                    <a:pt x="1075" y="186215"/>
                  </a:lnTo>
                  <a:lnTo>
                    <a:pt x="1762" y="191471"/>
                  </a:lnTo>
                  <a:lnTo>
                    <a:pt x="2616" y="196703"/>
                  </a:lnTo>
                  <a:lnTo>
                    <a:pt x="3635" y="201905"/>
                  </a:lnTo>
                  <a:lnTo>
                    <a:pt x="4819" y="207072"/>
                  </a:lnTo>
                  <a:lnTo>
                    <a:pt x="6166" y="212199"/>
                  </a:lnTo>
                  <a:lnTo>
                    <a:pt x="7675" y="217281"/>
                  </a:lnTo>
                  <a:lnTo>
                    <a:pt x="9344" y="222312"/>
                  </a:lnTo>
                  <a:lnTo>
                    <a:pt x="11171" y="227288"/>
                  </a:lnTo>
                  <a:lnTo>
                    <a:pt x="13156" y="232203"/>
                  </a:lnTo>
                  <a:lnTo>
                    <a:pt x="15296" y="237053"/>
                  </a:lnTo>
                  <a:lnTo>
                    <a:pt x="17588" y="241833"/>
                  </a:lnTo>
                  <a:lnTo>
                    <a:pt x="20030" y="246538"/>
                  </a:lnTo>
                  <a:lnTo>
                    <a:pt x="22621" y="251162"/>
                  </a:lnTo>
                  <a:lnTo>
                    <a:pt x="25357" y="255703"/>
                  </a:lnTo>
                  <a:lnTo>
                    <a:pt x="28235" y="260154"/>
                  </a:lnTo>
                  <a:lnTo>
                    <a:pt x="31253" y="264512"/>
                  </a:lnTo>
                  <a:lnTo>
                    <a:pt x="34408" y="268772"/>
                  </a:lnTo>
                  <a:lnTo>
                    <a:pt x="37696" y="272930"/>
                  </a:lnTo>
                  <a:lnTo>
                    <a:pt x="41115" y="276981"/>
                  </a:lnTo>
                  <a:lnTo>
                    <a:pt x="44660" y="280922"/>
                  </a:lnTo>
                  <a:lnTo>
                    <a:pt x="48328" y="284749"/>
                  </a:lnTo>
                  <a:lnTo>
                    <a:pt x="52116" y="288457"/>
                  </a:lnTo>
                  <a:lnTo>
                    <a:pt x="56020" y="292044"/>
                  </a:lnTo>
                  <a:lnTo>
                    <a:pt x="60035" y="295505"/>
                  </a:lnTo>
                  <a:lnTo>
                    <a:pt x="64158" y="298836"/>
                  </a:lnTo>
                  <a:lnTo>
                    <a:pt x="68384" y="302036"/>
                  </a:lnTo>
                  <a:lnTo>
                    <a:pt x="72710" y="305100"/>
                  </a:lnTo>
                  <a:lnTo>
                    <a:pt x="77131" y="308025"/>
                  </a:lnTo>
                  <a:lnTo>
                    <a:pt x="81643" y="310808"/>
                  </a:lnTo>
                  <a:lnTo>
                    <a:pt x="86240" y="313447"/>
                  </a:lnTo>
                  <a:lnTo>
                    <a:pt x="90919" y="315939"/>
                  </a:lnTo>
                  <a:lnTo>
                    <a:pt x="95674" y="318282"/>
                  </a:lnTo>
                  <a:lnTo>
                    <a:pt x="100501" y="320472"/>
                  </a:lnTo>
                  <a:lnTo>
                    <a:pt x="105395" y="322508"/>
                  </a:lnTo>
                  <a:lnTo>
                    <a:pt x="110352" y="324388"/>
                  </a:lnTo>
                  <a:lnTo>
                    <a:pt x="115365" y="326110"/>
                  </a:lnTo>
                  <a:lnTo>
                    <a:pt x="120431" y="327672"/>
                  </a:lnTo>
                  <a:lnTo>
                    <a:pt x="125543" y="329073"/>
                  </a:lnTo>
                  <a:lnTo>
                    <a:pt x="130698" y="330311"/>
                  </a:lnTo>
                  <a:lnTo>
                    <a:pt x="135889" y="331385"/>
                  </a:lnTo>
                  <a:lnTo>
                    <a:pt x="141111" y="332293"/>
                  </a:lnTo>
                  <a:lnTo>
                    <a:pt x="146360" y="333036"/>
                  </a:lnTo>
                  <a:lnTo>
                    <a:pt x="151629" y="333612"/>
                  </a:lnTo>
                  <a:lnTo>
                    <a:pt x="156915" y="334021"/>
                  </a:lnTo>
                  <a:lnTo>
                    <a:pt x="162210" y="334261"/>
                  </a:lnTo>
                  <a:lnTo>
                    <a:pt x="167511" y="334334"/>
                  </a:lnTo>
                  <a:lnTo>
                    <a:pt x="172811" y="334239"/>
                  </a:lnTo>
                  <a:lnTo>
                    <a:pt x="178105" y="333975"/>
                  </a:lnTo>
                  <a:lnTo>
                    <a:pt x="183388" y="333544"/>
                  </a:lnTo>
                  <a:lnTo>
                    <a:pt x="188655" y="332946"/>
                  </a:lnTo>
                  <a:lnTo>
                    <a:pt x="193901" y="332181"/>
                  </a:lnTo>
                  <a:lnTo>
                    <a:pt x="199119" y="331250"/>
                  </a:lnTo>
                  <a:lnTo>
                    <a:pt x="204306" y="330154"/>
                  </a:lnTo>
                  <a:lnTo>
                    <a:pt x="209455" y="328894"/>
                  </a:lnTo>
                  <a:lnTo>
                    <a:pt x="214561" y="327471"/>
                  </a:lnTo>
                  <a:lnTo>
                    <a:pt x="219620" y="325887"/>
                  </a:lnTo>
                  <a:lnTo>
                    <a:pt x="224626" y="324144"/>
                  </a:lnTo>
                  <a:lnTo>
                    <a:pt x="229575" y="322243"/>
                  </a:lnTo>
                  <a:lnTo>
                    <a:pt x="234460" y="320186"/>
                  </a:lnTo>
                  <a:lnTo>
                    <a:pt x="239278" y="317975"/>
                  </a:lnTo>
                  <a:lnTo>
                    <a:pt x="244023" y="315612"/>
                  </a:lnTo>
                  <a:lnTo>
                    <a:pt x="248691" y="313100"/>
                  </a:lnTo>
                  <a:lnTo>
                    <a:pt x="253277" y="310442"/>
                  </a:lnTo>
                  <a:lnTo>
                    <a:pt x="257777" y="307639"/>
                  </a:lnTo>
                  <a:lnTo>
                    <a:pt x="262185" y="304695"/>
                  </a:lnTo>
                  <a:lnTo>
                    <a:pt x="266498" y="301613"/>
                  </a:lnTo>
                  <a:lnTo>
                    <a:pt x="270711" y="298395"/>
                  </a:lnTo>
                  <a:lnTo>
                    <a:pt x="274819" y="295046"/>
                  </a:lnTo>
                  <a:lnTo>
                    <a:pt x="278820" y="291568"/>
                  </a:lnTo>
                  <a:lnTo>
                    <a:pt x="282708" y="287965"/>
                  </a:lnTo>
                  <a:lnTo>
                    <a:pt x="286480" y="284240"/>
                  </a:lnTo>
                  <a:lnTo>
                    <a:pt x="290132" y="280398"/>
                  </a:lnTo>
                  <a:lnTo>
                    <a:pt x="293660" y="276442"/>
                  </a:lnTo>
                  <a:lnTo>
                    <a:pt x="297061" y="272376"/>
                  </a:lnTo>
                  <a:lnTo>
                    <a:pt x="300332" y="268204"/>
                  </a:lnTo>
                  <a:lnTo>
                    <a:pt x="303468" y="263931"/>
                  </a:lnTo>
                  <a:lnTo>
                    <a:pt x="306468" y="259560"/>
                  </a:lnTo>
                  <a:lnTo>
                    <a:pt x="309327" y="255097"/>
                  </a:lnTo>
                  <a:lnTo>
                    <a:pt x="312044" y="250544"/>
                  </a:lnTo>
                  <a:lnTo>
                    <a:pt x="314614" y="245909"/>
                  </a:lnTo>
                  <a:lnTo>
                    <a:pt x="317037" y="241194"/>
                  </a:lnTo>
                  <a:lnTo>
                    <a:pt x="319309" y="236404"/>
                  </a:lnTo>
                  <a:lnTo>
                    <a:pt x="321427" y="231545"/>
                  </a:lnTo>
                  <a:lnTo>
                    <a:pt x="323391" y="226621"/>
                  </a:lnTo>
                  <a:lnTo>
                    <a:pt x="325198" y="221638"/>
                  </a:lnTo>
                  <a:lnTo>
                    <a:pt x="326845" y="216599"/>
                  </a:lnTo>
                  <a:lnTo>
                    <a:pt x="328332" y="211511"/>
                  </a:lnTo>
                  <a:lnTo>
                    <a:pt x="329657" y="206378"/>
                  </a:lnTo>
                  <a:lnTo>
                    <a:pt x="330819" y="201206"/>
                  </a:lnTo>
                  <a:lnTo>
                    <a:pt x="331816" y="196000"/>
                  </a:lnTo>
                  <a:lnTo>
                    <a:pt x="332647" y="190765"/>
                  </a:lnTo>
                  <a:lnTo>
                    <a:pt x="333312" y="185506"/>
                  </a:lnTo>
                  <a:lnTo>
                    <a:pt x="333810" y="180228"/>
                  </a:lnTo>
                  <a:lnTo>
                    <a:pt x="334140" y="174937"/>
                  </a:lnTo>
                  <a:lnTo>
                    <a:pt x="334303" y="169639"/>
                  </a:lnTo>
                  <a:lnTo>
                    <a:pt x="334297" y="164338"/>
                  </a:lnTo>
                  <a:lnTo>
                    <a:pt x="334123" y="159040"/>
                  </a:lnTo>
                  <a:lnTo>
                    <a:pt x="333782" y="153750"/>
                  </a:lnTo>
                  <a:lnTo>
                    <a:pt x="333273" y="148474"/>
                  </a:lnTo>
                  <a:lnTo>
                    <a:pt x="332596" y="143216"/>
                  </a:lnTo>
                  <a:lnTo>
                    <a:pt x="331754" y="137982"/>
                  </a:lnTo>
                  <a:lnTo>
                    <a:pt x="330746" y="132778"/>
                  </a:lnTo>
                  <a:lnTo>
                    <a:pt x="329573" y="127609"/>
                  </a:lnTo>
                  <a:lnTo>
                    <a:pt x="328237" y="122479"/>
                  </a:lnTo>
                  <a:lnTo>
                    <a:pt x="326739" y="117394"/>
                  </a:lnTo>
                  <a:lnTo>
                    <a:pt x="325081" y="112359"/>
                  </a:lnTo>
                  <a:lnTo>
                    <a:pt x="323264" y="107379"/>
                  </a:lnTo>
                  <a:lnTo>
                    <a:pt x="321290" y="102460"/>
                  </a:lnTo>
                  <a:lnTo>
                    <a:pt x="319160" y="97605"/>
                  </a:lnTo>
                  <a:lnTo>
                    <a:pt x="316878" y="92820"/>
                  </a:lnTo>
                  <a:lnTo>
                    <a:pt x="314446" y="88111"/>
                  </a:lnTo>
                  <a:lnTo>
                    <a:pt x="311865" y="83480"/>
                  </a:lnTo>
                  <a:lnTo>
                    <a:pt x="309139" y="78934"/>
                  </a:lnTo>
                  <a:lnTo>
                    <a:pt x="306270" y="74477"/>
                  </a:lnTo>
                  <a:lnTo>
                    <a:pt x="303261" y="70112"/>
                  </a:lnTo>
                  <a:lnTo>
                    <a:pt x="300116" y="65846"/>
                  </a:lnTo>
                  <a:lnTo>
                    <a:pt x="296836" y="61681"/>
                  </a:lnTo>
                  <a:lnTo>
                    <a:pt x="293427" y="57622"/>
                  </a:lnTo>
                  <a:lnTo>
                    <a:pt x="289890" y="53673"/>
                  </a:lnTo>
                  <a:lnTo>
                    <a:pt x="286230" y="49839"/>
                  </a:lnTo>
                  <a:lnTo>
                    <a:pt x="282450" y="46122"/>
                  </a:lnTo>
                  <a:lnTo>
                    <a:pt x="278554" y="42528"/>
                  </a:lnTo>
                  <a:lnTo>
                    <a:pt x="274546" y="39058"/>
                  </a:lnTo>
                  <a:lnTo>
                    <a:pt x="270430" y="35718"/>
                  </a:lnTo>
                  <a:lnTo>
                    <a:pt x="266210" y="32509"/>
                  </a:lnTo>
                  <a:lnTo>
                    <a:pt x="261891" y="29436"/>
                  </a:lnTo>
                  <a:lnTo>
                    <a:pt x="257477" y="26502"/>
                  </a:lnTo>
                  <a:lnTo>
                    <a:pt x="252971" y="23709"/>
                  </a:lnTo>
                  <a:lnTo>
                    <a:pt x="248379" y="21060"/>
                  </a:lnTo>
                  <a:lnTo>
                    <a:pt x="243706" y="18558"/>
                  </a:lnTo>
                  <a:lnTo>
                    <a:pt x="238956" y="16205"/>
                  </a:lnTo>
                  <a:lnTo>
                    <a:pt x="234133" y="14005"/>
                  </a:lnTo>
                  <a:lnTo>
                    <a:pt x="229243" y="11958"/>
                  </a:lnTo>
                  <a:lnTo>
                    <a:pt x="224291" y="10067"/>
                  </a:lnTo>
                  <a:lnTo>
                    <a:pt x="219281" y="8335"/>
                  </a:lnTo>
                  <a:lnTo>
                    <a:pt x="214219" y="6762"/>
                  </a:lnTo>
                  <a:lnTo>
                    <a:pt x="209109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8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76813" y="5399291"/>
              <a:ext cx="9401" cy="167167"/>
            </a:xfrm>
            <a:custGeom>
              <a:avLst/>
              <a:pathLst>
                <a:path w="9401" h="167167">
                  <a:moveTo>
                    <a:pt x="9401" y="0"/>
                  </a:moveTo>
                  <a:lnTo>
                    <a:pt x="0" y="264"/>
                  </a:lnTo>
                  <a:lnTo>
                    <a:pt x="94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6813" y="5399556"/>
              <a:ext cx="9401" cy="166902"/>
            </a:xfrm>
            <a:custGeom>
              <a:avLst/>
              <a:pathLst>
                <a:path w="9401" h="166902">
                  <a:moveTo>
                    <a:pt x="0" y="0"/>
                  </a:moveTo>
                  <a:lnTo>
                    <a:pt x="9401" y="166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813" y="5399556"/>
              <a:ext cx="9401" cy="166902"/>
            </a:xfrm>
            <a:custGeom>
              <a:avLst/>
              <a:pathLst>
                <a:path w="9401" h="166902">
                  <a:moveTo>
                    <a:pt x="0" y="0"/>
                  </a:moveTo>
                  <a:lnTo>
                    <a:pt x="9401" y="166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813" y="5399556"/>
              <a:ext cx="9401" cy="166902"/>
            </a:xfrm>
            <a:custGeom>
              <a:avLst/>
              <a:pathLst>
                <a:path w="9401" h="166902">
                  <a:moveTo>
                    <a:pt x="0" y="0"/>
                  </a:moveTo>
                  <a:lnTo>
                    <a:pt x="9401" y="166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813" y="5399556"/>
              <a:ext cx="9401" cy="166902"/>
            </a:xfrm>
            <a:custGeom>
              <a:avLst/>
              <a:pathLst>
                <a:path w="9401" h="166902">
                  <a:moveTo>
                    <a:pt x="0" y="0"/>
                  </a:moveTo>
                  <a:lnTo>
                    <a:pt x="9401" y="166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813" y="5399556"/>
              <a:ext cx="9401" cy="166902"/>
            </a:xfrm>
            <a:custGeom>
              <a:avLst/>
              <a:pathLst>
                <a:path w="9401" h="166902">
                  <a:moveTo>
                    <a:pt x="0" y="0"/>
                  </a:moveTo>
                  <a:lnTo>
                    <a:pt x="9401" y="1669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813" y="5399556"/>
              <a:ext cx="9401" cy="166902"/>
            </a:xfrm>
            <a:custGeom>
              <a:avLst/>
              <a:pathLst>
                <a:path w="9401" h="166902">
                  <a:moveTo>
                    <a:pt x="0" y="0"/>
                  </a:moveTo>
                  <a:lnTo>
                    <a:pt x="9401" y="1669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319051" y="5399556"/>
              <a:ext cx="334331" cy="334058"/>
            </a:xfrm>
            <a:custGeom>
              <a:avLst/>
              <a:pathLst>
                <a:path w="334331" h="334058">
                  <a:moveTo>
                    <a:pt x="157762" y="0"/>
                  </a:moveTo>
                  <a:lnTo>
                    <a:pt x="152478" y="381"/>
                  </a:lnTo>
                  <a:lnTo>
                    <a:pt x="147210" y="930"/>
                  </a:lnTo>
                  <a:lnTo>
                    <a:pt x="141962" y="1645"/>
                  </a:lnTo>
                  <a:lnTo>
                    <a:pt x="136739" y="2527"/>
                  </a:lnTo>
                  <a:lnTo>
                    <a:pt x="131546" y="3573"/>
                  </a:lnTo>
                  <a:lnTo>
                    <a:pt x="126390" y="4784"/>
                  </a:lnTo>
                  <a:lnTo>
                    <a:pt x="121274" y="6157"/>
                  </a:lnTo>
                  <a:lnTo>
                    <a:pt x="116204" y="7691"/>
                  </a:lnTo>
                  <a:lnTo>
                    <a:pt x="111186" y="9386"/>
                  </a:lnTo>
                  <a:lnTo>
                    <a:pt x="106223" y="11238"/>
                  </a:lnTo>
                  <a:lnTo>
                    <a:pt x="101322" y="13247"/>
                  </a:lnTo>
                  <a:lnTo>
                    <a:pt x="96487" y="15410"/>
                  </a:lnTo>
                  <a:lnTo>
                    <a:pt x="91723" y="17726"/>
                  </a:lnTo>
                  <a:lnTo>
                    <a:pt x="87035" y="20191"/>
                  </a:lnTo>
                  <a:lnTo>
                    <a:pt x="82427" y="22803"/>
                  </a:lnTo>
                  <a:lnTo>
                    <a:pt x="77904" y="25560"/>
                  </a:lnTo>
                  <a:lnTo>
                    <a:pt x="73471" y="28459"/>
                  </a:lnTo>
                  <a:lnTo>
                    <a:pt x="69132" y="31496"/>
                  </a:lnTo>
                  <a:lnTo>
                    <a:pt x="64891" y="34670"/>
                  </a:lnTo>
                  <a:lnTo>
                    <a:pt x="60753" y="37977"/>
                  </a:lnTo>
                  <a:lnTo>
                    <a:pt x="56722" y="41413"/>
                  </a:lnTo>
                  <a:lnTo>
                    <a:pt x="52802" y="44975"/>
                  </a:lnTo>
                  <a:lnTo>
                    <a:pt x="48996" y="48659"/>
                  </a:lnTo>
                  <a:lnTo>
                    <a:pt x="45309" y="52462"/>
                  </a:lnTo>
                  <a:lnTo>
                    <a:pt x="41745" y="56380"/>
                  </a:lnTo>
                  <a:lnTo>
                    <a:pt x="38306" y="60409"/>
                  </a:lnTo>
                  <a:lnTo>
                    <a:pt x="34997" y="64545"/>
                  </a:lnTo>
                  <a:lnTo>
                    <a:pt x="31820" y="68784"/>
                  </a:lnTo>
                  <a:lnTo>
                    <a:pt x="28780" y="73121"/>
                  </a:lnTo>
                  <a:lnTo>
                    <a:pt x="25878" y="77552"/>
                  </a:lnTo>
                  <a:lnTo>
                    <a:pt x="23118" y="82074"/>
                  </a:lnTo>
                  <a:lnTo>
                    <a:pt x="20503" y="86680"/>
                  </a:lnTo>
                  <a:lnTo>
                    <a:pt x="18035" y="91366"/>
                  </a:lnTo>
                  <a:lnTo>
                    <a:pt x="15717" y="96129"/>
                  </a:lnTo>
                  <a:lnTo>
                    <a:pt x="13551" y="100963"/>
                  </a:lnTo>
                  <a:lnTo>
                    <a:pt x="11539" y="105863"/>
                  </a:lnTo>
                  <a:lnTo>
                    <a:pt x="9683" y="110824"/>
                  </a:lnTo>
                  <a:lnTo>
                    <a:pt x="7985" y="115841"/>
                  </a:lnTo>
                  <a:lnTo>
                    <a:pt x="6447" y="120910"/>
                  </a:lnTo>
                  <a:lnTo>
                    <a:pt x="5071" y="126025"/>
                  </a:lnTo>
                  <a:lnTo>
                    <a:pt x="3857" y="131181"/>
                  </a:lnTo>
                  <a:lnTo>
                    <a:pt x="2808" y="136372"/>
                  </a:lnTo>
                  <a:lnTo>
                    <a:pt x="1923" y="141595"/>
                  </a:lnTo>
                  <a:lnTo>
                    <a:pt x="1204" y="146843"/>
                  </a:lnTo>
                  <a:lnTo>
                    <a:pt x="652" y="152111"/>
                  </a:lnTo>
                  <a:lnTo>
                    <a:pt x="267" y="157393"/>
                  </a:lnTo>
                  <a:lnTo>
                    <a:pt x="49" y="162686"/>
                  </a:lnTo>
                  <a:lnTo>
                    <a:pt x="0" y="167982"/>
                  </a:lnTo>
                  <a:lnTo>
                    <a:pt x="118" y="173278"/>
                  </a:lnTo>
                  <a:lnTo>
                    <a:pt x="403" y="178567"/>
                  </a:lnTo>
                  <a:lnTo>
                    <a:pt x="857" y="183845"/>
                  </a:lnTo>
                  <a:lnTo>
                    <a:pt x="1477" y="189105"/>
                  </a:lnTo>
                  <a:lnTo>
                    <a:pt x="2264" y="194343"/>
                  </a:lnTo>
                  <a:lnTo>
                    <a:pt x="3216" y="199554"/>
                  </a:lnTo>
                  <a:lnTo>
                    <a:pt x="4333" y="204731"/>
                  </a:lnTo>
                  <a:lnTo>
                    <a:pt x="5613" y="209871"/>
                  </a:lnTo>
                  <a:lnTo>
                    <a:pt x="7055" y="214968"/>
                  </a:lnTo>
                  <a:lnTo>
                    <a:pt x="8658" y="220016"/>
                  </a:lnTo>
                  <a:lnTo>
                    <a:pt x="10421" y="225011"/>
                  </a:lnTo>
                  <a:lnTo>
                    <a:pt x="12340" y="229948"/>
                  </a:lnTo>
                  <a:lnTo>
                    <a:pt x="14416" y="234822"/>
                  </a:lnTo>
                  <a:lnTo>
                    <a:pt x="16644" y="239627"/>
                  </a:lnTo>
                  <a:lnTo>
                    <a:pt x="19024" y="244359"/>
                  </a:lnTo>
                  <a:lnTo>
                    <a:pt x="21552" y="249013"/>
                  </a:lnTo>
                  <a:lnTo>
                    <a:pt x="24226" y="253586"/>
                  </a:lnTo>
                  <a:lnTo>
                    <a:pt x="27045" y="258071"/>
                  </a:lnTo>
                  <a:lnTo>
                    <a:pt x="30003" y="262464"/>
                  </a:lnTo>
                  <a:lnTo>
                    <a:pt x="33100" y="266762"/>
                  </a:lnTo>
                  <a:lnTo>
                    <a:pt x="36331" y="270959"/>
                  </a:lnTo>
                  <a:lnTo>
                    <a:pt x="39693" y="275052"/>
                  </a:lnTo>
                  <a:lnTo>
                    <a:pt x="43183" y="279036"/>
                  </a:lnTo>
                  <a:lnTo>
                    <a:pt x="46798" y="282907"/>
                  </a:lnTo>
                  <a:lnTo>
                    <a:pt x="50534" y="286663"/>
                  </a:lnTo>
                  <a:lnTo>
                    <a:pt x="54387" y="290297"/>
                  </a:lnTo>
                  <a:lnTo>
                    <a:pt x="58353" y="293809"/>
                  </a:lnTo>
                  <a:lnTo>
                    <a:pt x="62428" y="297192"/>
                  </a:lnTo>
                  <a:lnTo>
                    <a:pt x="66608" y="300445"/>
                  </a:lnTo>
                  <a:lnTo>
                    <a:pt x="70890" y="303564"/>
                  </a:lnTo>
                  <a:lnTo>
                    <a:pt x="75268" y="306545"/>
                  </a:lnTo>
                  <a:lnTo>
                    <a:pt x="79738" y="309387"/>
                  </a:lnTo>
                  <a:lnTo>
                    <a:pt x="84296" y="312085"/>
                  </a:lnTo>
                  <a:lnTo>
                    <a:pt x="88937" y="314637"/>
                  </a:lnTo>
                  <a:lnTo>
                    <a:pt x="93657" y="317042"/>
                  </a:lnTo>
                  <a:lnTo>
                    <a:pt x="98451" y="319295"/>
                  </a:lnTo>
                  <a:lnTo>
                    <a:pt x="103313" y="321395"/>
                  </a:lnTo>
                  <a:lnTo>
                    <a:pt x="108240" y="323341"/>
                  </a:lnTo>
                  <a:lnTo>
                    <a:pt x="113226" y="325129"/>
                  </a:lnTo>
                  <a:lnTo>
                    <a:pt x="118266" y="326758"/>
                  </a:lnTo>
                  <a:lnTo>
                    <a:pt x="123355" y="328227"/>
                  </a:lnTo>
                  <a:lnTo>
                    <a:pt x="128488" y="329534"/>
                  </a:lnTo>
                  <a:lnTo>
                    <a:pt x="133660" y="330678"/>
                  </a:lnTo>
                  <a:lnTo>
                    <a:pt x="138865" y="331657"/>
                  </a:lnTo>
                  <a:lnTo>
                    <a:pt x="144099" y="332471"/>
                  </a:lnTo>
                  <a:lnTo>
                    <a:pt x="149357" y="333119"/>
                  </a:lnTo>
                  <a:lnTo>
                    <a:pt x="154632" y="333599"/>
                  </a:lnTo>
                  <a:lnTo>
                    <a:pt x="159919" y="333913"/>
                  </a:lnTo>
                  <a:lnTo>
                    <a:pt x="165214" y="334058"/>
                  </a:lnTo>
                  <a:lnTo>
                    <a:pt x="170511" y="334036"/>
                  </a:lnTo>
                  <a:lnTo>
                    <a:pt x="175804" y="333846"/>
                  </a:lnTo>
                  <a:lnTo>
                    <a:pt x="181089" y="333489"/>
                  </a:lnTo>
                  <a:lnTo>
                    <a:pt x="186360" y="332964"/>
                  </a:lnTo>
                  <a:lnTo>
                    <a:pt x="191611" y="332272"/>
                  </a:lnTo>
                  <a:lnTo>
                    <a:pt x="196838" y="331415"/>
                  </a:lnTo>
                  <a:lnTo>
                    <a:pt x="202035" y="330392"/>
                  </a:lnTo>
                  <a:lnTo>
                    <a:pt x="207198" y="329205"/>
                  </a:lnTo>
                  <a:lnTo>
                    <a:pt x="212319" y="327855"/>
                  </a:lnTo>
                  <a:lnTo>
                    <a:pt x="217396" y="326344"/>
                  </a:lnTo>
                  <a:lnTo>
                    <a:pt x="222422" y="324672"/>
                  </a:lnTo>
                  <a:lnTo>
                    <a:pt x="227393" y="322843"/>
                  </a:lnTo>
                  <a:lnTo>
                    <a:pt x="232303" y="320856"/>
                  </a:lnTo>
                  <a:lnTo>
                    <a:pt x="237148" y="318715"/>
                  </a:lnTo>
                  <a:lnTo>
                    <a:pt x="241923" y="316422"/>
                  </a:lnTo>
                  <a:lnTo>
                    <a:pt x="246622" y="313978"/>
                  </a:lnTo>
                  <a:lnTo>
                    <a:pt x="251242" y="311387"/>
                  </a:lnTo>
                  <a:lnTo>
                    <a:pt x="255777" y="308650"/>
                  </a:lnTo>
                  <a:lnTo>
                    <a:pt x="260224" y="305772"/>
                  </a:lnTo>
                  <a:lnTo>
                    <a:pt x="264577" y="302754"/>
                  </a:lnTo>
                  <a:lnTo>
                    <a:pt x="268832" y="299599"/>
                  </a:lnTo>
                  <a:lnTo>
                    <a:pt x="272985" y="296312"/>
                  </a:lnTo>
                  <a:lnTo>
                    <a:pt x="277032" y="292894"/>
                  </a:lnTo>
                  <a:lnTo>
                    <a:pt x="280968" y="289350"/>
                  </a:lnTo>
                  <a:lnTo>
                    <a:pt x="284790" y="285683"/>
                  </a:lnTo>
                  <a:lnTo>
                    <a:pt x="288495" y="281897"/>
                  </a:lnTo>
                  <a:lnTo>
                    <a:pt x="292077" y="277995"/>
                  </a:lnTo>
                  <a:lnTo>
                    <a:pt x="295534" y="273982"/>
                  </a:lnTo>
                  <a:lnTo>
                    <a:pt x="298862" y="269861"/>
                  </a:lnTo>
                  <a:lnTo>
                    <a:pt x="302058" y="265637"/>
                  </a:lnTo>
                  <a:lnTo>
                    <a:pt x="305118" y="261314"/>
                  </a:lnTo>
                  <a:lnTo>
                    <a:pt x="308040" y="256896"/>
                  </a:lnTo>
                  <a:lnTo>
                    <a:pt x="310820" y="252387"/>
                  </a:lnTo>
                  <a:lnTo>
                    <a:pt x="313457" y="247793"/>
                  </a:lnTo>
                  <a:lnTo>
                    <a:pt x="315946" y="243117"/>
                  </a:lnTo>
                  <a:lnTo>
                    <a:pt x="318286" y="238366"/>
                  </a:lnTo>
                  <a:lnTo>
                    <a:pt x="320474" y="233542"/>
                  </a:lnTo>
                  <a:lnTo>
                    <a:pt x="322508" y="228651"/>
                  </a:lnTo>
                  <a:lnTo>
                    <a:pt x="324387" y="223699"/>
                  </a:lnTo>
                  <a:lnTo>
                    <a:pt x="326107" y="218689"/>
                  </a:lnTo>
                  <a:lnTo>
                    <a:pt x="327668" y="213627"/>
                  </a:lnTo>
                  <a:lnTo>
                    <a:pt x="329068" y="208519"/>
                  </a:lnTo>
                  <a:lnTo>
                    <a:pt x="330305" y="203368"/>
                  </a:lnTo>
                  <a:lnTo>
                    <a:pt x="331378" y="198181"/>
                  </a:lnTo>
                  <a:lnTo>
                    <a:pt x="332287" y="192963"/>
                  </a:lnTo>
                  <a:lnTo>
                    <a:pt x="333030" y="187719"/>
                  </a:lnTo>
                  <a:lnTo>
                    <a:pt x="333606" y="182453"/>
                  </a:lnTo>
                  <a:lnTo>
                    <a:pt x="334015" y="177172"/>
                  </a:lnTo>
                  <a:lnTo>
                    <a:pt x="334257" y="171881"/>
                  </a:lnTo>
                  <a:lnTo>
                    <a:pt x="334331" y="166585"/>
                  </a:lnTo>
                  <a:lnTo>
                    <a:pt x="334237" y="161289"/>
                  </a:lnTo>
                  <a:lnTo>
                    <a:pt x="333975" y="155998"/>
                  </a:lnTo>
                  <a:lnTo>
                    <a:pt x="333546" y="150719"/>
                  </a:lnTo>
                  <a:lnTo>
                    <a:pt x="332949" y="145456"/>
                  </a:lnTo>
                  <a:lnTo>
                    <a:pt x="332187" y="140214"/>
                  </a:lnTo>
                  <a:lnTo>
                    <a:pt x="331258" y="134999"/>
                  </a:lnTo>
                  <a:lnTo>
                    <a:pt x="330165" y="129816"/>
                  </a:lnTo>
                  <a:lnTo>
                    <a:pt x="328908" y="124671"/>
                  </a:lnTo>
                  <a:lnTo>
                    <a:pt x="327489" y="119567"/>
                  </a:lnTo>
                  <a:lnTo>
                    <a:pt x="325909" y="114512"/>
                  </a:lnTo>
                  <a:lnTo>
                    <a:pt x="324170" y="109509"/>
                  </a:lnTo>
                  <a:lnTo>
                    <a:pt x="322272" y="104563"/>
                  </a:lnTo>
                  <a:lnTo>
                    <a:pt x="320220" y="99680"/>
                  </a:lnTo>
                  <a:lnTo>
                    <a:pt x="318013" y="94865"/>
                  </a:lnTo>
                  <a:lnTo>
                    <a:pt x="315655" y="90122"/>
                  </a:lnTo>
                  <a:lnTo>
                    <a:pt x="313148" y="85456"/>
                  </a:lnTo>
                  <a:lnTo>
                    <a:pt x="310494" y="80872"/>
                  </a:lnTo>
                  <a:lnTo>
                    <a:pt x="307697" y="76374"/>
                  </a:lnTo>
                  <a:lnTo>
                    <a:pt x="304758" y="71967"/>
                  </a:lnTo>
                  <a:lnTo>
                    <a:pt x="301681" y="67656"/>
                  </a:lnTo>
                  <a:lnTo>
                    <a:pt x="298469" y="63444"/>
                  </a:lnTo>
                  <a:lnTo>
                    <a:pt x="295126" y="59336"/>
                  </a:lnTo>
                  <a:lnTo>
                    <a:pt x="291654" y="55335"/>
                  </a:lnTo>
                  <a:lnTo>
                    <a:pt x="288056" y="51447"/>
                  </a:lnTo>
                  <a:lnTo>
                    <a:pt x="284338" y="47675"/>
                  </a:lnTo>
                  <a:lnTo>
                    <a:pt x="280502" y="44023"/>
                  </a:lnTo>
                  <a:lnTo>
                    <a:pt x="276552" y="40494"/>
                  </a:lnTo>
                  <a:lnTo>
                    <a:pt x="272492" y="37092"/>
                  </a:lnTo>
                  <a:lnTo>
                    <a:pt x="268326" y="33820"/>
                  </a:lnTo>
                  <a:lnTo>
                    <a:pt x="264059" y="30681"/>
                  </a:lnTo>
                  <a:lnTo>
                    <a:pt x="259695" y="27680"/>
                  </a:lnTo>
                  <a:lnTo>
                    <a:pt x="255238" y="24818"/>
                  </a:lnTo>
                  <a:lnTo>
                    <a:pt x="250692" y="22099"/>
                  </a:lnTo>
                  <a:lnTo>
                    <a:pt x="246062" y="19526"/>
                  </a:lnTo>
                  <a:lnTo>
                    <a:pt x="241354" y="17100"/>
                  </a:lnTo>
                  <a:lnTo>
                    <a:pt x="236570" y="14825"/>
                  </a:lnTo>
                  <a:lnTo>
                    <a:pt x="231717" y="12702"/>
                  </a:lnTo>
                  <a:lnTo>
                    <a:pt x="226800" y="10734"/>
                  </a:lnTo>
                  <a:lnTo>
                    <a:pt x="221822" y="8923"/>
                  </a:lnTo>
                  <a:lnTo>
                    <a:pt x="216790" y="7271"/>
                  </a:lnTo>
                  <a:lnTo>
                    <a:pt x="167163" y="166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86215" y="5399291"/>
              <a:ext cx="49626" cy="167167"/>
            </a:xfrm>
            <a:custGeom>
              <a:avLst/>
              <a:pathLst>
                <a:path w="49626" h="167167">
                  <a:moveTo>
                    <a:pt x="49626" y="7535"/>
                  </a:moveTo>
                  <a:lnTo>
                    <a:pt x="43578" y="5779"/>
                  </a:lnTo>
                  <a:lnTo>
                    <a:pt x="37468" y="4253"/>
                  </a:lnTo>
                  <a:lnTo>
                    <a:pt x="31305" y="2957"/>
                  </a:lnTo>
                  <a:lnTo>
                    <a:pt x="25097" y="1894"/>
                  </a:lnTo>
                  <a:lnTo>
                    <a:pt x="18854" y="1066"/>
                  </a:lnTo>
                  <a:lnTo>
                    <a:pt x="12584" y="474"/>
                  </a:lnTo>
                  <a:lnTo>
                    <a:pt x="6296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38635" y="5399291"/>
              <a:ext cx="84908" cy="167167"/>
            </a:xfrm>
            <a:custGeom>
              <a:avLst/>
              <a:pathLst>
                <a:path w="84908" h="167167">
                  <a:moveTo>
                    <a:pt x="84908" y="0"/>
                  </a:moveTo>
                  <a:lnTo>
                    <a:pt x="78972" y="105"/>
                  </a:lnTo>
                  <a:lnTo>
                    <a:pt x="73043" y="421"/>
                  </a:lnTo>
                  <a:lnTo>
                    <a:pt x="67129" y="948"/>
                  </a:lnTo>
                  <a:lnTo>
                    <a:pt x="61238" y="1684"/>
                  </a:lnTo>
                  <a:lnTo>
                    <a:pt x="55377" y="2629"/>
                  </a:lnTo>
                  <a:lnTo>
                    <a:pt x="49552" y="3781"/>
                  </a:lnTo>
                  <a:lnTo>
                    <a:pt x="43773" y="5140"/>
                  </a:lnTo>
                  <a:lnTo>
                    <a:pt x="38045" y="6703"/>
                  </a:lnTo>
                  <a:lnTo>
                    <a:pt x="32376" y="8468"/>
                  </a:lnTo>
                  <a:lnTo>
                    <a:pt x="26774" y="10434"/>
                  </a:lnTo>
                  <a:lnTo>
                    <a:pt x="21245" y="12597"/>
                  </a:lnTo>
                  <a:lnTo>
                    <a:pt x="15796" y="14955"/>
                  </a:lnTo>
                  <a:lnTo>
                    <a:pt x="10434" y="17505"/>
                  </a:lnTo>
                  <a:lnTo>
                    <a:pt x="5167" y="20244"/>
                  </a:lnTo>
                  <a:lnTo>
                    <a:pt x="0" y="23169"/>
                  </a:lnTo>
                  <a:lnTo>
                    <a:pt x="8490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8635" y="5422461"/>
              <a:ext cx="84908" cy="143998"/>
            </a:xfrm>
            <a:custGeom>
              <a:avLst/>
              <a:pathLst>
                <a:path w="84908" h="143998">
                  <a:moveTo>
                    <a:pt x="0" y="0"/>
                  </a:moveTo>
                  <a:lnTo>
                    <a:pt x="84908" y="143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8635" y="5422461"/>
              <a:ext cx="84908" cy="143998"/>
            </a:xfrm>
            <a:custGeom>
              <a:avLst/>
              <a:pathLst>
                <a:path w="84908" h="143998">
                  <a:moveTo>
                    <a:pt x="0" y="0"/>
                  </a:moveTo>
                  <a:lnTo>
                    <a:pt x="84908" y="143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8635" y="5422461"/>
              <a:ext cx="84908" cy="143998"/>
            </a:xfrm>
            <a:custGeom>
              <a:avLst/>
              <a:pathLst>
                <a:path w="84908" h="143998">
                  <a:moveTo>
                    <a:pt x="0" y="0"/>
                  </a:moveTo>
                  <a:lnTo>
                    <a:pt x="84908" y="143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8635" y="5422461"/>
              <a:ext cx="84908" cy="143998"/>
            </a:xfrm>
            <a:custGeom>
              <a:avLst/>
              <a:pathLst>
                <a:path w="84908" h="143998">
                  <a:moveTo>
                    <a:pt x="0" y="0"/>
                  </a:moveTo>
                  <a:lnTo>
                    <a:pt x="84908" y="143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8635" y="5422461"/>
              <a:ext cx="84908" cy="143998"/>
            </a:xfrm>
            <a:custGeom>
              <a:avLst/>
              <a:pathLst>
                <a:path w="84908" h="143998">
                  <a:moveTo>
                    <a:pt x="0" y="0"/>
                  </a:moveTo>
                  <a:lnTo>
                    <a:pt x="84908" y="143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856393" y="5422461"/>
              <a:ext cx="215463" cy="311162"/>
            </a:xfrm>
            <a:custGeom>
              <a:avLst/>
              <a:pathLst>
                <a:path w="215463" h="311162">
                  <a:moveTo>
                    <a:pt x="82241" y="0"/>
                  </a:moveTo>
                  <a:lnTo>
                    <a:pt x="77693" y="2780"/>
                  </a:lnTo>
                  <a:lnTo>
                    <a:pt x="73235" y="5704"/>
                  </a:lnTo>
                  <a:lnTo>
                    <a:pt x="68874" y="8769"/>
                  </a:lnTo>
                  <a:lnTo>
                    <a:pt x="64612" y="11971"/>
                  </a:lnTo>
                  <a:lnTo>
                    <a:pt x="60455" y="15308"/>
                  </a:lnTo>
                  <a:lnTo>
                    <a:pt x="56405" y="18775"/>
                  </a:lnTo>
                  <a:lnTo>
                    <a:pt x="52469" y="22370"/>
                  </a:lnTo>
                  <a:lnTo>
                    <a:pt x="48649" y="26088"/>
                  </a:lnTo>
                  <a:lnTo>
                    <a:pt x="44950" y="29927"/>
                  </a:lnTo>
                  <a:lnTo>
                    <a:pt x="41375" y="33881"/>
                  </a:lnTo>
                  <a:lnTo>
                    <a:pt x="37928" y="37947"/>
                  </a:lnTo>
                  <a:lnTo>
                    <a:pt x="34612" y="42121"/>
                  </a:lnTo>
                  <a:lnTo>
                    <a:pt x="31431" y="46399"/>
                  </a:lnTo>
                  <a:lnTo>
                    <a:pt x="28388" y="50776"/>
                  </a:lnTo>
                  <a:lnTo>
                    <a:pt x="25487" y="55248"/>
                  </a:lnTo>
                  <a:lnTo>
                    <a:pt x="22729" y="59810"/>
                  </a:lnTo>
                  <a:lnTo>
                    <a:pt x="20118" y="64457"/>
                  </a:lnTo>
                  <a:lnTo>
                    <a:pt x="17657" y="69186"/>
                  </a:lnTo>
                  <a:lnTo>
                    <a:pt x="15347" y="73991"/>
                  </a:lnTo>
                  <a:lnTo>
                    <a:pt x="13192" y="78866"/>
                  </a:lnTo>
                  <a:lnTo>
                    <a:pt x="11194" y="83808"/>
                  </a:lnTo>
                  <a:lnTo>
                    <a:pt x="9354" y="88812"/>
                  </a:lnTo>
                  <a:lnTo>
                    <a:pt x="7675" y="93871"/>
                  </a:lnTo>
                  <a:lnTo>
                    <a:pt x="6158" y="98981"/>
                  </a:lnTo>
                  <a:lnTo>
                    <a:pt x="4804" y="104137"/>
                  </a:lnTo>
                  <a:lnTo>
                    <a:pt x="3616" y="109334"/>
                  </a:lnTo>
                  <a:lnTo>
                    <a:pt x="2594" y="114566"/>
                  </a:lnTo>
                  <a:lnTo>
                    <a:pt x="1739" y="119828"/>
                  </a:lnTo>
                  <a:lnTo>
                    <a:pt x="1052" y="125114"/>
                  </a:lnTo>
                  <a:lnTo>
                    <a:pt x="535" y="130420"/>
                  </a:lnTo>
                  <a:lnTo>
                    <a:pt x="186" y="135739"/>
                  </a:lnTo>
                  <a:lnTo>
                    <a:pt x="8" y="141067"/>
                  </a:lnTo>
                  <a:lnTo>
                    <a:pt x="0" y="146398"/>
                  </a:lnTo>
                  <a:lnTo>
                    <a:pt x="161" y="151726"/>
                  </a:lnTo>
                  <a:lnTo>
                    <a:pt x="492" y="157047"/>
                  </a:lnTo>
                  <a:lnTo>
                    <a:pt x="993" y="162354"/>
                  </a:lnTo>
                  <a:lnTo>
                    <a:pt x="1663" y="167642"/>
                  </a:lnTo>
                  <a:lnTo>
                    <a:pt x="2501" y="172907"/>
                  </a:lnTo>
                  <a:lnTo>
                    <a:pt x="3506" y="178142"/>
                  </a:lnTo>
                  <a:lnTo>
                    <a:pt x="4678" y="183342"/>
                  </a:lnTo>
                  <a:lnTo>
                    <a:pt x="6015" y="188503"/>
                  </a:lnTo>
                  <a:lnTo>
                    <a:pt x="7516" y="193618"/>
                  </a:lnTo>
                  <a:lnTo>
                    <a:pt x="9180" y="198682"/>
                  </a:lnTo>
                  <a:lnTo>
                    <a:pt x="11004" y="203691"/>
                  </a:lnTo>
                  <a:lnTo>
                    <a:pt x="12986" y="208640"/>
                  </a:lnTo>
                  <a:lnTo>
                    <a:pt x="15126" y="213522"/>
                  </a:lnTo>
                  <a:lnTo>
                    <a:pt x="17420" y="218334"/>
                  </a:lnTo>
                  <a:lnTo>
                    <a:pt x="19866" y="223071"/>
                  </a:lnTo>
                  <a:lnTo>
                    <a:pt x="22462" y="227726"/>
                  </a:lnTo>
                  <a:lnTo>
                    <a:pt x="25206" y="232297"/>
                  </a:lnTo>
                  <a:lnTo>
                    <a:pt x="28093" y="236778"/>
                  </a:lnTo>
                  <a:lnTo>
                    <a:pt x="31122" y="241165"/>
                  </a:lnTo>
                  <a:lnTo>
                    <a:pt x="34290" y="245453"/>
                  </a:lnTo>
                  <a:lnTo>
                    <a:pt x="37592" y="249637"/>
                  </a:lnTo>
                  <a:lnTo>
                    <a:pt x="41026" y="253715"/>
                  </a:lnTo>
                  <a:lnTo>
                    <a:pt x="44589" y="257680"/>
                  </a:lnTo>
                  <a:lnTo>
                    <a:pt x="48276" y="261530"/>
                  </a:lnTo>
                  <a:lnTo>
                    <a:pt x="52084" y="265261"/>
                  </a:lnTo>
                  <a:lnTo>
                    <a:pt x="56009" y="268868"/>
                  </a:lnTo>
                  <a:lnTo>
                    <a:pt x="60047" y="272348"/>
                  </a:lnTo>
                  <a:lnTo>
                    <a:pt x="64193" y="275698"/>
                  </a:lnTo>
                  <a:lnTo>
                    <a:pt x="68445" y="278914"/>
                  </a:lnTo>
                  <a:lnTo>
                    <a:pt x="72797" y="281992"/>
                  </a:lnTo>
                  <a:lnTo>
                    <a:pt x="77245" y="284930"/>
                  </a:lnTo>
                  <a:lnTo>
                    <a:pt x="81784" y="287725"/>
                  </a:lnTo>
                  <a:lnTo>
                    <a:pt x="86410" y="290374"/>
                  </a:lnTo>
                  <a:lnTo>
                    <a:pt x="91119" y="292874"/>
                  </a:lnTo>
                  <a:lnTo>
                    <a:pt x="95904" y="295223"/>
                  </a:lnTo>
                  <a:lnTo>
                    <a:pt x="100762" y="297417"/>
                  </a:lnTo>
                  <a:lnTo>
                    <a:pt x="105688" y="299456"/>
                  </a:lnTo>
                  <a:lnTo>
                    <a:pt x="110676" y="301337"/>
                  </a:lnTo>
                  <a:lnTo>
                    <a:pt x="115721" y="303058"/>
                  </a:lnTo>
                  <a:lnTo>
                    <a:pt x="120819" y="304616"/>
                  </a:lnTo>
                  <a:lnTo>
                    <a:pt x="125964" y="306012"/>
                  </a:lnTo>
                  <a:lnTo>
                    <a:pt x="131151" y="307243"/>
                  </a:lnTo>
                  <a:lnTo>
                    <a:pt x="136374" y="308308"/>
                  </a:lnTo>
                  <a:lnTo>
                    <a:pt x="141629" y="309205"/>
                  </a:lnTo>
                  <a:lnTo>
                    <a:pt x="146909" y="309935"/>
                  </a:lnTo>
                  <a:lnTo>
                    <a:pt x="152210" y="310496"/>
                  </a:lnTo>
                  <a:lnTo>
                    <a:pt x="157527" y="310888"/>
                  </a:lnTo>
                  <a:lnTo>
                    <a:pt x="162853" y="311110"/>
                  </a:lnTo>
                  <a:lnTo>
                    <a:pt x="168183" y="311162"/>
                  </a:lnTo>
                  <a:lnTo>
                    <a:pt x="173513" y="311044"/>
                  </a:lnTo>
                  <a:lnTo>
                    <a:pt x="178836" y="310756"/>
                  </a:lnTo>
                  <a:lnTo>
                    <a:pt x="184147" y="310299"/>
                  </a:lnTo>
                  <a:lnTo>
                    <a:pt x="189441" y="309672"/>
                  </a:lnTo>
                  <a:lnTo>
                    <a:pt x="194712" y="308877"/>
                  </a:lnTo>
                  <a:lnTo>
                    <a:pt x="199955" y="307914"/>
                  </a:lnTo>
                  <a:lnTo>
                    <a:pt x="205165" y="306785"/>
                  </a:lnTo>
                  <a:lnTo>
                    <a:pt x="210336" y="305490"/>
                  </a:lnTo>
                  <a:lnTo>
                    <a:pt x="215463" y="304031"/>
                  </a:lnTo>
                  <a:lnTo>
                    <a:pt x="167150" y="143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023544" y="5399291"/>
              <a:ext cx="167166" cy="327201"/>
            </a:xfrm>
            <a:custGeom>
              <a:avLst/>
              <a:pathLst>
                <a:path w="167166" h="327201">
                  <a:moveTo>
                    <a:pt x="48313" y="327201"/>
                  </a:moveTo>
                  <a:lnTo>
                    <a:pt x="53409" y="325573"/>
                  </a:lnTo>
                  <a:lnTo>
                    <a:pt x="58451" y="323782"/>
                  </a:lnTo>
                  <a:lnTo>
                    <a:pt x="63432" y="321832"/>
                  </a:lnTo>
                  <a:lnTo>
                    <a:pt x="68349" y="319723"/>
                  </a:lnTo>
                  <a:lnTo>
                    <a:pt x="73196" y="317458"/>
                  </a:lnTo>
                  <a:lnTo>
                    <a:pt x="77967" y="315038"/>
                  </a:lnTo>
                  <a:lnTo>
                    <a:pt x="82659" y="312468"/>
                  </a:lnTo>
                  <a:lnTo>
                    <a:pt x="87266" y="309748"/>
                  </a:lnTo>
                  <a:lnTo>
                    <a:pt x="91784" y="306883"/>
                  </a:lnTo>
                  <a:lnTo>
                    <a:pt x="96208" y="303874"/>
                  </a:lnTo>
                  <a:lnTo>
                    <a:pt x="100533" y="300726"/>
                  </a:lnTo>
                  <a:lnTo>
                    <a:pt x="104755" y="297440"/>
                  </a:lnTo>
                  <a:lnTo>
                    <a:pt x="108870" y="294022"/>
                  </a:lnTo>
                  <a:lnTo>
                    <a:pt x="112874" y="290473"/>
                  </a:lnTo>
                  <a:lnTo>
                    <a:pt x="116762" y="286798"/>
                  </a:lnTo>
                  <a:lnTo>
                    <a:pt x="120530" y="283000"/>
                  </a:lnTo>
                  <a:lnTo>
                    <a:pt x="124175" y="279084"/>
                  </a:lnTo>
                  <a:lnTo>
                    <a:pt x="127692" y="275053"/>
                  </a:lnTo>
                  <a:lnTo>
                    <a:pt x="131079" y="270912"/>
                  </a:lnTo>
                  <a:lnTo>
                    <a:pt x="134332" y="266665"/>
                  </a:lnTo>
                  <a:lnTo>
                    <a:pt x="137447" y="262315"/>
                  </a:lnTo>
                  <a:lnTo>
                    <a:pt x="140421" y="257868"/>
                  </a:lnTo>
                  <a:lnTo>
                    <a:pt x="143252" y="253328"/>
                  </a:lnTo>
                  <a:lnTo>
                    <a:pt x="145935" y="248700"/>
                  </a:lnTo>
                  <a:lnTo>
                    <a:pt x="148470" y="243989"/>
                  </a:lnTo>
                  <a:lnTo>
                    <a:pt x="150852" y="239199"/>
                  </a:lnTo>
                  <a:lnTo>
                    <a:pt x="153079" y="234335"/>
                  </a:lnTo>
                  <a:lnTo>
                    <a:pt x="155150" y="229402"/>
                  </a:lnTo>
                  <a:lnTo>
                    <a:pt x="157062" y="224405"/>
                  </a:lnTo>
                  <a:lnTo>
                    <a:pt x="158813" y="219350"/>
                  </a:lnTo>
                  <a:lnTo>
                    <a:pt x="160402" y="214241"/>
                  </a:lnTo>
                  <a:lnTo>
                    <a:pt x="161826" y="209085"/>
                  </a:lnTo>
                  <a:lnTo>
                    <a:pt x="163085" y="203885"/>
                  </a:lnTo>
                  <a:lnTo>
                    <a:pt x="164176" y="198648"/>
                  </a:lnTo>
                  <a:lnTo>
                    <a:pt x="165099" y="193378"/>
                  </a:lnTo>
                  <a:lnTo>
                    <a:pt x="165853" y="188081"/>
                  </a:lnTo>
                  <a:lnTo>
                    <a:pt x="166438" y="182764"/>
                  </a:lnTo>
                  <a:lnTo>
                    <a:pt x="166852" y="177430"/>
                  </a:lnTo>
                  <a:lnTo>
                    <a:pt x="167095" y="172085"/>
                  </a:lnTo>
                  <a:lnTo>
                    <a:pt x="167166" y="166736"/>
                  </a:lnTo>
                  <a:lnTo>
                    <a:pt x="167067" y="161387"/>
                  </a:lnTo>
                  <a:lnTo>
                    <a:pt x="166796" y="156044"/>
                  </a:lnTo>
                  <a:lnTo>
                    <a:pt x="166355" y="150712"/>
                  </a:lnTo>
                  <a:lnTo>
                    <a:pt x="165743" y="145398"/>
                  </a:lnTo>
                  <a:lnTo>
                    <a:pt x="164962" y="140105"/>
                  </a:lnTo>
                  <a:lnTo>
                    <a:pt x="164012" y="134840"/>
                  </a:lnTo>
                  <a:lnTo>
                    <a:pt x="162893" y="129609"/>
                  </a:lnTo>
                  <a:lnTo>
                    <a:pt x="161608" y="124415"/>
                  </a:lnTo>
                  <a:lnTo>
                    <a:pt x="160157" y="119266"/>
                  </a:lnTo>
                  <a:lnTo>
                    <a:pt x="158542" y="114166"/>
                  </a:lnTo>
                  <a:lnTo>
                    <a:pt x="156765" y="109120"/>
                  </a:lnTo>
                  <a:lnTo>
                    <a:pt x="154827" y="104133"/>
                  </a:lnTo>
                  <a:lnTo>
                    <a:pt x="152731" y="99211"/>
                  </a:lnTo>
                  <a:lnTo>
                    <a:pt x="150478" y="94358"/>
                  </a:lnTo>
                  <a:lnTo>
                    <a:pt x="148071" y="89581"/>
                  </a:lnTo>
                  <a:lnTo>
                    <a:pt x="145513" y="84882"/>
                  </a:lnTo>
                  <a:lnTo>
                    <a:pt x="142805" y="80268"/>
                  </a:lnTo>
                  <a:lnTo>
                    <a:pt x="139952" y="75743"/>
                  </a:lnTo>
                  <a:lnTo>
                    <a:pt x="136954" y="71311"/>
                  </a:lnTo>
                  <a:lnTo>
                    <a:pt x="133817" y="66978"/>
                  </a:lnTo>
                  <a:lnTo>
                    <a:pt x="130543" y="62747"/>
                  </a:lnTo>
                  <a:lnTo>
                    <a:pt x="127134" y="58624"/>
                  </a:lnTo>
                  <a:lnTo>
                    <a:pt x="123596" y="54611"/>
                  </a:lnTo>
                  <a:lnTo>
                    <a:pt x="119931" y="50714"/>
                  </a:lnTo>
                  <a:lnTo>
                    <a:pt x="116143" y="46936"/>
                  </a:lnTo>
                  <a:lnTo>
                    <a:pt x="112236" y="43281"/>
                  </a:lnTo>
                  <a:lnTo>
                    <a:pt x="108215" y="39753"/>
                  </a:lnTo>
                  <a:lnTo>
                    <a:pt x="104082" y="36355"/>
                  </a:lnTo>
                  <a:lnTo>
                    <a:pt x="99843" y="33092"/>
                  </a:lnTo>
                  <a:lnTo>
                    <a:pt x="95502" y="29965"/>
                  </a:lnTo>
                  <a:lnTo>
                    <a:pt x="91062" y="26980"/>
                  </a:lnTo>
                  <a:lnTo>
                    <a:pt x="86530" y="24137"/>
                  </a:lnTo>
                  <a:lnTo>
                    <a:pt x="81909" y="21442"/>
                  </a:lnTo>
                  <a:lnTo>
                    <a:pt x="77204" y="18895"/>
                  </a:lnTo>
                  <a:lnTo>
                    <a:pt x="72420" y="16501"/>
                  </a:lnTo>
                  <a:lnTo>
                    <a:pt x="67562" y="14261"/>
                  </a:lnTo>
                  <a:lnTo>
                    <a:pt x="62634" y="12177"/>
                  </a:lnTo>
                  <a:lnTo>
                    <a:pt x="57642" y="10252"/>
                  </a:lnTo>
                  <a:lnTo>
                    <a:pt x="52592" y="8488"/>
                  </a:lnTo>
                  <a:lnTo>
                    <a:pt x="47487" y="6886"/>
                  </a:lnTo>
                  <a:lnTo>
                    <a:pt x="42334" y="5449"/>
                  </a:lnTo>
                  <a:lnTo>
                    <a:pt x="37138" y="4177"/>
                  </a:lnTo>
                  <a:lnTo>
                    <a:pt x="31903" y="3072"/>
                  </a:lnTo>
                  <a:lnTo>
                    <a:pt x="26636" y="2135"/>
                  </a:lnTo>
                  <a:lnTo>
                    <a:pt x="21342" y="1367"/>
                  </a:lnTo>
                  <a:lnTo>
                    <a:pt x="16025" y="769"/>
                  </a:lnTo>
                  <a:lnTo>
                    <a:pt x="10692" y="342"/>
                  </a:lnTo>
                  <a:lnTo>
                    <a:pt x="534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0520" y="5269756"/>
              <a:ext cx="24738" cy="167167"/>
            </a:xfrm>
            <a:custGeom>
              <a:avLst/>
              <a:pathLst>
                <a:path w="24738" h="167167">
                  <a:moveTo>
                    <a:pt x="24738" y="0"/>
                  </a:moveTo>
                  <a:lnTo>
                    <a:pt x="16465" y="204"/>
                  </a:lnTo>
                  <a:lnTo>
                    <a:pt x="8212" y="818"/>
                  </a:lnTo>
                  <a:lnTo>
                    <a:pt x="0" y="1840"/>
                  </a:lnTo>
                  <a:lnTo>
                    <a:pt x="247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20520" y="5271596"/>
              <a:ext cx="24738" cy="165326"/>
            </a:xfrm>
            <a:custGeom>
              <a:avLst/>
              <a:pathLst>
                <a:path w="24738" h="165326">
                  <a:moveTo>
                    <a:pt x="0" y="0"/>
                  </a:moveTo>
                  <a:lnTo>
                    <a:pt x="24738" y="165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0520" y="5271596"/>
              <a:ext cx="24738" cy="165326"/>
            </a:xfrm>
            <a:custGeom>
              <a:avLst/>
              <a:pathLst>
                <a:path w="24738" h="165326">
                  <a:moveTo>
                    <a:pt x="0" y="0"/>
                  </a:moveTo>
                  <a:lnTo>
                    <a:pt x="24738" y="165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520" y="5271596"/>
              <a:ext cx="24738" cy="165326"/>
            </a:xfrm>
            <a:custGeom>
              <a:avLst/>
              <a:pathLst>
                <a:path w="24738" h="165326">
                  <a:moveTo>
                    <a:pt x="0" y="0"/>
                  </a:moveTo>
                  <a:lnTo>
                    <a:pt x="24738" y="1653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520" y="5271596"/>
              <a:ext cx="24738" cy="165326"/>
            </a:xfrm>
            <a:custGeom>
              <a:avLst/>
              <a:pathLst>
                <a:path w="24738" h="165326">
                  <a:moveTo>
                    <a:pt x="0" y="0"/>
                  </a:moveTo>
                  <a:lnTo>
                    <a:pt x="24738" y="1653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396362" y="5271596"/>
              <a:ext cx="148895" cy="165326"/>
            </a:xfrm>
            <a:custGeom>
              <a:avLst/>
              <a:pathLst>
                <a:path w="148895" h="165326">
                  <a:moveTo>
                    <a:pt x="124157" y="0"/>
                  </a:moveTo>
                  <a:lnTo>
                    <a:pt x="118754" y="899"/>
                  </a:lnTo>
                  <a:lnTo>
                    <a:pt x="113382" y="1975"/>
                  </a:lnTo>
                  <a:lnTo>
                    <a:pt x="108049" y="3226"/>
                  </a:lnTo>
                  <a:lnTo>
                    <a:pt x="102760" y="4651"/>
                  </a:lnTo>
                  <a:lnTo>
                    <a:pt x="97520" y="6249"/>
                  </a:lnTo>
                  <a:lnTo>
                    <a:pt x="92336" y="8018"/>
                  </a:lnTo>
                  <a:lnTo>
                    <a:pt x="87212" y="9956"/>
                  </a:lnTo>
                  <a:lnTo>
                    <a:pt x="82154" y="12060"/>
                  </a:lnTo>
                  <a:lnTo>
                    <a:pt x="77168" y="14329"/>
                  </a:lnTo>
                  <a:lnTo>
                    <a:pt x="72259" y="16760"/>
                  </a:lnTo>
                  <a:lnTo>
                    <a:pt x="67433" y="19351"/>
                  </a:lnTo>
                  <a:lnTo>
                    <a:pt x="62694" y="22099"/>
                  </a:lnTo>
                  <a:lnTo>
                    <a:pt x="58047" y="25000"/>
                  </a:lnTo>
                  <a:lnTo>
                    <a:pt x="53498" y="28052"/>
                  </a:lnTo>
                  <a:lnTo>
                    <a:pt x="49052" y="31251"/>
                  </a:lnTo>
                  <a:lnTo>
                    <a:pt x="44712" y="34595"/>
                  </a:lnTo>
                  <a:lnTo>
                    <a:pt x="40485" y="38078"/>
                  </a:lnTo>
                  <a:lnTo>
                    <a:pt x="36374" y="41699"/>
                  </a:lnTo>
                  <a:lnTo>
                    <a:pt x="32383" y="45452"/>
                  </a:lnTo>
                  <a:lnTo>
                    <a:pt x="28518" y="49334"/>
                  </a:lnTo>
                  <a:lnTo>
                    <a:pt x="24783" y="53340"/>
                  </a:lnTo>
                  <a:lnTo>
                    <a:pt x="21180" y="57467"/>
                  </a:lnTo>
                  <a:lnTo>
                    <a:pt x="17714" y="61709"/>
                  </a:lnTo>
                  <a:lnTo>
                    <a:pt x="14390" y="66063"/>
                  </a:lnTo>
                  <a:lnTo>
                    <a:pt x="11210" y="70523"/>
                  </a:lnTo>
                  <a:lnTo>
                    <a:pt x="8178" y="75085"/>
                  </a:lnTo>
                  <a:lnTo>
                    <a:pt x="5296" y="79745"/>
                  </a:lnTo>
                  <a:lnTo>
                    <a:pt x="2569" y="84495"/>
                  </a:lnTo>
                  <a:lnTo>
                    <a:pt x="0" y="89333"/>
                  </a:lnTo>
                  <a:lnTo>
                    <a:pt x="148895" y="1653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78091" y="5269756"/>
              <a:ext cx="334326" cy="334322"/>
            </a:xfrm>
            <a:custGeom>
              <a:avLst/>
              <a:pathLst>
                <a:path w="334326" h="334322">
                  <a:moveTo>
                    <a:pt x="18271" y="91174"/>
                  </a:moveTo>
                  <a:lnTo>
                    <a:pt x="15943" y="95918"/>
                  </a:lnTo>
                  <a:lnTo>
                    <a:pt x="13767" y="100733"/>
                  </a:lnTo>
                  <a:lnTo>
                    <a:pt x="11744" y="105615"/>
                  </a:lnTo>
                  <a:lnTo>
                    <a:pt x="9876" y="110558"/>
                  </a:lnTo>
                  <a:lnTo>
                    <a:pt x="8165" y="115557"/>
                  </a:lnTo>
                  <a:lnTo>
                    <a:pt x="6613" y="120609"/>
                  </a:lnTo>
                  <a:lnTo>
                    <a:pt x="5222" y="125706"/>
                  </a:lnTo>
                  <a:lnTo>
                    <a:pt x="3993" y="130846"/>
                  </a:lnTo>
                  <a:lnTo>
                    <a:pt x="2926" y="136021"/>
                  </a:lnTo>
                  <a:lnTo>
                    <a:pt x="2024" y="141228"/>
                  </a:lnTo>
                  <a:lnTo>
                    <a:pt x="1286" y="146460"/>
                  </a:lnTo>
                  <a:lnTo>
                    <a:pt x="715" y="151713"/>
                  </a:lnTo>
                  <a:lnTo>
                    <a:pt x="310" y="156982"/>
                  </a:lnTo>
                  <a:lnTo>
                    <a:pt x="71" y="162261"/>
                  </a:lnTo>
                  <a:lnTo>
                    <a:pt x="0" y="167545"/>
                  </a:lnTo>
                  <a:lnTo>
                    <a:pt x="95" y="172828"/>
                  </a:lnTo>
                  <a:lnTo>
                    <a:pt x="357" y="178106"/>
                  </a:lnTo>
                  <a:lnTo>
                    <a:pt x="786" y="183372"/>
                  </a:lnTo>
                  <a:lnTo>
                    <a:pt x="1382" y="188623"/>
                  </a:lnTo>
                  <a:lnTo>
                    <a:pt x="2143" y="193852"/>
                  </a:lnTo>
                  <a:lnTo>
                    <a:pt x="3069" y="199055"/>
                  </a:lnTo>
                  <a:lnTo>
                    <a:pt x="4158" y="204225"/>
                  </a:lnTo>
                  <a:lnTo>
                    <a:pt x="5411" y="209359"/>
                  </a:lnTo>
                  <a:lnTo>
                    <a:pt x="6825" y="214450"/>
                  </a:lnTo>
                  <a:lnTo>
                    <a:pt x="8400" y="219494"/>
                  </a:lnTo>
                  <a:lnTo>
                    <a:pt x="10133" y="224486"/>
                  </a:lnTo>
                  <a:lnTo>
                    <a:pt x="12023" y="229421"/>
                  </a:lnTo>
                  <a:lnTo>
                    <a:pt x="14068" y="234293"/>
                  </a:lnTo>
                  <a:lnTo>
                    <a:pt x="16267" y="239099"/>
                  </a:lnTo>
                  <a:lnTo>
                    <a:pt x="18615" y="243832"/>
                  </a:lnTo>
                  <a:lnTo>
                    <a:pt x="21113" y="248489"/>
                  </a:lnTo>
                  <a:lnTo>
                    <a:pt x="23756" y="253064"/>
                  </a:lnTo>
                  <a:lnTo>
                    <a:pt x="26543" y="257554"/>
                  </a:lnTo>
                  <a:lnTo>
                    <a:pt x="29470" y="261954"/>
                  </a:lnTo>
                  <a:lnTo>
                    <a:pt x="32534" y="266258"/>
                  </a:lnTo>
                  <a:lnTo>
                    <a:pt x="35733" y="270464"/>
                  </a:lnTo>
                  <a:lnTo>
                    <a:pt x="39064" y="274567"/>
                  </a:lnTo>
                  <a:lnTo>
                    <a:pt x="42523" y="278562"/>
                  </a:lnTo>
                  <a:lnTo>
                    <a:pt x="46106" y="282446"/>
                  </a:lnTo>
                  <a:lnTo>
                    <a:pt x="49810" y="286214"/>
                  </a:lnTo>
                  <a:lnTo>
                    <a:pt x="53631" y="289864"/>
                  </a:lnTo>
                  <a:lnTo>
                    <a:pt x="57566" y="293391"/>
                  </a:lnTo>
                  <a:lnTo>
                    <a:pt x="61610" y="296792"/>
                  </a:lnTo>
                  <a:lnTo>
                    <a:pt x="65760" y="300064"/>
                  </a:lnTo>
                  <a:lnTo>
                    <a:pt x="70011" y="303203"/>
                  </a:lnTo>
                  <a:lnTo>
                    <a:pt x="74359" y="306205"/>
                  </a:lnTo>
                  <a:lnTo>
                    <a:pt x="78800" y="309069"/>
                  </a:lnTo>
                  <a:lnTo>
                    <a:pt x="83329" y="311791"/>
                  </a:lnTo>
                  <a:lnTo>
                    <a:pt x="87942" y="314369"/>
                  </a:lnTo>
                  <a:lnTo>
                    <a:pt x="92634" y="316799"/>
                  </a:lnTo>
                  <a:lnTo>
                    <a:pt x="97400" y="319080"/>
                  </a:lnTo>
                  <a:lnTo>
                    <a:pt x="102237" y="321209"/>
                  </a:lnTo>
                  <a:lnTo>
                    <a:pt x="107138" y="323185"/>
                  </a:lnTo>
                  <a:lnTo>
                    <a:pt x="112099" y="325004"/>
                  </a:lnTo>
                  <a:lnTo>
                    <a:pt x="117115" y="326666"/>
                  </a:lnTo>
                  <a:lnTo>
                    <a:pt x="122181" y="328168"/>
                  </a:lnTo>
                  <a:lnTo>
                    <a:pt x="127292" y="329509"/>
                  </a:lnTo>
                  <a:lnTo>
                    <a:pt x="132443" y="330688"/>
                  </a:lnTo>
                  <a:lnTo>
                    <a:pt x="137629" y="331704"/>
                  </a:lnTo>
                  <a:lnTo>
                    <a:pt x="142844" y="332556"/>
                  </a:lnTo>
                  <a:lnTo>
                    <a:pt x="148084" y="333242"/>
                  </a:lnTo>
                  <a:lnTo>
                    <a:pt x="153342" y="333762"/>
                  </a:lnTo>
                  <a:lnTo>
                    <a:pt x="158615" y="334115"/>
                  </a:lnTo>
                  <a:lnTo>
                    <a:pt x="163896" y="334302"/>
                  </a:lnTo>
                  <a:lnTo>
                    <a:pt x="169180" y="334322"/>
                  </a:lnTo>
                  <a:lnTo>
                    <a:pt x="174462" y="334175"/>
                  </a:lnTo>
                  <a:lnTo>
                    <a:pt x="179737" y="333861"/>
                  </a:lnTo>
                  <a:lnTo>
                    <a:pt x="184999" y="333381"/>
                  </a:lnTo>
                  <a:lnTo>
                    <a:pt x="190244" y="332734"/>
                  </a:lnTo>
                  <a:lnTo>
                    <a:pt x="195465" y="331922"/>
                  </a:lnTo>
                  <a:lnTo>
                    <a:pt x="200658" y="330945"/>
                  </a:lnTo>
                  <a:lnTo>
                    <a:pt x="205818" y="329805"/>
                  </a:lnTo>
                  <a:lnTo>
                    <a:pt x="210939" y="328502"/>
                  </a:lnTo>
                  <a:lnTo>
                    <a:pt x="216016" y="327038"/>
                  </a:lnTo>
                  <a:lnTo>
                    <a:pt x="221045" y="325414"/>
                  </a:lnTo>
                  <a:lnTo>
                    <a:pt x="226019" y="323632"/>
                  </a:lnTo>
                  <a:lnTo>
                    <a:pt x="230935" y="321694"/>
                  </a:lnTo>
                  <a:lnTo>
                    <a:pt x="235788" y="319601"/>
                  </a:lnTo>
                  <a:lnTo>
                    <a:pt x="240571" y="317356"/>
                  </a:lnTo>
                  <a:lnTo>
                    <a:pt x="245281" y="314961"/>
                  </a:lnTo>
                  <a:lnTo>
                    <a:pt x="249914" y="312418"/>
                  </a:lnTo>
                  <a:lnTo>
                    <a:pt x="254463" y="309730"/>
                  </a:lnTo>
                  <a:lnTo>
                    <a:pt x="258925" y="306900"/>
                  </a:lnTo>
                  <a:lnTo>
                    <a:pt x="263296" y="303930"/>
                  </a:lnTo>
                  <a:lnTo>
                    <a:pt x="267571" y="300823"/>
                  </a:lnTo>
                  <a:lnTo>
                    <a:pt x="271745" y="297583"/>
                  </a:lnTo>
                  <a:lnTo>
                    <a:pt x="275814" y="294213"/>
                  </a:lnTo>
                  <a:lnTo>
                    <a:pt x="279776" y="290715"/>
                  </a:lnTo>
                  <a:lnTo>
                    <a:pt x="283624" y="287094"/>
                  </a:lnTo>
                  <a:lnTo>
                    <a:pt x="287357" y="283353"/>
                  </a:lnTo>
                  <a:lnTo>
                    <a:pt x="290969" y="279497"/>
                  </a:lnTo>
                  <a:lnTo>
                    <a:pt x="294457" y="275528"/>
                  </a:lnTo>
                  <a:lnTo>
                    <a:pt x="297818" y="271450"/>
                  </a:lnTo>
                  <a:lnTo>
                    <a:pt x="301049" y="267269"/>
                  </a:lnTo>
                  <a:lnTo>
                    <a:pt x="304146" y="262987"/>
                  </a:lnTo>
                  <a:lnTo>
                    <a:pt x="307106" y="258610"/>
                  </a:lnTo>
                  <a:lnTo>
                    <a:pt x="309927" y="254141"/>
                  </a:lnTo>
                  <a:lnTo>
                    <a:pt x="312604" y="249586"/>
                  </a:lnTo>
                  <a:lnTo>
                    <a:pt x="315136" y="244948"/>
                  </a:lnTo>
                  <a:lnTo>
                    <a:pt x="317521" y="240232"/>
                  </a:lnTo>
                  <a:lnTo>
                    <a:pt x="319755" y="235443"/>
                  </a:lnTo>
                  <a:lnTo>
                    <a:pt x="321837" y="230587"/>
                  </a:lnTo>
                  <a:lnTo>
                    <a:pt x="323764" y="225666"/>
                  </a:lnTo>
                  <a:lnTo>
                    <a:pt x="325535" y="220688"/>
                  </a:lnTo>
                  <a:lnTo>
                    <a:pt x="327147" y="215655"/>
                  </a:lnTo>
                  <a:lnTo>
                    <a:pt x="328600" y="210575"/>
                  </a:lnTo>
                  <a:lnTo>
                    <a:pt x="329891" y="205451"/>
                  </a:lnTo>
                  <a:lnTo>
                    <a:pt x="331020" y="200289"/>
                  </a:lnTo>
                  <a:lnTo>
                    <a:pt x="331985" y="195093"/>
                  </a:lnTo>
                  <a:lnTo>
                    <a:pt x="332785" y="189870"/>
                  </a:lnTo>
                  <a:lnTo>
                    <a:pt x="333420" y="184624"/>
                  </a:lnTo>
                  <a:lnTo>
                    <a:pt x="333889" y="179361"/>
                  </a:lnTo>
                  <a:lnTo>
                    <a:pt x="334191" y="174085"/>
                  </a:lnTo>
                  <a:lnTo>
                    <a:pt x="334326" y="168803"/>
                  </a:lnTo>
                  <a:lnTo>
                    <a:pt x="334294" y="163518"/>
                  </a:lnTo>
                  <a:lnTo>
                    <a:pt x="334095" y="158238"/>
                  </a:lnTo>
                  <a:lnTo>
                    <a:pt x="333730" y="152966"/>
                  </a:lnTo>
                  <a:lnTo>
                    <a:pt x="333198" y="147709"/>
                  </a:lnTo>
                  <a:lnTo>
                    <a:pt x="332500" y="142471"/>
                  </a:lnTo>
                  <a:lnTo>
                    <a:pt x="331637" y="137258"/>
                  </a:lnTo>
                  <a:lnTo>
                    <a:pt x="330609" y="132075"/>
                  </a:lnTo>
                  <a:lnTo>
                    <a:pt x="329418" y="126926"/>
                  </a:lnTo>
                  <a:lnTo>
                    <a:pt x="328065" y="121818"/>
                  </a:lnTo>
                  <a:lnTo>
                    <a:pt x="326552" y="116755"/>
                  </a:lnTo>
                  <a:lnTo>
                    <a:pt x="324879" y="111743"/>
                  </a:lnTo>
                  <a:lnTo>
                    <a:pt x="323048" y="106786"/>
                  </a:lnTo>
                  <a:lnTo>
                    <a:pt x="321062" y="101889"/>
                  </a:lnTo>
                  <a:lnTo>
                    <a:pt x="318922" y="97058"/>
                  </a:lnTo>
                  <a:lnTo>
                    <a:pt x="316630" y="92296"/>
                  </a:lnTo>
                  <a:lnTo>
                    <a:pt x="314189" y="87610"/>
                  </a:lnTo>
                  <a:lnTo>
                    <a:pt x="311601" y="83003"/>
                  </a:lnTo>
                  <a:lnTo>
                    <a:pt x="308869" y="78480"/>
                  </a:lnTo>
                  <a:lnTo>
                    <a:pt x="305995" y="74045"/>
                  </a:lnTo>
                  <a:lnTo>
                    <a:pt x="302982" y="69704"/>
                  </a:lnTo>
                  <a:lnTo>
                    <a:pt x="299834" y="65460"/>
                  </a:lnTo>
                  <a:lnTo>
                    <a:pt x="296553" y="61318"/>
                  </a:lnTo>
                  <a:lnTo>
                    <a:pt x="293143" y="57281"/>
                  </a:lnTo>
                  <a:lnTo>
                    <a:pt x="289607" y="53354"/>
                  </a:lnTo>
                  <a:lnTo>
                    <a:pt x="285949" y="49541"/>
                  </a:lnTo>
                  <a:lnTo>
                    <a:pt x="282172" y="45846"/>
                  </a:lnTo>
                  <a:lnTo>
                    <a:pt x="278280" y="42272"/>
                  </a:lnTo>
                  <a:lnTo>
                    <a:pt x="274277" y="38822"/>
                  </a:lnTo>
                  <a:lnTo>
                    <a:pt x="270167" y="35501"/>
                  </a:lnTo>
                  <a:lnTo>
                    <a:pt x="265954" y="32311"/>
                  </a:lnTo>
                  <a:lnTo>
                    <a:pt x="261642" y="29256"/>
                  </a:lnTo>
                  <a:lnTo>
                    <a:pt x="257236" y="26339"/>
                  </a:lnTo>
                  <a:lnTo>
                    <a:pt x="252740" y="23563"/>
                  </a:lnTo>
                  <a:lnTo>
                    <a:pt x="248158" y="20930"/>
                  </a:lnTo>
                  <a:lnTo>
                    <a:pt x="243496" y="18443"/>
                  </a:lnTo>
                  <a:lnTo>
                    <a:pt x="238757" y="16105"/>
                  </a:lnTo>
                  <a:lnTo>
                    <a:pt x="233947" y="13918"/>
                  </a:lnTo>
                  <a:lnTo>
                    <a:pt x="229070" y="11884"/>
                  </a:lnTo>
                  <a:lnTo>
                    <a:pt x="224131" y="10005"/>
                  </a:lnTo>
                  <a:lnTo>
                    <a:pt x="219135" y="8283"/>
                  </a:lnTo>
                  <a:lnTo>
                    <a:pt x="214087" y="6719"/>
                  </a:lnTo>
                  <a:lnTo>
                    <a:pt x="208993" y="5317"/>
                  </a:lnTo>
                  <a:lnTo>
                    <a:pt x="203856" y="4076"/>
                  </a:lnTo>
                  <a:lnTo>
                    <a:pt x="198683" y="2997"/>
                  </a:lnTo>
                  <a:lnTo>
                    <a:pt x="193479" y="2083"/>
                  </a:lnTo>
                  <a:lnTo>
                    <a:pt x="188248" y="1334"/>
                  </a:lnTo>
                  <a:lnTo>
                    <a:pt x="182996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973731" y="5018213"/>
              <a:ext cx="47307" cy="167167"/>
            </a:xfrm>
            <a:custGeom>
              <a:avLst/>
              <a:pathLst>
                <a:path w="47307" h="167167">
                  <a:moveTo>
                    <a:pt x="47307" y="0"/>
                  </a:moveTo>
                  <a:lnTo>
                    <a:pt x="41313" y="107"/>
                  </a:lnTo>
                  <a:lnTo>
                    <a:pt x="35327" y="429"/>
                  </a:lnTo>
                  <a:lnTo>
                    <a:pt x="29356" y="966"/>
                  </a:lnTo>
                  <a:lnTo>
                    <a:pt x="23408" y="1717"/>
                  </a:lnTo>
                  <a:lnTo>
                    <a:pt x="17491" y="2680"/>
                  </a:lnTo>
                  <a:lnTo>
                    <a:pt x="11612" y="3855"/>
                  </a:lnTo>
                  <a:lnTo>
                    <a:pt x="5779" y="5240"/>
                  </a:lnTo>
                  <a:lnTo>
                    <a:pt x="0" y="6833"/>
                  </a:lnTo>
                  <a:lnTo>
                    <a:pt x="473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3731" y="5025046"/>
              <a:ext cx="47307" cy="160333"/>
            </a:xfrm>
            <a:custGeom>
              <a:avLst/>
              <a:pathLst>
                <a:path w="47307" h="160333">
                  <a:moveTo>
                    <a:pt x="0" y="0"/>
                  </a:moveTo>
                  <a:lnTo>
                    <a:pt x="47307" y="160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3731" y="5025046"/>
              <a:ext cx="47307" cy="160333"/>
            </a:xfrm>
            <a:custGeom>
              <a:avLst/>
              <a:pathLst>
                <a:path w="47307" h="160333">
                  <a:moveTo>
                    <a:pt x="0" y="0"/>
                  </a:moveTo>
                  <a:lnTo>
                    <a:pt x="47307" y="1603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731" y="5025046"/>
              <a:ext cx="47307" cy="160333"/>
            </a:xfrm>
            <a:custGeom>
              <a:avLst/>
              <a:pathLst>
                <a:path w="47307" h="160333">
                  <a:moveTo>
                    <a:pt x="0" y="0"/>
                  </a:moveTo>
                  <a:lnTo>
                    <a:pt x="47307" y="1603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853871" y="5025046"/>
              <a:ext cx="167167" cy="218443"/>
            </a:xfrm>
            <a:custGeom>
              <a:avLst/>
              <a:pathLst>
                <a:path w="167167" h="218443">
                  <a:moveTo>
                    <a:pt x="119859" y="0"/>
                  </a:moveTo>
                  <a:lnTo>
                    <a:pt x="114732" y="1602"/>
                  </a:lnTo>
                  <a:lnTo>
                    <a:pt x="109659" y="3369"/>
                  </a:lnTo>
                  <a:lnTo>
                    <a:pt x="104645" y="5298"/>
                  </a:lnTo>
                  <a:lnTo>
                    <a:pt x="99696" y="7387"/>
                  </a:lnTo>
                  <a:lnTo>
                    <a:pt x="94817" y="9633"/>
                  </a:lnTo>
                  <a:lnTo>
                    <a:pt x="90013" y="12036"/>
                  </a:lnTo>
                  <a:lnTo>
                    <a:pt x="85288" y="14591"/>
                  </a:lnTo>
                  <a:lnTo>
                    <a:pt x="80647" y="17297"/>
                  </a:lnTo>
                  <a:lnTo>
                    <a:pt x="76096" y="20151"/>
                  </a:lnTo>
                  <a:lnTo>
                    <a:pt x="71639" y="23149"/>
                  </a:lnTo>
                  <a:lnTo>
                    <a:pt x="67281" y="26290"/>
                  </a:lnTo>
                  <a:lnTo>
                    <a:pt x="63026" y="29568"/>
                  </a:lnTo>
                  <a:lnTo>
                    <a:pt x="58878" y="32982"/>
                  </a:lnTo>
                  <a:lnTo>
                    <a:pt x="54842" y="36527"/>
                  </a:lnTo>
                  <a:lnTo>
                    <a:pt x="50922" y="40200"/>
                  </a:lnTo>
                  <a:lnTo>
                    <a:pt x="47122" y="43996"/>
                  </a:lnTo>
                  <a:lnTo>
                    <a:pt x="43446" y="47914"/>
                  </a:lnTo>
                  <a:lnTo>
                    <a:pt x="39898" y="51947"/>
                  </a:lnTo>
                  <a:lnTo>
                    <a:pt x="36481" y="56092"/>
                  </a:lnTo>
                  <a:lnTo>
                    <a:pt x="33200" y="60345"/>
                  </a:lnTo>
                  <a:lnTo>
                    <a:pt x="30056" y="64700"/>
                  </a:lnTo>
                  <a:lnTo>
                    <a:pt x="27054" y="69155"/>
                  </a:lnTo>
                  <a:lnTo>
                    <a:pt x="24197" y="73704"/>
                  </a:lnTo>
                  <a:lnTo>
                    <a:pt x="21488" y="78342"/>
                  </a:lnTo>
                  <a:lnTo>
                    <a:pt x="18928" y="83065"/>
                  </a:lnTo>
                  <a:lnTo>
                    <a:pt x="16522" y="87868"/>
                  </a:lnTo>
                  <a:lnTo>
                    <a:pt x="14272" y="92746"/>
                  </a:lnTo>
                  <a:lnTo>
                    <a:pt x="12179" y="97693"/>
                  </a:lnTo>
                  <a:lnTo>
                    <a:pt x="10247" y="102705"/>
                  </a:lnTo>
                  <a:lnTo>
                    <a:pt x="8476" y="107777"/>
                  </a:lnTo>
                  <a:lnTo>
                    <a:pt x="6869" y="112903"/>
                  </a:lnTo>
                  <a:lnTo>
                    <a:pt x="5428" y="118077"/>
                  </a:lnTo>
                  <a:lnTo>
                    <a:pt x="4154" y="123296"/>
                  </a:lnTo>
                  <a:lnTo>
                    <a:pt x="3048" y="128553"/>
                  </a:lnTo>
                  <a:lnTo>
                    <a:pt x="2112" y="133842"/>
                  </a:lnTo>
                  <a:lnTo>
                    <a:pt x="1346" y="139159"/>
                  </a:lnTo>
                  <a:lnTo>
                    <a:pt x="751" y="144498"/>
                  </a:lnTo>
                  <a:lnTo>
                    <a:pt x="328" y="149853"/>
                  </a:lnTo>
                  <a:lnTo>
                    <a:pt x="78" y="155219"/>
                  </a:lnTo>
                  <a:lnTo>
                    <a:pt x="0" y="160590"/>
                  </a:lnTo>
                  <a:lnTo>
                    <a:pt x="94" y="165961"/>
                  </a:lnTo>
                  <a:lnTo>
                    <a:pt x="361" y="171326"/>
                  </a:lnTo>
                  <a:lnTo>
                    <a:pt x="800" y="176680"/>
                  </a:lnTo>
                  <a:lnTo>
                    <a:pt x="1412" y="182016"/>
                  </a:lnTo>
                  <a:lnTo>
                    <a:pt x="2194" y="187331"/>
                  </a:lnTo>
                  <a:lnTo>
                    <a:pt x="3146" y="192618"/>
                  </a:lnTo>
                  <a:lnTo>
                    <a:pt x="4268" y="197871"/>
                  </a:lnTo>
                  <a:lnTo>
                    <a:pt x="5559" y="203085"/>
                  </a:lnTo>
                  <a:lnTo>
                    <a:pt x="7016" y="208256"/>
                  </a:lnTo>
                  <a:lnTo>
                    <a:pt x="8638" y="213377"/>
                  </a:lnTo>
                  <a:lnTo>
                    <a:pt x="10424" y="218443"/>
                  </a:lnTo>
                  <a:lnTo>
                    <a:pt x="167167" y="1603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64296" y="5018213"/>
              <a:ext cx="323897" cy="334330"/>
            </a:xfrm>
            <a:custGeom>
              <a:avLst/>
              <a:pathLst>
                <a:path w="323897" h="334330">
                  <a:moveTo>
                    <a:pt x="0" y="225276"/>
                  </a:moveTo>
                  <a:lnTo>
                    <a:pt x="1927" y="230231"/>
                  </a:lnTo>
                  <a:lnTo>
                    <a:pt x="4010" y="235123"/>
                  </a:lnTo>
                  <a:lnTo>
                    <a:pt x="6249" y="239945"/>
                  </a:lnTo>
                  <a:lnTo>
                    <a:pt x="8639" y="244694"/>
                  </a:lnTo>
                  <a:lnTo>
                    <a:pt x="11179" y="249365"/>
                  </a:lnTo>
                  <a:lnTo>
                    <a:pt x="13867" y="253952"/>
                  </a:lnTo>
                  <a:lnTo>
                    <a:pt x="16699" y="258452"/>
                  </a:lnTo>
                  <a:lnTo>
                    <a:pt x="19673" y="262859"/>
                  </a:lnTo>
                  <a:lnTo>
                    <a:pt x="22785" y="267169"/>
                  </a:lnTo>
                  <a:lnTo>
                    <a:pt x="26033" y="271379"/>
                  </a:lnTo>
                  <a:lnTo>
                    <a:pt x="29413" y="275482"/>
                  </a:lnTo>
                  <a:lnTo>
                    <a:pt x="32922" y="279477"/>
                  </a:lnTo>
                  <a:lnTo>
                    <a:pt x="36556" y="283357"/>
                  </a:lnTo>
                  <a:lnTo>
                    <a:pt x="40312" y="287121"/>
                  </a:lnTo>
                  <a:lnTo>
                    <a:pt x="44185" y="290762"/>
                  </a:lnTo>
                  <a:lnTo>
                    <a:pt x="48172" y="294279"/>
                  </a:lnTo>
                  <a:lnTo>
                    <a:pt x="52269" y="297668"/>
                  </a:lnTo>
                  <a:lnTo>
                    <a:pt x="56472" y="300924"/>
                  </a:lnTo>
                  <a:lnTo>
                    <a:pt x="60776" y="304045"/>
                  </a:lnTo>
                  <a:lnTo>
                    <a:pt x="65178" y="307027"/>
                  </a:lnTo>
                  <a:lnTo>
                    <a:pt x="69672" y="309868"/>
                  </a:lnTo>
                  <a:lnTo>
                    <a:pt x="74254" y="312565"/>
                  </a:lnTo>
                  <a:lnTo>
                    <a:pt x="78919" y="315115"/>
                  </a:lnTo>
                  <a:lnTo>
                    <a:pt x="83663" y="317515"/>
                  </a:lnTo>
                  <a:lnTo>
                    <a:pt x="88481" y="319762"/>
                  </a:lnTo>
                  <a:lnTo>
                    <a:pt x="93368" y="321856"/>
                  </a:lnTo>
                  <a:lnTo>
                    <a:pt x="98319" y="323793"/>
                  </a:lnTo>
                  <a:lnTo>
                    <a:pt x="103330" y="325572"/>
                  </a:lnTo>
                  <a:lnTo>
                    <a:pt x="108394" y="327190"/>
                  </a:lnTo>
                  <a:lnTo>
                    <a:pt x="113507" y="328647"/>
                  </a:lnTo>
                  <a:lnTo>
                    <a:pt x="118664" y="329940"/>
                  </a:lnTo>
                  <a:lnTo>
                    <a:pt x="123860" y="331068"/>
                  </a:lnTo>
                  <a:lnTo>
                    <a:pt x="129088" y="332031"/>
                  </a:lnTo>
                  <a:lnTo>
                    <a:pt x="134345" y="332827"/>
                  </a:lnTo>
                  <a:lnTo>
                    <a:pt x="139625" y="333456"/>
                  </a:lnTo>
                  <a:lnTo>
                    <a:pt x="144921" y="333916"/>
                  </a:lnTo>
                  <a:lnTo>
                    <a:pt x="150230" y="334207"/>
                  </a:lnTo>
                  <a:lnTo>
                    <a:pt x="155545" y="334330"/>
                  </a:lnTo>
                  <a:lnTo>
                    <a:pt x="160862" y="334284"/>
                  </a:lnTo>
                  <a:lnTo>
                    <a:pt x="166174" y="334068"/>
                  </a:lnTo>
                  <a:lnTo>
                    <a:pt x="171477" y="333684"/>
                  </a:lnTo>
                  <a:lnTo>
                    <a:pt x="176764" y="333131"/>
                  </a:lnTo>
                  <a:lnTo>
                    <a:pt x="182032" y="332410"/>
                  </a:lnTo>
                  <a:lnTo>
                    <a:pt x="187274" y="331523"/>
                  </a:lnTo>
                  <a:lnTo>
                    <a:pt x="192485" y="330469"/>
                  </a:lnTo>
                  <a:lnTo>
                    <a:pt x="197660" y="329249"/>
                  </a:lnTo>
                  <a:lnTo>
                    <a:pt x="202793" y="327866"/>
                  </a:lnTo>
                  <a:lnTo>
                    <a:pt x="207880" y="326320"/>
                  </a:lnTo>
                  <a:lnTo>
                    <a:pt x="212916" y="324614"/>
                  </a:lnTo>
                  <a:lnTo>
                    <a:pt x="217894" y="322748"/>
                  </a:lnTo>
                  <a:lnTo>
                    <a:pt x="222811" y="320724"/>
                  </a:lnTo>
                  <a:lnTo>
                    <a:pt x="227660" y="318546"/>
                  </a:lnTo>
                  <a:lnTo>
                    <a:pt x="232438" y="316214"/>
                  </a:lnTo>
                  <a:lnTo>
                    <a:pt x="237140" y="313731"/>
                  </a:lnTo>
                  <a:lnTo>
                    <a:pt x="241760" y="311101"/>
                  </a:lnTo>
                  <a:lnTo>
                    <a:pt x="246294" y="308324"/>
                  </a:lnTo>
                  <a:lnTo>
                    <a:pt x="250738" y="305405"/>
                  </a:lnTo>
                  <a:lnTo>
                    <a:pt x="255086" y="302346"/>
                  </a:lnTo>
                  <a:lnTo>
                    <a:pt x="259335" y="299150"/>
                  </a:lnTo>
                  <a:lnTo>
                    <a:pt x="263480" y="295821"/>
                  </a:lnTo>
                  <a:lnTo>
                    <a:pt x="267518" y="292362"/>
                  </a:lnTo>
                  <a:lnTo>
                    <a:pt x="271443" y="288776"/>
                  </a:lnTo>
                  <a:lnTo>
                    <a:pt x="275252" y="285067"/>
                  </a:lnTo>
                  <a:lnTo>
                    <a:pt x="278941" y="281238"/>
                  </a:lnTo>
                  <a:lnTo>
                    <a:pt x="282507" y="277295"/>
                  </a:lnTo>
                  <a:lnTo>
                    <a:pt x="285946" y="273240"/>
                  </a:lnTo>
                  <a:lnTo>
                    <a:pt x="289253" y="269077"/>
                  </a:lnTo>
                  <a:lnTo>
                    <a:pt x="292427" y="264812"/>
                  </a:lnTo>
                  <a:lnTo>
                    <a:pt x="295464" y="260448"/>
                  </a:lnTo>
                  <a:lnTo>
                    <a:pt x="298360" y="255989"/>
                  </a:lnTo>
                  <a:lnTo>
                    <a:pt x="301113" y="251441"/>
                  </a:lnTo>
                  <a:lnTo>
                    <a:pt x="303720" y="246807"/>
                  </a:lnTo>
                  <a:lnTo>
                    <a:pt x="306178" y="242093"/>
                  </a:lnTo>
                  <a:lnTo>
                    <a:pt x="308485" y="237303"/>
                  </a:lnTo>
                  <a:lnTo>
                    <a:pt x="310639" y="232442"/>
                  </a:lnTo>
                  <a:lnTo>
                    <a:pt x="312636" y="227515"/>
                  </a:lnTo>
                  <a:lnTo>
                    <a:pt x="314477" y="222527"/>
                  </a:lnTo>
                  <a:lnTo>
                    <a:pt x="316157" y="217483"/>
                  </a:lnTo>
                  <a:lnTo>
                    <a:pt x="317677" y="212388"/>
                  </a:lnTo>
                  <a:lnTo>
                    <a:pt x="319034" y="207248"/>
                  </a:lnTo>
                  <a:lnTo>
                    <a:pt x="320226" y="202066"/>
                  </a:lnTo>
                  <a:lnTo>
                    <a:pt x="321253" y="196850"/>
                  </a:lnTo>
                  <a:lnTo>
                    <a:pt x="322114" y="191603"/>
                  </a:lnTo>
                  <a:lnTo>
                    <a:pt x="322807" y="186332"/>
                  </a:lnTo>
                  <a:lnTo>
                    <a:pt x="323333" y="181042"/>
                  </a:lnTo>
                  <a:lnTo>
                    <a:pt x="323690" y="175737"/>
                  </a:lnTo>
                  <a:lnTo>
                    <a:pt x="323878" y="170424"/>
                  </a:lnTo>
                  <a:lnTo>
                    <a:pt x="323897" y="165107"/>
                  </a:lnTo>
                  <a:lnTo>
                    <a:pt x="323747" y="159793"/>
                  </a:lnTo>
                  <a:lnTo>
                    <a:pt x="323428" y="154486"/>
                  </a:lnTo>
                  <a:lnTo>
                    <a:pt x="322940" y="149191"/>
                  </a:lnTo>
                  <a:lnTo>
                    <a:pt x="322285" y="143915"/>
                  </a:lnTo>
                  <a:lnTo>
                    <a:pt x="321461" y="138663"/>
                  </a:lnTo>
                  <a:lnTo>
                    <a:pt x="320472" y="133439"/>
                  </a:lnTo>
                  <a:lnTo>
                    <a:pt x="319316" y="128249"/>
                  </a:lnTo>
                  <a:lnTo>
                    <a:pt x="317997" y="123099"/>
                  </a:lnTo>
                  <a:lnTo>
                    <a:pt x="316514" y="117994"/>
                  </a:lnTo>
                  <a:lnTo>
                    <a:pt x="314869" y="112938"/>
                  </a:lnTo>
                  <a:lnTo>
                    <a:pt x="313065" y="107937"/>
                  </a:lnTo>
                  <a:lnTo>
                    <a:pt x="311102" y="102995"/>
                  </a:lnTo>
                  <a:lnTo>
                    <a:pt x="308983" y="98119"/>
                  </a:lnTo>
                  <a:lnTo>
                    <a:pt x="306711" y="93313"/>
                  </a:lnTo>
                  <a:lnTo>
                    <a:pt x="304286" y="88581"/>
                  </a:lnTo>
                  <a:lnTo>
                    <a:pt x="301712" y="83929"/>
                  </a:lnTo>
                  <a:lnTo>
                    <a:pt x="298992" y="79361"/>
                  </a:lnTo>
                  <a:lnTo>
                    <a:pt x="296128" y="74882"/>
                  </a:lnTo>
                  <a:lnTo>
                    <a:pt x="293123" y="70496"/>
                  </a:lnTo>
                  <a:lnTo>
                    <a:pt x="289980" y="66208"/>
                  </a:lnTo>
                  <a:lnTo>
                    <a:pt x="286702" y="62022"/>
                  </a:lnTo>
                  <a:lnTo>
                    <a:pt x="283292" y="57942"/>
                  </a:lnTo>
                  <a:lnTo>
                    <a:pt x="279755" y="53973"/>
                  </a:lnTo>
                  <a:lnTo>
                    <a:pt x="276093" y="50119"/>
                  </a:lnTo>
                  <a:lnTo>
                    <a:pt x="272311" y="46383"/>
                  </a:lnTo>
                  <a:lnTo>
                    <a:pt x="268411" y="42769"/>
                  </a:lnTo>
                  <a:lnTo>
                    <a:pt x="264399" y="39280"/>
                  </a:lnTo>
                  <a:lnTo>
                    <a:pt x="260278" y="35922"/>
                  </a:lnTo>
                  <a:lnTo>
                    <a:pt x="256052" y="32695"/>
                  </a:lnTo>
                  <a:lnTo>
                    <a:pt x="251725" y="29605"/>
                  </a:lnTo>
                  <a:lnTo>
                    <a:pt x="247303" y="26655"/>
                  </a:lnTo>
                  <a:lnTo>
                    <a:pt x="242789" y="23846"/>
                  </a:lnTo>
                  <a:lnTo>
                    <a:pt x="238187" y="21182"/>
                  </a:lnTo>
                  <a:lnTo>
                    <a:pt x="233504" y="18666"/>
                  </a:lnTo>
                  <a:lnTo>
                    <a:pt x="228743" y="16300"/>
                  </a:lnTo>
                  <a:lnTo>
                    <a:pt x="223909" y="14087"/>
                  </a:lnTo>
                  <a:lnTo>
                    <a:pt x="219007" y="12028"/>
                  </a:lnTo>
                  <a:lnTo>
                    <a:pt x="214042" y="10126"/>
                  </a:lnTo>
                  <a:lnTo>
                    <a:pt x="209019" y="8384"/>
                  </a:lnTo>
                  <a:lnTo>
                    <a:pt x="203943" y="6802"/>
                  </a:lnTo>
                  <a:lnTo>
                    <a:pt x="198820" y="5382"/>
                  </a:lnTo>
                  <a:lnTo>
                    <a:pt x="193653" y="4126"/>
                  </a:lnTo>
                  <a:lnTo>
                    <a:pt x="188450" y="3034"/>
                  </a:lnTo>
                  <a:lnTo>
                    <a:pt x="183215" y="2109"/>
                  </a:lnTo>
                  <a:lnTo>
                    <a:pt x="177952" y="1351"/>
                  </a:lnTo>
                  <a:lnTo>
                    <a:pt x="172669" y="760"/>
                  </a:lnTo>
                  <a:lnTo>
                    <a:pt x="167369" y="338"/>
                  </a:lnTo>
                  <a:lnTo>
                    <a:pt x="162058" y="84"/>
                  </a:lnTo>
                  <a:lnTo>
                    <a:pt x="156742" y="0"/>
                  </a:lnTo>
                  <a:lnTo>
                    <a:pt x="1567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320129" y="4659281"/>
              <a:ext cx="103105" cy="167167"/>
            </a:xfrm>
            <a:custGeom>
              <a:avLst/>
              <a:pathLst>
                <a:path w="103105" h="167167">
                  <a:moveTo>
                    <a:pt x="103105" y="0"/>
                  </a:moveTo>
                  <a:lnTo>
                    <a:pt x="97550" y="92"/>
                  </a:lnTo>
                  <a:lnTo>
                    <a:pt x="92002" y="369"/>
                  </a:lnTo>
                  <a:lnTo>
                    <a:pt x="86466" y="830"/>
                  </a:lnTo>
                  <a:lnTo>
                    <a:pt x="80949" y="1474"/>
                  </a:lnTo>
                  <a:lnTo>
                    <a:pt x="75456" y="2302"/>
                  </a:lnTo>
                  <a:lnTo>
                    <a:pt x="69993" y="3312"/>
                  </a:lnTo>
                  <a:lnTo>
                    <a:pt x="64567" y="4502"/>
                  </a:lnTo>
                  <a:lnTo>
                    <a:pt x="59184" y="5872"/>
                  </a:lnTo>
                  <a:lnTo>
                    <a:pt x="53849" y="7421"/>
                  </a:lnTo>
                  <a:lnTo>
                    <a:pt x="48568" y="9146"/>
                  </a:lnTo>
                  <a:lnTo>
                    <a:pt x="43348" y="11045"/>
                  </a:lnTo>
                  <a:lnTo>
                    <a:pt x="38194" y="13117"/>
                  </a:lnTo>
                  <a:lnTo>
                    <a:pt x="33111" y="15358"/>
                  </a:lnTo>
                  <a:lnTo>
                    <a:pt x="28106" y="17768"/>
                  </a:lnTo>
                  <a:lnTo>
                    <a:pt x="23183" y="20342"/>
                  </a:lnTo>
                  <a:lnTo>
                    <a:pt x="18349" y="23079"/>
                  </a:lnTo>
                  <a:lnTo>
                    <a:pt x="13608" y="25974"/>
                  </a:lnTo>
                  <a:lnTo>
                    <a:pt x="8966" y="29026"/>
                  </a:lnTo>
                  <a:lnTo>
                    <a:pt x="4428" y="32230"/>
                  </a:lnTo>
                  <a:lnTo>
                    <a:pt x="0" y="35583"/>
                  </a:lnTo>
                  <a:lnTo>
                    <a:pt x="10310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20129" y="4694865"/>
              <a:ext cx="103105" cy="131583"/>
            </a:xfrm>
            <a:custGeom>
              <a:avLst/>
              <a:pathLst>
                <a:path w="103105" h="131583">
                  <a:moveTo>
                    <a:pt x="0" y="0"/>
                  </a:moveTo>
                  <a:lnTo>
                    <a:pt x="103105" y="1315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20129" y="4694865"/>
              <a:ext cx="103105" cy="131583"/>
            </a:xfrm>
            <a:custGeom>
              <a:avLst/>
              <a:pathLst>
                <a:path w="103105" h="131583">
                  <a:moveTo>
                    <a:pt x="0" y="0"/>
                  </a:moveTo>
                  <a:lnTo>
                    <a:pt x="103105" y="1315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56087" y="4694865"/>
              <a:ext cx="244611" cy="298749"/>
            </a:xfrm>
            <a:custGeom>
              <a:avLst/>
              <a:pathLst>
                <a:path w="244611" h="298749">
                  <a:moveTo>
                    <a:pt x="64042" y="0"/>
                  </a:moveTo>
                  <a:lnTo>
                    <a:pt x="59909" y="3346"/>
                  </a:lnTo>
                  <a:lnTo>
                    <a:pt x="55884" y="6822"/>
                  </a:lnTo>
                  <a:lnTo>
                    <a:pt x="51972" y="10424"/>
                  </a:lnTo>
                  <a:lnTo>
                    <a:pt x="48176" y="14149"/>
                  </a:lnTo>
                  <a:lnTo>
                    <a:pt x="44501" y="17993"/>
                  </a:lnTo>
                  <a:lnTo>
                    <a:pt x="40949" y="21952"/>
                  </a:lnTo>
                  <a:lnTo>
                    <a:pt x="37526" y="26022"/>
                  </a:lnTo>
                  <a:lnTo>
                    <a:pt x="34234" y="30198"/>
                  </a:lnTo>
                  <a:lnTo>
                    <a:pt x="31076" y="34477"/>
                  </a:lnTo>
                  <a:lnTo>
                    <a:pt x="28056" y="38855"/>
                  </a:lnTo>
                  <a:lnTo>
                    <a:pt x="25177" y="43326"/>
                  </a:lnTo>
                  <a:lnTo>
                    <a:pt x="22441" y="47887"/>
                  </a:lnTo>
                  <a:lnTo>
                    <a:pt x="19852" y="52532"/>
                  </a:lnTo>
                  <a:lnTo>
                    <a:pt x="17412" y="57258"/>
                  </a:lnTo>
                  <a:lnTo>
                    <a:pt x="15124" y="62058"/>
                  </a:lnTo>
                  <a:lnTo>
                    <a:pt x="12989" y="66929"/>
                  </a:lnTo>
                  <a:lnTo>
                    <a:pt x="11010" y="71865"/>
                  </a:lnTo>
                  <a:lnTo>
                    <a:pt x="9190" y="76862"/>
                  </a:lnTo>
                  <a:lnTo>
                    <a:pt x="7529" y="81915"/>
                  </a:lnTo>
                  <a:lnTo>
                    <a:pt x="6030" y="87017"/>
                  </a:lnTo>
                  <a:lnTo>
                    <a:pt x="4694" y="92165"/>
                  </a:lnTo>
                  <a:lnTo>
                    <a:pt x="3522" y="97352"/>
                  </a:lnTo>
                  <a:lnTo>
                    <a:pt x="2516" y="102574"/>
                  </a:lnTo>
                  <a:lnTo>
                    <a:pt x="1677" y="107826"/>
                  </a:lnTo>
                  <a:lnTo>
                    <a:pt x="1005" y="113101"/>
                  </a:lnTo>
                  <a:lnTo>
                    <a:pt x="501" y="118395"/>
                  </a:lnTo>
                  <a:lnTo>
                    <a:pt x="166" y="123703"/>
                  </a:lnTo>
                  <a:lnTo>
                    <a:pt x="0" y="129019"/>
                  </a:lnTo>
                  <a:lnTo>
                    <a:pt x="3" y="134337"/>
                  </a:lnTo>
                  <a:lnTo>
                    <a:pt x="175" y="139652"/>
                  </a:lnTo>
                  <a:lnTo>
                    <a:pt x="516" y="144959"/>
                  </a:lnTo>
                  <a:lnTo>
                    <a:pt x="1026" y="150253"/>
                  </a:lnTo>
                  <a:lnTo>
                    <a:pt x="1704" y="155528"/>
                  </a:lnTo>
                  <a:lnTo>
                    <a:pt x="2549" y="160778"/>
                  </a:lnTo>
                  <a:lnTo>
                    <a:pt x="3561" y="165999"/>
                  </a:lnTo>
                  <a:lnTo>
                    <a:pt x="4738" y="171185"/>
                  </a:lnTo>
                  <a:lnTo>
                    <a:pt x="6080" y="176332"/>
                  </a:lnTo>
                  <a:lnTo>
                    <a:pt x="7585" y="181432"/>
                  </a:lnTo>
                  <a:lnTo>
                    <a:pt x="9252" y="186483"/>
                  </a:lnTo>
                  <a:lnTo>
                    <a:pt x="11078" y="191477"/>
                  </a:lnTo>
                  <a:lnTo>
                    <a:pt x="13062" y="196412"/>
                  </a:lnTo>
                  <a:lnTo>
                    <a:pt x="15202" y="201280"/>
                  </a:lnTo>
                  <a:lnTo>
                    <a:pt x="17496" y="206078"/>
                  </a:lnTo>
                  <a:lnTo>
                    <a:pt x="19941" y="210801"/>
                  </a:lnTo>
                  <a:lnTo>
                    <a:pt x="22536" y="215443"/>
                  </a:lnTo>
                  <a:lnTo>
                    <a:pt x="25277" y="220001"/>
                  </a:lnTo>
                  <a:lnTo>
                    <a:pt x="28161" y="224469"/>
                  </a:lnTo>
                  <a:lnTo>
                    <a:pt x="31186" y="228843"/>
                  </a:lnTo>
                  <a:lnTo>
                    <a:pt x="34348" y="233119"/>
                  </a:lnTo>
                  <a:lnTo>
                    <a:pt x="37645" y="237291"/>
                  </a:lnTo>
                  <a:lnTo>
                    <a:pt x="41073" y="241357"/>
                  </a:lnTo>
                  <a:lnTo>
                    <a:pt x="44629" y="245312"/>
                  </a:lnTo>
                  <a:lnTo>
                    <a:pt x="48309" y="249152"/>
                  </a:lnTo>
                  <a:lnTo>
                    <a:pt x="52109" y="252872"/>
                  </a:lnTo>
                  <a:lnTo>
                    <a:pt x="56025" y="256470"/>
                  </a:lnTo>
                  <a:lnTo>
                    <a:pt x="60054" y="259942"/>
                  </a:lnTo>
                  <a:lnTo>
                    <a:pt x="64191" y="263283"/>
                  </a:lnTo>
                  <a:lnTo>
                    <a:pt x="68432" y="266492"/>
                  </a:lnTo>
                  <a:lnTo>
                    <a:pt x="72774" y="269564"/>
                  </a:lnTo>
                  <a:lnTo>
                    <a:pt x="77210" y="272496"/>
                  </a:lnTo>
                  <a:lnTo>
                    <a:pt x="81738" y="275285"/>
                  </a:lnTo>
                  <a:lnTo>
                    <a:pt x="86353" y="277929"/>
                  </a:lnTo>
                  <a:lnTo>
                    <a:pt x="91049" y="280425"/>
                  </a:lnTo>
                  <a:lnTo>
                    <a:pt x="95822" y="282771"/>
                  </a:lnTo>
                  <a:lnTo>
                    <a:pt x="100667" y="284963"/>
                  </a:lnTo>
                  <a:lnTo>
                    <a:pt x="105579" y="287000"/>
                  </a:lnTo>
                  <a:lnTo>
                    <a:pt x="110554" y="288880"/>
                  </a:lnTo>
                  <a:lnTo>
                    <a:pt x="115586" y="290600"/>
                  </a:lnTo>
                  <a:lnTo>
                    <a:pt x="120671" y="292160"/>
                  </a:lnTo>
                  <a:lnTo>
                    <a:pt x="125802" y="293557"/>
                  </a:lnTo>
                  <a:lnTo>
                    <a:pt x="130975" y="294790"/>
                  </a:lnTo>
                  <a:lnTo>
                    <a:pt x="136185" y="295858"/>
                  </a:lnTo>
                  <a:lnTo>
                    <a:pt x="141426" y="296760"/>
                  </a:lnTo>
                  <a:lnTo>
                    <a:pt x="146694" y="297495"/>
                  </a:lnTo>
                  <a:lnTo>
                    <a:pt x="151981" y="298061"/>
                  </a:lnTo>
                  <a:lnTo>
                    <a:pt x="157285" y="298460"/>
                  </a:lnTo>
                  <a:lnTo>
                    <a:pt x="162598" y="298689"/>
                  </a:lnTo>
                  <a:lnTo>
                    <a:pt x="167916" y="298749"/>
                  </a:lnTo>
                  <a:lnTo>
                    <a:pt x="173233" y="298640"/>
                  </a:lnTo>
                  <a:lnTo>
                    <a:pt x="178544" y="298362"/>
                  </a:lnTo>
                  <a:lnTo>
                    <a:pt x="183843" y="297915"/>
                  </a:lnTo>
                  <a:lnTo>
                    <a:pt x="189125" y="297300"/>
                  </a:lnTo>
                  <a:lnTo>
                    <a:pt x="194386" y="296517"/>
                  </a:lnTo>
                  <a:lnTo>
                    <a:pt x="199618" y="295567"/>
                  </a:lnTo>
                  <a:lnTo>
                    <a:pt x="204818" y="294451"/>
                  </a:lnTo>
                  <a:lnTo>
                    <a:pt x="209980" y="293170"/>
                  </a:lnTo>
                  <a:lnTo>
                    <a:pt x="215098" y="291726"/>
                  </a:lnTo>
                  <a:lnTo>
                    <a:pt x="220168" y="290120"/>
                  </a:lnTo>
                  <a:lnTo>
                    <a:pt x="225184" y="288353"/>
                  </a:lnTo>
                  <a:lnTo>
                    <a:pt x="230141" y="286427"/>
                  </a:lnTo>
                  <a:lnTo>
                    <a:pt x="235035" y="284345"/>
                  </a:lnTo>
                  <a:lnTo>
                    <a:pt x="239860" y="282109"/>
                  </a:lnTo>
                  <a:lnTo>
                    <a:pt x="244611" y="279719"/>
                  </a:lnTo>
                  <a:lnTo>
                    <a:pt x="167147" y="1315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167167" cy="315303"/>
            </a:xfrm>
            <a:custGeom>
              <a:avLst/>
              <a:pathLst>
                <a:path w="167167" h="315303">
                  <a:moveTo>
                    <a:pt x="77463" y="315303"/>
                  </a:moveTo>
                  <a:lnTo>
                    <a:pt x="82170" y="312745"/>
                  </a:lnTo>
                  <a:lnTo>
                    <a:pt x="86792" y="310038"/>
                  </a:lnTo>
                  <a:lnTo>
                    <a:pt x="91325" y="307183"/>
                  </a:lnTo>
                  <a:lnTo>
                    <a:pt x="95764" y="304185"/>
                  </a:lnTo>
                  <a:lnTo>
                    <a:pt x="100105" y="301047"/>
                  </a:lnTo>
                  <a:lnTo>
                    <a:pt x="104343" y="297771"/>
                  </a:lnTo>
                  <a:lnTo>
                    <a:pt x="108474" y="294360"/>
                  </a:lnTo>
                  <a:lnTo>
                    <a:pt x="112494" y="290820"/>
                  </a:lnTo>
                  <a:lnTo>
                    <a:pt x="116398" y="287152"/>
                  </a:lnTo>
                  <a:lnTo>
                    <a:pt x="120182" y="283361"/>
                  </a:lnTo>
                  <a:lnTo>
                    <a:pt x="123844" y="279451"/>
                  </a:lnTo>
                  <a:lnTo>
                    <a:pt x="127378" y="275425"/>
                  </a:lnTo>
                  <a:lnTo>
                    <a:pt x="130781" y="271288"/>
                  </a:lnTo>
                  <a:lnTo>
                    <a:pt x="134050" y="267044"/>
                  </a:lnTo>
                  <a:lnTo>
                    <a:pt x="137181" y="262698"/>
                  </a:lnTo>
                  <a:lnTo>
                    <a:pt x="140171" y="258254"/>
                  </a:lnTo>
                  <a:lnTo>
                    <a:pt x="143018" y="253716"/>
                  </a:lnTo>
                  <a:lnTo>
                    <a:pt x="145717" y="249089"/>
                  </a:lnTo>
                  <a:lnTo>
                    <a:pt x="148267" y="244378"/>
                  </a:lnTo>
                  <a:lnTo>
                    <a:pt x="150665" y="239588"/>
                  </a:lnTo>
                  <a:lnTo>
                    <a:pt x="152908" y="234724"/>
                  </a:lnTo>
                  <a:lnTo>
                    <a:pt x="154994" y="229790"/>
                  </a:lnTo>
                  <a:lnTo>
                    <a:pt x="156921" y="224792"/>
                  </a:lnTo>
                  <a:lnTo>
                    <a:pt x="158687" y="219734"/>
                  </a:lnTo>
                  <a:lnTo>
                    <a:pt x="160289" y="214623"/>
                  </a:lnTo>
                  <a:lnTo>
                    <a:pt x="161728" y="209463"/>
                  </a:lnTo>
                  <a:lnTo>
                    <a:pt x="163000" y="204260"/>
                  </a:lnTo>
                  <a:lnTo>
                    <a:pt x="164105" y="199018"/>
                  </a:lnTo>
                  <a:lnTo>
                    <a:pt x="165041" y="193744"/>
                  </a:lnTo>
                  <a:lnTo>
                    <a:pt x="165808" y="188442"/>
                  </a:lnTo>
                  <a:lnTo>
                    <a:pt x="166404" y="183119"/>
                  </a:lnTo>
                  <a:lnTo>
                    <a:pt x="166830" y="177779"/>
                  </a:lnTo>
                  <a:lnTo>
                    <a:pt x="167084" y="172428"/>
                  </a:lnTo>
                  <a:lnTo>
                    <a:pt x="167167" y="167072"/>
                  </a:lnTo>
                  <a:lnTo>
                    <a:pt x="167078" y="161716"/>
                  </a:lnTo>
                  <a:lnTo>
                    <a:pt x="166818" y="156366"/>
                  </a:lnTo>
                  <a:lnTo>
                    <a:pt x="166386" y="151026"/>
                  </a:lnTo>
                  <a:lnTo>
                    <a:pt x="165783" y="145704"/>
                  </a:lnTo>
                  <a:lnTo>
                    <a:pt x="165011" y="140403"/>
                  </a:lnTo>
                  <a:lnTo>
                    <a:pt x="164068" y="135130"/>
                  </a:lnTo>
                  <a:lnTo>
                    <a:pt x="162958" y="129889"/>
                  </a:lnTo>
                  <a:lnTo>
                    <a:pt x="161680" y="124687"/>
                  </a:lnTo>
                  <a:lnTo>
                    <a:pt x="160236" y="119529"/>
                  </a:lnTo>
                  <a:lnTo>
                    <a:pt x="158627" y="114419"/>
                  </a:lnTo>
                  <a:lnTo>
                    <a:pt x="156855" y="109364"/>
                  </a:lnTo>
                  <a:lnTo>
                    <a:pt x="154923" y="104368"/>
                  </a:lnTo>
                  <a:lnTo>
                    <a:pt x="152831" y="99437"/>
                  </a:lnTo>
                  <a:lnTo>
                    <a:pt x="150583" y="94575"/>
                  </a:lnTo>
                  <a:lnTo>
                    <a:pt x="148180" y="89787"/>
                  </a:lnTo>
                  <a:lnTo>
                    <a:pt x="145624" y="85079"/>
                  </a:lnTo>
                  <a:lnTo>
                    <a:pt x="142919" y="80456"/>
                  </a:lnTo>
                  <a:lnTo>
                    <a:pt x="140068" y="75921"/>
                  </a:lnTo>
                  <a:lnTo>
                    <a:pt x="137072" y="71480"/>
                  </a:lnTo>
                  <a:lnTo>
                    <a:pt x="133936" y="67137"/>
                  </a:lnTo>
                  <a:lnTo>
                    <a:pt x="130662" y="62897"/>
                  </a:lnTo>
                  <a:lnTo>
                    <a:pt x="127255" y="58764"/>
                  </a:lnTo>
                  <a:lnTo>
                    <a:pt x="123716" y="54743"/>
                  </a:lnTo>
                  <a:lnTo>
                    <a:pt x="120050" y="50837"/>
                  </a:lnTo>
                  <a:lnTo>
                    <a:pt x="116262" y="47050"/>
                  </a:lnTo>
                  <a:lnTo>
                    <a:pt x="112353" y="43387"/>
                  </a:lnTo>
                  <a:lnTo>
                    <a:pt x="108330" y="39850"/>
                  </a:lnTo>
                  <a:lnTo>
                    <a:pt x="104195" y="36445"/>
                  </a:lnTo>
                  <a:lnTo>
                    <a:pt x="99953" y="33174"/>
                  </a:lnTo>
                  <a:lnTo>
                    <a:pt x="95609" y="30040"/>
                  </a:lnTo>
                  <a:lnTo>
                    <a:pt x="91166" y="27047"/>
                  </a:lnTo>
                  <a:lnTo>
                    <a:pt x="86630" y="24198"/>
                  </a:lnTo>
                  <a:lnTo>
                    <a:pt x="82005" y="21496"/>
                  </a:lnTo>
                  <a:lnTo>
                    <a:pt x="77295" y="18943"/>
                  </a:lnTo>
                  <a:lnTo>
                    <a:pt x="72506" y="16543"/>
                  </a:lnTo>
                  <a:lnTo>
                    <a:pt x="67643" y="14297"/>
                  </a:lnTo>
                  <a:lnTo>
                    <a:pt x="62710" y="12208"/>
                  </a:lnTo>
                  <a:lnTo>
                    <a:pt x="57713" y="10278"/>
                  </a:lnTo>
                  <a:lnTo>
                    <a:pt x="52657" y="8510"/>
                  </a:lnTo>
                  <a:lnTo>
                    <a:pt x="47547" y="6904"/>
                  </a:lnTo>
                  <a:lnTo>
                    <a:pt x="42387" y="5463"/>
                  </a:lnTo>
                  <a:lnTo>
                    <a:pt x="37185" y="4188"/>
                  </a:lnTo>
                  <a:lnTo>
                    <a:pt x="31944" y="3080"/>
                  </a:lnTo>
                  <a:lnTo>
                    <a:pt x="26670" y="2141"/>
                  </a:lnTo>
                  <a:lnTo>
                    <a:pt x="21369" y="1371"/>
                  </a:lnTo>
                  <a:lnTo>
                    <a:pt x="16046" y="771"/>
                  </a:lnTo>
                  <a:lnTo>
                    <a:pt x="10706" y="343"/>
                  </a:lnTo>
                  <a:lnTo>
                    <a:pt x="535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601730" y="4213821"/>
              <a:ext cx="126742" cy="167167"/>
            </a:xfrm>
            <a:custGeom>
              <a:avLst/>
              <a:pathLst>
                <a:path w="126742" h="167167">
                  <a:moveTo>
                    <a:pt x="126742" y="0"/>
                  </a:moveTo>
                  <a:lnTo>
                    <a:pt x="121210" y="91"/>
                  </a:lnTo>
                  <a:lnTo>
                    <a:pt x="115684" y="366"/>
                  </a:lnTo>
                  <a:lnTo>
                    <a:pt x="110171" y="823"/>
                  </a:lnTo>
                  <a:lnTo>
                    <a:pt x="104676" y="1462"/>
                  </a:lnTo>
                  <a:lnTo>
                    <a:pt x="99204" y="2283"/>
                  </a:lnTo>
                  <a:lnTo>
                    <a:pt x="93763" y="3285"/>
                  </a:lnTo>
                  <a:lnTo>
                    <a:pt x="88358" y="4466"/>
                  </a:lnTo>
                  <a:lnTo>
                    <a:pt x="82996" y="5825"/>
                  </a:lnTo>
                  <a:lnTo>
                    <a:pt x="77681" y="7361"/>
                  </a:lnTo>
                  <a:lnTo>
                    <a:pt x="72420" y="9072"/>
                  </a:lnTo>
                  <a:lnTo>
                    <a:pt x="67218" y="10956"/>
                  </a:lnTo>
                  <a:lnTo>
                    <a:pt x="62081" y="13011"/>
                  </a:lnTo>
                  <a:lnTo>
                    <a:pt x="57016" y="15235"/>
                  </a:lnTo>
                  <a:lnTo>
                    <a:pt x="52026" y="17626"/>
                  </a:lnTo>
                  <a:lnTo>
                    <a:pt x="47119" y="20180"/>
                  </a:lnTo>
                  <a:lnTo>
                    <a:pt x="42299" y="22895"/>
                  </a:lnTo>
                  <a:lnTo>
                    <a:pt x="37571" y="25768"/>
                  </a:lnTo>
                  <a:lnTo>
                    <a:pt x="32941" y="28797"/>
                  </a:lnTo>
                  <a:lnTo>
                    <a:pt x="28413" y="31976"/>
                  </a:lnTo>
                  <a:lnTo>
                    <a:pt x="23994" y="35304"/>
                  </a:lnTo>
                  <a:lnTo>
                    <a:pt x="19687" y="38776"/>
                  </a:lnTo>
                  <a:lnTo>
                    <a:pt x="15497" y="42389"/>
                  </a:lnTo>
                  <a:lnTo>
                    <a:pt x="11429" y="46138"/>
                  </a:lnTo>
                  <a:lnTo>
                    <a:pt x="7487" y="50020"/>
                  </a:lnTo>
                  <a:lnTo>
                    <a:pt x="3676" y="54031"/>
                  </a:lnTo>
                  <a:lnTo>
                    <a:pt x="0" y="58165"/>
                  </a:lnTo>
                  <a:lnTo>
                    <a:pt x="12674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601730" y="4271987"/>
              <a:ext cx="126742" cy="109001"/>
            </a:xfrm>
            <a:custGeom>
              <a:avLst/>
              <a:pathLst>
                <a:path w="126742" h="109001">
                  <a:moveTo>
                    <a:pt x="0" y="0"/>
                  </a:moveTo>
                  <a:lnTo>
                    <a:pt x="126742" y="109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61315" y="4271987"/>
              <a:ext cx="333917" cy="276164"/>
            </a:xfrm>
            <a:custGeom>
              <a:avLst/>
              <a:pathLst>
                <a:path w="333917" h="276164">
                  <a:moveTo>
                    <a:pt x="40415" y="0"/>
                  </a:moveTo>
                  <a:lnTo>
                    <a:pt x="37015" y="4082"/>
                  </a:lnTo>
                  <a:lnTo>
                    <a:pt x="33747" y="8270"/>
                  </a:lnTo>
                  <a:lnTo>
                    <a:pt x="30613" y="12561"/>
                  </a:lnTo>
                  <a:lnTo>
                    <a:pt x="27617" y="16948"/>
                  </a:lnTo>
                  <a:lnTo>
                    <a:pt x="24763" y="21429"/>
                  </a:lnTo>
                  <a:lnTo>
                    <a:pt x="22052" y="25998"/>
                  </a:lnTo>
                  <a:lnTo>
                    <a:pt x="19488" y="30651"/>
                  </a:lnTo>
                  <a:lnTo>
                    <a:pt x="17072" y="35383"/>
                  </a:lnTo>
                  <a:lnTo>
                    <a:pt x="14809" y="40189"/>
                  </a:lnTo>
                  <a:lnTo>
                    <a:pt x="12699" y="45065"/>
                  </a:lnTo>
                  <a:lnTo>
                    <a:pt x="10745" y="50006"/>
                  </a:lnTo>
                  <a:lnTo>
                    <a:pt x="8950" y="55006"/>
                  </a:lnTo>
                  <a:lnTo>
                    <a:pt x="7314" y="60060"/>
                  </a:lnTo>
                  <a:lnTo>
                    <a:pt x="5839" y="65164"/>
                  </a:lnTo>
                  <a:lnTo>
                    <a:pt x="4528" y="70313"/>
                  </a:lnTo>
                  <a:lnTo>
                    <a:pt x="3381" y="75500"/>
                  </a:lnTo>
                  <a:lnTo>
                    <a:pt x="2399" y="80721"/>
                  </a:lnTo>
                  <a:lnTo>
                    <a:pt x="1583" y="85971"/>
                  </a:lnTo>
                  <a:lnTo>
                    <a:pt x="935" y="91244"/>
                  </a:lnTo>
                  <a:lnTo>
                    <a:pt x="455" y="96535"/>
                  </a:lnTo>
                  <a:lnTo>
                    <a:pt x="143" y="101839"/>
                  </a:lnTo>
                  <a:lnTo>
                    <a:pt x="0" y="107149"/>
                  </a:lnTo>
                  <a:lnTo>
                    <a:pt x="25" y="112462"/>
                  </a:lnTo>
                  <a:lnTo>
                    <a:pt x="219" y="117771"/>
                  </a:lnTo>
                  <a:lnTo>
                    <a:pt x="582" y="123071"/>
                  </a:lnTo>
                  <a:lnTo>
                    <a:pt x="1114" y="128358"/>
                  </a:lnTo>
                  <a:lnTo>
                    <a:pt x="1813" y="133624"/>
                  </a:lnTo>
                  <a:lnTo>
                    <a:pt x="2679" y="138866"/>
                  </a:lnTo>
                  <a:lnTo>
                    <a:pt x="3711" y="144077"/>
                  </a:lnTo>
                  <a:lnTo>
                    <a:pt x="4908" y="149253"/>
                  </a:lnTo>
                  <a:lnTo>
                    <a:pt x="6269" y="154389"/>
                  </a:lnTo>
                  <a:lnTo>
                    <a:pt x="7792" y="159478"/>
                  </a:lnTo>
                  <a:lnTo>
                    <a:pt x="9477" y="164517"/>
                  </a:lnTo>
                  <a:lnTo>
                    <a:pt x="11320" y="169500"/>
                  </a:lnTo>
                  <a:lnTo>
                    <a:pt x="13322" y="174421"/>
                  </a:lnTo>
                  <a:lnTo>
                    <a:pt x="15478" y="179276"/>
                  </a:lnTo>
                  <a:lnTo>
                    <a:pt x="17788" y="184061"/>
                  </a:lnTo>
                  <a:lnTo>
                    <a:pt x="20248" y="188769"/>
                  </a:lnTo>
                  <a:lnTo>
                    <a:pt x="22857" y="193397"/>
                  </a:lnTo>
                  <a:lnTo>
                    <a:pt x="25612" y="197940"/>
                  </a:lnTo>
                  <a:lnTo>
                    <a:pt x="28510" y="202393"/>
                  </a:lnTo>
                  <a:lnTo>
                    <a:pt x="31548" y="206752"/>
                  </a:lnTo>
                  <a:lnTo>
                    <a:pt x="34722" y="211011"/>
                  </a:lnTo>
                  <a:lnTo>
                    <a:pt x="38031" y="215168"/>
                  </a:lnTo>
                  <a:lnTo>
                    <a:pt x="41470" y="219218"/>
                  </a:lnTo>
                  <a:lnTo>
                    <a:pt x="45035" y="223156"/>
                  </a:lnTo>
                  <a:lnTo>
                    <a:pt x="48724" y="226979"/>
                  </a:lnTo>
                  <a:lnTo>
                    <a:pt x="52533" y="230683"/>
                  </a:lnTo>
                  <a:lnTo>
                    <a:pt x="56458" y="234264"/>
                  </a:lnTo>
                  <a:lnTo>
                    <a:pt x="60494" y="237718"/>
                  </a:lnTo>
                  <a:lnTo>
                    <a:pt x="64638" y="241043"/>
                  </a:lnTo>
                  <a:lnTo>
                    <a:pt x="68886" y="244234"/>
                  </a:lnTo>
                  <a:lnTo>
                    <a:pt x="73233" y="247288"/>
                  </a:lnTo>
                  <a:lnTo>
                    <a:pt x="77675" y="250203"/>
                  </a:lnTo>
                  <a:lnTo>
                    <a:pt x="82207" y="252975"/>
                  </a:lnTo>
                  <a:lnTo>
                    <a:pt x="86825" y="255602"/>
                  </a:lnTo>
                  <a:lnTo>
                    <a:pt x="91524" y="258081"/>
                  </a:lnTo>
                  <a:lnTo>
                    <a:pt x="96299" y="260409"/>
                  </a:lnTo>
                  <a:lnTo>
                    <a:pt x="101146" y="262584"/>
                  </a:lnTo>
                  <a:lnTo>
                    <a:pt x="106060" y="264604"/>
                  </a:lnTo>
                  <a:lnTo>
                    <a:pt x="111035" y="266467"/>
                  </a:lnTo>
                  <a:lnTo>
                    <a:pt x="116067" y="268171"/>
                  </a:lnTo>
                  <a:lnTo>
                    <a:pt x="121151" y="269714"/>
                  </a:lnTo>
                  <a:lnTo>
                    <a:pt x="126281" y="271094"/>
                  </a:lnTo>
                  <a:lnTo>
                    <a:pt x="131453" y="272311"/>
                  </a:lnTo>
                  <a:lnTo>
                    <a:pt x="136660" y="273364"/>
                  </a:lnTo>
                  <a:lnTo>
                    <a:pt x="141899" y="274250"/>
                  </a:lnTo>
                  <a:lnTo>
                    <a:pt x="147162" y="274969"/>
                  </a:lnTo>
                  <a:lnTo>
                    <a:pt x="152446" y="275520"/>
                  </a:lnTo>
                  <a:lnTo>
                    <a:pt x="157745" y="275904"/>
                  </a:lnTo>
                  <a:lnTo>
                    <a:pt x="163054" y="276118"/>
                  </a:lnTo>
                  <a:lnTo>
                    <a:pt x="168366" y="276164"/>
                  </a:lnTo>
                  <a:lnTo>
                    <a:pt x="173677" y="276042"/>
                  </a:lnTo>
                  <a:lnTo>
                    <a:pt x="178982" y="275750"/>
                  </a:lnTo>
                  <a:lnTo>
                    <a:pt x="184275" y="275290"/>
                  </a:lnTo>
                  <a:lnTo>
                    <a:pt x="189550" y="274662"/>
                  </a:lnTo>
                  <a:lnTo>
                    <a:pt x="194803" y="273867"/>
                  </a:lnTo>
                  <a:lnTo>
                    <a:pt x="200028" y="272905"/>
                  </a:lnTo>
                  <a:lnTo>
                    <a:pt x="205220" y="271778"/>
                  </a:lnTo>
                  <a:lnTo>
                    <a:pt x="210373" y="270486"/>
                  </a:lnTo>
                  <a:lnTo>
                    <a:pt x="215483" y="269031"/>
                  </a:lnTo>
                  <a:lnTo>
                    <a:pt x="220544" y="267415"/>
                  </a:lnTo>
                  <a:lnTo>
                    <a:pt x="225551" y="265638"/>
                  </a:lnTo>
                  <a:lnTo>
                    <a:pt x="230499" y="263703"/>
                  </a:lnTo>
                  <a:lnTo>
                    <a:pt x="235383" y="261613"/>
                  </a:lnTo>
                  <a:lnTo>
                    <a:pt x="240198" y="259367"/>
                  </a:lnTo>
                  <a:lnTo>
                    <a:pt x="244939" y="256971"/>
                  </a:lnTo>
                  <a:lnTo>
                    <a:pt x="249602" y="254424"/>
                  </a:lnTo>
                  <a:lnTo>
                    <a:pt x="254181" y="251731"/>
                  </a:lnTo>
                  <a:lnTo>
                    <a:pt x="258673" y="248893"/>
                  </a:lnTo>
                  <a:lnTo>
                    <a:pt x="263072" y="245915"/>
                  </a:lnTo>
                  <a:lnTo>
                    <a:pt x="267374" y="242798"/>
                  </a:lnTo>
                  <a:lnTo>
                    <a:pt x="271575" y="239545"/>
                  </a:lnTo>
                  <a:lnTo>
                    <a:pt x="275671" y="236161"/>
                  </a:lnTo>
                  <a:lnTo>
                    <a:pt x="279657" y="232649"/>
                  </a:lnTo>
                  <a:lnTo>
                    <a:pt x="283529" y="229012"/>
                  </a:lnTo>
                  <a:lnTo>
                    <a:pt x="287284" y="225253"/>
                  </a:lnTo>
                  <a:lnTo>
                    <a:pt x="290917" y="221377"/>
                  </a:lnTo>
                  <a:lnTo>
                    <a:pt x="294426" y="217388"/>
                  </a:lnTo>
                  <a:lnTo>
                    <a:pt x="297805" y="213289"/>
                  </a:lnTo>
                  <a:lnTo>
                    <a:pt x="301053" y="209084"/>
                  </a:lnTo>
                  <a:lnTo>
                    <a:pt x="304166" y="204779"/>
                  </a:lnTo>
                  <a:lnTo>
                    <a:pt x="307140" y="200377"/>
                  </a:lnTo>
                  <a:lnTo>
                    <a:pt x="309973" y="195883"/>
                  </a:lnTo>
                  <a:lnTo>
                    <a:pt x="312662" y="191301"/>
                  </a:lnTo>
                  <a:lnTo>
                    <a:pt x="315204" y="186635"/>
                  </a:lnTo>
                  <a:lnTo>
                    <a:pt x="317596" y="181892"/>
                  </a:lnTo>
                  <a:lnTo>
                    <a:pt x="319836" y="177074"/>
                  </a:lnTo>
                  <a:lnTo>
                    <a:pt x="321922" y="172188"/>
                  </a:lnTo>
                  <a:lnTo>
                    <a:pt x="323852" y="167238"/>
                  </a:lnTo>
                  <a:lnTo>
                    <a:pt x="325623" y="162230"/>
                  </a:lnTo>
                  <a:lnTo>
                    <a:pt x="327235" y="157167"/>
                  </a:lnTo>
                  <a:lnTo>
                    <a:pt x="328685" y="152056"/>
                  </a:lnTo>
                  <a:lnTo>
                    <a:pt x="329971" y="146901"/>
                  </a:lnTo>
                  <a:lnTo>
                    <a:pt x="331093" y="141709"/>
                  </a:lnTo>
                  <a:lnTo>
                    <a:pt x="332050" y="136483"/>
                  </a:lnTo>
                  <a:lnTo>
                    <a:pt x="332840" y="131229"/>
                  </a:lnTo>
                  <a:lnTo>
                    <a:pt x="333462" y="125953"/>
                  </a:lnTo>
                  <a:lnTo>
                    <a:pt x="333917" y="120660"/>
                  </a:lnTo>
                  <a:lnTo>
                    <a:pt x="167157" y="109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167164" cy="178825"/>
            </a:xfrm>
            <a:custGeom>
              <a:avLst/>
              <a:pathLst>
                <a:path w="167164" h="178825">
                  <a:moveTo>
                    <a:pt x="166760" y="178825"/>
                  </a:moveTo>
                  <a:lnTo>
                    <a:pt x="167049" y="173456"/>
                  </a:lnTo>
                  <a:lnTo>
                    <a:pt x="167164" y="168080"/>
                  </a:lnTo>
                  <a:lnTo>
                    <a:pt x="167107" y="162703"/>
                  </a:lnTo>
                  <a:lnTo>
                    <a:pt x="166877" y="157330"/>
                  </a:lnTo>
                  <a:lnTo>
                    <a:pt x="166475" y="151968"/>
                  </a:lnTo>
                  <a:lnTo>
                    <a:pt x="165900" y="146622"/>
                  </a:lnTo>
                  <a:lnTo>
                    <a:pt x="165153" y="141296"/>
                  </a:lnTo>
                  <a:lnTo>
                    <a:pt x="164235" y="135998"/>
                  </a:lnTo>
                  <a:lnTo>
                    <a:pt x="163148" y="130732"/>
                  </a:lnTo>
                  <a:lnTo>
                    <a:pt x="161892" y="125503"/>
                  </a:lnTo>
                  <a:lnTo>
                    <a:pt x="160468" y="120318"/>
                  </a:lnTo>
                  <a:lnTo>
                    <a:pt x="158878" y="115181"/>
                  </a:lnTo>
                  <a:lnTo>
                    <a:pt x="157124" y="110098"/>
                  </a:lnTo>
                  <a:lnTo>
                    <a:pt x="155207" y="105074"/>
                  </a:lnTo>
                  <a:lnTo>
                    <a:pt x="153130" y="100114"/>
                  </a:lnTo>
                  <a:lnTo>
                    <a:pt x="150894" y="95224"/>
                  </a:lnTo>
                  <a:lnTo>
                    <a:pt x="148502" y="90408"/>
                  </a:lnTo>
                  <a:lnTo>
                    <a:pt x="145956" y="85671"/>
                  </a:lnTo>
                  <a:lnTo>
                    <a:pt x="143260" y="81019"/>
                  </a:lnTo>
                  <a:lnTo>
                    <a:pt x="140415" y="76456"/>
                  </a:lnTo>
                  <a:lnTo>
                    <a:pt x="137425" y="71987"/>
                  </a:lnTo>
                  <a:lnTo>
                    <a:pt x="134292" y="67616"/>
                  </a:lnTo>
                  <a:lnTo>
                    <a:pt x="131021" y="63348"/>
                  </a:lnTo>
                  <a:lnTo>
                    <a:pt x="127614" y="59188"/>
                  </a:lnTo>
                  <a:lnTo>
                    <a:pt x="124075" y="55139"/>
                  </a:lnTo>
                  <a:lnTo>
                    <a:pt x="120408" y="51206"/>
                  </a:lnTo>
                  <a:lnTo>
                    <a:pt x="116616" y="47394"/>
                  </a:lnTo>
                  <a:lnTo>
                    <a:pt x="112703" y="43705"/>
                  </a:lnTo>
                  <a:lnTo>
                    <a:pt x="108674" y="40144"/>
                  </a:lnTo>
                  <a:lnTo>
                    <a:pt x="104532" y="36714"/>
                  </a:lnTo>
                  <a:lnTo>
                    <a:pt x="100282" y="33420"/>
                  </a:lnTo>
                  <a:lnTo>
                    <a:pt x="95929" y="30264"/>
                  </a:lnTo>
                  <a:lnTo>
                    <a:pt x="91476" y="27249"/>
                  </a:lnTo>
                  <a:lnTo>
                    <a:pt x="86928" y="24379"/>
                  </a:lnTo>
                  <a:lnTo>
                    <a:pt x="82291" y="21657"/>
                  </a:lnTo>
                  <a:lnTo>
                    <a:pt x="77568" y="19086"/>
                  </a:lnTo>
                  <a:lnTo>
                    <a:pt x="72766" y="16668"/>
                  </a:lnTo>
                  <a:lnTo>
                    <a:pt x="67887" y="14405"/>
                  </a:lnTo>
                  <a:lnTo>
                    <a:pt x="62939" y="12301"/>
                  </a:lnTo>
                  <a:lnTo>
                    <a:pt x="57926" y="10356"/>
                  </a:lnTo>
                  <a:lnTo>
                    <a:pt x="52852" y="8575"/>
                  </a:lnTo>
                  <a:lnTo>
                    <a:pt x="47724" y="6957"/>
                  </a:lnTo>
                  <a:lnTo>
                    <a:pt x="42546" y="5505"/>
                  </a:lnTo>
                  <a:lnTo>
                    <a:pt x="37325" y="4220"/>
                  </a:lnTo>
                  <a:lnTo>
                    <a:pt x="32065" y="3104"/>
                  </a:lnTo>
                  <a:lnTo>
                    <a:pt x="26771" y="2157"/>
                  </a:lnTo>
                  <a:lnTo>
                    <a:pt x="21450" y="1381"/>
                  </a:lnTo>
                  <a:lnTo>
                    <a:pt x="16107" y="777"/>
                  </a:lnTo>
                  <a:lnTo>
                    <a:pt x="10747" y="345"/>
                  </a:lnTo>
                  <a:lnTo>
                    <a:pt x="537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51861" y="3707720"/>
              <a:ext cx="167149" cy="167167"/>
            </a:xfrm>
            <a:custGeom>
              <a:avLst/>
              <a:pathLst>
                <a:path w="167149" h="167167">
                  <a:moveTo>
                    <a:pt x="167149" y="0"/>
                  </a:moveTo>
                  <a:lnTo>
                    <a:pt x="161730" y="87"/>
                  </a:lnTo>
                  <a:lnTo>
                    <a:pt x="156317" y="351"/>
                  </a:lnTo>
                  <a:lnTo>
                    <a:pt x="150915" y="790"/>
                  </a:lnTo>
                  <a:lnTo>
                    <a:pt x="145530" y="1403"/>
                  </a:lnTo>
                  <a:lnTo>
                    <a:pt x="140168" y="2191"/>
                  </a:lnTo>
                  <a:lnTo>
                    <a:pt x="134834" y="3153"/>
                  </a:lnTo>
                  <a:lnTo>
                    <a:pt x="129534" y="4287"/>
                  </a:lnTo>
                  <a:lnTo>
                    <a:pt x="124273" y="5592"/>
                  </a:lnTo>
                  <a:lnTo>
                    <a:pt x="119058" y="7066"/>
                  </a:lnTo>
                  <a:lnTo>
                    <a:pt x="113893" y="8710"/>
                  </a:lnTo>
                  <a:lnTo>
                    <a:pt x="108785" y="10519"/>
                  </a:lnTo>
                  <a:lnTo>
                    <a:pt x="103737" y="12494"/>
                  </a:lnTo>
                  <a:lnTo>
                    <a:pt x="98756" y="14631"/>
                  </a:lnTo>
                  <a:lnTo>
                    <a:pt x="93847" y="16928"/>
                  </a:lnTo>
                  <a:lnTo>
                    <a:pt x="89016" y="19383"/>
                  </a:lnTo>
                  <a:lnTo>
                    <a:pt x="84266" y="21994"/>
                  </a:lnTo>
                  <a:lnTo>
                    <a:pt x="79603" y="24757"/>
                  </a:lnTo>
                  <a:lnTo>
                    <a:pt x="75033" y="27670"/>
                  </a:lnTo>
                  <a:lnTo>
                    <a:pt x="70559" y="30729"/>
                  </a:lnTo>
                  <a:lnTo>
                    <a:pt x="66187" y="33932"/>
                  </a:lnTo>
                  <a:lnTo>
                    <a:pt x="61921" y="37275"/>
                  </a:lnTo>
                  <a:lnTo>
                    <a:pt x="57765" y="40755"/>
                  </a:lnTo>
                  <a:lnTo>
                    <a:pt x="53725" y="44367"/>
                  </a:lnTo>
                  <a:lnTo>
                    <a:pt x="49804" y="48108"/>
                  </a:lnTo>
                  <a:lnTo>
                    <a:pt x="46006" y="51975"/>
                  </a:lnTo>
                  <a:lnTo>
                    <a:pt x="42335" y="55963"/>
                  </a:lnTo>
                  <a:lnTo>
                    <a:pt x="38796" y="60067"/>
                  </a:lnTo>
                  <a:lnTo>
                    <a:pt x="35391" y="64284"/>
                  </a:lnTo>
                  <a:lnTo>
                    <a:pt x="32126" y="68610"/>
                  </a:lnTo>
                  <a:lnTo>
                    <a:pt x="29002" y="73039"/>
                  </a:lnTo>
                  <a:lnTo>
                    <a:pt x="26023" y="77567"/>
                  </a:lnTo>
                  <a:lnTo>
                    <a:pt x="23192" y="82189"/>
                  </a:lnTo>
                  <a:lnTo>
                    <a:pt x="20513" y="86900"/>
                  </a:lnTo>
                  <a:lnTo>
                    <a:pt x="17988" y="91696"/>
                  </a:lnTo>
                  <a:lnTo>
                    <a:pt x="15620" y="96571"/>
                  </a:lnTo>
                  <a:lnTo>
                    <a:pt x="13411" y="101520"/>
                  </a:lnTo>
                  <a:lnTo>
                    <a:pt x="11364" y="106538"/>
                  </a:lnTo>
                  <a:lnTo>
                    <a:pt x="9480" y="111620"/>
                  </a:lnTo>
                  <a:lnTo>
                    <a:pt x="7763" y="116761"/>
                  </a:lnTo>
                  <a:lnTo>
                    <a:pt x="6212" y="121954"/>
                  </a:lnTo>
                  <a:lnTo>
                    <a:pt x="4831" y="127195"/>
                  </a:lnTo>
                  <a:lnTo>
                    <a:pt x="3621" y="132478"/>
                  </a:lnTo>
                  <a:lnTo>
                    <a:pt x="2582" y="137797"/>
                  </a:lnTo>
                  <a:lnTo>
                    <a:pt x="1717" y="143148"/>
                  </a:lnTo>
                  <a:lnTo>
                    <a:pt x="1025" y="148523"/>
                  </a:lnTo>
                  <a:lnTo>
                    <a:pt x="508" y="153918"/>
                  </a:lnTo>
                  <a:lnTo>
                    <a:pt x="166" y="159327"/>
                  </a:lnTo>
                  <a:lnTo>
                    <a:pt x="0" y="16474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861" y="3707740"/>
              <a:ext cx="334315" cy="334312"/>
            </a:xfrm>
            <a:custGeom>
              <a:avLst/>
              <a:pathLst>
                <a:path w="334315" h="334312">
                  <a:moveTo>
                    <a:pt x="0" y="164725"/>
                  </a:moveTo>
                  <a:lnTo>
                    <a:pt x="7" y="170047"/>
                  </a:lnTo>
                  <a:lnTo>
                    <a:pt x="184" y="175366"/>
                  </a:lnTo>
                  <a:lnTo>
                    <a:pt x="530" y="180676"/>
                  </a:lnTo>
                  <a:lnTo>
                    <a:pt x="1045" y="185973"/>
                  </a:lnTo>
                  <a:lnTo>
                    <a:pt x="1729" y="191250"/>
                  </a:lnTo>
                  <a:lnTo>
                    <a:pt x="2580" y="196503"/>
                  </a:lnTo>
                  <a:lnTo>
                    <a:pt x="3597" y="201727"/>
                  </a:lnTo>
                  <a:lnTo>
                    <a:pt x="4781" y="206915"/>
                  </a:lnTo>
                  <a:lnTo>
                    <a:pt x="6129" y="212063"/>
                  </a:lnTo>
                  <a:lnTo>
                    <a:pt x="7640" y="217166"/>
                  </a:lnTo>
                  <a:lnTo>
                    <a:pt x="9313" y="222218"/>
                  </a:lnTo>
                  <a:lnTo>
                    <a:pt x="11146" y="227214"/>
                  </a:lnTo>
                  <a:lnTo>
                    <a:pt x="13137" y="232149"/>
                  </a:lnTo>
                  <a:lnTo>
                    <a:pt x="15284" y="237018"/>
                  </a:lnTo>
                  <a:lnTo>
                    <a:pt x="17585" y="241817"/>
                  </a:lnTo>
                  <a:lnTo>
                    <a:pt x="20038" y="246540"/>
                  </a:lnTo>
                  <a:lnTo>
                    <a:pt x="22639" y="251182"/>
                  </a:lnTo>
                  <a:lnTo>
                    <a:pt x="25387" y="255739"/>
                  </a:lnTo>
                  <a:lnTo>
                    <a:pt x="28279" y="260207"/>
                  </a:lnTo>
                  <a:lnTo>
                    <a:pt x="31311" y="264580"/>
                  </a:lnTo>
                  <a:lnTo>
                    <a:pt x="34482" y="268854"/>
                  </a:lnTo>
                  <a:lnTo>
                    <a:pt x="37786" y="273025"/>
                  </a:lnTo>
                  <a:lnTo>
                    <a:pt x="41222" y="277089"/>
                  </a:lnTo>
                  <a:lnTo>
                    <a:pt x="44785" y="281042"/>
                  </a:lnTo>
                  <a:lnTo>
                    <a:pt x="48472" y="284879"/>
                  </a:lnTo>
                  <a:lnTo>
                    <a:pt x="52280" y="288597"/>
                  </a:lnTo>
                  <a:lnTo>
                    <a:pt x="56204" y="292192"/>
                  </a:lnTo>
                  <a:lnTo>
                    <a:pt x="60240" y="295660"/>
                  </a:lnTo>
                  <a:lnTo>
                    <a:pt x="64385" y="298998"/>
                  </a:lnTo>
                  <a:lnTo>
                    <a:pt x="68634" y="302202"/>
                  </a:lnTo>
                  <a:lnTo>
                    <a:pt x="72983" y="305269"/>
                  </a:lnTo>
                  <a:lnTo>
                    <a:pt x="77427" y="308197"/>
                  </a:lnTo>
                  <a:lnTo>
                    <a:pt x="81962" y="310981"/>
                  </a:lnTo>
                  <a:lnTo>
                    <a:pt x="86583" y="313620"/>
                  </a:lnTo>
                  <a:lnTo>
                    <a:pt x="91286" y="316110"/>
                  </a:lnTo>
                  <a:lnTo>
                    <a:pt x="96066" y="318449"/>
                  </a:lnTo>
                  <a:lnTo>
                    <a:pt x="100918" y="320635"/>
                  </a:lnTo>
                  <a:lnTo>
                    <a:pt x="105837" y="322665"/>
                  </a:lnTo>
                  <a:lnTo>
                    <a:pt x="110819" y="324538"/>
                  </a:lnTo>
                  <a:lnTo>
                    <a:pt x="115857" y="326251"/>
                  </a:lnTo>
                  <a:lnTo>
                    <a:pt x="120947" y="327803"/>
                  </a:lnTo>
                  <a:lnTo>
                    <a:pt x="126084" y="329193"/>
                  </a:lnTo>
                  <a:lnTo>
                    <a:pt x="131263" y="330418"/>
                  </a:lnTo>
                  <a:lnTo>
                    <a:pt x="136478" y="331477"/>
                  </a:lnTo>
                  <a:lnTo>
                    <a:pt x="141724" y="332370"/>
                  </a:lnTo>
                  <a:lnTo>
                    <a:pt x="146996" y="333096"/>
                  </a:lnTo>
                  <a:lnTo>
                    <a:pt x="152289" y="333653"/>
                  </a:lnTo>
                  <a:lnTo>
                    <a:pt x="157596" y="334042"/>
                  </a:lnTo>
                  <a:lnTo>
                    <a:pt x="162913" y="334261"/>
                  </a:lnTo>
                  <a:lnTo>
                    <a:pt x="168235" y="334312"/>
                  </a:lnTo>
                  <a:lnTo>
                    <a:pt x="173555" y="334192"/>
                  </a:lnTo>
                  <a:lnTo>
                    <a:pt x="178869" y="333904"/>
                  </a:lnTo>
                  <a:lnTo>
                    <a:pt x="184171" y="333446"/>
                  </a:lnTo>
                  <a:lnTo>
                    <a:pt x="189455" y="332820"/>
                  </a:lnTo>
                  <a:lnTo>
                    <a:pt x="194717" y="332026"/>
                  </a:lnTo>
                  <a:lnTo>
                    <a:pt x="199952" y="331065"/>
                  </a:lnTo>
                  <a:lnTo>
                    <a:pt x="205152" y="329938"/>
                  </a:lnTo>
                  <a:lnTo>
                    <a:pt x="210315" y="328646"/>
                  </a:lnTo>
                  <a:lnTo>
                    <a:pt x="215433" y="327190"/>
                  </a:lnTo>
                  <a:lnTo>
                    <a:pt x="220503" y="325572"/>
                  </a:lnTo>
                  <a:lnTo>
                    <a:pt x="225519" y="323794"/>
                  </a:lnTo>
                  <a:lnTo>
                    <a:pt x="230475" y="321856"/>
                  </a:lnTo>
                  <a:lnTo>
                    <a:pt x="235368" y="319762"/>
                  </a:lnTo>
                  <a:lnTo>
                    <a:pt x="240191" y="317513"/>
                  </a:lnTo>
                  <a:lnTo>
                    <a:pt x="244940" y="315112"/>
                  </a:lnTo>
                  <a:lnTo>
                    <a:pt x="249610" y="312561"/>
                  </a:lnTo>
                  <a:lnTo>
                    <a:pt x="254197" y="309863"/>
                  </a:lnTo>
                  <a:lnTo>
                    <a:pt x="258696" y="307020"/>
                  </a:lnTo>
                  <a:lnTo>
                    <a:pt x="263101" y="304035"/>
                  </a:lnTo>
                  <a:lnTo>
                    <a:pt x="267410" y="300911"/>
                  </a:lnTo>
                  <a:lnTo>
                    <a:pt x="271617" y="297652"/>
                  </a:lnTo>
                  <a:lnTo>
                    <a:pt x="275718" y="294261"/>
                  </a:lnTo>
                  <a:lnTo>
                    <a:pt x="279709" y="290741"/>
                  </a:lnTo>
                  <a:lnTo>
                    <a:pt x="283586" y="287095"/>
                  </a:lnTo>
                  <a:lnTo>
                    <a:pt x="287345" y="283328"/>
                  </a:lnTo>
                  <a:lnTo>
                    <a:pt x="290982" y="279444"/>
                  </a:lnTo>
                  <a:lnTo>
                    <a:pt x="294494" y="275445"/>
                  </a:lnTo>
                  <a:lnTo>
                    <a:pt x="297876" y="271337"/>
                  </a:lnTo>
                  <a:lnTo>
                    <a:pt x="301126" y="267123"/>
                  </a:lnTo>
                  <a:lnTo>
                    <a:pt x="304241" y="262808"/>
                  </a:lnTo>
                  <a:lnTo>
                    <a:pt x="307216" y="258396"/>
                  </a:lnTo>
                  <a:lnTo>
                    <a:pt x="310050" y="253891"/>
                  </a:lnTo>
                  <a:lnTo>
                    <a:pt x="312738" y="249299"/>
                  </a:lnTo>
                  <a:lnTo>
                    <a:pt x="315279" y="244623"/>
                  </a:lnTo>
                  <a:lnTo>
                    <a:pt x="317670" y="239869"/>
                  </a:lnTo>
                  <a:lnTo>
                    <a:pt x="319909" y="235041"/>
                  </a:lnTo>
                  <a:lnTo>
                    <a:pt x="321993" y="230144"/>
                  </a:lnTo>
                  <a:lnTo>
                    <a:pt x="323919" y="225183"/>
                  </a:lnTo>
                  <a:lnTo>
                    <a:pt x="325687" y="220164"/>
                  </a:lnTo>
                  <a:lnTo>
                    <a:pt x="327294" y="215091"/>
                  </a:lnTo>
                  <a:lnTo>
                    <a:pt x="328739" y="209969"/>
                  </a:lnTo>
                  <a:lnTo>
                    <a:pt x="330020" y="204804"/>
                  </a:lnTo>
                  <a:lnTo>
                    <a:pt x="331136" y="199601"/>
                  </a:lnTo>
                  <a:lnTo>
                    <a:pt x="332086" y="194364"/>
                  </a:lnTo>
                  <a:lnTo>
                    <a:pt x="332869" y="189101"/>
                  </a:lnTo>
                  <a:lnTo>
                    <a:pt x="333484" y="183815"/>
                  </a:lnTo>
                  <a:lnTo>
                    <a:pt x="333930" y="178512"/>
                  </a:lnTo>
                  <a:lnTo>
                    <a:pt x="334207" y="173197"/>
                  </a:lnTo>
                  <a:lnTo>
                    <a:pt x="334315" y="167877"/>
                  </a:lnTo>
                  <a:lnTo>
                    <a:pt x="334254" y="162555"/>
                  </a:lnTo>
                  <a:lnTo>
                    <a:pt x="334023" y="157239"/>
                  </a:lnTo>
                  <a:lnTo>
                    <a:pt x="333623" y="151932"/>
                  </a:lnTo>
                  <a:lnTo>
                    <a:pt x="333054" y="146641"/>
                  </a:lnTo>
                  <a:lnTo>
                    <a:pt x="332317" y="141371"/>
                  </a:lnTo>
                  <a:lnTo>
                    <a:pt x="331413" y="136126"/>
                  </a:lnTo>
                  <a:lnTo>
                    <a:pt x="330343" y="130914"/>
                  </a:lnTo>
                  <a:lnTo>
                    <a:pt x="329107" y="125737"/>
                  </a:lnTo>
                  <a:lnTo>
                    <a:pt x="327706" y="120603"/>
                  </a:lnTo>
                  <a:lnTo>
                    <a:pt x="326144" y="115516"/>
                  </a:lnTo>
                  <a:lnTo>
                    <a:pt x="324420" y="110482"/>
                  </a:lnTo>
                  <a:lnTo>
                    <a:pt x="322536" y="105504"/>
                  </a:lnTo>
                  <a:lnTo>
                    <a:pt x="320495" y="100590"/>
                  </a:lnTo>
                  <a:lnTo>
                    <a:pt x="318299" y="95742"/>
                  </a:lnTo>
                  <a:lnTo>
                    <a:pt x="315950" y="90967"/>
                  </a:lnTo>
                  <a:lnTo>
                    <a:pt x="313449" y="86270"/>
                  </a:lnTo>
                  <a:lnTo>
                    <a:pt x="310801" y="81654"/>
                  </a:lnTo>
                  <a:lnTo>
                    <a:pt x="308007" y="77125"/>
                  </a:lnTo>
                  <a:lnTo>
                    <a:pt x="305070" y="72687"/>
                  </a:lnTo>
                  <a:lnTo>
                    <a:pt x="301994" y="68345"/>
                  </a:lnTo>
                  <a:lnTo>
                    <a:pt x="298780" y="64103"/>
                  </a:lnTo>
                  <a:lnTo>
                    <a:pt x="295434" y="59965"/>
                  </a:lnTo>
                  <a:lnTo>
                    <a:pt x="291957" y="55936"/>
                  </a:lnTo>
                  <a:lnTo>
                    <a:pt x="288354" y="52020"/>
                  </a:lnTo>
                  <a:lnTo>
                    <a:pt x="284628" y="48220"/>
                  </a:lnTo>
                  <a:lnTo>
                    <a:pt x="280783" y="44541"/>
                  </a:lnTo>
                  <a:lnTo>
                    <a:pt x="276823" y="40986"/>
                  </a:lnTo>
                  <a:lnTo>
                    <a:pt x="272751" y="37559"/>
                  </a:lnTo>
                  <a:lnTo>
                    <a:pt x="268573" y="34263"/>
                  </a:lnTo>
                  <a:lnTo>
                    <a:pt x="264292" y="31102"/>
                  </a:lnTo>
                  <a:lnTo>
                    <a:pt x="259912" y="28079"/>
                  </a:lnTo>
                  <a:lnTo>
                    <a:pt x="255439" y="25197"/>
                  </a:lnTo>
                  <a:lnTo>
                    <a:pt x="250876" y="22459"/>
                  </a:lnTo>
                  <a:lnTo>
                    <a:pt x="246228" y="19867"/>
                  </a:lnTo>
                  <a:lnTo>
                    <a:pt x="241500" y="17425"/>
                  </a:lnTo>
                  <a:lnTo>
                    <a:pt x="236696" y="15134"/>
                  </a:lnTo>
                  <a:lnTo>
                    <a:pt x="231823" y="12997"/>
                  </a:lnTo>
                  <a:lnTo>
                    <a:pt x="226883" y="11017"/>
                  </a:lnTo>
                  <a:lnTo>
                    <a:pt x="221883" y="9195"/>
                  </a:lnTo>
                  <a:lnTo>
                    <a:pt x="216828" y="7532"/>
                  </a:lnTo>
                  <a:lnTo>
                    <a:pt x="211722" y="6032"/>
                  </a:lnTo>
                  <a:lnTo>
                    <a:pt x="206571" y="4695"/>
                  </a:lnTo>
                  <a:lnTo>
                    <a:pt x="201380" y="3522"/>
                  </a:lnTo>
                  <a:lnTo>
                    <a:pt x="196155" y="2516"/>
                  </a:lnTo>
                  <a:lnTo>
                    <a:pt x="190900" y="1676"/>
                  </a:lnTo>
                  <a:lnTo>
                    <a:pt x="185621" y="1004"/>
                  </a:lnTo>
                  <a:lnTo>
                    <a:pt x="180323" y="500"/>
                  </a:lnTo>
                  <a:lnTo>
                    <a:pt x="175012" y="165"/>
                  </a:lnTo>
                  <a:lnTo>
                    <a:pt x="169693" y="0"/>
                  </a:lnTo>
                  <a:lnTo>
                    <a:pt x="167149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2543" cy="167167"/>
            </a:xfrm>
            <a:custGeom>
              <a:avLst/>
              <a:pathLst>
                <a:path w="2543" h="167167">
                  <a:moveTo>
                    <a:pt x="2543" y="1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tx76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2025-06-05T11:53:08Z</dcterms:modified>
  <cp:category/>
</cp:coreProperties>
</file>