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56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9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03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9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32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8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1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0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6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7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52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2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8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6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2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3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5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3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4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6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33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21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228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4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1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5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2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7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8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066" y="3170392"/>
              <a:ext cx="3712" cy="167167"/>
            </a:xfrm>
            <a:custGeom>
              <a:avLst/>
              <a:pathLst>
                <a:path w="3712" h="167167">
                  <a:moveTo>
                    <a:pt x="3712" y="0"/>
                  </a:moveTo>
                  <a:lnTo>
                    <a:pt x="0" y="41"/>
                  </a:lnTo>
                  <a:lnTo>
                    <a:pt x="371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066" y="3170433"/>
              <a:ext cx="3712" cy="167126"/>
            </a:xfrm>
            <a:custGeom>
              <a:avLst/>
              <a:pathLst>
                <a:path w="3712" h="167126">
                  <a:moveTo>
                    <a:pt x="0" y="0"/>
                  </a:moveTo>
                  <a:lnTo>
                    <a:pt x="3712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3" y="3170419"/>
              <a:ext cx="334333" cy="334291"/>
            </a:xfrm>
            <a:custGeom>
              <a:avLst/>
              <a:pathLst>
                <a:path w="334333" h="334291">
                  <a:moveTo>
                    <a:pt x="163453" y="13"/>
                  </a:moveTo>
                  <a:lnTo>
                    <a:pt x="158160" y="215"/>
                  </a:lnTo>
                  <a:lnTo>
                    <a:pt x="152875" y="584"/>
                  </a:lnTo>
                  <a:lnTo>
                    <a:pt x="147605" y="1120"/>
                  </a:lnTo>
                  <a:lnTo>
                    <a:pt x="142355" y="1824"/>
                  </a:lnTo>
                  <a:lnTo>
                    <a:pt x="137129" y="2693"/>
                  </a:lnTo>
                  <a:lnTo>
                    <a:pt x="131934" y="3727"/>
                  </a:lnTo>
                  <a:lnTo>
                    <a:pt x="126774" y="4925"/>
                  </a:lnTo>
                  <a:lnTo>
                    <a:pt x="121655" y="6287"/>
                  </a:lnTo>
                  <a:lnTo>
                    <a:pt x="116581" y="7809"/>
                  </a:lnTo>
                  <a:lnTo>
                    <a:pt x="111558" y="9492"/>
                  </a:lnTo>
                  <a:lnTo>
                    <a:pt x="106591" y="11333"/>
                  </a:lnTo>
                  <a:lnTo>
                    <a:pt x="101685" y="13331"/>
                  </a:lnTo>
                  <a:lnTo>
                    <a:pt x="96844" y="15483"/>
                  </a:lnTo>
                  <a:lnTo>
                    <a:pt x="92074" y="17787"/>
                  </a:lnTo>
                  <a:lnTo>
                    <a:pt x="87380" y="20241"/>
                  </a:lnTo>
                  <a:lnTo>
                    <a:pt x="82765" y="22843"/>
                  </a:lnTo>
                  <a:lnTo>
                    <a:pt x="78236" y="25589"/>
                  </a:lnTo>
                  <a:lnTo>
                    <a:pt x="73796" y="28478"/>
                  </a:lnTo>
                  <a:lnTo>
                    <a:pt x="69449" y="31506"/>
                  </a:lnTo>
                  <a:lnTo>
                    <a:pt x="65201" y="34670"/>
                  </a:lnTo>
                  <a:lnTo>
                    <a:pt x="61055" y="37967"/>
                  </a:lnTo>
                  <a:lnTo>
                    <a:pt x="57015" y="41394"/>
                  </a:lnTo>
                  <a:lnTo>
                    <a:pt x="53086" y="44948"/>
                  </a:lnTo>
                  <a:lnTo>
                    <a:pt x="49272" y="48624"/>
                  </a:lnTo>
                  <a:lnTo>
                    <a:pt x="45576" y="52418"/>
                  </a:lnTo>
                  <a:lnTo>
                    <a:pt x="42002" y="56329"/>
                  </a:lnTo>
                  <a:lnTo>
                    <a:pt x="38554" y="60350"/>
                  </a:lnTo>
                  <a:lnTo>
                    <a:pt x="35235" y="64478"/>
                  </a:lnTo>
                  <a:lnTo>
                    <a:pt x="32048" y="68710"/>
                  </a:lnTo>
                  <a:lnTo>
                    <a:pt x="28998" y="73041"/>
                  </a:lnTo>
                  <a:lnTo>
                    <a:pt x="26086" y="77466"/>
                  </a:lnTo>
                  <a:lnTo>
                    <a:pt x="23315" y="81981"/>
                  </a:lnTo>
                  <a:lnTo>
                    <a:pt x="20689" y="86581"/>
                  </a:lnTo>
                  <a:lnTo>
                    <a:pt x="18210" y="91263"/>
                  </a:lnTo>
                  <a:lnTo>
                    <a:pt x="15881" y="96021"/>
                  </a:lnTo>
                  <a:lnTo>
                    <a:pt x="13703" y="100850"/>
                  </a:lnTo>
                  <a:lnTo>
                    <a:pt x="11680" y="105745"/>
                  </a:lnTo>
                  <a:lnTo>
                    <a:pt x="9813" y="110703"/>
                  </a:lnTo>
                  <a:lnTo>
                    <a:pt x="8104" y="115717"/>
                  </a:lnTo>
                  <a:lnTo>
                    <a:pt x="6554" y="120782"/>
                  </a:lnTo>
                  <a:lnTo>
                    <a:pt x="5166" y="125894"/>
                  </a:lnTo>
                  <a:lnTo>
                    <a:pt x="3941" y="131048"/>
                  </a:lnTo>
                  <a:lnTo>
                    <a:pt x="2879" y="136238"/>
                  </a:lnTo>
                  <a:lnTo>
                    <a:pt x="1982" y="141459"/>
                  </a:lnTo>
                  <a:lnTo>
                    <a:pt x="1252" y="146705"/>
                  </a:lnTo>
                  <a:lnTo>
                    <a:pt x="688" y="151972"/>
                  </a:lnTo>
                  <a:lnTo>
                    <a:pt x="291" y="157255"/>
                  </a:lnTo>
                  <a:lnTo>
                    <a:pt x="61" y="162547"/>
                  </a:lnTo>
                  <a:lnTo>
                    <a:pt x="0" y="167844"/>
                  </a:lnTo>
                  <a:lnTo>
                    <a:pt x="106" y="173140"/>
                  </a:lnTo>
                  <a:lnTo>
                    <a:pt x="380" y="178430"/>
                  </a:lnTo>
                  <a:lnTo>
                    <a:pt x="821" y="183709"/>
                  </a:lnTo>
                  <a:lnTo>
                    <a:pt x="1430" y="188972"/>
                  </a:lnTo>
                  <a:lnTo>
                    <a:pt x="2205" y="194212"/>
                  </a:lnTo>
                  <a:lnTo>
                    <a:pt x="3145" y="199425"/>
                  </a:lnTo>
                  <a:lnTo>
                    <a:pt x="4251" y="204606"/>
                  </a:lnTo>
                  <a:lnTo>
                    <a:pt x="5519" y="209749"/>
                  </a:lnTo>
                  <a:lnTo>
                    <a:pt x="6951" y="214849"/>
                  </a:lnTo>
                  <a:lnTo>
                    <a:pt x="8543" y="219901"/>
                  </a:lnTo>
                  <a:lnTo>
                    <a:pt x="10294" y="224901"/>
                  </a:lnTo>
                  <a:lnTo>
                    <a:pt x="12203" y="229842"/>
                  </a:lnTo>
                  <a:lnTo>
                    <a:pt x="14268" y="234721"/>
                  </a:lnTo>
                  <a:lnTo>
                    <a:pt x="16486" y="239531"/>
                  </a:lnTo>
                  <a:lnTo>
                    <a:pt x="18855" y="244269"/>
                  </a:lnTo>
                  <a:lnTo>
                    <a:pt x="21373" y="248929"/>
                  </a:lnTo>
                  <a:lnTo>
                    <a:pt x="24038" y="253508"/>
                  </a:lnTo>
                  <a:lnTo>
                    <a:pt x="26846" y="257999"/>
                  </a:lnTo>
                  <a:lnTo>
                    <a:pt x="29796" y="262400"/>
                  </a:lnTo>
                  <a:lnTo>
                    <a:pt x="32883" y="266704"/>
                  </a:lnTo>
                  <a:lnTo>
                    <a:pt x="36105" y="270909"/>
                  </a:lnTo>
                  <a:lnTo>
                    <a:pt x="39459" y="275009"/>
                  </a:lnTo>
                  <a:lnTo>
                    <a:pt x="42940" y="279002"/>
                  </a:lnTo>
                  <a:lnTo>
                    <a:pt x="46547" y="282881"/>
                  </a:lnTo>
                  <a:lnTo>
                    <a:pt x="50275" y="286645"/>
                  </a:lnTo>
                  <a:lnTo>
                    <a:pt x="54120" y="290289"/>
                  </a:lnTo>
                  <a:lnTo>
                    <a:pt x="58079" y="293809"/>
                  </a:lnTo>
                  <a:lnTo>
                    <a:pt x="62147" y="297201"/>
                  </a:lnTo>
                  <a:lnTo>
                    <a:pt x="66321" y="300464"/>
                  </a:lnTo>
                  <a:lnTo>
                    <a:pt x="70596" y="303592"/>
                  </a:lnTo>
                  <a:lnTo>
                    <a:pt x="74968" y="306583"/>
                  </a:lnTo>
                  <a:lnTo>
                    <a:pt x="79432" y="309434"/>
                  </a:lnTo>
                  <a:lnTo>
                    <a:pt x="83985" y="312143"/>
                  </a:lnTo>
                  <a:lnTo>
                    <a:pt x="88621" y="314705"/>
                  </a:lnTo>
                  <a:lnTo>
                    <a:pt x="93336" y="317120"/>
                  </a:lnTo>
                  <a:lnTo>
                    <a:pt x="98125" y="319384"/>
                  </a:lnTo>
                  <a:lnTo>
                    <a:pt x="102983" y="321495"/>
                  </a:lnTo>
                  <a:lnTo>
                    <a:pt x="107906" y="323451"/>
                  </a:lnTo>
                  <a:lnTo>
                    <a:pt x="112889" y="325250"/>
                  </a:lnTo>
                  <a:lnTo>
                    <a:pt x="117925" y="326891"/>
                  </a:lnTo>
                  <a:lnTo>
                    <a:pt x="123012" y="328371"/>
                  </a:lnTo>
                  <a:lnTo>
                    <a:pt x="128143" y="329689"/>
                  </a:lnTo>
                  <a:lnTo>
                    <a:pt x="133312" y="330843"/>
                  </a:lnTo>
                  <a:lnTo>
                    <a:pt x="138516" y="331834"/>
                  </a:lnTo>
                  <a:lnTo>
                    <a:pt x="143749" y="332659"/>
                  </a:lnTo>
                  <a:lnTo>
                    <a:pt x="149005" y="333318"/>
                  </a:lnTo>
                  <a:lnTo>
                    <a:pt x="154279" y="333810"/>
                  </a:lnTo>
                  <a:lnTo>
                    <a:pt x="159567" y="334134"/>
                  </a:lnTo>
                  <a:lnTo>
                    <a:pt x="164862" y="334291"/>
                  </a:lnTo>
                  <a:lnTo>
                    <a:pt x="170159" y="334280"/>
                  </a:lnTo>
                  <a:lnTo>
                    <a:pt x="175453" y="334101"/>
                  </a:lnTo>
                  <a:lnTo>
                    <a:pt x="180739" y="333755"/>
                  </a:lnTo>
                  <a:lnTo>
                    <a:pt x="186012" y="333241"/>
                  </a:lnTo>
                  <a:lnTo>
                    <a:pt x="191265" y="332561"/>
                  </a:lnTo>
                  <a:lnTo>
                    <a:pt x="196494" y="331714"/>
                  </a:lnTo>
                  <a:lnTo>
                    <a:pt x="201694" y="330702"/>
                  </a:lnTo>
                  <a:lnTo>
                    <a:pt x="206859" y="329526"/>
                  </a:lnTo>
                  <a:lnTo>
                    <a:pt x="211984" y="328187"/>
                  </a:lnTo>
                  <a:lnTo>
                    <a:pt x="217064" y="326686"/>
                  </a:lnTo>
                  <a:lnTo>
                    <a:pt x="222094" y="325025"/>
                  </a:lnTo>
                  <a:lnTo>
                    <a:pt x="227069" y="323205"/>
                  </a:lnTo>
                  <a:lnTo>
                    <a:pt x="231984" y="321229"/>
                  </a:lnTo>
                  <a:lnTo>
                    <a:pt x="236834" y="319098"/>
                  </a:lnTo>
                  <a:lnTo>
                    <a:pt x="241614" y="316814"/>
                  </a:lnTo>
                  <a:lnTo>
                    <a:pt x="246319" y="314380"/>
                  </a:lnTo>
                  <a:lnTo>
                    <a:pt x="250944" y="311798"/>
                  </a:lnTo>
                  <a:lnTo>
                    <a:pt x="255485" y="309071"/>
                  </a:lnTo>
                  <a:lnTo>
                    <a:pt x="259938" y="306201"/>
                  </a:lnTo>
                  <a:lnTo>
                    <a:pt x="264298" y="303192"/>
                  </a:lnTo>
                  <a:lnTo>
                    <a:pt x="268560" y="300046"/>
                  </a:lnTo>
                  <a:lnTo>
                    <a:pt x="272720" y="296767"/>
                  </a:lnTo>
                  <a:lnTo>
                    <a:pt x="276774" y="293357"/>
                  </a:lnTo>
                  <a:lnTo>
                    <a:pt x="280718" y="289821"/>
                  </a:lnTo>
                  <a:lnTo>
                    <a:pt x="284548" y="286162"/>
                  </a:lnTo>
                  <a:lnTo>
                    <a:pt x="288260" y="282383"/>
                  </a:lnTo>
                  <a:lnTo>
                    <a:pt x="291851" y="278488"/>
                  </a:lnTo>
                  <a:lnTo>
                    <a:pt x="295316" y="274481"/>
                  </a:lnTo>
                  <a:lnTo>
                    <a:pt x="298653" y="270367"/>
                  </a:lnTo>
                  <a:lnTo>
                    <a:pt x="301858" y="266149"/>
                  </a:lnTo>
                  <a:lnTo>
                    <a:pt x="304927" y="261832"/>
                  </a:lnTo>
                  <a:lnTo>
                    <a:pt x="307858" y="257419"/>
                  </a:lnTo>
                  <a:lnTo>
                    <a:pt x="310648" y="252916"/>
                  </a:lnTo>
                  <a:lnTo>
                    <a:pt x="313294" y="248327"/>
                  </a:lnTo>
                  <a:lnTo>
                    <a:pt x="315793" y="243656"/>
                  </a:lnTo>
                  <a:lnTo>
                    <a:pt x="318143" y="238909"/>
                  </a:lnTo>
                  <a:lnTo>
                    <a:pt x="320341" y="234089"/>
                  </a:lnTo>
                  <a:lnTo>
                    <a:pt x="322385" y="229202"/>
                  </a:lnTo>
                  <a:lnTo>
                    <a:pt x="324274" y="224253"/>
                  </a:lnTo>
                  <a:lnTo>
                    <a:pt x="326005" y="219246"/>
                  </a:lnTo>
                  <a:lnTo>
                    <a:pt x="327576" y="214187"/>
                  </a:lnTo>
                  <a:lnTo>
                    <a:pt x="328986" y="209081"/>
                  </a:lnTo>
                  <a:lnTo>
                    <a:pt x="330234" y="203933"/>
                  </a:lnTo>
                  <a:lnTo>
                    <a:pt x="331317" y="198748"/>
                  </a:lnTo>
                  <a:lnTo>
                    <a:pt x="332237" y="193531"/>
                  </a:lnTo>
                  <a:lnTo>
                    <a:pt x="332990" y="188287"/>
                  </a:lnTo>
                  <a:lnTo>
                    <a:pt x="333577" y="183023"/>
                  </a:lnTo>
                  <a:lnTo>
                    <a:pt x="333996" y="177742"/>
                  </a:lnTo>
                  <a:lnTo>
                    <a:pt x="334249" y="172451"/>
                  </a:lnTo>
                  <a:lnTo>
                    <a:pt x="334333" y="167154"/>
                  </a:lnTo>
                  <a:lnTo>
                    <a:pt x="334249" y="161857"/>
                  </a:lnTo>
                  <a:lnTo>
                    <a:pt x="333998" y="156566"/>
                  </a:lnTo>
                  <a:lnTo>
                    <a:pt x="333579" y="151285"/>
                  </a:lnTo>
                  <a:lnTo>
                    <a:pt x="332994" y="146021"/>
                  </a:lnTo>
                  <a:lnTo>
                    <a:pt x="332241" y="140777"/>
                  </a:lnTo>
                  <a:lnTo>
                    <a:pt x="331323" y="135560"/>
                  </a:lnTo>
                  <a:lnTo>
                    <a:pt x="330240" y="130375"/>
                  </a:lnTo>
                  <a:lnTo>
                    <a:pt x="328993" y="125226"/>
                  </a:lnTo>
                  <a:lnTo>
                    <a:pt x="327584" y="120120"/>
                  </a:lnTo>
                  <a:lnTo>
                    <a:pt x="326014" y="115061"/>
                  </a:lnTo>
                  <a:lnTo>
                    <a:pt x="324284" y="110054"/>
                  </a:lnTo>
                  <a:lnTo>
                    <a:pt x="322396" y="105104"/>
                  </a:lnTo>
                  <a:lnTo>
                    <a:pt x="320353" y="100217"/>
                  </a:lnTo>
                  <a:lnTo>
                    <a:pt x="318155" y="95397"/>
                  </a:lnTo>
                  <a:lnTo>
                    <a:pt x="315806" y="90649"/>
                  </a:lnTo>
                  <a:lnTo>
                    <a:pt x="313308" y="85978"/>
                  </a:lnTo>
                  <a:lnTo>
                    <a:pt x="310663" y="81388"/>
                  </a:lnTo>
                  <a:lnTo>
                    <a:pt x="307874" y="76884"/>
                  </a:lnTo>
                  <a:lnTo>
                    <a:pt x="304944" y="72471"/>
                  </a:lnTo>
                  <a:lnTo>
                    <a:pt x="301875" y="68153"/>
                  </a:lnTo>
                  <a:lnTo>
                    <a:pt x="298671" y="63935"/>
                  </a:lnTo>
                  <a:lnTo>
                    <a:pt x="295335" y="59820"/>
                  </a:lnTo>
                  <a:lnTo>
                    <a:pt x="291870" y="55813"/>
                  </a:lnTo>
                  <a:lnTo>
                    <a:pt x="288280" y="51918"/>
                  </a:lnTo>
                  <a:lnTo>
                    <a:pt x="284569" y="48138"/>
                  </a:lnTo>
                  <a:lnTo>
                    <a:pt x="280739" y="44478"/>
                  </a:lnTo>
                  <a:lnTo>
                    <a:pt x="276796" y="40941"/>
                  </a:lnTo>
                  <a:lnTo>
                    <a:pt x="272742" y="37531"/>
                  </a:lnTo>
                  <a:lnTo>
                    <a:pt x="268583" y="34251"/>
                  </a:lnTo>
                  <a:lnTo>
                    <a:pt x="264321" y="31104"/>
                  </a:lnTo>
                  <a:lnTo>
                    <a:pt x="259962" y="28094"/>
                  </a:lnTo>
                  <a:lnTo>
                    <a:pt x="255510" y="25223"/>
                  </a:lnTo>
                  <a:lnTo>
                    <a:pt x="250969" y="22496"/>
                  </a:lnTo>
                  <a:lnTo>
                    <a:pt x="246344" y="19913"/>
                  </a:lnTo>
                  <a:lnTo>
                    <a:pt x="241640" y="17478"/>
                  </a:lnTo>
                  <a:lnTo>
                    <a:pt x="236860" y="15194"/>
                  </a:lnTo>
                  <a:lnTo>
                    <a:pt x="232011" y="13062"/>
                  </a:lnTo>
                  <a:lnTo>
                    <a:pt x="227096" y="11084"/>
                  </a:lnTo>
                  <a:lnTo>
                    <a:pt x="222122" y="9264"/>
                  </a:lnTo>
                  <a:lnTo>
                    <a:pt x="217092" y="7602"/>
                  </a:lnTo>
                  <a:lnTo>
                    <a:pt x="212012" y="6100"/>
                  </a:lnTo>
                  <a:lnTo>
                    <a:pt x="206887" y="4760"/>
                  </a:lnTo>
                  <a:lnTo>
                    <a:pt x="201722" y="3583"/>
                  </a:lnTo>
                  <a:lnTo>
                    <a:pt x="196523" y="2570"/>
                  </a:lnTo>
                  <a:lnTo>
                    <a:pt x="191294" y="1723"/>
                  </a:lnTo>
                  <a:lnTo>
                    <a:pt x="186040" y="1041"/>
                  </a:lnTo>
                  <a:lnTo>
                    <a:pt x="180768" y="527"/>
                  </a:lnTo>
                  <a:lnTo>
                    <a:pt x="175482" y="179"/>
                  </a:lnTo>
                  <a:lnTo>
                    <a:pt x="170188" y="0"/>
                  </a:lnTo>
                  <a:lnTo>
                    <a:pt x="167165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3022" cy="167167"/>
            </a:xfrm>
            <a:custGeom>
              <a:avLst/>
              <a:pathLst>
                <a:path w="3022" h="167167">
                  <a:moveTo>
                    <a:pt x="3022" y="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2478" y="2633064"/>
              <a:ext cx="36533" cy="167167"/>
            </a:xfrm>
            <a:custGeom>
              <a:avLst/>
              <a:pathLst>
                <a:path w="36533" h="167167">
                  <a:moveTo>
                    <a:pt x="36533" y="0"/>
                  </a:moveTo>
                  <a:lnTo>
                    <a:pt x="30396" y="112"/>
                  </a:lnTo>
                  <a:lnTo>
                    <a:pt x="24267" y="450"/>
                  </a:lnTo>
                  <a:lnTo>
                    <a:pt x="18155" y="1013"/>
                  </a:lnTo>
                  <a:lnTo>
                    <a:pt x="12067" y="1799"/>
                  </a:lnTo>
                  <a:lnTo>
                    <a:pt x="6013" y="2809"/>
                  </a:lnTo>
                  <a:lnTo>
                    <a:pt x="0" y="4040"/>
                  </a:lnTo>
                  <a:lnTo>
                    <a:pt x="365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478" y="2637105"/>
              <a:ext cx="36533" cy="163126"/>
            </a:xfrm>
            <a:custGeom>
              <a:avLst/>
              <a:pathLst>
                <a:path w="36533" h="163126">
                  <a:moveTo>
                    <a:pt x="0" y="0"/>
                  </a:moveTo>
                  <a:lnTo>
                    <a:pt x="36533" y="163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4" y="2637105"/>
              <a:ext cx="334323" cy="330288"/>
            </a:xfrm>
            <a:custGeom>
              <a:avLst/>
              <a:pathLst>
                <a:path w="334323" h="330288">
                  <a:moveTo>
                    <a:pt x="130623" y="0"/>
                  </a:moveTo>
                  <a:lnTo>
                    <a:pt x="125477" y="1238"/>
                  </a:lnTo>
                  <a:lnTo>
                    <a:pt x="120373" y="2639"/>
                  </a:lnTo>
                  <a:lnTo>
                    <a:pt x="115316" y="4200"/>
                  </a:lnTo>
                  <a:lnTo>
                    <a:pt x="110310" y="5921"/>
                  </a:lnTo>
                  <a:lnTo>
                    <a:pt x="105362" y="7799"/>
                  </a:lnTo>
                  <a:lnTo>
                    <a:pt x="100475" y="9834"/>
                  </a:lnTo>
                  <a:lnTo>
                    <a:pt x="95656" y="12021"/>
                  </a:lnTo>
                  <a:lnTo>
                    <a:pt x="90908" y="14361"/>
                  </a:lnTo>
                  <a:lnTo>
                    <a:pt x="86236" y="16849"/>
                  </a:lnTo>
                  <a:lnTo>
                    <a:pt x="81646" y="19485"/>
                  </a:lnTo>
                  <a:lnTo>
                    <a:pt x="77141" y="22264"/>
                  </a:lnTo>
                  <a:lnTo>
                    <a:pt x="72727" y="25184"/>
                  </a:lnTo>
                  <a:lnTo>
                    <a:pt x="68407" y="28243"/>
                  </a:lnTo>
                  <a:lnTo>
                    <a:pt x="64187" y="31437"/>
                  </a:lnTo>
                  <a:lnTo>
                    <a:pt x="60069" y="34762"/>
                  </a:lnTo>
                  <a:lnTo>
                    <a:pt x="56059" y="38217"/>
                  </a:lnTo>
                  <a:lnTo>
                    <a:pt x="52160" y="41797"/>
                  </a:lnTo>
                  <a:lnTo>
                    <a:pt x="48377" y="45498"/>
                  </a:lnTo>
                  <a:lnTo>
                    <a:pt x="44712" y="49318"/>
                  </a:lnTo>
                  <a:lnTo>
                    <a:pt x="41171" y="53251"/>
                  </a:lnTo>
                  <a:lnTo>
                    <a:pt x="37755" y="57295"/>
                  </a:lnTo>
                  <a:lnTo>
                    <a:pt x="34470" y="61444"/>
                  </a:lnTo>
                  <a:lnTo>
                    <a:pt x="31317" y="65696"/>
                  </a:lnTo>
                  <a:lnTo>
                    <a:pt x="28301" y="70045"/>
                  </a:lnTo>
                  <a:lnTo>
                    <a:pt x="25424" y="74488"/>
                  </a:lnTo>
                  <a:lnTo>
                    <a:pt x="22689" y="79020"/>
                  </a:lnTo>
                  <a:lnTo>
                    <a:pt x="20098" y="83635"/>
                  </a:lnTo>
                  <a:lnTo>
                    <a:pt x="17655" y="88331"/>
                  </a:lnTo>
                  <a:lnTo>
                    <a:pt x="15362" y="93101"/>
                  </a:lnTo>
                  <a:lnTo>
                    <a:pt x="13222" y="97942"/>
                  </a:lnTo>
                  <a:lnTo>
                    <a:pt x="11235" y="102848"/>
                  </a:lnTo>
                  <a:lnTo>
                    <a:pt x="9405" y="107815"/>
                  </a:lnTo>
                  <a:lnTo>
                    <a:pt x="7733" y="112837"/>
                  </a:lnTo>
                  <a:lnTo>
                    <a:pt x="6221" y="117909"/>
                  </a:lnTo>
                  <a:lnTo>
                    <a:pt x="4870" y="123027"/>
                  </a:lnTo>
                  <a:lnTo>
                    <a:pt x="3682" y="128184"/>
                  </a:lnTo>
                  <a:lnTo>
                    <a:pt x="2658" y="133377"/>
                  </a:lnTo>
                  <a:lnTo>
                    <a:pt x="1798" y="138600"/>
                  </a:lnTo>
                  <a:lnTo>
                    <a:pt x="1105" y="143847"/>
                  </a:lnTo>
                  <a:lnTo>
                    <a:pt x="578" y="149114"/>
                  </a:lnTo>
                  <a:lnTo>
                    <a:pt x="217" y="154395"/>
                  </a:lnTo>
                  <a:lnTo>
                    <a:pt x="25" y="159684"/>
                  </a:lnTo>
                  <a:lnTo>
                    <a:pt x="0" y="164977"/>
                  </a:lnTo>
                  <a:lnTo>
                    <a:pt x="142" y="170268"/>
                  </a:lnTo>
                  <a:lnTo>
                    <a:pt x="452" y="175552"/>
                  </a:lnTo>
                  <a:lnTo>
                    <a:pt x="929" y="180823"/>
                  </a:lnTo>
                  <a:lnTo>
                    <a:pt x="1572" y="186077"/>
                  </a:lnTo>
                  <a:lnTo>
                    <a:pt x="2382" y="191308"/>
                  </a:lnTo>
                  <a:lnTo>
                    <a:pt x="3357" y="196510"/>
                  </a:lnTo>
                  <a:lnTo>
                    <a:pt x="4496" y="201679"/>
                  </a:lnTo>
                  <a:lnTo>
                    <a:pt x="5798" y="206809"/>
                  </a:lnTo>
                  <a:lnTo>
                    <a:pt x="7262" y="211896"/>
                  </a:lnTo>
                  <a:lnTo>
                    <a:pt x="8886" y="216934"/>
                  </a:lnTo>
                  <a:lnTo>
                    <a:pt x="10669" y="221917"/>
                  </a:lnTo>
                  <a:lnTo>
                    <a:pt x="12608" y="226842"/>
                  </a:lnTo>
                  <a:lnTo>
                    <a:pt x="14703" y="231703"/>
                  </a:lnTo>
                  <a:lnTo>
                    <a:pt x="16950" y="236495"/>
                  </a:lnTo>
                  <a:lnTo>
                    <a:pt x="19348" y="241213"/>
                  </a:lnTo>
                  <a:lnTo>
                    <a:pt x="21895" y="245854"/>
                  </a:lnTo>
                  <a:lnTo>
                    <a:pt x="24586" y="250411"/>
                  </a:lnTo>
                  <a:lnTo>
                    <a:pt x="27421" y="254881"/>
                  </a:lnTo>
                  <a:lnTo>
                    <a:pt x="30396" y="259259"/>
                  </a:lnTo>
                  <a:lnTo>
                    <a:pt x="33508" y="263540"/>
                  </a:lnTo>
                  <a:lnTo>
                    <a:pt x="36754" y="267721"/>
                  </a:lnTo>
                  <a:lnTo>
                    <a:pt x="40131" y="271797"/>
                  </a:lnTo>
                  <a:lnTo>
                    <a:pt x="43635" y="275764"/>
                  </a:lnTo>
                  <a:lnTo>
                    <a:pt x="47263" y="279618"/>
                  </a:lnTo>
                  <a:lnTo>
                    <a:pt x="51011" y="283355"/>
                  </a:lnTo>
                  <a:lnTo>
                    <a:pt x="54875" y="286972"/>
                  </a:lnTo>
                  <a:lnTo>
                    <a:pt x="58852" y="290465"/>
                  </a:lnTo>
                  <a:lnTo>
                    <a:pt x="62938" y="293830"/>
                  </a:lnTo>
                  <a:lnTo>
                    <a:pt x="67128" y="297063"/>
                  </a:lnTo>
                  <a:lnTo>
                    <a:pt x="71418" y="300163"/>
                  </a:lnTo>
                  <a:lnTo>
                    <a:pt x="75805" y="303125"/>
                  </a:lnTo>
                  <a:lnTo>
                    <a:pt x="80283" y="305947"/>
                  </a:lnTo>
                  <a:lnTo>
                    <a:pt x="84848" y="308626"/>
                  </a:lnTo>
                  <a:lnTo>
                    <a:pt x="89496" y="311159"/>
                  </a:lnTo>
                  <a:lnTo>
                    <a:pt x="94221" y="313543"/>
                  </a:lnTo>
                  <a:lnTo>
                    <a:pt x="99020" y="315777"/>
                  </a:lnTo>
                  <a:lnTo>
                    <a:pt x="103886" y="317857"/>
                  </a:lnTo>
                  <a:lnTo>
                    <a:pt x="108817" y="319783"/>
                  </a:lnTo>
                  <a:lnTo>
                    <a:pt x="113805" y="321551"/>
                  </a:lnTo>
                  <a:lnTo>
                    <a:pt x="118848" y="323161"/>
                  </a:lnTo>
                  <a:lnTo>
                    <a:pt x="123938" y="324610"/>
                  </a:lnTo>
                  <a:lnTo>
                    <a:pt x="129072" y="325898"/>
                  </a:lnTo>
                  <a:lnTo>
                    <a:pt x="134245" y="327022"/>
                  </a:lnTo>
                  <a:lnTo>
                    <a:pt x="139450" y="327981"/>
                  </a:lnTo>
                  <a:lnTo>
                    <a:pt x="144683" y="328776"/>
                  </a:lnTo>
                  <a:lnTo>
                    <a:pt x="149938" y="329404"/>
                  </a:lnTo>
                  <a:lnTo>
                    <a:pt x="155211" y="329866"/>
                  </a:lnTo>
                  <a:lnTo>
                    <a:pt x="160496" y="330161"/>
                  </a:lnTo>
                  <a:lnTo>
                    <a:pt x="165787" y="330288"/>
                  </a:lnTo>
                  <a:lnTo>
                    <a:pt x="171080" y="330247"/>
                  </a:lnTo>
                  <a:lnTo>
                    <a:pt x="176369" y="330039"/>
                  </a:lnTo>
                  <a:lnTo>
                    <a:pt x="181649" y="329664"/>
                  </a:lnTo>
                  <a:lnTo>
                    <a:pt x="186914" y="329122"/>
                  </a:lnTo>
                  <a:lnTo>
                    <a:pt x="192159" y="328413"/>
                  </a:lnTo>
                  <a:lnTo>
                    <a:pt x="197379" y="327539"/>
                  </a:lnTo>
                  <a:lnTo>
                    <a:pt x="202569" y="326500"/>
                  </a:lnTo>
                  <a:lnTo>
                    <a:pt x="207724" y="325297"/>
                  </a:lnTo>
                  <a:lnTo>
                    <a:pt x="212837" y="323931"/>
                  </a:lnTo>
                  <a:lnTo>
                    <a:pt x="217905" y="322404"/>
                  </a:lnTo>
                  <a:lnTo>
                    <a:pt x="222922" y="320718"/>
                  </a:lnTo>
                  <a:lnTo>
                    <a:pt x="227884" y="318873"/>
                  </a:lnTo>
                  <a:lnTo>
                    <a:pt x="232784" y="316873"/>
                  </a:lnTo>
                  <a:lnTo>
                    <a:pt x="237618" y="314718"/>
                  </a:lnTo>
                  <a:lnTo>
                    <a:pt x="242382" y="312411"/>
                  </a:lnTo>
                  <a:lnTo>
                    <a:pt x="247071" y="309955"/>
                  </a:lnTo>
                  <a:lnTo>
                    <a:pt x="251679" y="307351"/>
                  </a:lnTo>
                  <a:lnTo>
                    <a:pt x="256203" y="304603"/>
                  </a:lnTo>
                  <a:lnTo>
                    <a:pt x="260637" y="301713"/>
                  </a:lnTo>
                  <a:lnTo>
                    <a:pt x="264978" y="298684"/>
                  </a:lnTo>
                  <a:lnTo>
                    <a:pt x="269220" y="295519"/>
                  </a:lnTo>
                  <a:lnTo>
                    <a:pt x="273360" y="292222"/>
                  </a:lnTo>
                  <a:lnTo>
                    <a:pt x="277394" y="288795"/>
                  </a:lnTo>
                  <a:lnTo>
                    <a:pt x="281317" y="285242"/>
                  </a:lnTo>
                  <a:lnTo>
                    <a:pt x="285126" y="281567"/>
                  </a:lnTo>
                  <a:lnTo>
                    <a:pt x="288817" y="277772"/>
                  </a:lnTo>
                  <a:lnTo>
                    <a:pt x="292385" y="273863"/>
                  </a:lnTo>
                  <a:lnTo>
                    <a:pt x="295828" y="269843"/>
                  </a:lnTo>
                  <a:lnTo>
                    <a:pt x="299142" y="265716"/>
                  </a:lnTo>
                  <a:lnTo>
                    <a:pt x="302324" y="261486"/>
                  </a:lnTo>
                  <a:lnTo>
                    <a:pt x="305370" y="257158"/>
                  </a:lnTo>
                  <a:lnTo>
                    <a:pt x="308278" y="252735"/>
                  </a:lnTo>
                  <a:lnTo>
                    <a:pt x="311044" y="248222"/>
                  </a:lnTo>
                  <a:lnTo>
                    <a:pt x="313666" y="243624"/>
                  </a:lnTo>
                  <a:lnTo>
                    <a:pt x="316141" y="238946"/>
                  </a:lnTo>
                  <a:lnTo>
                    <a:pt x="318467" y="234191"/>
                  </a:lnTo>
                  <a:lnTo>
                    <a:pt x="320641" y="229365"/>
                  </a:lnTo>
                  <a:lnTo>
                    <a:pt x="322661" y="224473"/>
                  </a:lnTo>
                  <a:lnTo>
                    <a:pt x="324525" y="219519"/>
                  </a:lnTo>
                  <a:lnTo>
                    <a:pt x="326231" y="214509"/>
                  </a:lnTo>
                  <a:lnTo>
                    <a:pt x="327778" y="209447"/>
                  </a:lnTo>
                  <a:lnTo>
                    <a:pt x="329164" y="204339"/>
                  </a:lnTo>
                  <a:lnTo>
                    <a:pt x="330388" y="199189"/>
                  </a:lnTo>
                  <a:lnTo>
                    <a:pt x="331448" y="194003"/>
                  </a:lnTo>
                  <a:lnTo>
                    <a:pt x="332343" y="188787"/>
                  </a:lnTo>
                  <a:lnTo>
                    <a:pt x="333072" y="183544"/>
                  </a:lnTo>
                  <a:lnTo>
                    <a:pt x="333636" y="178281"/>
                  </a:lnTo>
                  <a:lnTo>
                    <a:pt x="334032" y="173003"/>
                  </a:lnTo>
                  <a:lnTo>
                    <a:pt x="334261" y="167715"/>
                  </a:lnTo>
                  <a:lnTo>
                    <a:pt x="334323" y="162423"/>
                  </a:lnTo>
                  <a:lnTo>
                    <a:pt x="334217" y="157131"/>
                  </a:lnTo>
                  <a:lnTo>
                    <a:pt x="333943" y="151845"/>
                  </a:lnTo>
                  <a:lnTo>
                    <a:pt x="333502" y="146570"/>
                  </a:lnTo>
                  <a:lnTo>
                    <a:pt x="332895" y="141312"/>
                  </a:lnTo>
                  <a:lnTo>
                    <a:pt x="332121" y="136076"/>
                  </a:lnTo>
                  <a:lnTo>
                    <a:pt x="331182" y="130867"/>
                  </a:lnTo>
                  <a:lnTo>
                    <a:pt x="330079" y="125691"/>
                  </a:lnTo>
                  <a:lnTo>
                    <a:pt x="328812" y="120552"/>
                  </a:lnTo>
                  <a:lnTo>
                    <a:pt x="327383" y="115455"/>
                  </a:lnTo>
                  <a:lnTo>
                    <a:pt x="325793" y="110406"/>
                  </a:lnTo>
                  <a:lnTo>
                    <a:pt x="324045" y="105411"/>
                  </a:lnTo>
                  <a:lnTo>
                    <a:pt x="322139" y="100473"/>
                  </a:lnTo>
                  <a:lnTo>
                    <a:pt x="320078" y="95598"/>
                  </a:lnTo>
                  <a:lnTo>
                    <a:pt x="317863" y="90790"/>
                  </a:lnTo>
                  <a:lnTo>
                    <a:pt x="315498" y="86055"/>
                  </a:lnTo>
                  <a:lnTo>
                    <a:pt x="312983" y="81398"/>
                  </a:lnTo>
                  <a:lnTo>
                    <a:pt x="310323" y="76822"/>
                  </a:lnTo>
                  <a:lnTo>
                    <a:pt x="307519" y="72333"/>
                  </a:lnTo>
                  <a:lnTo>
                    <a:pt x="304574" y="67935"/>
                  </a:lnTo>
                  <a:lnTo>
                    <a:pt x="301492" y="63632"/>
                  </a:lnTo>
                  <a:lnTo>
                    <a:pt x="298274" y="59429"/>
                  </a:lnTo>
                  <a:lnTo>
                    <a:pt x="294926" y="55330"/>
                  </a:lnTo>
                  <a:lnTo>
                    <a:pt x="291449" y="51339"/>
                  </a:lnTo>
                  <a:lnTo>
                    <a:pt x="287848" y="47460"/>
                  </a:lnTo>
                  <a:lnTo>
                    <a:pt x="284125" y="43697"/>
                  </a:lnTo>
                  <a:lnTo>
                    <a:pt x="280286" y="40054"/>
                  </a:lnTo>
                  <a:lnTo>
                    <a:pt x="276333" y="36534"/>
                  </a:lnTo>
                  <a:lnTo>
                    <a:pt x="272270" y="33141"/>
                  </a:lnTo>
                  <a:lnTo>
                    <a:pt x="268103" y="29879"/>
                  </a:lnTo>
                  <a:lnTo>
                    <a:pt x="263833" y="26750"/>
                  </a:lnTo>
                  <a:lnTo>
                    <a:pt x="259468" y="23757"/>
                  </a:lnTo>
                  <a:lnTo>
                    <a:pt x="255009" y="20905"/>
                  </a:lnTo>
                  <a:lnTo>
                    <a:pt x="250462" y="18195"/>
                  </a:lnTo>
                  <a:lnTo>
                    <a:pt x="245832" y="15630"/>
                  </a:lnTo>
                  <a:lnTo>
                    <a:pt x="241123" y="13213"/>
                  </a:lnTo>
                  <a:lnTo>
                    <a:pt x="236340" y="10947"/>
                  </a:lnTo>
                  <a:lnTo>
                    <a:pt x="167157" y="163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9183" cy="167167"/>
            </a:xfrm>
            <a:custGeom>
              <a:avLst/>
              <a:pathLst>
                <a:path w="69183" h="167167">
                  <a:moveTo>
                    <a:pt x="69183" y="14988"/>
                  </a:moveTo>
                  <a:lnTo>
                    <a:pt x="63729" y="12624"/>
                  </a:lnTo>
                  <a:lnTo>
                    <a:pt x="58195" y="10456"/>
                  </a:lnTo>
                  <a:lnTo>
                    <a:pt x="52587" y="8487"/>
                  </a:lnTo>
                  <a:lnTo>
                    <a:pt x="46913" y="6717"/>
                  </a:lnTo>
                  <a:lnTo>
                    <a:pt x="41179" y="5151"/>
                  </a:lnTo>
                  <a:lnTo>
                    <a:pt x="35394" y="3789"/>
                  </a:lnTo>
                  <a:lnTo>
                    <a:pt x="29563" y="2634"/>
                  </a:lnTo>
                  <a:lnTo>
                    <a:pt x="23696" y="1687"/>
                  </a:lnTo>
                  <a:lnTo>
                    <a:pt x="17798" y="950"/>
                  </a:lnTo>
                  <a:lnTo>
                    <a:pt x="11878" y="422"/>
                  </a:lnTo>
                  <a:lnTo>
                    <a:pt x="5942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885" y="2126963"/>
              <a:ext cx="7586" cy="167167"/>
            </a:xfrm>
            <a:custGeom>
              <a:avLst/>
              <a:pathLst>
                <a:path w="7586" h="167167">
                  <a:moveTo>
                    <a:pt x="7586" y="0"/>
                  </a:moveTo>
                  <a:lnTo>
                    <a:pt x="0" y="172"/>
                  </a:lnTo>
                  <a:lnTo>
                    <a:pt x="75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885" y="2127135"/>
              <a:ext cx="7586" cy="166995"/>
            </a:xfrm>
            <a:custGeom>
              <a:avLst/>
              <a:pathLst>
                <a:path w="7586" h="166995">
                  <a:moveTo>
                    <a:pt x="0" y="0"/>
                  </a:moveTo>
                  <a:lnTo>
                    <a:pt x="7586" y="1669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35"/>
              <a:ext cx="330693" cy="334157"/>
            </a:xfrm>
            <a:custGeom>
              <a:avLst/>
              <a:pathLst>
                <a:path w="330693" h="334157">
                  <a:moveTo>
                    <a:pt x="159579" y="0"/>
                  </a:moveTo>
                  <a:lnTo>
                    <a:pt x="154266" y="326"/>
                  </a:lnTo>
                  <a:lnTo>
                    <a:pt x="148967" y="821"/>
                  </a:lnTo>
                  <a:lnTo>
                    <a:pt x="143686" y="1485"/>
                  </a:lnTo>
                  <a:lnTo>
                    <a:pt x="138428" y="2316"/>
                  </a:lnTo>
                  <a:lnTo>
                    <a:pt x="133200" y="3314"/>
                  </a:lnTo>
                  <a:lnTo>
                    <a:pt x="128006" y="4479"/>
                  </a:lnTo>
                  <a:lnTo>
                    <a:pt x="122852" y="5808"/>
                  </a:lnTo>
                  <a:lnTo>
                    <a:pt x="117743" y="7300"/>
                  </a:lnTo>
                  <a:lnTo>
                    <a:pt x="112684" y="8955"/>
                  </a:lnTo>
                  <a:lnTo>
                    <a:pt x="107680" y="10770"/>
                  </a:lnTo>
                  <a:lnTo>
                    <a:pt x="102736" y="12743"/>
                  </a:lnTo>
                  <a:lnTo>
                    <a:pt x="97858" y="14872"/>
                  </a:lnTo>
                  <a:lnTo>
                    <a:pt x="93050" y="17156"/>
                  </a:lnTo>
                  <a:lnTo>
                    <a:pt x="88317" y="19591"/>
                  </a:lnTo>
                  <a:lnTo>
                    <a:pt x="83664" y="22176"/>
                  </a:lnTo>
                  <a:lnTo>
                    <a:pt x="79096" y="24908"/>
                  </a:lnTo>
                  <a:lnTo>
                    <a:pt x="74617" y="27784"/>
                  </a:lnTo>
                  <a:lnTo>
                    <a:pt x="70232" y="30801"/>
                  </a:lnTo>
                  <a:lnTo>
                    <a:pt x="65945" y="33956"/>
                  </a:lnTo>
                  <a:lnTo>
                    <a:pt x="61761" y="37246"/>
                  </a:lnTo>
                  <a:lnTo>
                    <a:pt x="57683" y="40668"/>
                  </a:lnTo>
                  <a:lnTo>
                    <a:pt x="53717" y="44217"/>
                  </a:lnTo>
                  <a:lnTo>
                    <a:pt x="49866" y="47892"/>
                  </a:lnTo>
                  <a:lnTo>
                    <a:pt x="46133" y="51686"/>
                  </a:lnTo>
                  <a:lnTo>
                    <a:pt x="42524" y="55598"/>
                  </a:lnTo>
                  <a:lnTo>
                    <a:pt x="39040" y="59623"/>
                  </a:lnTo>
                  <a:lnTo>
                    <a:pt x="35687" y="63756"/>
                  </a:lnTo>
                  <a:lnTo>
                    <a:pt x="32467" y="67995"/>
                  </a:lnTo>
                  <a:lnTo>
                    <a:pt x="29383" y="72333"/>
                  </a:lnTo>
                  <a:lnTo>
                    <a:pt x="26439" y="76768"/>
                  </a:lnTo>
                  <a:lnTo>
                    <a:pt x="23638" y="81294"/>
                  </a:lnTo>
                  <a:lnTo>
                    <a:pt x="20982" y="85907"/>
                  </a:lnTo>
                  <a:lnTo>
                    <a:pt x="18475" y="90602"/>
                  </a:lnTo>
                  <a:lnTo>
                    <a:pt x="16118" y="95375"/>
                  </a:lnTo>
                  <a:lnTo>
                    <a:pt x="13915" y="100220"/>
                  </a:lnTo>
                  <a:lnTo>
                    <a:pt x="11866" y="105133"/>
                  </a:lnTo>
                  <a:lnTo>
                    <a:pt x="9976" y="110108"/>
                  </a:lnTo>
                  <a:lnTo>
                    <a:pt x="8244" y="115142"/>
                  </a:lnTo>
                  <a:lnTo>
                    <a:pt x="6674" y="120227"/>
                  </a:lnTo>
                  <a:lnTo>
                    <a:pt x="5266" y="125361"/>
                  </a:lnTo>
                  <a:lnTo>
                    <a:pt x="4023" y="130536"/>
                  </a:lnTo>
                  <a:lnTo>
                    <a:pt x="2945" y="135749"/>
                  </a:lnTo>
                  <a:lnTo>
                    <a:pt x="2033" y="140993"/>
                  </a:lnTo>
                  <a:lnTo>
                    <a:pt x="1289" y="146263"/>
                  </a:lnTo>
                  <a:lnTo>
                    <a:pt x="713" y="151555"/>
                  </a:lnTo>
                  <a:lnTo>
                    <a:pt x="306" y="156862"/>
                  </a:lnTo>
                  <a:lnTo>
                    <a:pt x="68" y="162180"/>
                  </a:lnTo>
                  <a:lnTo>
                    <a:pt x="0" y="167502"/>
                  </a:lnTo>
                  <a:lnTo>
                    <a:pt x="100" y="172824"/>
                  </a:lnTo>
                  <a:lnTo>
                    <a:pt x="371" y="178140"/>
                  </a:lnTo>
                  <a:lnTo>
                    <a:pt x="810" y="183444"/>
                  </a:lnTo>
                  <a:lnTo>
                    <a:pt x="1418" y="188732"/>
                  </a:lnTo>
                  <a:lnTo>
                    <a:pt x="2194" y="193998"/>
                  </a:lnTo>
                  <a:lnTo>
                    <a:pt x="3137" y="199236"/>
                  </a:lnTo>
                  <a:lnTo>
                    <a:pt x="4247" y="204442"/>
                  </a:lnTo>
                  <a:lnTo>
                    <a:pt x="5522" y="209610"/>
                  </a:lnTo>
                  <a:lnTo>
                    <a:pt x="6961" y="214735"/>
                  </a:lnTo>
                  <a:lnTo>
                    <a:pt x="8562" y="219811"/>
                  </a:lnTo>
                  <a:lnTo>
                    <a:pt x="10324" y="224834"/>
                  </a:lnTo>
                  <a:lnTo>
                    <a:pt x="12245" y="229798"/>
                  </a:lnTo>
                  <a:lnTo>
                    <a:pt x="14322" y="234698"/>
                  </a:lnTo>
                  <a:lnTo>
                    <a:pt x="16555" y="239530"/>
                  </a:lnTo>
                  <a:lnTo>
                    <a:pt x="18941" y="244288"/>
                  </a:lnTo>
                  <a:lnTo>
                    <a:pt x="21477" y="248968"/>
                  </a:lnTo>
                  <a:lnTo>
                    <a:pt x="24161" y="253565"/>
                  </a:lnTo>
                  <a:lnTo>
                    <a:pt x="26989" y="258074"/>
                  </a:lnTo>
                  <a:lnTo>
                    <a:pt x="29960" y="262490"/>
                  </a:lnTo>
                  <a:lnTo>
                    <a:pt x="33070" y="266810"/>
                  </a:lnTo>
                  <a:lnTo>
                    <a:pt x="36316" y="271029"/>
                  </a:lnTo>
                  <a:lnTo>
                    <a:pt x="39694" y="275142"/>
                  </a:lnTo>
                  <a:lnTo>
                    <a:pt x="43202" y="279145"/>
                  </a:lnTo>
                  <a:lnTo>
                    <a:pt x="46835" y="283035"/>
                  </a:lnTo>
                  <a:lnTo>
                    <a:pt x="50590" y="286807"/>
                  </a:lnTo>
                  <a:lnTo>
                    <a:pt x="54464" y="290458"/>
                  </a:lnTo>
                  <a:lnTo>
                    <a:pt x="58452" y="293983"/>
                  </a:lnTo>
                  <a:lnTo>
                    <a:pt x="62550" y="297380"/>
                  </a:lnTo>
                  <a:lnTo>
                    <a:pt x="66754" y="300645"/>
                  </a:lnTo>
                  <a:lnTo>
                    <a:pt x="71060" y="303774"/>
                  </a:lnTo>
                  <a:lnTo>
                    <a:pt x="75463" y="306764"/>
                  </a:lnTo>
                  <a:lnTo>
                    <a:pt x="79960" y="309613"/>
                  </a:lnTo>
                  <a:lnTo>
                    <a:pt x="84544" y="312317"/>
                  </a:lnTo>
                  <a:lnTo>
                    <a:pt x="89213" y="314874"/>
                  </a:lnTo>
                  <a:lnTo>
                    <a:pt x="93960" y="317281"/>
                  </a:lnTo>
                  <a:lnTo>
                    <a:pt x="98782" y="319535"/>
                  </a:lnTo>
                  <a:lnTo>
                    <a:pt x="103673" y="321635"/>
                  </a:lnTo>
                  <a:lnTo>
                    <a:pt x="108629" y="323578"/>
                  </a:lnTo>
                  <a:lnTo>
                    <a:pt x="113643" y="325362"/>
                  </a:lnTo>
                  <a:lnTo>
                    <a:pt x="118712" y="326986"/>
                  </a:lnTo>
                  <a:lnTo>
                    <a:pt x="123831" y="328447"/>
                  </a:lnTo>
                  <a:lnTo>
                    <a:pt x="128993" y="329745"/>
                  </a:lnTo>
                  <a:lnTo>
                    <a:pt x="134194" y="330878"/>
                  </a:lnTo>
                  <a:lnTo>
                    <a:pt x="139428" y="331845"/>
                  </a:lnTo>
                  <a:lnTo>
                    <a:pt x="144690" y="332644"/>
                  </a:lnTo>
                  <a:lnTo>
                    <a:pt x="149975" y="333276"/>
                  </a:lnTo>
                  <a:lnTo>
                    <a:pt x="155278" y="333739"/>
                  </a:lnTo>
                  <a:lnTo>
                    <a:pt x="160593" y="334033"/>
                  </a:lnTo>
                  <a:lnTo>
                    <a:pt x="165914" y="334157"/>
                  </a:lnTo>
                  <a:lnTo>
                    <a:pt x="171237" y="334113"/>
                  </a:lnTo>
                  <a:lnTo>
                    <a:pt x="176555" y="333898"/>
                  </a:lnTo>
                  <a:lnTo>
                    <a:pt x="181864" y="333515"/>
                  </a:lnTo>
                  <a:lnTo>
                    <a:pt x="187158" y="332962"/>
                  </a:lnTo>
                  <a:lnTo>
                    <a:pt x="192432" y="332242"/>
                  </a:lnTo>
                  <a:lnTo>
                    <a:pt x="197680" y="331354"/>
                  </a:lnTo>
                  <a:lnTo>
                    <a:pt x="202897" y="330299"/>
                  </a:lnTo>
                  <a:lnTo>
                    <a:pt x="208078" y="329079"/>
                  </a:lnTo>
                  <a:lnTo>
                    <a:pt x="213218" y="327694"/>
                  </a:lnTo>
                  <a:lnTo>
                    <a:pt x="218310" y="326146"/>
                  </a:lnTo>
                  <a:lnTo>
                    <a:pt x="223351" y="324437"/>
                  </a:lnTo>
                  <a:lnTo>
                    <a:pt x="228335" y="322569"/>
                  </a:lnTo>
                  <a:lnTo>
                    <a:pt x="233257" y="320542"/>
                  </a:lnTo>
                  <a:lnTo>
                    <a:pt x="238112" y="318360"/>
                  </a:lnTo>
                  <a:lnTo>
                    <a:pt x="242895" y="316025"/>
                  </a:lnTo>
                  <a:lnTo>
                    <a:pt x="247602" y="313539"/>
                  </a:lnTo>
                  <a:lnTo>
                    <a:pt x="252226" y="310903"/>
                  </a:lnTo>
                  <a:lnTo>
                    <a:pt x="256765" y="308122"/>
                  </a:lnTo>
                  <a:lnTo>
                    <a:pt x="261212" y="305198"/>
                  </a:lnTo>
                  <a:lnTo>
                    <a:pt x="265565" y="302134"/>
                  </a:lnTo>
                  <a:lnTo>
                    <a:pt x="269817" y="298933"/>
                  </a:lnTo>
                  <a:lnTo>
                    <a:pt x="273966" y="295598"/>
                  </a:lnTo>
                  <a:lnTo>
                    <a:pt x="278006" y="292133"/>
                  </a:lnTo>
                  <a:lnTo>
                    <a:pt x="281934" y="288540"/>
                  </a:lnTo>
                  <a:lnTo>
                    <a:pt x="285745" y="284825"/>
                  </a:lnTo>
                  <a:lnTo>
                    <a:pt x="289436" y="280990"/>
                  </a:lnTo>
                  <a:lnTo>
                    <a:pt x="293004" y="277039"/>
                  </a:lnTo>
                  <a:lnTo>
                    <a:pt x="296443" y="272977"/>
                  </a:lnTo>
                  <a:lnTo>
                    <a:pt x="299752" y="268808"/>
                  </a:lnTo>
                  <a:lnTo>
                    <a:pt x="302926" y="264535"/>
                  </a:lnTo>
                  <a:lnTo>
                    <a:pt x="305963" y="260164"/>
                  </a:lnTo>
                  <a:lnTo>
                    <a:pt x="308859" y="255697"/>
                  </a:lnTo>
                  <a:lnTo>
                    <a:pt x="311611" y="251141"/>
                  </a:lnTo>
                  <a:lnTo>
                    <a:pt x="314217" y="246500"/>
                  </a:lnTo>
                  <a:lnTo>
                    <a:pt x="316673" y="241778"/>
                  </a:lnTo>
                  <a:lnTo>
                    <a:pt x="318978" y="236980"/>
                  </a:lnTo>
                  <a:lnTo>
                    <a:pt x="321130" y="232112"/>
                  </a:lnTo>
                  <a:lnTo>
                    <a:pt x="323125" y="227177"/>
                  </a:lnTo>
                  <a:lnTo>
                    <a:pt x="324962" y="222181"/>
                  </a:lnTo>
                  <a:lnTo>
                    <a:pt x="326639" y="217130"/>
                  </a:lnTo>
                  <a:lnTo>
                    <a:pt x="328154" y="212027"/>
                  </a:lnTo>
                  <a:lnTo>
                    <a:pt x="329506" y="206879"/>
                  </a:lnTo>
                  <a:lnTo>
                    <a:pt x="330693" y="201690"/>
                  </a:lnTo>
                  <a:lnTo>
                    <a:pt x="167166" y="1669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48" cy="201862"/>
            </a:xfrm>
            <a:custGeom>
              <a:avLst/>
              <a:pathLst>
                <a:path w="167148" h="201862">
                  <a:moveTo>
                    <a:pt x="163527" y="201862"/>
                  </a:moveTo>
                  <a:lnTo>
                    <a:pt x="164564" y="196553"/>
                  </a:lnTo>
                  <a:lnTo>
                    <a:pt x="165428" y="191213"/>
                  </a:lnTo>
                  <a:lnTo>
                    <a:pt x="166120" y="185848"/>
                  </a:lnTo>
                  <a:lnTo>
                    <a:pt x="166637" y="180464"/>
                  </a:lnTo>
                  <a:lnTo>
                    <a:pt x="166980" y="175065"/>
                  </a:lnTo>
                  <a:lnTo>
                    <a:pt x="167148" y="169658"/>
                  </a:lnTo>
                  <a:lnTo>
                    <a:pt x="167141" y="164249"/>
                  </a:lnTo>
                  <a:lnTo>
                    <a:pt x="166960" y="158842"/>
                  </a:lnTo>
                  <a:lnTo>
                    <a:pt x="166603" y="153444"/>
                  </a:lnTo>
                  <a:lnTo>
                    <a:pt x="166072" y="148061"/>
                  </a:lnTo>
                  <a:lnTo>
                    <a:pt x="165366" y="142698"/>
                  </a:lnTo>
                  <a:lnTo>
                    <a:pt x="164488" y="137360"/>
                  </a:lnTo>
                  <a:lnTo>
                    <a:pt x="163438" y="132053"/>
                  </a:lnTo>
                  <a:lnTo>
                    <a:pt x="162216" y="126784"/>
                  </a:lnTo>
                  <a:lnTo>
                    <a:pt x="160824" y="121556"/>
                  </a:lnTo>
                  <a:lnTo>
                    <a:pt x="159264" y="116377"/>
                  </a:lnTo>
                  <a:lnTo>
                    <a:pt x="157538" y="111250"/>
                  </a:lnTo>
                  <a:lnTo>
                    <a:pt x="155646" y="106182"/>
                  </a:lnTo>
                  <a:lnTo>
                    <a:pt x="153591" y="101178"/>
                  </a:lnTo>
                  <a:lnTo>
                    <a:pt x="151376" y="96243"/>
                  </a:lnTo>
                  <a:lnTo>
                    <a:pt x="149002" y="91382"/>
                  </a:lnTo>
                  <a:lnTo>
                    <a:pt x="146472" y="86601"/>
                  </a:lnTo>
                  <a:lnTo>
                    <a:pt x="143788" y="81904"/>
                  </a:lnTo>
                  <a:lnTo>
                    <a:pt x="140954" y="77296"/>
                  </a:lnTo>
                  <a:lnTo>
                    <a:pt x="137972" y="72783"/>
                  </a:lnTo>
                  <a:lnTo>
                    <a:pt x="134846" y="68368"/>
                  </a:lnTo>
                  <a:lnTo>
                    <a:pt x="131579" y="64056"/>
                  </a:lnTo>
                  <a:lnTo>
                    <a:pt x="128174" y="59853"/>
                  </a:lnTo>
                  <a:lnTo>
                    <a:pt x="124635" y="55762"/>
                  </a:lnTo>
                  <a:lnTo>
                    <a:pt x="120965" y="51788"/>
                  </a:lnTo>
                  <a:lnTo>
                    <a:pt x="117168" y="47934"/>
                  </a:lnTo>
                  <a:lnTo>
                    <a:pt x="113249" y="44206"/>
                  </a:lnTo>
                  <a:lnTo>
                    <a:pt x="109211" y="40606"/>
                  </a:lnTo>
                  <a:lnTo>
                    <a:pt x="105059" y="37138"/>
                  </a:lnTo>
                  <a:lnTo>
                    <a:pt x="100797" y="33807"/>
                  </a:lnTo>
                  <a:lnTo>
                    <a:pt x="96429" y="30616"/>
                  </a:lnTo>
                  <a:lnTo>
                    <a:pt x="91961" y="27567"/>
                  </a:lnTo>
                  <a:lnTo>
                    <a:pt x="87396" y="24665"/>
                  </a:lnTo>
                  <a:lnTo>
                    <a:pt x="82739" y="21912"/>
                  </a:lnTo>
                  <a:lnTo>
                    <a:pt x="77996" y="19311"/>
                  </a:lnTo>
                  <a:lnTo>
                    <a:pt x="73171" y="16864"/>
                  </a:lnTo>
                  <a:lnTo>
                    <a:pt x="68270" y="14576"/>
                  </a:lnTo>
                  <a:lnTo>
                    <a:pt x="63297" y="12447"/>
                  </a:lnTo>
                  <a:lnTo>
                    <a:pt x="58258" y="10480"/>
                  </a:lnTo>
                  <a:lnTo>
                    <a:pt x="53158" y="8677"/>
                  </a:lnTo>
                  <a:lnTo>
                    <a:pt x="48002" y="7040"/>
                  </a:lnTo>
                  <a:lnTo>
                    <a:pt x="42796" y="5570"/>
                  </a:lnTo>
                  <a:lnTo>
                    <a:pt x="37545" y="4270"/>
                  </a:lnTo>
                  <a:lnTo>
                    <a:pt x="32254" y="3141"/>
                  </a:lnTo>
                  <a:lnTo>
                    <a:pt x="26930" y="2183"/>
                  </a:lnTo>
                  <a:lnTo>
                    <a:pt x="21578" y="1398"/>
                  </a:lnTo>
                  <a:lnTo>
                    <a:pt x="16203" y="787"/>
                  </a:lnTo>
                  <a:lnTo>
                    <a:pt x="10811" y="350"/>
                  </a:lnTo>
                  <a:lnTo>
                    <a:pt x="540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975" y="1681503"/>
              <a:ext cx="13259" cy="167167"/>
            </a:xfrm>
            <a:custGeom>
              <a:avLst/>
              <a:pathLst>
                <a:path w="13259" h="167167">
                  <a:moveTo>
                    <a:pt x="13259" y="0"/>
                  </a:moveTo>
                  <a:lnTo>
                    <a:pt x="0" y="526"/>
                  </a:lnTo>
                  <a:lnTo>
                    <a:pt x="1325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9975" y="1682029"/>
              <a:ext cx="13259" cy="166640"/>
            </a:xfrm>
            <a:custGeom>
              <a:avLst/>
              <a:pathLst>
                <a:path w="13259" h="166640">
                  <a:moveTo>
                    <a:pt x="0" y="0"/>
                  </a:moveTo>
                  <a:lnTo>
                    <a:pt x="13259" y="1666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029"/>
              <a:ext cx="334334" cy="333789"/>
            </a:xfrm>
            <a:custGeom>
              <a:avLst/>
              <a:pathLst>
                <a:path w="334334" h="333789">
                  <a:moveTo>
                    <a:pt x="153907" y="0"/>
                  </a:moveTo>
                  <a:lnTo>
                    <a:pt x="148626" y="504"/>
                  </a:lnTo>
                  <a:lnTo>
                    <a:pt x="143363" y="1176"/>
                  </a:lnTo>
                  <a:lnTo>
                    <a:pt x="138124" y="2015"/>
                  </a:lnTo>
                  <a:lnTo>
                    <a:pt x="132914" y="3020"/>
                  </a:lnTo>
                  <a:lnTo>
                    <a:pt x="127739" y="4189"/>
                  </a:lnTo>
                  <a:lnTo>
                    <a:pt x="122603" y="5522"/>
                  </a:lnTo>
                  <a:lnTo>
                    <a:pt x="117513" y="7018"/>
                  </a:lnTo>
                  <a:lnTo>
                    <a:pt x="112472" y="8674"/>
                  </a:lnTo>
                  <a:lnTo>
                    <a:pt x="107487" y="10489"/>
                  </a:lnTo>
                  <a:lnTo>
                    <a:pt x="102561" y="12462"/>
                  </a:lnTo>
                  <a:lnTo>
                    <a:pt x="97701" y="14589"/>
                  </a:lnTo>
                  <a:lnTo>
                    <a:pt x="92911" y="16871"/>
                  </a:lnTo>
                  <a:lnTo>
                    <a:pt x="88195" y="19302"/>
                  </a:lnTo>
                  <a:lnTo>
                    <a:pt x="83559" y="21883"/>
                  </a:lnTo>
                  <a:lnTo>
                    <a:pt x="79007" y="24609"/>
                  </a:lnTo>
                  <a:lnTo>
                    <a:pt x="74545" y="27478"/>
                  </a:lnTo>
                  <a:lnTo>
                    <a:pt x="70175" y="30488"/>
                  </a:lnTo>
                  <a:lnTo>
                    <a:pt x="65903" y="33634"/>
                  </a:lnTo>
                  <a:lnTo>
                    <a:pt x="61733" y="36915"/>
                  </a:lnTo>
                  <a:lnTo>
                    <a:pt x="57669" y="40326"/>
                  </a:lnTo>
                  <a:lnTo>
                    <a:pt x="53716" y="43865"/>
                  </a:lnTo>
                  <a:lnTo>
                    <a:pt x="49877" y="47527"/>
                  </a:lnTo>
                  <a:lnTo>
                    <a:pt x="46156" y="51309"/>
                  </a:lnTo>
                  <a:lnTo>
                    <a:pt x="42557" y="55207"/>
                  </a:lnTo>
                  <a:lnTo>
                    <a:pt x="39083" y="59218"/>
                  </a:lnTo>
                  <a:lnTo>
                    <a:pt x="35739" y="63337"/>
                  </a:lnTo>
                  <a:lnTo>
                    <a:pt x="32527" y="67560"/>
                  </a:lnTo>
                  <a:lnTo>
                    <a:pt x="29450" y="71882"/>
                  </a:lnTo>
                  <a:lnTo>
                    <a:pt x="26512" y="76301"/>
                  </a:lnTo>
                  <a:lnTo>
                    <a:pt x="23716" y="80810"/>
                  </a:lnTo>
                  <a:lnTo>
                    <a:pt x="21065" y="85405"/>
                  </a:lnTo>
                  <a:lnTo>
                    <a:pt x="18560" y="90083"/>
                  </a:lnTo>
                  <a:lnTo>
                    <a:pt x="16206" y="94837"/>
                  </a:lnTo>
                  <a:lnTo>
                    <a:pt x="14003" y="99664"/>
                  </a:lnTo>
                  <a:lnTo>
                    <a:pt x="11955" y="104559"/>
                  </a:lnTo>
                  <a:lnTo>
                    <a:pt x="10063" y="109516"/>
                  </a:lnTo>
                  <a:lnTo>
                    <a:pt x="8329" y="114530"/>
                  </a:lnTo>
                  <a:lnTo>
                    <a:pt x="6755" y="119597"/>
                  </a:lnTo>
                  <a:lnTo>
                    <a:pt x="5343" y="124711"/>
                  </a:lnTo>
                  <a:lnTo>
                    <a:pt x="4094" y="129868"/>
                  </a:lnTo>
                  <a:lnTo>
                    <a:pt x="3009" y="135061"/>
                  </a:lnTo>
                  <a:lnTo>
                    <a:pt x="2090" y="140287"/>
                  </a:lnTo>
                  <a:lnTo>
                    <a:pt x="1337" y="145539"/>
                  </a:lnTo>
                  <a:lnTo>
                    <a:pt x="751" y="150812"/>
                  </a:lnTo>
                  <a:lnTo>
                    <a:pt x="332" y="156101"/>
                  </a:lnTo>
                  <a:lnTo>
                    <a:pt x="82" y="161401"/>
                  </a:lnTo>
                  <a:lnTo>
                    <a:pt x="0" y="166706"/>
                  </a:lnTo>
                  <a:lnTo>
                    <a:pt x="86" y="172011"/>
                  </a:lnTo>
                  <a:lnTo>
                    <a:pt x="340" y="177311"/>
                  </a:lnTo>
                  <a:lnTo>
                    <a:pt x="763" y="182599"/>
                  </a:lnTo>
                  <a:lnTo>
                    <a:pt x="1353" y="187872"/>
                  </a:lnTo>
                  <a:lnTo>
                    <a:pt x="2111" y="193124"/>
                  </a:lnTo>
                  <a:lnTo>
                    <a:pt x="3034" y="198348"/>
                  </a:lnTo>
                  <a:lnTo>
                    <a:pt x="4123" y="203541"/>
                  </a:lnTo>
                  <a:lnTo>
                    <a:pt x="5376" y="208697"/>
                  </a:lnTo>
                  <a:lnTo>
                    <a:pt x="6792" y="213810"/>
                  </a:lnTo>
                  <a:lnTo>
                    <a:pt x="8370" y="218876"/>
                  </a:lnTo>
                  <a:lnTo>
                    <a:pt x="10108" y="223889"/>
                  </a:lnTo>
                  <a:lnTo>
                    <a:pt x="12004" y="228844"/>
                  </a:lnTo>
                  <a:lnTo>
                    <a:pt x="14056" y="233737"/>
                  </a:lnTo>
                  <a:lnTo>
                    <a:pt x="16262" y="238562"/>
                  </a:lnTo>
                  <a:lnTo>
                    <a:pt x="18621" y="243315"/>
                  </a:lnTo>
                  <a:lnTo>
                    <a:pt x="21129" y="247990"/>
                  </a:lnTo>
                  <a:lnTo>
                    <a:pt x="23784" y="252584"/>
                  </a:lnTo>
                  <a:lnTo>
                    <a:pt x="26584" y="257091"/>
                  </a:lnTo>
                  <a:lnTo>
                    <a:pt x="29525" y="261506"/>
                  </a:lnTo>
                  <a:lnTo>
                    <a:pt x="32605" y="265827"/>
                  </a:lnTo>
                  <a:lnTo>
                    <a:pt x="35820" y="270047"/>
                  </a:lnTo>
                  <a:lnTo>
                    <a:pt x="39168" y="274163"/>
                  </a:lnTo>
                  <a:lnTo>
                    <a:pt x="42645" y="278171"/>
                  </a:lnTo>
                  <a:lnTo>
                    <a:pt x="46247" y="282067"/>
                  </a:lnTo>
                  <a:lnTo>
                    <a:pt x="49971" y="285846"/>
                  </a:lnTo>
                  <a:lnTo>
                    <a:pt x="53813" y="289505"/>
                  </a:lnTo>
                  <a:lnTo>
                    <a:pt x="57769" y="293040"/>
                  </a:lnTo>
                  <a:lnTo>
                    <a:pt x="61835" y="296449"/>
                  </a:lnTo>
                  <a:lnTo>
                    <a:pt x="66008" y="299726"/>
                  </a:lnTo>
                  <a:lnTo>
                    <a:pt x="70282" y="302869"/>
                  </a:lnTo>
                  <a:lnTo>
                    <a:pt x="74654" y="305875"/>
                  </a:lnTo>
                  <a:lnTo>
                    <a:pt x="79119" y="308741"/>
                  </a:lnTo>
                  <a:lnTo>
                    <a:pt x="83673" y="311463"/>
                  </a:lnTo>
                  <a:lnTo>
                    <a:pt x="88311" y="314040"/>
                  </a:lnTo>
                  <a:lnTo>
                    <a:pt x="93029" y="316468"/>
                  </a:lnTo>
                  <a:lnTo>
                    <a:pt x="97821" y="318746"/>
                  </a:lnTo>
                  <a:lnTo>
                    <a:pt x="102683" y="320870"/>
                  </a:lnTo>
                  <a:lnTo>
                    <a:pt x="107610" y="322838"/>
                  </a:lnTo>
                  <a:lnTo>
                    <a:pt x="112597" y="324650"/>
                  </a:lnTo>
                  <a:lnTo>
                    <a:pt x="117638" y="326302"/>
                  </a:lnTo>
                  <a:lnTo>
                    <a:pt x="122730" y="327793"/>
                  </a:lnTo>
                  <a:lnTo>
                    <a:pt x="127867" y="329122"/>
                  </a:lnTo>
                  <a:lnTo>
                    <a:pt x="133043" y="330288"/>
                  </a:lnTo>
                  <a:lnTo>
                    <a:pt x="138253" y="331288"/>
                  </a:lnTo>
                  <a:lnTo>
                    <a:pt x="143493" y="332123"/>
                  </a:lnTo>
                  <a:lnTo>
                    <a:pt x="148757" y="332791"/>
                  </a:lnTo>
                  <a:lnTo>
                    <a:pt x="154039" y="333291"/>
                  </a:lnTo>
                  <a:lnTo>
                    <a:pt x="159334" y="333624"/>
                  </a:lnTo>
                  <a:lnTo>
                    <a:pt x="164637" y="333789"/>
                  </a:lnTo>
                  <a:lnTo>
                    <a:pt x="169943" y="333785"/>
                  </a:lnTo>
                  <a:lnTo>
                    <a:pt x="175246" y="333612"/>
                  </a:lnTo>
                  <a:lnTo>
                    <a:pt x="180540" y="333272"/>
                  </a:lnTo>
                  <a:lnTo>
                    <a:pt x="185822" y="332764"/>
                  </a:lnTo>
                  <a:lnTo>
                    <a:pt x="191084" y="332088"/>
                  </a:lnTo>
                  <a:lnTo>
                    <a:pt x="196323" y="331246"/>
                  </a:lnTo>
                  <a:lnTo>
                    <a:pt x="201532" y="330237"/>
                  </a:lnTo>
                  <a:lnTo>
                    <a:pt x="206706" y="329064"/>
                  </a:lnTo>
                  <a:lnTo>
                    <a:pt x="211841" y="327728"/>
                  </a:lnTo>
                  <a:lnTo>
                    <a:pt x="216930" y="326229"/>
                  </a:lnTo>
                  <a:lnTo>
                    <a:pt x="221970" y="324569"/>
                  </a:lnTo>
                  <a:lnTo>
                    <a:pt x="226954" y="322751"/>
                  </a:lnTo>
                  <a:lnTo>
                    <a:pt x="231878" y="320775"/>
                  </a:lnTo>
                  <a:lnTo>
                    <a:pt x="236737" y="318644"/>
                  </a:lnTo>
                  <a:lnTo>
                    <a:pt x="241526" y="316359"/>
                  </a:lnTo>
                  <a:lnTo>
                    <a:pt x="246239" y="313924"/>
                  </a:lnTo>
                  <a:lnTo>
                    <a:pt x="250874" y="311340"/>
                  </a:lnTo>
                  <a:lnTo>
                    <a:pt x="255423" y="308611"/>
                  </a:lnTo>
                  <a:lnTo>
                    <a:pt x="259884" y="305739"/>
                  </a:lnTo>
                  <a:lnTo>
                    <a:pt x="264252" y="302726"/>
                  </a:lnTo>
                  <a:lnTo>
                    <a:pt x="268522" y="299577"/>
                  </a:lnTo>
                  <a:lnTo>
                    <a:pt x="272689" y="296293"/>
                  </a:lnTo>
                  <a:lnTo>
                    <a:pt x="276751" y="292879"/>
                  </a:lnTo>
                  <a:lnTo>
                    <a:pt x="280702" y="289338"/>
                  </a:lnTo>
                  <a:lnTo>
                    <a:pt x="284538" y="285673"/>
                  </a:lnTo>
                  <a:lnTo>
                    <a:pt x="288257" y="281889"/>
                  </a:lnTo>
                  <a:lnTo>
                    <a:pt x="291853" y="277988"/>
                  </a:lnTo>
                  <a:lnTo>
                    <a:pt x="295324" y="273975"/>
                  </a:lnTo>
                  <a:lnTo>
                    <a:pt x="298666" y="269854"/>
                  </a:lnTo>
                  <a:lnTo>
                    <a:pt x="301875" y="265629"/>
                  </a:lnTo>
                  <a:lnTo>
                    <a:pt x="304948" y="261304"/>
                  </a:lnTo>
                  <a:lnTo>
                    <a:pt x="307883" y="256884"/>
                  </a:lnTo>
                  <a:lnTo>
                    <a:pt x="310676" y="252373"/>
                  </a:lnTo>
                  <a:lnTo>
                    <a:pt x="313325" y="247775"/>
                  </a:lnTo>
                  <a:lnTo>
                    <a:pt x="315826" y="243096"/>
                  </a:lnTo>
                  <a:lnTo>
                    <a:pt x="318177" y="238340"/>
                  </a:lnTo>
                  <a:lnTo>
                    <a:pt x="320377" y="233512"/>
                  </a:lnTo>
                  <a:lnTo>
                    <a:pt x="322422" y="228616"/>
                  </a:lnTo>
                  <a:lnTo>
                    <a:pt x="324310" y="223658"/>
                  </a:lnTo>
                  <a:lnTo>
                    <a:pt x="326040" y="218642"/>
                  </a:lnTo>
                  <a:lnTo>
                    <a:pt x="327611" y="213574"/>
                  </a:lnTo>
                  <a:lnTo>
                    <a:pt x="329019" y="208459"/>
                  </a:lnTo>
                  <a:lnTo>
                    <a:pt x="330265" y="203301"/>
                  </a:lnTo>
                  <a:lnTo>
                    <a:pt x="331346" y="198107"/>
                  </a:lnTo>
                  <a:lnTo>
                    <a:pt x="332262" y="192881"/>
                  </a:lnTo>
                  <a:lnTo>
                    <a:pt x="333012" y="187628"/>
                  </a:lnTo>
                  <a:lnTo>
                    <a:pt x="333594" y="182355"/>
                  </a:lnTo>
                  <a:lnTo>
                    <a:pt x="334009" y="177065"/>
                  </a:lnTo>
                  <a:lnTo>
                    <a:pt x="334256" y="171765"/>
                  </a:lnTo>
                  <a:lnTo>
                    <a:pt x="334334" y="166460"/>
                  </a:lnTo>
                  <a:lnTo>
                    <a:pt x="334244" y="161155"/>
                  </a:lnTo>
                  <a:lnTo>
                    <a:pt x="333986" y="155856"/>
                  </a:lnTo>
                  <a:lnTo>
                    <a:pt x="333560" y="150567"/>
                  </a:lnTo>
                  <a:lnTo>
                    <a:pt x="332966" y="145295"/>
                  </a:lnTo>
                  <a:lnTo>
                    <a:pt x="332205" y="140044"/>
                  </a:lnTo>
                  <a:lnTo>
                    <a:pt x="331278" y="134820"/>
                  </a:lnTo>
                  <a:lnTo>
                    <a:pt x="330185" y="129628"/>
                  </a:lnTo>
                  <a:lnTo>
                    <a:pt x="328929" y="124473"/>
                  </a:lnTo>
                  <a:lnTo>
                    <a:pt x="327509" y="119361"/>
                  </a:lnTo>
                  <a:lnTo>
                    <a:pt x="325928" y="114296"/>
                  </a:lnTo>
                  <a:lnTo>
                    <a:pt x="324187" y="109284"/>
                  </a:lnTo>
                  <a:lnTo>
                    <a:pt x="322288" y="104330"/>
                  </a:lnTo>
                  <a:lnTo>
                    <a:pt x="320232" y="99439"/>
                  </a:lnTo>
                  <a:lnTo>
                    <a:pt x="318022" y="94615"/>
                  </a:lnTo>
                  <a:lnTo>
                    <a:pt x="315661" y="89864"/>
                  </a:lnTo>
                  <a:lnTo>
                    <a:pt x="313149" y="85191"/>
                  </a:lnTo>
                  <a:lnTo>
                    <a:pt x="310491" y="80599"/>
                  </a:lnTo>
                  <a:lnTo>
                    <a:pt x="307688" y="76094"/>
                  </a:lnTo>
                  <a:lnTo>
                    <a:pt x="304744" y="71680"/>
                  </a:lnTo>
                  <a:lnTo>
                    <a:pt x="301661" y="67362"/>
                  </a:lnTo>
                  <a:lnTo>
                    <a:pt x="298443" y="63144"/>
                  </a:lnTo>
                  <a:lnTo>
                    <a:pt x="295092" y="59030"/>
                  </a:lnTo>
                  <a:lnTo>
                    <a:pt x="291613" y="55024"/>
                  </a:lnTo>
                  <a:lnTo>
                    <a:pt x="288008" y="51131"/>
                  </a:lnTo>
                  <a:lnTo>
                    <a:pt x="284282" y="47354"/>
                  </a:lnTo>
                  <a:lnTo>
                    <a:pt x="280437" y="43698"/>
                  </a:lnTo>
                  <a:lnTo>
                    <a:pt x="276479" y="40165"/>
                  </a:lnTo>
                  <a:lnTo>
                    <a:pt x="272410" y="36760"/>
                  </a:lnTo>
                  <a:lnTo>
                    <a:pt x="268235" y="33486"/>
                  </a:lnTo>
                  <a:lnTo>
                    <a:pt x="263959" y="30345"/>
                  </a:lnTo>
                  <a:lnTo>
                    <a:pt x="259585" y="27342"/>
                  </a:lnTo>
                  <a:lnTo>
                    <a:pt x="255117" y="24480"/>
                  </a:lnTo>
                  <a:lnTo>
                    <a:pt x="250562" y="21760"/>
                  </a:lnTo>
                  <a:lnTo>
                    <a:pt x="245922" y="19186"/>
                  </a:lnTo>
                  <a:lnTo>
                    <a:pt x="241203" y="16761"/>
                  </a:lnTo>
                  <a:lnTo>
                    <a:pt x="236409" y="14487"/>
                  </a:lnTo>
                  <a:lnTo>
                    <a:pt x="231546" y="12367"/>
                  </a:lnTo>
                  <a:lnTo>
                    <a:pt x="226617" y="10401"/>
                  </a:lnTo>
                  <a:lnTo>
                    <a:pt x="221629" y="8593"/>
                  </a:lnTo>
                  <a:lnTo>
                    <a:pt x="216586" y="6945"/>
                  </a:lnTo>
                  <a:lnTo>
                    <a:pt x="211493" y="5457"/>
                  </a:lnTo>
                  <a:lnTo>
                    <a:pt x="206356" y="4131"/>
                  </a:lnTo>
                  <a:lnTo>
                    <a:pt x="201179" y="2969"/>
                  </a:lnTo>
                  <a:lnTo>
                    <a:pt x="195968" y="1973"/>
                  </a:lnTo>
                  <a:lnTo>
                    <a:pt x="167167" y="1666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8800" cy="167167"/>
            </a:xfrm>
            <a:custGeom>
              <a:avLst/>
              <a:pathLst>
                <a:path w="28800" h="167167">
                  <a:moveTo>
                    <a:pt x="28800" y="2499"/>
                  </a:moveTo>
                  <a:lnTo>
                    <a:pt x="21648" y="1407"/>
                  </a:lnTo>
                  <a:lnTo>
                    <a:pt x="14454" y="626"/>
                  </a:lnTo>
                  <a:lnTo>
                    <a:pt x="7234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1" y="1322571"/>
              <a:ext cx="167167" cy="317579"/>
            </a:xfrm>
            <a:custGeom>
              <a:avLst/>
              <a:pathLst>
                <a:path w="167167" h="317579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1" y="770"/>
                  </a:lnTo>
                  <a:lnTo>
                    <a:pt x="145812" y="1369"/>
                  </a:lnTo>
                  <a:lnTo>
                    <a:pt x="140514" y="2138"/>
                  </a:lnTo>
                  <a:lnTo>
                    <a:pt x="135243" y="3076"/>
                  </a:lnTo>
                  <a:lnTo>
                    <a:pt x="130006" y="4182"/>
                  </a:lnTo>
                  <a:lnTo>
                    <a:pt x="124806" y="5456"/>
                  </a:lnTo>
                  <a:lnTo>
                    <a:pt x="119650" y="6895"/>
                  </a:lnTo>
                  <a:lnTo>
                    <a:pt x="114543" y="8498"/>
                  </a:lnTo>
                  <a:lnTo>
                    <a:pt x="109489" y="10265"/>
                  </a:lnTo>
                  <a:lnTo>
                    <a:pt x="104495" y="12192"/>
                  </a:lnTo>
                  <a:lnTo>
                    <a:pt x="99565" y="14278"/>
                  </a:lnTo>
                  <a:lnTo>
                    <a:pt x="94705" y="16521"/>
                  </a:lnTo>
                  <a:lnTo>
                    <a:pt x="89918" y="18918"/>
                  </a:lnTo>
                  <a:lnTo>
                    <a:pt x="85211" y="21468"/>
                  </a:lnTo>
                  <a:lnTo>
                    <a:pt x="80588" y="24167"/>
                  </a:lnTo>
                  <a:lnTo>
                    <a:pt x="76054" y="27012"/>
                  </a:lnTo>
                  <a:lnTo>
                    <a:pt x="71613" y="30001"/>
                  </a:lnTo>
                  <a:lnTo>
                    <a:pt x="67270" y="33131"/>
                  </a:lnTo>
                  <a:lnTo>
                    <a:pt x="63029" y="36399"/>
                  </a:lnTo>
                  <a:lnTo>
                    <a:pt x="58896" y="39800"/>
                  </a:lnTo>
                  <a:lnTo>
                    <a:pt x="54873" y="43332"/>
                  </a:lnTo>
                  <a:lnTo>
                    <a:pt x="50966" y="46991"/>
                  </a:lnTo>
                  <a:lnTo>
                    <a:pt x="47177" y="50773"/>
                  </a:lnTo>
                  <a:lnTo>
                    <a:pt x="43512" y="54675"/>
                  </a:lnTo>
                  <a:lnTo>
                    <a:pt x="39974" y="58692"/>
                  </a:lnTo>
                  <a:lnTo>
                    <a:pt x="36566" y="62820"/>
                  </a:lnTo>
                  <a:lnTo>
                    <a:pt x="33292" y="67055"/>
                  </a:lnTo>
                  <a:lnTo>
                    <a:pt x="30155" y="71393"/>
                  </a:lnTo>
                  <a:lnTo>
                    <a:pt x="27158" y="75829"/>
                  </a:lnTo>
                  <a:lnTo>
                    <a:pt x="24306" y="80359"/>
                  </a:lnTo>
                  <a:lnTo>
                    <a:pt x="21599" y="84978"/>
                  </a:lnTo>
                  <a:lnTo>
                    <a:pt x="19042" y="89681"/>
                  </a:lnTo>
                  <a:lnTo>
                    <a:pt x="16637" y="94463"/>
                  </a:lnTo>
                  <a:lnTo>
                    <a:pt x="14387" y="99320"/>
                  </a:lnTo>
                  <a:lnTo>
                    <a:pt x="12293" y="104247"/>
                  </a:lnTo>
                  <a:lnTo>
                    <a:pt x="10357" y="109238"/>
                  </a:lnTo>
                  <a:lnTo>
                    <a:pt x="8583" y="114288"/>
                  </a:lnTo>
                  <a:lnTo>
                    <a:pt x="6971" y="119393"/>
                  </a:lnTo>
                  <a:lnTo>
                    <a:pt x="5524" y="124547"/>
                  </a:lnTo>
                  <a:lnTo>
                    <a:pt x="4242" y="129745"/>
                  </a:lnTo>
                  <a:lnTo>
                    <a:pt x="3127" y="134980"/>
                  </a:lnTo>
                  <a:lnTo>
                    <a:pt x="2181" y="140249"/>
                  </a:lnTo>
                  <a:lnTo>
                    <a:pt x="1403" y="145546"/>
                  </a:lnTo>
                  <a:lnTo>
                    <a:pt x="796" y="150864"/>
                  </a:lnTo>
                  <a:lnTo>
                    <a:pt x="359" y="156200"/>
                  </a:lnTo>
                  <a:lnTo>
                    <a:pt x="94" y="161546"/>
                  </a:lnTo>
                  <a:lnTo>
                    <a:pt x="0" y="166899"/>
                  </a:lnTo>
                  <a:lnTo>
                    <a:pt x="77" y="172251"/>
                  </a:lnTo>
                  <a:lnTo>
                    <a:pt x="325" y="177599"/>
                  </a:lnTo>
                  <a:lnTo>
                    <a:pt x="745" y="182935"/>
                  </a:lnTo>
                  <a:lnTo>
                    <a:pt x="1335" y="188256"/>
                  </a:lnTo>
                  <a:lnTo>
                    <a:pt x="2095" y="193555"/>
                  </a:lnTo>
                  <a:lnTo>
                    <a:pt x="3025" y="198827"/>
                  </a:lnTo>
                  <a:lnTo>
                    <a:pt x="4123" y="204066"/>
                  </a:lnTo>
                  <a:lnTo>
                    <a:pt x="5388" y="209268"/>
                  </a:lnTo>
                  <a:lnTo>
                    <a:pt x="6819" y="214426"/>
                  </a:lnTo>
                  <a:lnTo>
                    <a:pt x="8414" y="219536"/>
                  </a:lnTo>
                  <a:lnTo>
                    <a:pt x="10172" y="224592"/>
                  </a:lnTo>
                  <a:lnTo>
                    <a:pt x="12091" y="229590"/>
                  </a:lnTo>
                  <a:lnTo>
                    <a:pt x="14170" y="234523"/>
                  </a:lnTo>
                  <a:lnTo>
                    <a:pt x="16405" y="239387"/>
                  </a:lnTo>
                  <a:lnTo>
                    <a:pt x="18794" y="244177"/>
                  </a:lnTo>
                  <a:lnTo>
                    <a:pt x="21336" y="248889"/>
                  </a:lnTo>
                  <a:lnTo>
                    <a:pt x="24028" y="253516"/>
                  </a:lnTo>
                  <a:lnTo>
                    <a:pt x="26866" y="258055"/>
                  </a:lnTo>
                  <a:lnTo>
                    <a:pt x="29848" y="262501"/>
                  </a:lnTo>
                  <a:lnTo>
                    <a:pt x="32971" y="266848"/>
                  </a:lnTo>
                  <a:lnTo>
                    <a:pt x="36231" y="271094"/>
                  </a:lnTo>
                  <a:lnTo>
                    <a:pt x="39626" y="275233"/>
                  </a:lnTo>
                  <a:lnTo>
                    <a:pt x="43152" y="279262"/>
                  </a:lnTo>
                  <a:lnTo>
                    <a:pt x="46804" y="283175"/>
                  </a:lnTo>
                  <a:lnTo>
                    <a:pt x="50581" y="286969"/>
                  </a:lnTo>
                  <a:lnTo>
                    <a:pt x="54476" y="290641"/>
                  </a:lnTo>
                  <a:lnTo>
                    <a:pt x="58487" y="294186"/>
                  </a:lnTo>
                  <a:lnTo>
                    <a:pt x="62610" y="297600"/>
                  </a:lnTo>
                  <a:lnTo>
                    <a:pt x="66840" y="300881"/>
                  </a:lnTo>
                  <a:lnTo>
                    <a:pt x="71173" y="304025"/>
                  </a:lnTo>
                  <a:lnTo>
                    <a:pt x="75604" y="307029"/>
                  </a:lnTo>
                  <a:lnTo>
                    <a:pt x="80129" y="309889"/>
                  </a:lnTo>
                  <a:lnTo>
                    <a:pt x="84744" y="312602"/>
                  </a:lnTo>
                  <a:lnTo>
                    <a:pt x="89443" y="315167"/>
                  </a:lnTo>
                  <a:lnTo>
                    <a:pt x="94221" y="31757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48093" y="1489739"/>
              <a:ext cx="72945" cy="150412"/>
            </a:xfrm>
            <a:custGeom>
              <a:avLst/>
              <a:pathLst>
                <a:path w="72945" h="150412">
                  <a:moveTo>
                    <a:pt x="0" y="150412"/>
                  </a:moveTo>
                  <a:lnTo>
                    <a:pt x="729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8093" y="1345279"/>
              <a:ext cx="240103" cy="311625"/>
            </a:xfrm>
            <a:custGeom>
              <a:avLst/>
              <a:pathLst>
                <a:path w="240103" h="311625">
                  <a:moveTo>
                    <a:pt x="0" y="294872"/>
                  </a:moveTo>
                  <a:lnTo>
                    <a:pt x="4839" y="297124"/>
                  </a:lnTo>
                  <a:lnTo>
                    <a:pt x="9749" y="299221"/>
                  </a:lnTo>
                  <a:lnTo>
                    <a:pt x="14723" y="301160"/>
                  </a:lnTo>
                  <a:lnTo>
                    <a:pt x="19756" y="302939"/>
                  </a:lnTo>
                  <a:lnTo>
                    <a:pt x="24843" y="304556"/>
                  </a:lnTo>
                  <a:lnTo>
                    <a:pt x="29980" y="306011"/>
                  </a:lnTo>
                  <a:lnTo>
                    <a:pt x="35160" y="307300"/>
                  </a:lnTo>
                  <a:lnTo>
                    <a:pt x="40379" y="308424"/>
                  </a:lnTo>
                  <a:lnTo>
                    <a:pt x="45631" y="309380"/>
                  </a:lnTo>
                  <a:lnTo>
                    <a:pt x="50911" y="310168"/>
                  </a:lnTo>
                  <a:lnTo>
                    <a:pt x="56213" y="310787"/>
                  </a:lnTo>
                  <a:lnTo>
                    <a:pt x="61533" y="311236"/>
                  </a:lnTo>
                  <a:lnTo>
                    <a:pt x="66864" y="311516"/>
                  </a:lnTo>
                  <a:lnTo>
                    <a:pt x="72201" y="311625"/>
                  </a:lnTo>
                  <a:lnTo>
                    <a:pt x="77539" y="311563"/>
                  </a:lnTo>
                  <a:lnTo>
                    <a:pt x="82872" y="311331"/>
                  </a:lnTo>
                  <a:lnTo>
                    <a:pt x="88195" y="310929"/>
                  </a:lnTo>
                  <a:lnTo>
                    <a:pt x="93503" y="310357"/>
                  </a:lnTo>
                  <a:lnTo>
                    <a:pt x="98790" y="309616"/>
                  </a:lnTo>
                  <a:lnTo>
                    <a:pt x="104050" y="308707"/>
                  </a:lnTo>
                  <a:lnTo>
                    <a:pt x="109279" y="307630"/>
                  </a:lnTo>
                  <a:lnTo>
                    <a:pt x="114470" y="306387"/>
                  </a:lnTo>
                  <a:lnTo>
                    <a:pt x="119620" y="304978"/>
                  </a:lnTo>
                  <a:lnTo>
                    <a:pt x="124721" y="303406"/>
                  </a:lnTo>
                  <a:lnTo>
                    <a:pt x="129770" y="301672"/>
                  </a:lnTo>
                  <a:lnTo>
                    <a:pt x="134761" y="299777"/>
                  </a:lnTo>
                  <a:lnTo>
                    <a:pt x="139689" y="297724"/>
                  </a:lnTo>
                  <a:lnTo>
                    <a:pt x="144548" y="295515"/>
                  </a:lnTo>
                  <a:lnTo>
                    <a:pt x="149335" y="293152"/>
                  </a:lnTo>
                  <a:lnTo>
                    <a:pt x="154044" y="290637"/>
                  </a:lnTo>
                  <a:lnTo>
                    <a:pt x="158670" y="287972"/>
                  </a:lnTo>
                  <a:lnTo>
                    <a:pt x="163209" y="285162"/>
                  </a:lnTo>
                  <a:lnTo>
                    <a:pt x="167656" y="282208"/>
                  </a:lnTo>
                  <a:lnTo>
                    <a:pt x="172006" y="279114"/>
                  </a:lnTo>
                  <a:lnTo>
                    <a:pt x="176255" y="275882"/>
                  </a:lnTo>
                  <a:lnTo>
                    <a:pt x="180398" y="272516"/>
                  </a:lnTo>
                  <a:lnTo>
                    <a:pt x="184433" y="269020"/>
                  </a:lnTo>
                  <a:lnTo>
                    <a:pt x="188353" y="265397"/>
                  </a:lnTo>
                  <a:lnTo>
                    <a:pt x="192156" y="261650"/>
                  </a:lnTo>
                  <a:lnTo>
                    <a:pt x="195837" y="257784"/>
                  </a:lnTo>
                  <a:lnTo>
                    <a:pt x="199393" y="253802"/>
                  </a:lnTo>
                  <a:lnTo>
                    <a:pt x="202820" y="249709"/>
                  </a:lnTo>
                  <a:lnTo>
                    <a:pt x="206114" y="245508"/>
                  </a:lnTo>
                  <a:lnTo>
                    <a:pt x="209273" y="241205"/>
                  </a:lnTo>
                  <a:lnTo>
                    <a:pt x="212292" y="236802"/>
                  </a:lnTo>
                  <a:lnTo>
                    <a:pt x="215170" y="232306"/>
                  </a:lnTo>
                  <a:lnTo>
                    <a:pt x="217902" y="227720"/>
                  </a:lnTo>
                  <a:lnTo>
                    <a:pt x="220487" y="223049"/>
                  </a:lnTo>
                  <a:lnTo>
                    <a:pt x="222921" y="218298"/>
                  </a:lnTo>
                  <a:lnTo>
                    <a:pt x="225202" y="213471"/>
                  </a:lnTo>
                  <a:lnTo>
                    <a:pt x="227328" y="208574"/>
                  </a:lnTo>
                  <a:lnTo>
                    <a:pt x="229297" y="203612"/>
                  </a:lnTo>
                  <a:lnTo>
                    <a:pt x="231106" y="198590"/>
                  </a:lnTo>
                  <a:lnTo>
                    <a:pt x="232753" y="193512"/>
                  </a:lnTo>
                  <a:lnTo>
                    <a:pt x="234238" y="188384"/>
                  </a:lnTo>
                  <a:lnTo>
                    <a:pt x="235558" y="183212"/>
                  </a:lnTo>
                  <a:lnTo>
                    <a:pt x="236713" y="178000"/>
                  </a:lnTo>
                  <a:lnTo>
                    <a:pt x="237700" y="172753"/>
                  </a:lnTo>
                  <a:lnTo>
                    <a:pt x="238520" y="167478"/>
                  </a:lnTo>
                  <a:lnTo>
                    <a:pt x="239170" y="162180"/>
                  </a:lnTo>
                  <a:lnTo>
                    <a:pt x="239651" y="156863"/>
                  </a:lnTo>
                  <a:lnTo>
                    <a:pt x="239963" y="151534"/>
                  </a:lnTo>
                  <a:lnTo>
                    <a:pt x="240103" y="146197"/>
                  </a:lnTo>
                  <a:lnTo>
                    <a:pt x="240074" y="140859"/>
                  </a:lnTo>
                  <a:lnTo>
                    <a:pt x="239873" y="135524"/>
                  </a:lnTo>
                  <a:lnTo>
                    <a:pt x="239503" y="130199"/>
                  </a:lnTo>
                  <a:lnTo>
                    <a:pt x="238963" y="124888"/>
                  </a:lnTo>
                  <a:lnTo>
                    <a:pt x="238253" y="119597"/>
                  </a:lnTo>
                  <a:lnTo>
                    <a:pt x="237375" y="114331"/>
                  </a:lnTo>
                  <a:lnTo>
                    <a:pt x="236329" y="109096"/>
                  </a:lnTo>
                  <a:lnTo>
                    <a:pt x="235117" y="103897"/>
                  </a:lnTo>
                  <a:lnTo>
                    <a:pt x="233739" y="98740"/>
                  </a:lnTo>
                  <a:lnTo>
                    <a:pt x="232197" y="93629"/>
                  </a:lnTo>
                  <a:lnTo>
                    <a:pt x="230493" y="88570"/>
                  </a:lnTo>
                  <a:lnTo>
                    <a:pt x="228628" y="83568"/>
                  </a:lnTo>
                  <a:lnTo>
                    <a:pt x="226604" y="78628"/>
                  </a:lnTo>
                  <a:lnTo>
                    <a:pt x="224424" y="73755"/>
                  </a:lnTo>
                  <a:lnTo>
                    <a:pt x="222089" y="68954"/>
                  </a:lnTo>
                  <a:lnTo>
                    <a:pt x="219602" y="64231"/>
                  </a:lnTo>
                  <a:lnTo>
                    <a:pt x="216966" y="59589"/>
                  </a:lnTo>
                  <a:lnTo>
                    <a:pt x="214182" y="55033"/>
                  </a:lnTo>
                  <a:lnTo>
                    <a:pt x="211255" y="50569"/>
                  </a:lnTo>
                  <a:lnTo>
                    <a:pt x="208186" y="46201"/>
                  </a:lnTo>
                  <a:lnTo>
                    <a:pt x="204980" y="41933"/>
                  </a:lnTo>
                  <a:lnTo>
                    <a:pt x="201639" y="37769"/>
                  </a:lnTo>
                  <a:lnTo>
                    <a:pt x="198167" y="33714"/>
                  </a:lnTo>
                  <a:lnTo>
                    <a:pt x="194567" y="29772"/>
                  </a:lnTo>
                  <a:lnTo>
                    <a:pt x="190843" y="25947"/>
                  </a:lnTo>
                  <a:lnTo>
                    <a:pt x="186999" y="22243"/>
                  </a:lnTo>
                  <a:lnTo>
                    <a:pt x="183038" y="18664"/>
                  </a:lnTo>
                  <a:lnTo>
                    <a:pt x="178965" y="15213"/>
                  </a:lnTo>
                  <a:lnTo>
                    <a:pt x="174784" y="11893"/>
                  </a:lnTo>
                  <a:lnTo>
                    <a:pt x="170500" y="8709"/>
                  </a:lnTo>
                  <a:lnTo>
                    <a:pt x="166115" y="5663"/>
                  </a:lnTo>
                  <a:lnTo>
                    <a:pt x="161636" y="2759"/>
                  </a:lnTo>
                  <a:lnTo>
                    <a:pt x="157066" y="0"/>
                  </a:lnTo>
                  <a:lnTo>
                    <a:pt x="72945" y="1444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84121" cy="167167"/>
            </a:xfrm>
            <a:custGeom>
              <a:avLst/>
              <a:pathLst>
                <a:path w="84121" h="167167">
                  <a:moveTo>
                    <a:pt x="84121" y="22707"/>
                  </a:moveTo>
                  <a:lnTo>
                    <a:pt x="78992" y="19840"/>
                  </a:lnTo>
                  <a:lnTo>
                    <a:pt x="73765" y="17155"/>
                  </a:lnTo>
                  <a:lnTo>
                    <a:pt x="68447" y="14655"/>
                  </a:lnTo>
                  <a:lnTo>
                    <a:pt x="63044" y="12343"/>
                  </a:lnTo>
                  <a:lnTo>
                    <a:pt x="57563" y="10223"/>
                  </a:lnTo>
                  <a:lnTo>
                    <a:pt x="52012" y="8297"/>
                  </a:lnTo>
                  <a:lnTo>
                    <a:pt x="46396" y="6567"/>
                  </a:lnTo>
                  <a:lnTo>
                    <a:pt x="40722" y="5035"/>
                  </a:lnTo>
                  <a:lnTo>
                    <a:pt x="34999" y="3704"/>
                  </a:lnTo>
                  <a:lnTo>
                    <a:pt x="29232" y="2575"/>
                  </a:lnTo>
                  <a:lnTo>
                    <a:pt x="23429" y="1650"/>
                  </a:lnTo>
                  <a:lnTo>
                    <a:pt x="17597" y="928"/>
                  </a:lnTo>
                  <a:lnTo>
                    <a:pt x="11743" y="413"/>
                  </a:lnTo>
                  <a:lnTo>
                    <a:pt x="5875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1" y="1071028"/>
              <a:ext cx="167167" cy="267168"/>
            </a:xfrm>
            <a:custGeom>
              <a:avLst/>
              <a:pathLst>
                <a:path w="167167" h="267168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4" y="772"/>
                  </a:lnTo>
                  <a:lnTo>
                    <a:pt x="145789" y="1372"/>
                  </a:lnTo>
                  <a:lnTo>
                    <a:pt x="140486" y="2143"/>
                  </a:lnTo>
                  <a:lnTo>
                    <a:pt x="135210" y="3083"/>
                  </a:lnTo>
                  <a:lnTo>
                    <a:pt x="129967" y="4191"/>
                  </a:lnTo>
                  <a:lnTo>
                    <a:pt x="124762" y="5467"/>
                  </a:lnTo>
                  <a:lnTo>
                    <a:pt x="119601" y="6910"/>
                  </a:lnTo>
                  <a:lnTo>
                    <a:pt x="114488" y="8517"/>
                  </a:lnTo>
                  <a:lnTo>
                    <a:pt x="109430" y="10287"/>
                  </a:lnTo>
                  <a:lnTo>
                    <a:pt x="104431" y="12218"/>
                  </a:lnTo>
                  <a:lnTo>
                    <a:pt x="99497" y="14308"/>
                  </a:lnTo>
                  <a:lnTo>
                    <a:pt x="94632" y="16556"/>
                  </a:lnTo>
                  <a:lnTo>
                    <a:pt x="89842" y="18958"/>
                  </a:lnTo>
                  <a:lnTo>
                    <a:pt x="85131" y="21513"/>
                  </a:lnTo>
                  <a:lnTo>
                    <a:pt x="80504" y="24217"/>
                  </a:lnTo>
                  <a:lnTo>
                    <a:pt x="75967" y="27069"/>
                  </a:lnTo>
                  <a:lnTo>
                    <a:pt x="71523" y="30064"/>
                  </a:lnTo>
                  <a:lnTo>
                    <a:pt x="67178" y="33200"/>
                  </a:lnTo>
                  <a:lnTo>
                    <a:pt x="62935" y="36474"/>
                  </a:lnTo>
                  <a:lnTo>
                    <a:pt x="58799" y="39882"/>
                  </a:lnTo>
                  <a:lnTo>
                    <a:pt x="54775" y="43421"/>
                  </a:lnTo>
                  <a:lnTo>
                    <a:pt x="50866" y="47087"/>
                  </a:lnTo>
                  <a:lnTo>
                    <a:pt x="47077" y="50877"/>
                  </a:lnTo>
                  <a:lnTo>
                    <a:pt x="43412" y="54786"/>
                  </a:lnTo>
                  <a:lnTo>
                    <a:pt x="39873" y="58810"/>
                  </a:lnTo>
                  <a:lnTo>
                    <a:pt x="36465" y="62946"/>
                  </a:lnTo>
                  <a:lnTo>
                    <a:pt x="33192" y="67189"/>
                  </a:lnTo>
                  <a:lnTo>
                    <a:pt x="30056" y="71535"/>
                  </a:lnTo>
                  <a:lnTo>
                    <a:pt x="27061" y="75979"/>
                  </a:lnTo>
                  <a:lnTo>
                    <a:pt x="24210" y="80516"/>
                  </a:lnTo>
                  <a:lnTo>
                    <a:pt x="21506" y="85143"/>
                  </a:lnTo>
                  <a:lnTo>
                    <a:pt x="18952" y="89854"/>
                  </a:lnTo>
                  <a:lnTo>
                    <a:pt x="16550" y="94645"/>
                  </a:lnTo>
                  <a:lnTo>
                    <a:pt x="14303" y="99510"/>
                  </a:lnTo>
                  <a:lnTo>
                    <a:pt x="12213" y="104444"/>
                  </a:lnTo>
                  <a:lnTo>
                    <a:pt x="10282" y="109443"/>
                  </a:lnTo>
                  <a:lnTo>
                    <a:pt x="8512" y="114502"/>
                  </a:lnTo>
                  <a:lnTo>
                    <a:pt x="6906" y="119614"/>
                  </a:lnTo>
                  <a:lnTo>
                    <a:pt x="5464" y="124776"/>
                  </a:lnTo>
                  <a:lnTo>
                    <a:pt x="4188" y="129981"/>
                  </a:lnTo>
                  <a:lnTo>
                    <a:pt x="3080" y="135224"/>
                  </a:lnTo>
                  <a:lnTo>
                    <a:pt x="2140" y="140500"/>
                  </a:lnTo>
                  <a:lnTo>
                    <a:pt x="1370" y="145803"/>
                  </a:lnTo>
                  <a:lnTo>
                    <a:pt x="771" y="151128"/>
                  </a:lnTo>
                  <a:lnTo>
                    <a:pt x="342" y="156470"/>
                  </a:lnTo>
                  <a:lnTo>
                    <a:pt x="85" y="161823"/>
                  </a:lnTo>
                  <a:lnTo>
                    <a:pt x="0" y="167181"/>
                  </a:lnTo>
                  <a:lnTo>
                    <a:pt x="86" y="172539"/>
                  </a:lnTo>
                  <a:lnTo>
                    <a:pt x="344" y="177892"/>
                  </a:lnTo>
                  <a:lnTo>
                    <a:pt x="773" y="183234"/>
                  </a:lnTo>
                  <a:lnTo>
                    <a:pt x="1374" y="188559"/>
                  </a:lnTo>
                  <a:lnTo>
                    <a:pt x="2145" y="193862"/>
                  </a:lnTo>
                  <a:lnTo>
                    <a:pt x="3085" y="199138"/>
                  </a:lnTo>
                  <a:lnTo>
                    <a:pt x="4194" y="204381"/>
                  </a:lnTo>
                  <a:lnTo>
                    <a:pt x="5471" y="209586"/>
                  </a:lnTo>
                  <a:lnTo>
                    <a:pt x="6914" y="214747"/>
                  </a:lnTo>
                  <a:lnTo>
                    <a:pt x="8521" y="219859"/>
                  </a:lnTo>
                  <a:lnTo>
                    <a:pt x="10292" y="224917"/>
                  </a:lnTo>
                  <a:lnTo>
                    <a:pt x="12223" y="229916"/>
                  </a:lnTo>
                  <a:lnTo>
                    <a:pt x="14314" y="234850"/>
                  </a:lnTo>
                  <a:lnTo>
                    <a:pt x="16562" y="239715"/>
                  </a:lnTo>
                  <a:lnTo>
                    <a:pt x="18965" y="244505"/>
                  </a:lnTo>
                  <a:lnTo>
                    <a:pt x="21520" y="249215"/>
                  </a:lnTo>
                  <a:lnTo>
                    <a:pt x="24225" y="253842"/>
                  </a:lnTo>
                  <a:lnTo>
                    <a:pt x="27076" y="258379"/>
                  </a:lnTo>
                  <a:lnTo>
                    <a:pt x="30072" y="262822"/>
                  </a:lnTo>
                  <a:lnTo>
                    <a:pt x="33209" y="26716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1300" y="1238196"/>
              <a:ext cx="133958" cy="100000"/>
            </a:xfrm>
            <a:custGeom>
              <a:avLst/>
              <a:pathLst>
                <a:path w="133958" h="100000">
                  <a:moveTo>
                    <a:pt x="0" y="100000"/>
                  </a:moveTo>
                  <a:lnTo>
                    <a:pt x="13395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1300" y="1179536"/>
              <a:ext cx="301118" cy="225821"/>
            </a:xfrm>
            <a:custGeom>
              <a:avLst/>
              <a:pathLst>
                <a:path w="301118" h="225821">
                  <a:moveTo>
                    <a:pt x="0" y="158660"/>
                  </a:moveTo>
                  <a:lnTo>
                    <a:pt x="3243" y="162864"/>
                  </a:lnTo>
                  <a:lnTo>
                    <a:pt x="6619" y="166963"/>
                  </a:lnTo>
                  <a:lnTo>
                    <a:pt x="10123" y="170953"/>
                  </a:lnTo>
                  <a:lnTo>
                    <a:pt x="13751" y="174829"/>
                  </a:lnTo>
                  <a:lnTo>
                    <a:pt x="17502" y="178588"/>
                  </a:lnTo>
                  <a:lnTo>
                    <a:pt x="21369" y="182226"/>
                  </a:lnTo>
                  <a:lnTo>
                    <a:pt x="25350" y="185740"/>
                  </a:lnTo>
                  <a:lnTo>
                    <a:pt x="29441" y="189125"/>
                  </a:lnTo>
                  <a:lnTo>
                    <a:pt x="33638" y="192379"/>
                  </a:lnTo>
                  <a:lnTo>
                    <a:pt x="37935" y="195497"/>
                  </a:lnTo>
                  <a:lnTo>
                    <a:pt x="42330" y="198478"/>
                  </a:lnTo>
                  <a:lnTo>
                    <a:pt x="46816" y="201318"/>
                  </a:lnTo>
                  <a:lnTo>
                    <a:pt x="51391" y="204013"/>
                  </a:lnTo>
                  <a:lnTo>
                    <a:pt x="56049" y="206562"/>
                  </a:lnTo>
                  <a:lnTo>
                    <a:pt x="60786" y="208962"/>
                  </a:lnTo>
                  <a:lnTo>
                    <a:pt x="65596" y="211210"/>
                  </a:lnTo>
                  <a:lnTo>
                    <a:pt x="70476" y="213304"/>
                  </a:lnTo>
                  <a:lnTo>
                    <a:pt x="75419" y="215242"/>
                  </a:lnTo>
                  <a:lnTo>
                    <a:pt x="80422" y="217023"/>
                  </a:lnTo>
                  <a:lnTo>
                    <a:pt x="85479" y="218643"/>
                  </a:lnTo>
                  <a:lnTo>
                    <a:pt x="90584" y="220102"/>
                  </a:lnTo>
                  <a:lnTo>
                    <a:pt x="95733" y="221398"/>
                  </a:lnTo>
                  <a:lnTo>
                    <a:pt x="100921" y="222530"/>
                  </a:lnTo>
                  <a:lnTo>
                    <a:pt x="106142" y="223497"/>
                  </a:lnTo>
                  <a:lnTo>
                    <a:pt x="111392" y="224297"/>
                  </a:lnTo>
                  <a:lnTo>
                    <a:pt x="116664" y="224930"/>
                  </a:lnTo>
                  <a:lnTo>
                    <a:pt x="121953" y="225395"/>
                  </a:lnTo>
                  <a:lnTo>
                    <a:pt x="127255" y="225692"/>
                  </a:lnTo>
                  <a:lnTo>
                    <a:pt x="132563" y="225821"/>
                  </a:lnTo>
                  <a:lnTo>
                    <a:pt x="137873" y="225781"/>
                  </a:lnTo>
                  <a:lnTo>
                    <a:pt x="143178" y="225572"/>
                  </a:lnTo>
                  <a:lnTo>
                    <a:pt x="148475" y="225195"/>
                  </a:lnTo>
                  <a:lnTo>
                    <a:pt x="153757" y="224650"/>
                  </a:lnTo>
                  <a:lnTo>
                    <a:pt x="159019" y="223938"/>
                  </a:lnTo>
                  <a:lnTo>
                    <a:pt x="164255" y="223058"/>
                  </a:lnTo>
                  <a:lnTo>
                    <a:pt x="169461" y="222013"/>
                  </a:lnTo>
                  <a:lnTo>
                    <a:pt x="174631" y="220803"/>
                  </a:lnTo>
                  <a:lnTo>
                    <a:pt x="179761" y="219430"/>
                  </a:lnTo>
                  <a:lnTo>
                    <a:pt x="184844" y="217894"/>
                  </a:lnTo>
                  <a:lnTo>
                    <a:pt x="189875" y="216197"/>
                  </a:lnTo>
                  <a:lnTo>
                    <a:pt x="194850" y="214342"/>
                  </a:lnTo>
                  <a:lnTo>
                    <a:pt x="199764" y="212330"/>
                  </a:lnTo>
                  <a:lnTo>
                    <a:pt x="204611" y="210162"/>
                  </a:lnTo>
                  <a:lnTo>
                    <a:pt x="209387" y="207842"/>
                  </a:lnTo>
                  <a:lnTo>
                    <a:pt x="214087" y="205371"/>
                  </a:lnTo>
                  <a:lnTo>
                    <a:pt x="218707" y="202752"/>
                  </a:lnTo>
                  <a:lnTo>
                    <a:pt x="223240" y="199988"/>
                  </a:lnTo>
                  <a:lnTo>
                    <a:pt x="227684" y="197081"/>
                  </a:lnTo>
                  <a:lnTo>
                    <a:pt x="232033" y="194034"/>
                  </a:lnTo>
                  <a:lnTo>
                    <a:pt x="236283" y="190851"/>
                  </a:lnTo>
                  <a:lnTo>
                    <a:pt x="240429" y="187534"/>
                  </a:lnTo>
                  <a:lnTo>
                    <a:pt x="244469" y="184088"/>
                  </a:lnTo>
                  <a:lnTo>
                    <a:pt x="248397" y="180515"/>
                  </a:lnTo>
                  <a:lnTo>
                    <a:pt x="252209" y="176819"/>
                  </a:lnTo>
                  <a:lnTo>
                    <a:pt x="255902" y="173004"/>
                  </a:lnTo>
                  <a:lnTo>
                    <a:pt x="259472" y="169073"/>
                  </a:lnTo>
                  <a:lnTo>
                    <a:pt x="262915" y="165031"/>
                  </a:lnTo>
                  <a:lnTo>
                    <a:pt x="266229" y="160882"/>
                  </a:lnTo>
                  <a:lnTo>
                    <a:pt x="269409" y="156629"/>
                  </a:lnTo>
                  <a:lnTo>
                    <a:pt x="272452" y="152278"/>
                  </a:lnTo>
                  <a:lnTo>
                    <a:pt x="275355" y="147832"/>
                  </a:lnTo>
                  <a:lnTo>
                    <a:pt x="278116" y="143296"/>
                  </a:lnTo>
                  <a:lnTo>
                    <a:pt x="280731" y="138675"/>
                  </a:lnTo>
                  <a:lnTo>
                    <a:pt x="283199" y="133973"/>
                  </a:lnTo>
                  <a:lnTo>
                    <a:pt x="285515" y="129195"/>
                  </a:lnTo>
                  <a:lnTo>
                    <a:pt x="287679" y="124346"/>
                  </a:lnTo>
                  <a:lnTo>
                    <a:pt x="289688" y="119431"/>
                  </a:lnTo>
                  <a:lnTo>
                    <a:pt x="291539" y="114454"/>
                  </a:lnTo>
                  <a:lnTo>
                    <a:pt x="293232" y="109422"/>
                  </a:lnTo>
                  <a:lnTo>
                    <a:pt x="294764" y="104337"/>
                  </a:lnTo>
                  <a:lnTo>
                    <a:pt x="296133" y="99207"/>
                  </a:lnTo>
                  <a:lnTo>
                    <a:pt x="297339" y="94036"/>
                  </a:lnTo>
                  <a:lnTo>
                    <a:pt x="298380" y="88829"/>
                  </a:lnTo>
                  <a:lnTo>
                    <a:pt x="299256" y="83592"/>
                  </a:lnTo>
                  <a:lnTo>
                    <a:pt x="299964" y="78330"/>
                  </a:lnTo>
                  <a:lnTo>
                    <a:pt x="300505" y="73047"/>
                  </a:lnTo>
                  <a:lnTo>
                    <a:pt x="300878" y="67751"/>
                  </a:lnTo>
                  <a:lnTo>
                    <a:pt x="301082" y="62445"/>
                  </a:lnTo>
                  <a:lnTo>
                    <a:pt x="301118" y="57135"/>
                  </a:lnTo>
                  <a:lnTo>
                    <a:pt x="300986" y="51827"/>
                  </a:lnTo>
                  <a:lnTo>
                    <a:pt x="300684" y="46525"/>
                  </a:lnTo>
                  <a:lnTo>
                    <a:pt x="300215" y="41236"/>
                  </a:lnTo>
                  <a:lnTo>
                    <a:pt x="299578" y="35965"/>
                  </a:lnTo>
                  <a:lnTo>
                    <a:pt x="298773" y="30716"/>
                  </a:lnTo>
                  <a:lnTo>
                    <a:pt x="297803" y="25496"/>
                  </a:lnTo>
                  <a:lnTo>
                    <a:pt x="296667" y="20309"/>
                  </a:lnTo>
                  <a:lnTo>
                    <a:pt x="295367" y="15160"/>
                  </a:lnTo>
                  <a:lnTo>
                    <a:pt x="293904" y="10056"/>
                  </a:lnTo>
                  <a:lnTo>
                    <a:pt x="292279" y="5001"/>
                  </a:lnTo>
                  <a:lnTo>
                    <a:pt x="290495" y="0"/>
                  </a:lnTo>
                  <a:lnTo>
                    <a:pt x="133958" y="586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6537" cy="167167"/>
            </a:xfrm>
            <a:custGeom>
              <a:avLst/>
              <a:pathLst>
                <a:path w="156537" h="167167">
                  <a:moveTo>
                    <a:pt x="156537" y="108507"/>
                  </a:moveTo>
                  <a:lnTo>
                    <a:pt x="154531" y="103411"/>
                  </a:lnTo>
                  <a:lnTo>
                    <a:pt x="152360" y="98383"/>
                  </a:lnTo>
                  <a:lnTo>
                    <a:pt x="150025" y="93429"/>
                  </a:lnTo>
                  <a:lnTo>
                    <a:pt x="147529" y="88554"/>
                  </a:lnTo>
                  <a:lnTo>
                    <a:pt x="144874" y="83763"/>
                  </a:lnTo>
                  <a:lnTo>
                    <a:pt x="142065" y="79062"/>
                  </a:lnTo>
                  <a:lnTo>
                    <a:pt x="139102" y="74456"/>
                  </a:lnTo>
                  <a:lnTo>
                    <a:pt x="135991" y="69949"/>
                  </a:lnTo>
                  <a:lnTo>
                    <a:pt x="132733" y="65546"/>
                  </a:lnTo>
                  <a:lnTo>
                    <a:pt x="129333" y="61253"/>
                  </a:lnTo>
                  <a:lnTo>
                    <a:pt x="125794" y="57073"/>
                  </a:lnTo>
                  <a:lnTo>
                    <a:pt x="122120" y="53011"/>
                  </a:lnTo>
                  <a:lnTo>
                    <a:pt x="118315" y="49072"/>
                  </a:lnTo>
                  <a:lnTo>
                    <a:pt x="114383" y="45259"/>
                  </a:lnTo>
                  <a:lnTo>
                    <a:pt x="110328" y="41578"/>
                  </a:lnTo>
                  <a:lnTo>
                    <a:pt x="106155" y="38031"/>
                  </a:lnTo>
                  <a:lnTo>
                    <a:pt x="101868" y="34623"/>
                  </a:lnTo>
                  <a:lnTo>
                    <a:pt x="97471" y="31357"/>
                  </a:lnTo>
                  <a:lnTo>
                    <a:pt x="92970" y="28237"/>
                  </a:lnTo>
                  <a:lnTo>
                    <a:pt x="88369" y="25266"/>
                  </a:lnTo>
                  <a:lnTo>
                    <a:pt x="83673" y="22448"/>
                  </a:lnTo>
                  <a:lnTo>
                    <a:pt x="78888" y="19784"/>
                  </a:lnTo>
                  <a:lnTo>
                    <a:pt x="74017" y="17279"/>
                  </a:lnTo>
                  <a:lnTo>
                    <a:pt x="69068" y="14935"/>
                  </a:lnTo>
                  <a:lnTo>
                    <a:pt x="64044" y="12754"/>
                  </a:lnTo>
                  <a:lnTo>
                    <a:pt x="58951" y="10739"/>
                  </a:lnTo>
                  <a:lnTo>
                    <a:pt x="53795" y="8892"/>
                  </a:lnTo>
                  <a:lnTo>
                    <a:pt x="48582" y="7215"/>
                  </a:lnTo>
                  <a:lnTo>
                    <a:pt x="43316" y="5709"/>
                  </a:lnTo>
                  <a:lnTo>
                    <a:pt x="38003" y="4377"/>
                  </a:lnTo>
                  <a:lnTo>
                    <a:pt x="32650" y="3219"/>
                  </a:lnTo>
                  <a:lnTo>
                    <a:pt x="27262" y="2238"/>
                  </a:lnTo>
                  <a:lnTo>
                    <a:pt x="21845" y="1433"/>
                  </a:lnTo>
                  <a:lnTo>
                    <a:pt x="16404" y="806"/>
                  </a:lnTo>
                  <a:lnTo>
                    <a:pt x="10946" y="358"/>
                  </a:lnTo>
                  <a:lnTo>
                    <a:pt x="547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049" y="941493"/>
              <a:ext cx="86494" cy="167167"/>
            </a:xfrm>
            <a:custGeom>
              <a:avLst/>
              <a:pathLst>
                <a:path w="86494" h="167167">
                  <a:moveTo>
                    <a:pt x="86494" y="0"/>
                  </a:moveTo>
                  <a:lnTo>
                    <a:pt x="80813" y="96"/>
                  </a:lnTo>
                  <a:lnTo>
                    <a:pt x="75139" y="386"/>
                  </a:lnTo>
                  <a:lnTo>
                    <a:pt x="69478" y="868"/>
                  </a:lnTo>
                  <a:lnTo>
                    <a:pt x="63837" y="1542"/>
                  </a:lnTo>
                  <a:lnTo>
                    <a:pt x="58221" y="2408"/>
                  </a:lnTo>
                  <a:lnTo>
                    <a:pt x="52639" y="3464"/>
                  </a:lnTo>
                  <a:lnTo>
                    <a:pt x="47095" y="4709"/>
                  </a:lnTo>
                  <a:lnTo>
                    <a:pt x="41597" y="6141"/>
                  </a:lnTo>
                  <a:lnTo>
                    <a:pt x="36151" y="7760"/>
                  </a:lnTo>
                  <a:lnTo>
                    <a:pt x="30763" y="9563"/>
                  </a:lnTo>
                  <a:lnTo>
                    <a:pt x="25440" y="11548"/>
                  </a:lnTo>
                  <a:lnTo>
                    <a:pt x="20187" y="13713"/>
                  </a:lnTo>
                  <a:lnTo>
                    <a:pt x="15010" y="16055"/>
                  </a:lnTo>
                  <a:lnTo>
                    <a:pt x="9916" y="18571"/>
                  </a:lnTo>
                  <a:lnTo>
                    <a:pt x="4911" y="21259"/>
                  </a:lnTo>
                  <a:lnTo>
                    <a:pt x="0" y="24116"/>
                  </a:lnTo>
                  <a:lnTo>
                    <a:pt x="8649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7049" y="965609"/>
              <a:ext cx="86494" cy="143051"/>
            </a:xfrm>
            <a:custGeom>
              <a:avLst/>
              <a:pathLst>
                <a:path w="86494" h="143051">
                  <a:moveTo>
                    <a:pt x="0" y="0"/>
                  </a:moveTo>
                  <a:lnTo>
                    <a:pt x="86494" y="143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8" y="946730"/>
              <a:ext cx="334309" cy="329096"/>
            </a:xfrm>
            <a:custGeom>
              <a:avLst/>
              <a:pathLst>
                <a:path w="334309" h="329096">
                  <a:moveTo>
                    <a:pt x="80661" y="18878"/>
                  </a:moveTo>
                  <a:lnTo>
                    <a:pt x="76167" y="21694"/>
                  </a:lnTo>
                  <a:lnTo>
                    <a:pt x="71764" y="24651"/>
                  </a:lnTo>
                  <a:lnTo>
                    <a:pt x="67458" y="27745"/>
                  </a:lnTo>
                  <a:lnTo>
                    <a:pt x="63252" y="30975"/>
                  </a:lnTo>
                  <a:lnTo>
                    <a:pt x="59150" y="34337"/>
                  </a:lnTo>
                  <a:lnTo>
                    <a:pt x="55157" y="37827"/>
                  </a:lnTo>
                  <a:lnTo>
                    <a:pt x="51277" y="41442"/>
                  </a:lnTo>
                  <a:lnTo>
                    <a:pt x="47514" y="45178"/>
                  </a:lnTo>
                  <a:lnTo>
                    <a:pt x="43871" y="49032"/>
                  </a:lnTo>
                  <a:lnTo>
                    <a:pt x="40352" y="52999"/>
                  </a:lnTo>
                  <a:lnTo>
                    <a:pt x="36960" y="57076"/>
                  </a:lnTo>
                  <a:lnTo>
                    <a:pt x="33700" y="61259"/>
                  </a:lnTo>
                  <a:lnTo>
                    <a:pt x="30574" y="65542"/>
                  </a:lnTo>
                  <a:lnTo>
                    <a:pt x="27585" y="69923"/>
                  </a:lnTo>
                  <a:lnTo>
                    <a:pt x="24737" y="74397"/>
                  </a:lnTo>
                  <a:lnTo>
                    <a:pt x="22032" y="78958"/>
                  </a:lnTo>
                  <a:lnTo>
                    <a:pt x="19474" y="83603"/>
                  </a:lnTo>
                  <a:lnTo>
                    <a:pt x="17063" y="88327"/>
                  </a:lnTo>
                  <a:lnTo>
                    <a:pt x="14804" y="93125"/>
                  </a:lnTo>
                  <a:lnTo>
                    <a:pt x="12698" y="97992"/>
                  </a:lnTo>
                  <a:lnTo>
                    <a:pt x="10748" y="102923"/>
                  </a:lnTo>
                  <a:lnTo>
                    <a:pt x="8955" y="107914"/>
                  </a:lnTo>
                  <a:lnTo>
                    <a:pt x="7321" y="112959"/>
                  </a:lnTo>
                  <a:lnTo>
                    <a:pt x="5849" y="118054"/>
                  </a:lnTo>
                  <a:lnTo>
                    <a:pt x="4538" y="123192"/>
                  </a:lnTo>
                  <a:lnTo>
                    <a:pt x="3391" y="128370"/>
                  </a:lnTo>
                  <a:lnTo>
                    <a:pt x="2409" y="133581"/>
                  </a:lnTo>
                  <a:lnTo>
                    <a:pt x="1593" y="138821"/>
                  </a:lnTo>
                  <a:lnTo>
                    <a:pt x="943" y="144084"/>
                  </a:lnTo>
                  <a:lnTo>
                    <a:pt x="461" y="149366"/>
                  </a:lnTo>
                  <a:lnTo>
                    <a:pt x="146" y="154659"/>
                  </a:lnTo>
                  <a:lnTo>
                    <a:pt x="0" y="159960"/>
                  </a:lnTo>
                  <a:lnTo>
                    <a:pt x="21" y="165263"/>
                  </a:lnTo>
                  <a:lnTo>
                    <a:pt x="211" y="170563"/>
                  </a:lnTo>
                  <a:lnTo>
                    <a:pt x="569" y="175854"/>
                  </a:lnTo>
                  <a:lnTo>
                    <a:pt x="1094" y="181131"/>
                  </a:lnTo>
                  <a:lnTo>
                    <a:pt x="1787" y="186389"/>
                  </a:lnTo>
                  <a:lnTo>
                    <a:pt x="2646" y="191622"/>
                  </a:lnTo>
                  <a:lnTo>
                    <a:pt x="3671" y="196825"/>
                  </a:lnTo>
                  <a:lnTo>
                    <a:pt x="4860" y="201993"/>
                  </a:lnTo>
                  <a:lnTo>
                    <a:pt x="6212" y="207121"/>
                  </a:lnTo>
                  <a:lnTo>
                    <a:pt x="7727" y="212203"/>
                  </a:lnTo>
                  <a:lnTo>
                    <a:pt x="9402" y="217235"/>
                  </a:lnTo>
                  <a:lnTo>
                    <a:pt x="11235" y="222211"/>
                  </a:lnTo>
                  <a:lnTo>
                    <a:pt x="13226" y="227126"/>
                  </a:lnTo>
                  <a:lnTo>
                    <a:pt x="15371" y="231976"/>
                  </a:lnTo>
                  <a:lnTo>
                    <a:pt x="17669" y="236755"/>
                  </a:lnTo>
                  <a:lnTo>
                    <a:pt x="20118" y="241459"/>
                  </a:lnTo>
                  <a:lnTo>
                    <a:pt x="22715" y="246083"/>
                  </a:lnTo>
                  <a:lnTo>
                    <a:pt x="25457" y="250623"/>
                  </a:lnTo>
                  <a:lnTo>
                    <a:pt x="28341" y="255072"/>
                  </a:lnTo>
                  <a:lnTo>
                    <a:pt x="31366" y="259429"/>
                  </a:lnTo>
                  <a:lnTo>
                    <a:pt x="34527" y="263687"/>
                  </a:lnTo>
                  <a:lnTo>
                    <a:pt x="37821" y="267843"/>
                  </a:lnTo>
                  <a:lnTo>
                    <a:pt x="41246" y="271892"/>
                  </a:lnTo>
                  <a:lnTo>
                    <a:pt x="44797" y="275830"/>
                  </a:lnTo>
                  <a:lnTo>
                    <a:pt x="48471" y="279654"/>
                  </a:lnTo>
                  <a:lnTo>
                    <a:pt x="52265" y="283359"/>
                  </a:lnTo>
                  <a:lnTo>
                    <a:pt x="56175" y="286942"/>
                  </a:lnTo>
                  <a:lnTo>
                    <a:pt x="60196" y="290400"/>
                  </a:lnTo>
                  <a:lnTo>
                    <a:pt x="64325" y="293728"/>
                  </a:lnTo>
                  <a:lnTo>
                    <a:pt x="68557" y="296923"/>
                  </a:lnTo>
                  <a:lnTo>
                    <a:pt x="72888" y="299983"/>
                  </a:lnTo>
                  <a:lnTo>
                    <a:pt x="77315" y="302903"/>
                  </a:lnTo>
                  <a:lnTo>
                    <a:pt x="81832" y="305682"/>
                  </a:lnTo>
                  <a:lnTo>
                    <a:pt x="86434" y="308316"/>
                  </a:lnTo>
                  <a:lnTo>
                    <a:pt x="91118" y="310803"/>
                  </a:lnTo>
                  <a:lnTo>
                    <a:pt x="95879" y="313140"/>
                  </a:lnTo>
                  <a:lnTo>
                    <a:pt x="100711" y="315325"/>
                  </a:lnTo>
                  <a:lnTo>
                    <a:pt x="105610" y="317355"/>
                  </a:lnTo>
                  <a:lnTo>
                    <a:pt x="110571" y="319229"/>
                  </a:lnTo>
                  <a:lnTo>
                    <a:pt x="115589" y="320945"/>
                  </a:lnTo>
                  <a:lnTo>
                    <a:pt x="120659" y="322500"/>
                  </a:lnTo>
                  <a:lnTo>
                    <a:pt x="125775" y="323894"/>
                  </a:lnTo>
                  <a:lnTo>
                    <a:pt x="130934" y="325125"/>
                  </a:lnTo>
                  <a:lnTo>
                    <a:pt x="136128" y="326192"/>
                  </a:lnTo>
                  <a:lnTo>
                    <a:pt x="141354" y="327094"/>
                  </a:lnTo>
                  <a:lnTo>
                    <a:pt x="146606" y="327829"/>
                  </a:lnTo>
                  <a:lnTo>
                    <a:pt x="151879" y="328397"/>
                  </a:lnTo>
                  <a:lnTo>
                    <a:pt x="157167" y="328798"/>
                  </a:lnTo>
                  <a:lnTo>
                    <a:pt x="162465" y="329031"/>
                  </a:lnTo>
                  <a:lnTo>
                    <a:pt x="167767" y="329096"/>
                  </a:lnTo>
                  <a:lnTo>
                    <a:pt x="173069" y="328992"/>
                  </a:lnTo>
                  <a:lnTo>
                    <a:pt x="178366" y="328721"/>
                  </a:lnTo>
                  <a:lnTo>
                    <a:pt x="183650" y="328281"/>
                  </a:lnTo>
                  <a:lnTo>
                    <a:pt x="188919" y="327674"/>
                  </a:lnTo>
                  <a:lnTo>
                    <a:pt x="194165" y="326900"/>
                  </a:lnTo>
                  <a:lnTo>
                    <a:pt x="199384" y="325961"/>
                  </a:lnTo>
                  <a:lnTo>
                    <a:pt x="204571" y="324856"/>
                  </a:lnTo>
                  <a:lnTo>
                    <a:pt x="209720" y="323587"/>
                  </a:lnTo>
                  <a:lnTo>
                    <a:pt x="214826" y="322156"/>
                  </a:lnTo>
                  <a:lnTo>
                    <a:pt x="219885" y="320563"/>
                  </a:lnTo>
                  <a:lnTo>
                    <a:pt x="224890" y="318811"/>
                  </a:lnTo>
                  <a:lnTo>
                    <a:pt x="229837" y="316900"/>
                  </a:lnTo>
                  <a:lnTo>
                    <a:pt x="234721" y="314834"/>
                  </a:lnTo>
                  <a:lnTo>
                    <a:pt x="239537" y="312614"/>
                  </a:lnTo>
                  <a:lnTo>
                    <a:pt x="244280" y="310242"/>
                  </a:lnTo>
                  <a:lnTo>
                    <a:pt x="248946" y="307721"/>
                  </a:lnTo>
                  <a:lnTo>
                    <a:pt x="253529" y="305054"/>
                  </a:lnTo>
                  <a:lnTo>
                    <a:pt x="258026" y="302242"/>
                  </a:lnTo>
                  <a:lnTo>
                    <a:pt x="262430" y="299289"/>
                  </a:lnTo>
                  <a:lnTo>
                    <a:pt x="266739" y="296198"/>
                  </a:lnTo>
                  <a:lnTo>
                    <a:pt x="270948" y="292971"/>
                  </a:lnTo>
                  <a:lnTo>
                    <a:pt x="275053" y="289613"/>
                  </a:lnTo>
                  <a:lnTo>
                    <a:pt x="279048" y="286126"/>
                  </a:lnTo>
                  <a:lnTo>
                    <a:pt x="282932" y="282515"/>
                  </a:lnTo>
                  <a:lnTo>
                    <a:pt x="286698" y="278782"/>
                  </a:lnTo>
                  <a:lnTo>
                    <a:pt x="290345" y="274931"/>
                  </a:lnTo>
                  <a:lnTo>
                    <a:pt x="293867" y="270967"/>
                  </a:lnTo>
                  <a:lnTo>
                    <a:pt x="297262" y="266893"/>
                  </a:lnTo>
                  <a:lnTo>
                    <a:pt x="300526" y="262713"/>
                  </a:lnTo>
                  <a:lnTo>
                    <a:pt x="303655" y="258432"/>
                  </a:lnTo>
                  <a:lnTo>
                    <a:pt x="306648" y="254054"/>
                  </a:lnTo>
                  <a:lnTo>
                    <a:pt x="309500" y="249583"/>
                  </a:lnTo>
                  <a:lnTo>
                    <a:pt x="312208" y="245023"/>
                  </a:lnTo>
                  <a:lnTo>
                    <a:pt x="314771" y="240381"/>
                  </a:lnTo>
                  <a:lnTo>
                    <a:pt x="317185" y="235659"/>
                  </a:lnTo>
                  <a:lnTo>
                    <a:pt x="319448" y="230863"/>
                  </a:lnTo>
                  <a:lnTo>
                    <a:pt x="321558" y="225998"/>
                  </a:lnTo>
                  <a:lnTo>
                    <a:pt x="323513" y="221068"/>
                  </a:lnTo>
                  <a:lnTo>
                    <a:pt x="325310" y="216078"/>
                  </a:lnTo>
                  <a:lnTo>
                    <a:pt x="326948" y="211035"/>
                  </a:lnTo>
                  <a:lnTo>
                    <a:pt x="328425" y="205941"/>
                  </a:lnTo>
                  <a:lnTo>
                    <a:pt x="329740" y="200804"/>
                  </a:lnTo>
                  <a:lnTo>
                    <a:pt x="330891" y="195627"/>
                  </a:lnTo>
                  <a:lnTo>
                    <a:pt x="331878" y="190417"/>
                  </a:lnTo>
                  <a:lnTo>
                    <a:pt x="332698" y="185177"/>
                  </a:lnTo>
                  <a:lnTo>
                    <a:pt x="333352" y="179915"/>
                  </a:lnTo>
                  <a:lnTo>
                    <a:pt x="333839" y="174634"/>
                  </a:lnTo>
                  <a:lnTo>
                    <a:pt x="334158" y="169341"/>
                  </a:lnTo>
                  <a:lnTo>
                    <a:pt x="334309" y="164040"/>
                  </a:lnTo>
                  <a:lnTo>
                    <a:pt x="334292" y="158737"/>
                  </a:lnTo>
                  <a:lnTo>
                    <a:pt x="334107" y="153437"/>
                  </a:lnTo>
                  <a:lnTo>
                    <a:pt x="333754" y="148145"/>
                  </a:lnTo>
                  <a:lnTo>
                    <a:pt x="333232" y="142868"/>
                  </a:lnTo>
                  <a:lnTo>
                    <a:pt x="332544" y="137610"/>
                  </a:lnTo>
                  <a:lnTo>
                    <a:pt x="331690" y="132376"/>
                  </a:lnTo>
                  <a:lnTo>
                    <a:pt x="330669" y="127172"/>
                  </a:lnTo>
                  <a:lnTo>
                    <a:pt x="329485" y="122003"/>
                  </a:lnTo>
                  <a:lnTo>
                    <a:pt x="328137" y="116874"/>
                  </a:lnTo>
                  <a:lnTo>
                    <a:pt x="326626" y="111790"/>
                  </a:lnTo>
                  <a:lnTo>
                    <a:pt x="324956" y="106757"/>
                  </a:lnTo>
                  <a:lnTo>
                    <a:pt x="323126" y="101780"/>
                  </a:lnTo>
                  <a:lnTo>
                    <a:pt x="321140" y="96863"/>
                  </a:lnTo>
                  <a:lnTo>
                    <a:pt x="318999" y="92011"/>
                  </a:lnTo>
                  <a:lnTo>
                    <a:pt x="316704" y="87230"/>
                  </a:lnTo>
                  <a:lnTo>
                    <a:pt x="314260" y="82524"/>
                  </a:lnTo>
                  <a:lnTo>
                    <a:pt x="311667" y="77898"/>
                  </a:lnTo>
                  <a:lnTo>
                    <a:pt x="308929" y="73356"/>
                  </a:lnTo>
                  <a:lnTo>
                    <a:pt x="306048" y="68904"/>
                  </a:lnTo>
                  <a:lnTo>
                    <a:pt x="303027" y="64545"/>
                  </a:lnTo>
                  <a:lnTo>
                    <a:pt x="299870" y="60284"/>
                  </a:lnTo>
                  <a:lnTo>
                    <a:pt x="296579" y="56126"/>
                  </a:lnTo>
                  <a:lnTo>
                    <a:pt x="293158" y="52074"/>
                  </a:lnTo>
                  <a:lnTo>
                    <a:pt x="289610" y="48132"/>
                  </a:lnTo>
                  <a:lnTo>
                    <a:pt x="285939" y="44305"/>
                  </a:lnTo>
                  <a:lnTo>
                    <a:pt x="282148" y="40597"/>
                  </a:lnTo>
                  <a:lnTo>
                    <a:pt x="278242" y="37010"/>
                  </a:lnTo>
                  <a:lnTo>
                    <a:pt x="274223" y="33550"/>
                  </a:lnTo>
                  <a:lnTo>
                    <a:pt x="270097" y="30218"/>
                  </a:lnTo>
                  <a:lnTo>
                    <a:pt x="265868" y="27019"/>
                  </a:lnTo>
                  <a:lnTo>
                    <a:pt x="261539" y="23956"/>
                  </a:lnTo>
                  <a:lnTo>
                    <a:pt x="257115" y="21031"/>
                  </a:lnTo>
                  <a:lnTo>
                    <a:pt x="252600" y="18249"/>
                  </a:lnTo>
                  <a:lnTo>
                    <a:pt x="248000" y="15611"/>
                  </a:lnTo>
                  <a:lnTo>
                    <a:pt x="243318" y="13120"/>
                  </a:lnTo>
                  <a:lnTo>
                    <a:pt x="238560" y="10779"/>
                  </a:lnTo>
                  <a:lnTo>
                    <a:pt x="233729" y="8590"/>
                  </a:lnTo>
                  <a:lnTo>
                    <a:pt x="228832" y="6556"/>
                  </a:lnTo>
                  <a:lnTo>
                    <a:pt x="223873" y="4678"/>
                  </a:lnTo>
                  <a:lnTo>
                    <a:pt x="218856" y="2958"/>
                  </a:lnTo>
                  <a:lnTo>
                    <a:pt x="213788" y="1398"/>
                  </a:lnTo>
                  <a:lnTo>
                    <a:pt x="208672" y="0"/>
                  </a:lnTo>
                  <a:lnTo>
                    <a:pt x="167155" y="1619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1516" cy="167167"/>
            </a:xfrm>
            <a:custGeom>
              <a:avLst/>
              <a:pathLst>
                <a:path w="41516" h="167167">
                  <a:moveTo>
                    <a:pt x="41516" y="5237"/>
                  </a:moveTo>
                  <a:lnTo>
                    <a:pt x="34708" y="3642"/>
                  </a:lnTo>
                  <a:lnTo>
                    <a:pt x="27840" y="2334"/>
                  </a:lnTo>
                  <a:lnTo>
                    <a:pt x="20922" y="1314"/>
                  </a:lnTo>
                  <a:lnTo>
                    <a:pt x="13969" y="584"/>
                  </a:lnTo>
                  <a:lnTo>
                    <a:pt x="6990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178" y="941493"/>
              <a:ext cx="48037" cy="167167"/>
            </a:xfrm>
            <a:custGeom>
              <a:avLst/>
              <a:pathLst>
                <a:path w="48037" h="167167">
                  <a:moveTo>
                    <a:pt x="48037" y="0"/>
                  </a:moveTo>
                  <a:lnTo>
                    <a:pt x="41947" y="110"/>
                  </a:lnTo>
                  <a:lnTo>
                    <a:pt x="35866" y="443"/>
                  </a:lnTo>
                  <a:lnTo>
                    <a:pt x="29801" y="997"/>
                  </a:lnTo>
                  <a:lnTo>
                    <a:pt x="23761" y="1772"/>
                  </a:lnTo>
                  <a:lnTo>
                    <a:pt x="17752" y="2766"/>
                  </a:lnTo>
                  <a:lnTo>
                    <a:pt x="11784" y="3978"/>
                  </a:lnTo>
                  <a:lnTo>
                    <a:pt x="5864" y="5407"/>
                  </a:lnTo>
                  <a:lnTo>
                    <a:pt x="0" y="7050"/>
                  </a:lnTo>
                  <a:lnTo>
                    <a:pt x="4803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8178" y="948543"/>
              <a:ext cx="48037" cy="160116"/>
            </a:xfrm>
            <a:custGeom>
              <a:avLst/>
              <a:pathLst>
                <a:path w="48037" h="160116">
                  <a:moveTo>
                    <a:pt x="0" y="0"/>
                  </a:moveTo>
                  <a:lnTo>
                    <a:pt x="48037" y="160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8" y="948543"/>
              <a:ext cx="167167" cy="327195"/>
            </a:xfrm>
            <a:custGeom>
              <a:avLst/>
              <a:pathLst>
                <a:path w="167167" h="327195">
                  <a:moveTo>
                    <a:pt x="119130" y="0"/>
                  </a:moveTo>
                  <a:lnTo>
                    <a:pt x="114029" y="1619"/>
                  </a:lnTo>
                  <a:lnTo>
                    <a:pt x="108982" y="3402"/>
                  </a:lnTo>
                  <a:lnTo>
                    <a:pt x="103995" y="5345"/>
                  </a:lnTo>
                  <a:lnTo>
                    <a:pt x="99073" y="7446"/>
                  </a:lnTo>
                  <a:lnTo>
                    <a:pt x="94220" y="9704"/>
                  </a:lnTo>
                  <a:lnTo>
                    <a:pt x="89442" y="12117"/>
                  </a:lnTo>
                  <a:lnTo>
                    <a:pt x="84744" y="14681"/>
                  </a:lnTo>
                  <a:lnTo>
                    <a:pt x="80131" y="17394"/>
                  </a:lnTo>
                  <a:lnTo>
                    <a:pt x="75606" y="20253"/>
                  </a:lnTo>
                  <a:lnTo>
                    <a:pt x="71176" y="23256"/>
                  </a:lnTo>
                  <a:lnTo>
                    <a:pt x="66844" y="26399"/>
                  </a:lnTo>
                  <a:lnTo>
                    <a:pt x="62615" y="29679"/>
                  </a:lnTo>
                  <a:lnTo>
                    <a:pt x="58493" y="33093"/>
                  </a:lnTo>
                  <a:lnTo>
                    <a:pt x="54482" y="36637"/>
                  </a:lnTo>
                  <a:lnTo>
                    <a:pt x="50587" y="40308"/>
                  </a:lnTo>
                  <a:lnTo>
                    <a:pt x="46811" y="44101"/>
                  </a:lnTo>
                  <a:lnTo>
                    <a:pt x="43159" y="48014"/>
                  </a:lnTo>
                  <a:lnTo>
                    <a:pt x="39634" y="52041"/>
                  </a:lnTo>
                  <a:lnTo>
                    <a:pt x="36239" y="56179"/>
                  </a:lnTo>
                  <a:lnTo>
                    <a:pt x="32979" y="60424"/>
                  </a:lnTo>
                  <a:lnTo>
                    <a:pt x="29857" y="64770"/>
                  </a:lnTo>
                  <a:lnTo>
                    <a:pt x="26875" y="69215"/>
                  </a:lnTo>
                  <a:lnTo>
                    <a:pt x="24037" y="73753"/>
                  </a:lnTo>
                  <a:lnTo>
                    <a:pt x="21345" y="78379"/>
                  </a:lnTo>
                  <a:lnTo>
                    <a:pt x="18803" y="83089"/>
                  </a:lnTo>
                  <a:lnTo>
                    <a:pt x="16413" y="87878"/>
                  </a:lnTo>
                  <a:lnTo>
                    <a:pt x="14178" y="92741"/>
                  </a:lnTo>
                  <a:lnTo>
                    <a:pt x="12100" y="97673"/>
                  </a:lnTo>
                  <a:lnTo>
                    <a:pt x="10180" y="102669"/>
                  </a:lnTo>
                  <a:lnTo>
                    <a:pt x="8422" y="107724"/>
                  </a:lnTo>
                  <a:lnTo>
                    <a:pt x="6826" y="112833"/>
                  </a:lnTo>
                  <a:lnTo>
                    <a:pt x="5394" y="117990"/>
                  </a:lnTo>
                  <a:lnTo>
                    <a:pt x="4129" y="123190"/>
                  </a:lnTo>
                  <a:lnTo>
                    <a:pt x="3030" y="128429"/>
                  </a:lnTo>
                  <a:lnTo>
                    <a:pt x="2100" y="133699"/>
                  </a:lnTo>
                  <a:lnTo>
                    <a:pt x="1339" y="138997"/>
                  </a:lnTo>
                  <a:lnTo>
                    <a:pt x="748" y="144316"/>
                  </a:lnTo>
                  <a:lnTo>
                    <a:pt x="327" y="149652"/>
                  </a:lnTo>
                  <a:lnTo>
                    <a:pt x="78" y="154998"/>
                  </a:lnTo>
                  <a:lnTo>
                    <a:pt x="0" y="160350"/>
                  </a:lnTo>
                  <a:lnTo>
                    <a:pt x="93" y="165701"/>
                  </a:lnTo>
                  <a:lnTo>
                    <a:pt x="357" y="171047"/>
                  </a:lnTo>
                  <a:lnTo>
                    <a:pt x="793" y="176381"/>
                  </a:lnTo>
                  <a:lnTo>
                    <a:pt x="1398" y="181699"/>
                  </a:lnTo>
                  <a:lnTo>
                    <a:pt x="2174" y="186995"/>
                  </a:lnTo>
                  <a:lnTo>
                    <a:pt x="3119" y="192263"/>
                  </a:lnTo>
                  <a:lnTo>
                    <a:pt x="4233" y="197498"/>
                  </a:lnTo>
                  <a:lnTo>
                    <a:pt x="5513" y="202695"/>
                  </a:lnTo>
                  <a:lnTo>
                    <a:pt x="6959" y="207848"/>
                  </a:lnTo>
                  <a:lnTo>
                    <a:pt x="8569" y="212952"/>
                  </a:lnTo>
                  <a:lnTo>
                    <a:pt x="10341" y="218002"/>
                  </a:lnTo>
                  <a:lnTo>
                    <a:pt x="12275" y="222993"/>
                  </a:lnTo>
                  <a:lnTo>
                    <a:pt x="14367" y="227919"/>
                  </a:lnTo>
                  <a:lnTo>
                    <a:pt x="16616" y="232776"/>
                  </a:lnTo>
                  <a:lnTo>
                    <a:pt x="19019" y="237558"/>
                  </a:lnTo>
                  <a:lnTo>
                    <a:pt x="21574" y="242261"/>
                  </a:lnTo>
                  <a:lnTo>
                    <a:pt x="24279" y="246880"/>
                  </a:lnTo>
                  <a:lnTo>
                    <a:pt x="27129" y="251410"/>
                  </a:lnTo>
                  <a:lnTo>
                    <a:pt x="30124" y="255846"/>
                  </a:lnTo>
                  <a:lnTo>
                    <a:pt x="33258" y="260184"/>
                  </a:lnTo>
                  <a:lnTo>
                    <a:pt x="36531" y="264419"/>
                  </a:lnTo>
                  <a:lnTo>
                    <a:pt x="39937" y="268548"/>
                  </a:lnTo>
                  <a:lnTo>
                    <a:pt x="43473" y="272565"/>
                  </a:lnTo>
                  <a:lnTo>
                    <a:pt x="47136" y="276467"/>
                  </a:lnTo>
                  <a:lnTo>
                    <a:pt x="50922" y="280250"/>
                  </a:lnTo>
                  <a:lnTo>
                    <a:pt x="54828" y="283910"/>
                  </a:lnTo>
                  <a:lnTo>
                    <a:pt x="58848" y="287443"/>
                  </a:lnTo>
                  <a:lnTo>
                    <a:pt x="62980" y="290845"/>
                  </a:lnTo>
                  <a:lnTo>
                    <a:pt x="67218" y="294113"/>
                  </a:lnTo>
                  <a:lnTo>
                    <a:pt x="71559" y="297244"/>
                  </a:lnTo>
                  <a:lnTo>
                    <a:pt x="75998" y="300235"/>
                  </a:lnTo>
                  <a:lnTo>
                    <a:pt x="80530" y="303082"/>
                  </a:lnTo>
                  <a:lnTo>
                    <a:pt x="85151" y="305782"/>
                  </a:lnTo>
                  <a:lnTo>
                    <a:pt x="89857" y="308333"/>
                  </a:lnTo>
                  <a:lnTo>
                    <a:pt x="94641" y="310732"/>
                  </a:lnTo>
                  <a:lnTo>
                    <a:pt x="99500" y="312976"/>
                  </a:lnTo>
                  <a:lnTo>
                    <a:pt x="104428" y="315064"/>
                  </a:lnTo>
                  <a:lnTo>
                    <a:pt x="109420" y="316993"/>
                  </a:lnTo>
                  <a:lnTo>
                    <a:pt x="114472" y="318761"/>
                  </a:lnTo>
                  <a:lnTo>
                    <a:pt x="119578" y="320367"/>
                  </a:lnTo>
                  <a:lnTo>
                    <a:pt x="124732" y="321808"/>
                  </a:lnTo>
                  <a:lnTo>
                    <a:pt x="129930" y="323084"/>
                  </a:lnTo>
                  <a:lnTo>
                    <a:pt x="135166" y="324192"/>
                  </a:lnTo>
                  <a:lnTo>
                    <a:pt x="140435" y="325133"/>
                  </a:lnTo>
                  <a:lnTo>
                    <a:pt x="145731" y="325904"/>
                  </a:lnTo>
                  <a:lnTo>
                    <a:pt x="151050" y="326505"/>
                  </a:lnTo>
                  <a:lnTo>
                    <a:pt x="156384" y="326936"/>
                  </a:lnTo>
                  <a:lnTo>
                    <a:pt x="161730" y="327195"/>
                  </a:lnTo>
                  <a:lnTo>
                    <a:pt x="167167" y="160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0779" y="941493"/>
              <a:ext cx="172583" cy="334334"/>
            </a:xfrm>
            <a:custGeom>
              <a:avLst/>
              <a:pathLst>
                <a:path w="172583" h="334334">
                  <a:moveTo>
                    <a:pt x="0" y="334246"/>
                  </a:moveTo>
                  <a:lnTo>
                    <a:pt x="5305" y="334334"/>
                  </a:lnTo>
                  <a:lnTo>
                    <a:pt x="10610" y="334254"/>
                  </a:lnTo>
                  <a:lnTo>
                    <a:pt x="15910" y="334006"/>
                  </a:lnTo>
                  <a:lnTo>
                    <a:pt x="21199" y="333590"/>
                  </a:lnTo>
                  <a:lnTo>
                    <a:pt x="26473" y="333005"/>
                  </a:lnTo>
                  <a:lnTo>
                    <a:pt x="31726" y="332254"/>
                  </a:lnTo>
                  <a:lnTo>
                    <a:pt x="36951" y="331337"/>
                  </a:lnTo>
                  <a:lnTo>
                    <a:pt x="42146" y="330254"/>
                  </a:lnTo>
                  <a:lnTo>
                    <a:pt x="47303" y="329007"/>
                  </a:lnTo>
                  <a:lnTo>
                    <a:pt x="52418" y="327597"/>
                  </a:lnTo>
                  <a:lnTo>
                    <a:pt x="57486" y="326025"/>
                  </a:lnTo>
                  <a:lnTo>
                    <a:pt x="62501" y="324293"/>
                  </a:lnTo>
                  <a:lnTo>
                    <a:pt x="67459" y="322403"/>
                  </a:lnTo>
                  <a:lnTo>
                    <a:pt x="72354" y="320356"/>
                  </a:lnTo>
                  <a:lnTo>
                    <a:pt x="77182" y="318155"/>
                  </a:lnTo>
                  <a:lnTo>
                    <a:pt x="81937" y="315802"/>
                  </a:lnTo>
                  <a:lnTo>
                    <a:pt x="86616" y="313300"/>
                  </a:lnTo>
                  <a:lnTo>
                    <a:pt x="91213" y="310650"/>
                  </a:lnTo>
                  <a:lnTo>
                    <a:pt x="95723" y="307855"/>
                  </a:lnTo>
                  <a:lnTo>
                    <a:pt x="100143" y="304919"/>
                  </a:lnTo>
                  <a:lnTo>
                    <a:pt x="104466" y="301844"/>
                  </a:lnTo>
                  <a:lnTo>
                    <a:pt x="108691" y="298633"/>
                  </a:lnTo>
                  <a:lnTo>
                    <a:pt x="112811" y="295290"/>
                  </a:lnTo>
                  <a:lnTo>
                    <a:pt x="116823" y="291818"/>
                  </a:lnTo>
                  <a:lnTo>
                    <a:pt x="120723" y="288220"/>
                  </a:lnTo>
                  <a:lnTo>
                    <a:pt x="124506" y="284501"/>
                  </a:lnTo>
                  <a:lnTo>
                    <a:pt x="128170" y="280663"/>
                  </a:lnTo>
                  <a:lnTo>
                    <a:pt x="131710" y="276711"/>
                  </a:lnTo>
                  <a:lnTo>
                    <a:pt x="135123" y="272648"/>
                  </a:lnTo>
                  <a:lnTo>
                    <a:pt x="138405" y="268479"/>
                  </a:lnTo>
                  <a:lnTo>
                    <a:pt x="141553" y="264208"/>
                  </a:lnTo>
                  <a:lnTo>
                    <a:pt x="144565" y="259839"/>
                  </a:lnTo>
                  <a:lnTo>
                    <a:pt x="147436" y="255377"/>
                  </a:lnTo>
                  <a:lnTo>
                    <a:pt x="150163" y="250827"/>
                  </a:lnTo>
                  <a:lnTo>
                    <a:pt x="152746" y="246191"/>
                  </a:lnTo>
                  <a:lnTo>
                    <a:pt x="155179" y="241477"/>
                  </a:lnTo>
                  <a:lnTo>
                    <a:pt x="157462" y="236687"/>
                  </a:lnTo>
                  <a:lnTo>
                    <a:pt x="159592" y="231827"/>
                  </a:lnTo>
                  <a:lnTo>
                    <a:pt x="161566" y="226902"/>
                  </a:lnTo>
                  <a:lnTo>
                    <a:pt x="163383" y="221917"/>
                  </a:lnTo>
                  <a:lnTo>
                    <a:pt x="165041" y="216877"/>
                  </a:lnTo>
                  <a:lnTo>
                    <a:pt x="166539" y="211787"/>
                  </a:lnTo>
                  <a:lnTo>
                    <a:pt x="167873" y="206652"/>
                  </a:lnTo>
                  <a:lnTo>
                    <a:pt x="169045" y="201477"/>
                  </a:lnTo>
                  <a:lnTo>
                    <a:pt x="170051" y="196267"/>
                  </a:lnTo>
                  <a:lnTo>
                    <a:pt x="170892" y="191028"/>
                  </a:lnTo>
                  <a:lnTo>
                    <a:pt x="171566" y="185765"/>
                  </a:lnTo>
                  <a:lnTo>
                    <a:pt x="172072" y="180484"/>
                  </a:lnTo>
                  <a:lnTo>
                    <a:pt x="172411" y="175189"/>
                  </a:lnTo>
                  <a:lnTo>
                    <a:pt x="172581" y="169886"/>
                  </a:lnTo>
                  <a:lnTo>
                    <a:pt x="172583" y="164580"/>
                  </a:lnTo>
                  <a:lnTo>
                    <a:pt x="172417" y="159276"/>
                  </a:lnTo>
                  <a:lnTo>
                    <a:pt x="172083" y="153981"/>
                  </a:lnTo>
                  <a:lnTo>
                    <a:pt x="171580" y="148699"/>
                  </a:lnTo>
                  <a:lnTo>
                    <a:pt x="170910" y="143436"/>
                  </a:lnTo>
                  <a:lnTo>
                    <a:pt x="170074" y="138196"/>
                  </a:lnTo>
                  <a:lnTo>
                    <a:pt x="169072" y="132986"/>
                  </a:lnTo>
                  <a:lnTo>
                    <a:pt x="167904" y="127810"/>
                  </a:lnTo>
                  <a:lnTo>
                    <a:pt x="166574" y="122674"/>
                  </a:lnTo>
                  <a:lnTo>
                    <a:pt x="165080" y="117582"/>
                  </a:lnTo>
                  <a:lnTo>
                    <a:pt x="163426" y="112541"/>
                  </a:lnTo>
                  <a:lnTo>
                    <a:pt x="161613" y="107554"/>
                  </a:lnTo>
                  <a:lnTo>
                    <a:pt x="159643" y="102628"/>
                  </a:lnTo>
                  <a:lnTo>
                    <a:pt x="157517" y="97767"/>
                  </a:lnTo>
                  <a:lnTo>
                    <a:pt x="155238" y="92975"/>
                  </a:lnTo>
                  <a:lnTo>
                    <a:pt x="152808" y="88258"/>
                  </a:lnTo>
                  <a:lnTo>
                    <a:pt x="150229" y="83621"/>
                  </a:lnTo>
                  <a:lnTo>
                    <a:pt x="147505" y="79068"/>
                  </a:lnTo>
                  <a:lnTo>
                    <a:pt x="144637" y="74604"/>
                  </a:lnTo>
                  <a:lnTo>
                    <a:pt x="141630" y="70233"/>
                  </a:lnTo>
                  <a:lnTo>
                    <a:pt x="138485" y="65959"/>
                  </a:lnTo>
                  <a:lnTo>
                    <a:pt x="135206" y="61788"/>
                  </a:lnTo>
                  <a:lnTo>
                    <a:pt x="131796" y="57723"/>
                  </a:lnTo>
                  <a:lnTo>
                    <a:pt x="128259" y="53768"/>
                  </a:lnTo>
                  <a:lnTo>
                    <a:pt x="124599" y="49927"/>
                  </a:lnTo>
                  <a:lnTo>
                    <a:pt x="120818" y="46204"/>
                  </a:lnTo>
                  <a:lnTo>
                    <a:pt x="116921" y="42603"/>
                  </a:lnTo>
                  <a:lnTo>
                    <a:pt x="112912" y="39128"/>
                  </a:lnTo>
                  <a:lnTo>
                    <a:pt x="108794" y="35782"/>
                  </a:lnTo>
                  <a:lnTo>
                    <a:pt x="104572" y="32568"/>
                  </a:lnTo>
                  <a:lnTo>
                    <a:pt x="100251" y="29489"/>
                  </a:lnTo>
                  <a:lnTo>
                    <a:pt x="95834" y="26550"/>
                  </a:lnTo>
                  <a:lnTo>
                    <a:pt x="91326" y="23752"/>
                  </a:lnTo>
                  <a:lnTo>
                    <a:pt x="86731" y="21098"/>
                  </a:lnTo>
                  <a:lnTo>
                    <a:pt x="82054" y="18592"/>
                  </a:lnTo>
                  <a:lnTo>
                    <a:pt x="77301" y="16235"/>
                  </a:lnTo>
                  <a:lnTo>
                    <a:pt x="72474" y="14030"/>
                  </a:lnTo>
                  <a:lnTo>
                    <a:pt x="67581" y="11980"/>
                  </a:lnTo>
                  <a:lnTo>
                    <a:pt x="62624" y="10086"/>
                  </a:lnTo>
                  <a:lnTo>
                    <a:pt x="57611" y="8350"/>
                  </a:lnTo>
                  <a:lnTo>
                    <a:pt x="52544" y="6774"/>
                  </a:lnTo>
                  <a:lnTo>
                    <a:pt x="47430" y="5360"/>
                  </a:lnTo>
                  <a:lnTo>
                    <a:pt x="42274" y="4109"/>
                  </a:lnTo>
                  <a:lnTo>
                    <a:pt x="37081" y="3022"/>
                  </a:lnTo>
                  <a:lnTo>
                    <a:pt x="31855" y="2100"/>
                  </a:lnTo>
                  <a:lnTo>
                    <a:pt x="26603" y="1345"/>
                  </a:lnTo>
                  <a:lnTo>
                    <a:pt x="21330" y="757"/>
                  </a:lnTo>
                  <a:lnTo>
                    <a:pt x="16041" y="336"/>
                  </a:lnTo>
                  <a:lnTo>
                    <a:pt x="10741" y="84"/>
                  </a:lnTo>
                  <a:lnTo>
                    <a:pt x="5436" y="0"/>
                  </a:lnTo>
                  <a:lnTo>
                    <a:pt x="54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4" y="1071028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703" y="89"/>
                  </a:lnTo>
                  <a:lnTo>
                    <a:pt x="156245" y="357"/>
                  </a:lnTo>
                  <a:lnTo>
                    <a:pt x="150798" y="803"/>
                  </a:lnTo>
                  <a:lnTo>
                    <a:pt x="145369" y="1427"/>
                  </a:lnTo>
                  <a:lnTo>
                    <a:pt x="139964" y="2228"/>
                  </a:lnTo>
                  <a:lnTo>
                    <a:pt x="134587" y="3205"/>
                  </a:lnTo>
                  <a:lnTo>
                    <a:pt x="129245" y="4357"/>
                  </a:lnTo>
                  <a:lnTo>
                    <a:pt x="123944" y="5684"/>
                  </a:lnTo>
                  <a:lnTo>
                    <a:pt x="118689" y="7183"/>
                  </a:lnTo>
                  <a:lnTo>
                    <a:pt x="113486" y="8853"/>
                  </a:lnTo>
                  <a:lnTo>
                    <a:pt x="108340" y="10692"/>
                  </a:lnTo>
                  <a:lnTo>
                    <a:pt x="103257" y="12698"/>
                  </a:lnTo>
                  <a:lnTo>
                    <a:pt x="98242" y="14870"/>
                  </a:lnTo>
                  <a:lnTo>
                    <a:pt x="93301" y="17204"/>
                  </a:lnTo>
                  <a:lnTo>
                    <a:pt x="88439" y="19699"/>
                  </a:lnTo>
                  <a:lnTo>
                    <a:pt x="83661" y="22351"/>
                  </a:lnTo>
                  <a:lnTo>
                    <a:pt x="78973" y="25157"/>
                  </a:lnTo>
                  <a:lnTo>
                    <a:pt x="74378" y="28116"/>
                  </a:lnTo>
                  <a:lnTo>
                    <a:pt x="69883" y="31223"/>
                  </a:lnTo>
                  <a:lnTo>
                    <a:pt x="65491" y="34475"/>
                  </a:lnTo>
                  <a:lnTo>
                    <a:pt x="61209" y="37870"/>
                  </a:lnTo>
                  <a:lnTo>
                    <a:pt x="57039" y="41402"/>
                  </a:lnTo>
                  <a:lnTo>
                    <a:pt x="52987" y="45069"/>
                  </a:lnTo>
                  <a:lnTo>
                    <a:pt x="49057" y="48866"/>
                  </a:lnTo>
                  <a:lnTo>
                    <a:pt x="45254" y="52790"/>
                  </a:lnTo>
                  <a:lnTo>
                    <a:pt x="41580" y="56835"/>
                  </a:lnTo>
                  <a:lnTo>
                    <a:pt x="38041" y="60999"/>
                  </a:lnTo>
                  <a:lnTo>
                    <a:pt x="34640" y="65276"/>
                  </a:lnTo>
                  <a:lnTo>
                    <a:pt x="31381" y="69663"/>
                  </a:lnTo>
                  <a:lnTo>
                    <a:pt x="28266" y="74153"/>
                  </a:lnTo>
                  <a:lnTo>
                    <a:pt x="25300" y="78743"/>
                  </a:lnTo>
                  <a:lnTo>
                    <a:pt x="22486" y="83427"/>
                  </a:lnTo>
                  <a:lnTo>
                    <a:pt x="19826" y="88200"/>
                  </a:lnTo>
                  <a:lnTo>
                    <a:pt x="17324" y="93059"/>
                  </a:lnTo>
                  <a:lnTo>
                    <a:pt x="14982" y="97996"/>
                  </a:lnTo>
                  <a:lnTo>
                    <a:pt x="12802" y="103007"/>
                  </a:lnTo>
                  <a:lnTo>
                    <a:pt x="10787" y="108087"/>
                  </a:lnTo>
                  <a:lnTo>
                    <a:pt x="8940" y="113230"/>
                  </a:lnTo>
                  <a:lnTo>
                    <a:pt x="7262" y="118430"/>
                  </a:lnTo>
                  <a:lnTo>
                    <a:pt x="5754" y="123683"/>
                  </a:lnTo>
                  <a:lnTo>
                    <a:pt x="4419" y="128982"/>
                  </a:lnTo>
                  <a:lnTo>
                    <a:pt x="3258" y="134322"/>
                  </a:lnTo>
                  <a:lnTo>
                    <a:pt x="2272" y="139697"/>
                  </a:lnTo>
                  <a:lnTo>
                    <a:pt x="1462" y="145101"/>
                  </a:lnTo>
                  <a:lnTo>
                    <a:pt x="829" y="150529"/>
                  </a:lnTo>
                  <a:lnTo>
                    <a:pt x="374" y="155974"/>
                  </a:lnTo>
                  <a:lnTo>
                    <a:pt x="98" y="161432"/>
                  </a:lnTo>
                  <a:lnTo>
                    <a:pt x="0" y="16689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4" y="1237925"/>
              <a:ext cx="167167" cy="271"/>
            </a:xfrm>
            <a:custGeom>
              <a:avLst/>
              <a:pathLst>
                <a:path w="167167" h="271">
                  <a:moveTo>
                    <a:pt x="0" y="0"/>
                  </a:moveTo>
                  <a:lnTo>
                    <a:pt x="167167" y="2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4" y="1073748"/>
              <a:ext cx="334332" cy="331602"/>
            </a:xfrm>
            <a:custGeom>
              <a:avLst/>
              <a:pathLst>
                <a:path w="334332" h="331602">
                  <a:moveTo>
                    <a:pt x="0" y="164176"/>
                  </a:moveTo>
                  <a:lnTo>
                    <a:pt x="75" y="169475"/>
                  </a:lnTo>
                  <a:lnTo>
                    <a:pt x="318" y="174769"/>
                  </a:lnTo>
                  <a:lnTo>
                    <a:pt x="729" y="180052"/>
                  </a:lnTo>
                  <a:lnTo>
                    <a:pt x="1307" y="185320"/>
                  </a:lnTo>
                  <a:lnTo>
                    <a:pt x="2052" y="190567"/>
                  </a:lnTo>
                  <a:lnTo>
                    <a:pt x="2963" y="195787"/>
                  </a:lnTo>
                  <a:lnTo>
                    <a:pt x="4039" y="200976"/>
                  </a:lnTo>
                  <a:lnTo>
                    <a:pt x="5279" y="206128"/>
                  </a:lnTo>
                  <a:lnTo>
                    <a:pt x="6681" y="211239"/>
                  </a:lnTo>
                  <a:lnTo>
                    <a:pt x="8245" y="216302"/>
                  </a:lnTo>
                  <a:lnTo>
                    <a:pt x="9969" y="221313"/>
                  </a:lnTo>
                  <a:lnTo>
                    <a:pt x="11850" y="226267"/>
                  </a:lnTo>
                  <a:lnTo>
                    <a:pt x="13888" y="231159"/>
                  </a:lnTo>
                  <a:lnTo>
                    <a:pt x="16079" y="235984"/>
                  </a:lnTo>
                  <a:lnTo>
                    <a:pt x="18423" y="240737"/>
                  </a:lnTo>
                  <a:lnTo>
                    <a:pt x="20915" y="245414"/>
                  </a:lnTo>
                  <a:lnTo>
                    <a:pt x="23555" y="250009"/>
                  </a:lnTo>
                  <a:lnTo>
                    <a:pt x="26340" y="254518"/>
                  </a:lnTo>
                  <a:lnTo>
                    <a:pt x="29265" y="258936"/>
                  </a:lnTo>
                  <a:lnTo>
                    <a:pt x="32329" y="263260"/>
                  </a:lnTo>
                  <a:lnTo>
                    <a:pt x="35529" y="267484"/>
                  </a:lnTo>
                  <a:lnTo>
                    <a:pt x="38861" y="271605"/>
                  </a:lnTo>
                  <a:lnTo>
                    <a:pt x="42322" y="275618"/>
                  </a:lnTo>
                  <a:lnTo>
                    <a:pt x="45909" y="279519"/>
                  </a:lnTo>
                  <a:lnTo>
                    <a:pt x="49617" y="283305"/>
                  </a:lnTo>
                  <a:lnTo>
                    <a:pt x="53444" y="286971"/>
                  </a:lnTo>
                  <a:lnTo>
                    <a:pt x="57384" y="290514"/>
                  </a:lnTo>
                  <a:lnTo>
                    <a:pt x="61435" y="293930"/>
                  </a:lnTo>
                  <a:lnTo>
                    <a:pt x="65593" y="297217"/>
                  </a:lnTo>
                  <a:lnTo>
                    <a:pt x="69852" y="300370"/>
                  </a:lnTo>
                  <a:lnTo>
                    <a:pt x="74209" y="303386"/>
                  </a:lnTo>
                  <a:lnTo>
                    <a:pt x="78660" y="306262"/>
                  </a:lnTo>
                  <a:lnTo>
                    <a:pt x="83199" y="308997"/>
                  </a:lnTo>
                  <a:lnTo>
                    <a:pt x="87823" y="311585"/>
                  </a:lnTo>
                  <a:lnTo>
                    <a:pt x="92527" y="314026"/>
                  </a:lnTo>
                  <a:lnTo>
                    <a:pt x="97306" y="316317"/>
                  </a:lnTo>
                  <a:lnTo>
                    <a:pt x="102154" y="318455"/>
                  </a:lnTo>
                  <a:lnTo>
                    <a:pt x="107069" y="320438"/>
                  </a:lnTo>
                  <a:lnTo>
                    <a:pt x="112043" y="322265"/>
                  </a:lnTo>
                  <a:lnTo>
                    <a:pt x="117073" y="323933"/>
                  </a:lnTo>
                  <a:lnTo>
                    <a:pt x="122154" y="325441"/>
                  </a:lnTo>
                  <a:lnTo>
                    <a:pt x="127279" y="326786"/>
                  </a:lnTo>
                  <a:lnTo>
                    <a:pt x="132445" y="327969"/>
                  </a:lnTo>
                  <a:lnTo>
                    <a:pt x="137645" y="328988"/>
                  </a:lnTo>
                  <a:lnTo>
                    <a:pt x="142876" y="329841"/>
                  </a:lnTo>
                  <a:lnTo>
                    <a:pt x="148130" y="330528"/>
                  </a:lnTo>
                  <a:lnTo>
                    <a:pt x="153404" y="331047"/>
                  </a:lnTo>
                  <a:lnTo>
                    <a:pt x="158692" y="331400"/>
                  </a:lnTo>
                  <a:lnTo>
                    <a:pt x="163988" y="331585"/>
                  </a:lnTo>
                  <a:lnTo>
                    <a:pt x="169287" y="331602"/>
                  </a:lnTo>
                  <a:lnTo>
                    <a:pt x="174584" y="331450"/>
                  </a:lnTo>
                  <a:lnTo>
                    <a:pt x="179874" y="331131"/>
                  </a:lnTo>
                  <a:lnTo>
                    <a:pt x="185151" y="330645"/>
                  </a:lnTo>
                  <a:lnTo>
                    <a:pt x="190410" y="329991"/>
                  </a:lnTo>
                  <a:lnTo>
                    <a:pt x="195645" y="329171"/>
                  </a:lnTo>
                  <a:lnTo>
                    <a:pt x="200852" y="328186"/>
                  </a:lnTo>
                  <a:lnTo>
                    <a:pt x="206025" y="327036"/>
                  </a:lnTo>
                  <a:lnTo>
                    <a:pt x="211159" y="325723"/>
                  </a:lnTo>
                  <a:lnTo>
                    <a:pt x="216249" y="324247"/>
                  </a:lnTo>
                  <a:lnTo>
                    <a:pt x="221289" y="322611"/>
                  </a:lnTo>
                  <a:lnTo>
                    <a:pt x="226275" y="320816"/>
                  </a:lnTo>
                  <a:lnTo>
                    <a:pt x="231202" y="318864"/>
                  </a:lnTo>
                  <a:lnTo>
                    <a:pt x="236064" y="316757"/>
                  </a:lnTo>
                  <a:lnTo>
                    <a:pt x="240857" y="314496"/>
                  </a:lnTo>
                  <a:lnTo>
                    <a:pt x="245577" y="312085"/>
                  </a:lnTo>
                  <a:lnTo>
                    <a:pt x="250217" y="309526"/>
                  </a:lnTo>
                  <a:lnTo>
                    <a:pt x="254774" y="306820"/>
                  </a:lnTo>
                  <a:lnTo>
                    <a:pt x="259242" y="303972"/>
                  </a:lnTo>
                  <a:lnTo>
                    <a:pt x="263618" y="300983"/>
                  </a:lnTo>
                  <a:lnTo>
                    <a:pt x="267898" y="297858"/>
                  </a:lnTo>
                  <a:lnTo>
                    <a:pt x="272076" y="294598"/>
                  </a:lnTo>
                  <a:lnTo>
                    <a:pt x="276148" y="291207"/>
                  </a:lnTo>
                  <a:lnTo>
                    <a:pt x="280111" y="287689"/>
                  </a:lnTo>
                  <a:lnTo>
                    <a:pt x="283961" y="284047"/>
                  </a:lnTo>
                  <a:lnTo>
                    <a:pt x="287693" y="280285"/>
                  </a:lnTo>
                  <a:lnTo>
                    <a:pt x="291304" y="276406"/>
                  </a:lnTo>
                  <a:lnTo>
                    <a:pt x="294791" y="272415"/>
                  </a:lnTo>
                  <a:lnTo>
                    <a:pt x="298149" y="268316"/>
                  </a:lnTo>
                  <a:lnTo>
                    <a:pt x="301375" y="264112"/>
                  </a:lnTo>
                  <a:lnTo>
                    <a:pt x="304467" y="259808"/>
                  </a:lnTo>
                  <a:lnTo>
                    <a:pt x="307421" y="255408"/>
                  </a:lnTo>
                  <a:lnTo>
                    <a:pt x="310233" y="250917"/>
                  </a:lnTo>
                  <a:lnTo>
                    <a:pt x="312902" y="246339"/>
                  </a:lnTo>
                  <a:lnTo>
                    <a:pt x="315425" y="241678"/>
                  </a:lnTo>
                  <a:lnTo>
                    <a:pt x="317798" y="236940"/>
                  </a:lnTo>
                  <a:lnTo>
                    <a:pt x="320020" y="232129"/>
                  </a:lnTo>
                  <a:lnTo>
                    <a:pt x="322089" y="227250"/>
                  </a:lnTo>
                  <a:lnTo>
                    <a:pt x="324001" y="222308"/>
                  </a:lnTo>
                  <a:lnTo>
                    <a:pt x="325757" y="217308"/>
                  </a:lnTo>
                  <a:lnTo>
                    <a:pt x="327352" y="212254"/>
                  </a:lnTo>
                  <a:lnTo>
                    <a:pt x="328787" y="207153"/>
                  </a:lnTo>
                  <a:lnTo>
                    <a:pt x="330060" y="202009"/>
                  </a:lnTo>
                  <a:lnTo>
                    <a:pt x="331168" y="196827"/>
                  </a:lnTo>
                  <a:lnTo>
                    <a:pt x="332112" y="191612"/>
                  </a:lnTo>
                  <a:lnTo>
                    <a:pt x="332890" y="186370"/>
                  </a:lnTo>
                  <a:lnTo>
                    <a:pt x="333502" y="181106"/>
                  </a:lnTo>
                  <a:lnTo>
                    <a:pt x="333946" y="175826"/>
                  </a:lnTo>
                  <a:lnTo>
                    <a:pt x="334223" y="170534"/>
                  </a:lnTo>
                  <a:lnTo>
                    <a:pt x="334332" y="165235"/>
                  </a:lnTo>
                  <a:lnTo>
                    <a:pt x="334273" y="159936"/>
                  </a:lnTo>
                  <a:lnTo>
                    <a:pt x="334046" y="154642"/>
                  </a:lnTo>
                  <a:lnTo>
                    <a:pt x="333652" y="149357"/>
                  </a:lnTo>
                  <a:lnTo>
                    <a:pt x="333090" y="144088"/>
                  </a:lnTo>
                  <a:lnTo>
                    <a:pt x="332361" y="138839"/>
                  </a:lnTo>
                  <a:lnTo>
                    <a:pt x="331466" y="133616"/>
                  </a:lnTo>
                  <a:lnTo>
                    <a:pt x="330406" y="128423"/>
                  </a:lnTo>
                  <a:lnTo>
                    <a:pt x="329183" y="123267"/>
                  </a:lnTo>
                  <a:lnTo>
                    <a:pt x="327796" y="118153"/>
                  </a:lnTo>
                  <a:lnTo>
                    <a:pt x="326248" y="113085"/>
                  </a:lnTo>
                  <a:lnTo>
                    <a:pt x="324540" y="108068"/>
                  </a:lnTo>
                  <a:lnTo>
                    <a:pt x="322674" y="103108"/>
                  </a:lnTo>
                  <a:lnTo>
                    <a:pt x="320651" y="98210"/>
                  </a:lnTo>
                  <a:lnTo>
                    <a:pt x="318475" y="93378"/>
                  </a:lnTo>
                  <a:lnTo>
                    <a:pt x="316146" y="88618"/>
                  </a:lnTo>
                  <a:lnTo>
                    <a:pt x="313668" y="83934"/>
                  </a:lnTo>
                  <a:lnTo>
                    <a:pt x="311042" y="79331"/>
                  </a:lnTo>
                  <a:lnTo>
                    <a:pt x="308272" y="74813"/>
                  </a:lnTo>
                  <a:lnTo>
                    <a:pt x="305360" y="70386"/>
                  </a:lnTo>
                  <a:lnTo>
                    <a:pt x="302309" y="66053"/>
                  </a:lnTo>
                  <a:lnTo>
                    <a:pt x="299122" y="61818"/>
                  </a:lnTo>
                  <a:lnTo>
                    <a:pt x="295803" y="57687"/>
                  </a:lnTo>
                  <a:lnTo>
                    <a:pt x="292354" y="53664"/>
                  </a:lnTo>
                  <a:lnTo>
                    <a:pt x="288780" y="49751"/>
                  </a:lnTo>
                  <a:lnTo>
                    <a:pt x="285083" y="45954"/>
                  </a:lnTo>
                  <a:lnTo>
                    <a:pt x="281268" y="42276"/>
                  </a:lnTo>
                  <a:lnTo>
                    <a:pt x="277338" y="38721"/>
                  </a:lnTo>
                  <a:lnTo>
                    <a:pt x="273298" y="35292"/>
                  </a:lnTo>
                  <a:lnTo>
                    <a:pt x="269151" y="31993"/>
                  </a:lnTo>
                  <a:lnTo>
                    <a:pt x="264901" y="28827"/>
                  </a:lnTo>
                  <a:lnTo>
                    <a:pt x="260553" y="25797"/>
                  </a:lnTo>
                  <a:lnTo>
                    <a:pt x="256112" y="22907"/>
                  </a:lnTo>
                  <a:lnTo>
                    <a:pt x="251581" y="20159"/>
                  </a:lnTo>
                  <a:lnTo>
                    <a:pt x="246965" y="17556"/>
                  </a:lnTo>
                  <a:lnTo>
                    <a:pt x="242269" y="15100"/>
                  </a:lnTo>
                  <a:lnTo>
                    <a:pt x="237497" y="12795"/>
                  </a:lnTo>
                  <a:lnTo>
                    <a:pt x="232655" y="10642"/>
                  </a:lnTo>
                  <a:lnTo>
                    <a:pt x="227747" y="8643"/>
                  </a:lnTo>
                  <a:lnTo>
                    <a:pt x="222778" y="6801"/>
                  </a:lnTo>
                  <a:lnTo>
                    <a:pt x="217753" y="5118"/>
                  </a:lnTo>
                  <a:lnTo>
                    <a:pt x="212677" y="3594"/>
                  </a:lnTo>
                  <a:lnTo>
                    <a:pt x="207556" y="2233"/>
                  </a:lnTo>
                  <a:lnTo>
                    <a:pt x="202394" y="1034"/>
                  </a:lnTo>
                  <a:lnTo>
                    <a:pt x="197197" y="0"/>
                  </a:lnTo>
                  <a:lnTo>
                    <a:pt x="167167" y="1644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0029" cy="167167"/>
            </a:xfrm>
            <a:custGeom>
              <a:avLst/>
              <a:pathLst>
                <a:path w="30029" h="167167">
                  <a:moveTo>
                    <a:pt x="30029" y="2719"/>
                  </a:moveTo>
                  <a:lnTo>
                    <a:pt x="22576" y="1531"/>
                  </a:lnTo>
                  <a:lnTo>
                    <a:pt x="15076" y="681"/>
                  </a:lnTo>
                  <a:lnTo>
                    <a:pt x="7545" y="17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610" y="1322571"/>
              <a:ext cx="53109" cy="167167"/>
            </a:xfrm>
            <a:custGeom>
              <a:avLst/>
              <a:pathLst>
                <a:path w="53109" h="167167">
                  <a:moveTo>
                    <a:pt x="53109" y="0"/>
                  </a:moveTo>
                  <a:lnTo>
                    <a:pt x="47106" y="107"/>
                  </a:lnTo>
                  <a:lnTo>
                    <a:pt x="41109" y="431"/>
                  </a:lnTo>
                  <a:lnTo>
                    <a:pt x="35129" y="969"/>
                  </a:lnTo>
                  <a:lnTo>
                    <a:pt x="29171" y="1722"/>
                  </a:lnTo>
                  <a:lnTo>
                    <a:pt x="23245" y="2689"/>
                  </a:lnTo>
                  <a:lnTo>
                    <a:pt x="17357" y="3868"/>
                  </a:lnTo>
                  <a:lnTo>
                    <a:pt x="11515" y="5257"/>
                  </a:lnTo>
                  <a:lnTo>
                    <a:pt x="5727" y="6855"/>
                  </a:lnTo>
                  <a:lnTo>
                    <a:pt x="0" y="8661"/>
                  </a:lnTo>
                  <a:lnTo>
                    <a:pt x="5310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5610" y="1331232"/>
              <a:ext cx="53109" cy="158506"/>
            </a:xfrm>
            <a:custGeom>
              <a:avLst/>
              <a:pathLst>
                <a:path w="53109" h="158506">
                  <a:moveTo>
                    <a:pt x="0" y="0"/>
                  </a:moveTo>
                  <a:lnTo>
                    <a:pt x="53109" y="1585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67" y="1331232"/>
              <a:ext cx="334311" cy="325673"/>
            </a:xfrm>
            <a:custGeom>
              <a:avLst/>
              <a:pathLst>
                <a:path w="334311" h="325673">
                  <a:moveTo>
                    <a:pt x="114043" y="0"/>
                  </a:moveTo>
                  <a:lnTo>
                    <a:pt x="109053" y="1760"/>
                  </a:lnTo>
                  <a:lnTo>
                    <a:pt x="104121" y="3677"/>
                  </a:lnTo>
                  <a:lnTo>
                    <a:pt x="99253" y="5749"/>
                  </a:lnTo>
                  <a:lnTo>
                    <a:pt x="94453" y="7975"/>
                  </a:lnTo>
                  <a:lnTo>
                    <a:pt x="89725" y="10351"/>
                  </a:lnTo>
                  <a:lnTo>
                    <a:pt x="85075" y="12876"/>
                  </a:lnTo>
                  <a:lnTo>
                    <a:pt x="80507" y="15546"/>
                  </a:lnTo>
                  <a:lnTo>
                    <a:pt x="76026" y="18360"/>
                  </a:lnTo>
                  <a:lnTo>
                    <a:pt x="71637" y="21314"/>
                  </a:lnTo>
                  <a:lnTo>
                    <a:pt x="67343" y="24406"/>
                  </a:lnTo>
                  <a:lnTo>
                    <a:pt x="63149" y="27632"/>
                  </a:lnTo>
                  <a:lnTo>
                    <a:pt x="59059" y="30989"/>
                  </a:lnTo>
                  <a:lnTo>
                    <a:pt x="55077" y="34474"/>
                  </a:lnTo>
                  <a:lnTo>
                    <a:pt x="51208" y="38083"/>
                  </a:lnTo>
                  <a:lnTo>
                    <a:pt x="47455" y="41812"/>
                  </a:lnTo>
                  <a:lnTo>
                    <a:pt x="43822" y="45659"/>
                  </a:lnTo>
                  <a:lnTo>
                    <a:pt x="40312" y="49619"/>
                  </a:lnTo>
                  <a:lnTo>
                    <a:pt x="36930" y="53688"/>
                  </a:lnTo>
                  <a:lnTo>
                    <a:pt x="33678" y="57861"/>
                  </a:lnTo>
                  <a:lnTo>
                    <a:pt x="30559" y="62136"/>
                  </a:lnTo>
                  <a:lnTo>
                    <a:pt x="27578" y="66507"/>
                  </a:lnTo>
                  <a:lnTo>
                    <a:pt x="24736" y="70970"/>
                  </a:lnTo>
                  <a:lnTo>
                    <a:pt x="22037" y="75521"/>
                  </a:lnTo>
                  <a:lnTo>
                    <a:pt x="19484" y="80156"/>
                  </a:lnTo>
                  <a:lnTo>
                    <a:pt x="17078" y="84868"/>
                  </a:lnTo>
                  <a:lnTo>
                    <a:pt x="14823" y="89655"/>
                  </a:lnTo>
                  <a:lnTo>
                    <a:pt x="12720" y="94510"/>
                  </a:lnTo>
                  <a:lnTo>
                    <a:pt x="10772" y="99430"/>
                  </a:lnTo>
                  <a:lnTo>
                    <a:pt x="8981" y="104408"/>
                  </a:lnTo>
                  <a:lnTo>
                    <a:pt x="7348" y="109441"/>
                  </a:lnTo>
                  <a:lnTo>
                    <a:pt x="5875" y="114523"/>
                  </a:lnTo>
                  <a:lnTo>
                    <a:pt x="4564" y="119650"/>
                  </a:lnTo>
                  <a:lnTo>
                    <a:pt x="3416" y="124815"/>
                  </a:lnTo>
                  <a:lnTo>
                    <a:pt x="2431" y="130013"/>
                  </a:lnTo>
                  <a:lnTo>
                    <a:pt x="1612" y="135241"/>
                  </a:lnTo>
                  <a:lnTo>
                    <a:pt x="959" y="140492"/>
                  </a:lnTo>
                  <a:lnTo>
                    <a:pt x="472" y="145760"/>
                  </a:lnTo>
                  <a:lnTo>
                    <a:pt x="152" y="151042"/>
                  </a:lnTo>
                  <a:lnTo>
                    <a:pt x="0" y="156331"/>
                  </a:lnTo>
                  <a:lnTo>
                    <a:pt x="14" y="161622"/>
                  </a:lnTo>
                  <a:lnTo>
                    <a:pt x="197" y="166910"/>
                  </a:lnTo>
                  <a:lnTo>
                    <a:pt x="546" y="172189"/>
                  </a:lnTo>
                  <a:lnTo>
                    <a:pt x="1063" y="177455"/>
                  </a:lnTo>
                  <a:lnTo>
                    <a:pt x="1746" y="182702"/>
                  </a:lnTo>
                  <a:lnTo>
                    <a:pt x="2594" y="187925"/>
                  </a:lnTo>
                  <a:lnTo>
                    <a:pt x="3608" y="193118"/>
                  </a:lnTo>
                  <a:lnTo>
                    <a:pt x="4785" y="198277"/>
                  </a:lnTo>
                  <a:lnTo>
                    <a:pt x="6125" y="203395"/>
                  </a:lnTo>
                  <a:lnTo>
                    <a:pt x="7626" y="208469"/>
                  </a:lnTo>
                  <a:lnTo>
                    <a:pt x="9288" y="213493"/>
                  </a:lnTo>
                  <a:lnTo>
                    <a:pt x="11107" y="218461"/>
                  </a:lnTo>
                  <a:lnTo>
                    <a:pt x="13083" y="223370"/>
                  </a:lnTo>
                  <a:lnTo>
                    <a:pt x="15213" y="228213"/>
                  </a:lnTo>
                  <a:lnTo>
                    <a:pt x="17495" y="232987"/>
                  </a:lnTo>
                  <a:lnTo>
                    <a:pt x="19927" y="237686"/>
                  </a:lnTo>
                  <a:lnTo>
                    <a:pt x="22506" y="242306"/>
                  </a:lnTo>
                  <a:lnTo>
                    <a:pt x="25231" y="246841"/>
                  </a:lnTo>
                  <a:lnTo>
                    <a:pt x="28098" y="251289"/>
                  </a:lnTo>
                  <a:lnTo>
                    <a:pt x="31104" y="255643"/>
                  </a:lnTo>
                  <a:lnTo>
                    <a:pt x="34246" y="259900"/>
                  </a:lnTo>
                  <a:lnTo>
                    <a:pt x="37522" y="264056"/>
                  </a:lnTo>
                  <a:lnTo>
                    <a:pt x="40927" y="268105"/>
                  </a:lnTo>
                  <a:lnTo>
                    <a:pt x="44459" y="272045"/>
                  </a:lnTo>
                  <a:lnTo>
                    <a:pt x="48114" y="275871"/>
                  </a:lnTo>
                  <a:lnTo>
                    <a:pt x="51888" y="279580"/>
                  </a:lnTo>
                  <a:lnTo>
                    <a:pt x="55777" y="283167"/>
                  </a:lnTo>
                  <a:lnTo>
                    <a:pt x="59778" y="286629"/>
                  </a:lnTo>
                  <a:lnTo>
                    <a:pt x="63887" y="289963"/>
                  </a:lnTo>
                  <a:lnTo>
                    <a:pt x="68099" y="293166"/>
                  </a:lnTo>
                  <a:lnTo>
                    <a:pt x="72410" y="296233"/>
                  </a:lnTo>
                  <a:lnTo>
                    <a:pt x="76816" y="299163"/>
                  </a:lnTo>
                  <a:lnTo>
                    <a:pt x="81313" y="301951"/>
                  </a:lnTo>
                  <a:lnTo>
                    <a:pt x="85896" y="304596"/>
                  </a:lnTo>
                  <a:lnTo>
                    <a:pt x="90560" y="307094"/>
                  </a:lnTo>
                  <a:lnTo>
                    <a:pt x="95301" y="309444"/>
                  </a:lnTo>
                  <a:lnTo>
                    <a:pt x="100114" y="311642"/>
                  </a:lnTo>
                  <a:lnTo>
                    <a:pt x="104994" y="313687"/>
                  </a:lnTo>
                  <a:lnTo>
                    <a:pt x="109936" y="315577"/>
                  </a:lnTo>
                  <a:lnTo>
                    <a:pt x="114936" y="317309"/>
                  </a:lnTo>
                  <a:lnTo>
                    <a:pt x="119988" y="318882"/>
                  </a:lnTo>
                  <a:lnTo>
                    <a:pt x="125087" y="320294"/>
                  </a:lnTo>
                  <a:lnTo>
                    <a:pt x="130228" y="321544"/>
                  </a:lnTo>
                  <a:lnTo>
                    <a:pt x="135406" y="322631"/>
                  </a:lnTo>
                  <a:lnTo>
                    <a:pt x="140617" y="323554"/>
                  </a:lnTo>
                  <a:lnTo>
                    <a:pt x="145853" y="324311"/>
                  </a:lnTo>
                  <a:lnTo>
                    <a:pt x="151111" y="324902"/>
                  </a:lnTo>
                  <a:lnTo>
                    <a:pt x="156386" y="325326"/>
                  </a:lnTo>
                  <a:lnTo>
                    <a:pt x="161670" y="325583"/>
                  </a:lnTo>
                  <a:lnTo>
                    <a:pt x="166961" y="325673"/>
                  </a:lnTo>
                  <a:lnTo>
                    <a:pt x="172251" y="325596"/>
                  </a:lnTo>
                  <a:lnTo>
                    <a:pt x="177537" y="325351"/>
                  </a:lnTo>
                  <a:lnTo>
                    <a:pt x="182812" y="324938"/>
                  </a:lnTo>
                  <a:lnTo>
                    <a:pt x="188071" y="324359"/>
                  </a:lnTo>
                  <a:lnTo>
                    <a:pt x="193310" y="323614"/>
                  </a:lnTo>
                  <a:lnTo>
                    <a:pt x="198522" y="322704"/>
                  </a:lnTo>
                  <a:lnTo>
                    <a:pt x="203703" y="321629"/>
                  </a:lnTo>
                  <a:lnTo>
                    <a:pt x="208847" y="320390"/>
                  </a:lnTo>
                  <a:lnTo>
                    <a:pt x="213949" y="318990"/>
                  </a:lnTo>
                  <a:lnTo>
                    <a:pt x="219005" y="317428"/>
                  </a:lnTo>
                  <a:lnTo>
                    <a:pt x="224009" y="315708"/>
                  </a:lnTo>
                  <a:lnTo>
                    <a:pt x="228955" y="313830"/>
                  </a:lnTo>
                  <a:lnTo>
                    <a:pt x="233840" y="311796"/>
                  </a:lnTo>
                  <a:lnTo>
                    <a:pt x="238658" y="309608"/>
                  </a:lnTo>
                  <a:lnTo>
                    <a:pt x="243404" y="307270"/>
                  </a:lnTo>
                  <a:lnTo>
                    <a:pt x="248074" y="304782"/>
                  </a:lnTo>
                  <a:lnTo>
                    <a:pt x="252663" y="302148"/>
                  </a:lnTo>
                  <a:lnTo>
                    <a:pt x="257166" y="299370"/>
                  </a:lnTo>
                  <a:lnTo>
                    <a:pt x="261579" y="296450"/>
                  </a:lnTo>
                  <a:lnTo>
                    <a:pt x="265897" y="293393"/>
                  </a:lnTo>
                  <a:lnTo>
                    <a:pt x="270117" y="290200"/>
                  </a:lnTo>
                  <a:lnTo>
                    <a:pt x="274233" y="286876"/>
                  </a:lnTo>
                  <a:lnTo>
                    <a:pt x="278242" y="283423"/>
                  </a:lnTo>
                  <a:lnTo>
                    <a:pt x="282140" y="279844"/>
                  </a:lnTo>
                  <a:lnTo>
                    <a:pt x="285922" y="276144"/>
                  </a:lnTo>
                  <a:lnTo>
                    <a:pt x="289586" y="272327"/>
                  </a:lnTo>
                  <a:lnTo>
                    <a:pt x="293127" y="268395"/>
                  </a:lnTo>
                  <a:lnTo>
                    <a:pt x="296541" y="264353"/>
                  </a:lnTo>
                  <a:lnTo>
                    <a:pt x="299826" y="260205"/>
                  </a:lnTo>
                  <a:lnTo>
                    <a:pt x="302978" y="255955"/>
                  </a:lnTo>
                  <a:lnTo>
                    <a:pt x="305994" y="251608"/>
                  </a:lnTo>
                  <a:lnTo>
                    <a:pt x="308871" y="247167"/>
                  </a:lnTo>
                  <a:lnTo>
                    <a:pt x="311606" y="242638"/>
                  </a:lnTo>
                  <a:lnTo>
                    <a:pt x="314196" y="238024"/>
                  </a:lnTo>
                  <a:lnTo>
                    <a:pt x="316639" y="233330"/>
                  </a:lnTo>
                  <a:lnTo>
                    <a:pt x="318933" y="228562"/>
                  </a:lnTo>
                  <a:lnTo>
                    <a:pt x="321074" y="223723"/>
                  </a:lnTo>
                  <a:lnTo>
                    <a:pt x="323061" y="218819"/>
                  </a:lnTo>
                  <a:lnTo>
                    <a:pt x="324891" y="213855"/>
                  </a:lnTo>
                  <a:lnTo>
                    <a:pt x="326564" y="208835"/>
                  </a:lnTo>
                  <a:lnTo>
                    <a:pt x="328077" y="203765"/>
                  </a:lnTo>
                  <a:lnTo>
                    <a:pt x="329429" y="198649"/>
                  </a:lnTo>
                  <a:lnTo>
                    <a:pt x="330618" y="193494"/>
                  </a:lnTo>
                  <a:lnTo>
                    <a:pt x="331643" y="188303"/>
                  </a:lnTo>
                  <a:lnTo>
                    <a:pt x="332504" y="183082"/>
                  </a:lnTo>
                  <a:lnTo>
                    <a:pt x="333199" y="177837"/>
                  </a:lnTo>
                  <a:lnTo>
                    <a:pt x="333727" y="172572"/>
                  </a:lnTo>
                  <a:lnTo>
                    <a:pt x="334089" y="167293"/>
                  </a:lnTo>
                  <a:lnTo>
                    <a:pt x="334284" y="162006"/>
                  </a:lnTo>
                  <a:lnTo>
                    <a:pt x="334311" y="156715"/>
                  </a:lnTo>
                  <a:lnTo>
                    <a:pt x="334170" y="151425"/>
                  </a:lnTo>
                  <a:lnTo>
                    <a:pt x="333862" y="146143"/>
                  </a:lnTo>
                  <a:lnTo>
                    <a:pt x="333388" y="140873"/>
                  </a:lnTo>
                  <a:lnTo>
                    <a:pt x="332746" y="135621"/>
                  </a:lnTo>
                  <a:lnTo>
                    <a:pt x="331939" y="130392"/>
                  </a:lnTo>
                  <a:lnTo>
                    <a:pt x="330967" y="125191"/>
                  </a:lnTo>
                  <a:lnTo>
                    <a:pt x="329830" y="120023"/>
                  </a:lnTo>
                  <a:lnTo>
                    <a:pt x="328531" y="114894"/>
                  </a:lnTo>
                  <a:lnTo>
                    <a:pt x="327070" y="109809"/>
                  </a:lnTo>
                  <a:lnTo>
                    <a:pt x="325449" y="104772"/>
                  </a:lnTo>
                  <a:lnTo>
                    <a:pt x="323669" y="99789"/>
                  </a:lnTo>
                  <a:lnTo>
                    <a:pt x="321732" y="94865"/>
                  </a:lnTo>
                  <a:lnTo>
                    <a:pt x="319641" y="90005"/>
                  </a:lnTo>
                  <a:lnTo>
                    <a:pt x="317396" y="85213"/>
                  </a:lnTo>
                  <a:lnTo>
                    <a:pt x="315002" y="80495"/>
                  </a:lnTo>
                  <a:lnTo>
                    <a:pt x="312459" y="75855"/>
                  </a:lnTo>
                  <a:lnTo>
                    <a:pt x="309770" y="71298"/>
                  </a:lnTo>
                  <a:lnTo>
                    <a:pt x="306939" y="66828"/>
                  </a:lnTo>
                  <a:lnTo>
                    <a:pt x="303967" y="62450"/>
                  </a:lnTo>
                  <a:lnTo>
                    <a:pt x="300859" y="58168"/>
                  </a:lnTo>
                  <a:lnTo>
                    <a:pt x="297616" y="53987"/>
                  </a:lnTo>
                  <a:lnTo>
                    <a:pt x="294243" y="49910"/>
                  </a:lnTo>
                  <a:lnTo>
                    <a:pt x="290743" y="45943"/>
                  </a:lnTo>
                  <a:lnTo>
                    <a:pt x="287118" y="42088"/>
                  </a:lnTo>
                  <a:lnTo>
                    <a:pt x="283374" y="38349"/>
                  </a:lnTo>
                  <a:lnTo>
                    <a:pt x="279513" y="34731"/>
                  </a:lnTo>
                  <a:lnTo>
                    <a:pt x="275539" y="31237"/>
                  </a:lnTo>
                  <a:lnTo>
                    <a:pt x="271457" y="27871"/>
                  </a:lnTo>
                  <a:lnTo>
                    <a:pt x="267271" y="24635"/>
                  </a:lnTo>
                  <a:lnTo>
                    <a:pt x="262984" y="21534"/>
                  </a:lnTo>
                  <a:lnTo>
                    <a:pt x="258601" y="18570"/>
                  </a:lnTo>
                  <a:lnTo>
                    <a:pt x="254126" y="15746"/>
                  </a:lnTo>
                  <a:lnTo>
                    <a:pt x="249565" y="13065"/>
                  </a:lnTo>
                  <a:lnTo>
                    <a:pt x="167153" y="1585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82412" cy="167167"/>
            </a:xfrm>
            <a:custGeom>
              <a:avLst/>
              <a:pathLst>
                <a:path w="82412" h="167167">
                  <a:moveTo>
                    <a:pt x="82412" y="21726"/>
                  </a:moveTo>
                  <a:lnTo>
                    <a:pt x="77365" y="18980"/>
                  </a:lnTo>
                  <a:lnTo>
                    <a:pt x="72228" y="16409"/>
                  </a:lnTo>
                  <a:lnTo>
                    <a:pt x="67005" y="14016"/>
                  </a:lnTo>
                  <a:lnTo>
                    <a:pt x="61703" y="11804"/>
                  </a:lnTo>
                  <a:lnTo>
                    <a:pt x="56328" y="9775"/>
                  </a:lnTo>
                  <a:lnTo>
                    <a:pt x="50886" y="7933"/>
                  </a:lnTo>
                  <a:lnTo>
                    <a:pt x="45385" y="6278"/>
                  </a:lnTo>
                  <a:lnTo>
                    <a:pt x="39829" y="4814"/>
                  </a:lnTo>
                  <a:lnTo>
                    <a:pt x="34227" y="3541"/>
                  </a:lnTo>
                  <a:lnTo>
                    <a:pt x="28585" y="2462"/>
                  </a:lnTo>
                  <a:lnTo>
                    <a:pt x="22908" y="1577"/>
                  </a:lnTo>
                  <a:lnTo>
                    <a:pt x="17205" y="887"/>
                  </a:lnTo>
                  <a:lnTo>
                    <a:pt x="11481" y="394"/>
                  </a:lnTo>
                  <a:lnTo>
                    <a:pt x="574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67477" y="1681503"/>
              <a:ext cx="19047" cy="167167"/>
            </a:xfrm>
            <a:custGeom>
              <a:avLst/>
              <a:pathLst>
                <a:path w="19047" h="167167">
                  <a:moveTo>
                    <a:pt x="19047" y="0"/>
                  </a:moveTo>
                  <a:lnTo>
                    <a:pt x="9508" y="272"/>
                  </a:lnTo>
                  <a:lnTo>
                    <a:pt x="0" y="1088"/>
                  </a:lnTo>
                  <a:lnTo>
                    <a:pt x="190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477" y="1682591"/>
              <a:ext cx="19047" cy="166078"/>
            </a:xfrm>
            <a:custGeom>
              <a:avLst/>
              <a:pathLst>
                <a:path w="19047" h="166078">
                  <a:moveTo>
                    <a:pt x="0" y="0"/>
                  </a:moveTo>
                  <a:lnTo>
                    <a:pt x="19047" y="1660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3774" y="1682591"/>
              <a:ext cx="102750" cy="166078"/>
            </a:xfrm>
            <a:custGeom>
              <a:avLst/>
              <a:pathLst>
                <a:path w="102750" h="166078">
                  <a:moveTo>
                    <a:pt x="83702" y="0"/>
                  </a:moveTo>
                  <a:lnTo>
                    <a:pt x="78029" y="749"/>
                  </a:lnTo>
                  <a:lnTo>
                    <a:pt x="72384" y="1692"/>
                  </a:lnTo>
                  <a:lnTo>
                    <a:pt x="66776" y="2827"/>
                  </a:lnTo>
                  <a:lnTo>
                    <a:pt x="61209" y="4154"/>
                  </a:lnTo>
                  <a:lnTo>
                    <a:pt x="55691" y="5671"/>
                  </a:lnTo>
                  <a:lnTo>
                    <a:pt x="50228" y="7376"/>
                  </a:lnTo>
                  <a:lnTo>
                    <a:pt x="44827" y="9267"/>
                  </a:lnTo>
                  <a:lnTo>
                    <a:pt x="39493" y="11341"/>
                  </a:lnTo>
                  <a:lnTo>
                    <a:pt x="34234" y="13597"/>
                  </a:lnTo>
                  <a:lnTo>
                    <a:pt x="29055" y="16031"/>
                  </a:lnTo>
                  <a:lnTo>
                    <a:pt x="23962" y="18642"/>
                  </a:lnTo>
                  <a:lnTo>
                    <a:pt x="18962" y="21425"/>
                  </a:lnTo>
                  <a:lnTo>
                    <a:pt x="14060" y="24378"/>
                  </a:lnTo>
                  <a:lnTo>
                    <a:pt x="9262" y="27496"/>
                  </a:lnTo>
                  <a:lnTo>
                    <a:pt x="4573" y="30777"/>
                  </a:lnTo>
                  <a:lnTo>
                    <a:pt x="0" y="34217"/>
                  </a:lnTo>
                  <a:lnTo>
                    <a:pt x="102750" y="1660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69" y="1681503"/>
              <a:ext cx="334304" cy="334334"/>
            </a:xfrm>
            <a:custGeom>
              <a:avLst/>
              <a:pathLst>
                <a:path w="334304" h="334334">
                  <a:moveTo>
                    <a:pt x="64405" y="35306"/>
                  </a:moveTo>
                  <a:lnTo>
                    <a:pt x="60269" y="38635"/>
                  </a:lnTo>
                  <a:lnTo>
                    <a:pt x="56242" y="42094"/>
                  </a:lnTo>
                  <a:lnTo>
                    <a:pt x="52326" y="45678"/>
                  </a:lnTo>
                  <a:lnTo>
                    <a:pt x="48527" y="49386"/>
                  </a:lnTo>
                  <a:lnTo>
                    <a:pt x="44847" y="53212"/>
                  </a:lnTo>
                  <a:lnTo>
                    <a:pt x="41290" y="57153"/>
                  </a:lnTo>
                  <a:lnTo>
                    <a:pt x="37860" y="61205"/>
                  </a:lnTo>
                  <a:lnTo>
                    <a:pt x="34561" y="65364"/>
                  </a:lnTo>
                  <a:lnTo>
                    <a:pt x="31395" y="69626"/>
                  </a:lnTo>
                  <a:lnTo>
                    <a:pt x="28366" y="73986"/>
                  </a:lnTo>
                  <a:lnTo>
                    <a:pt x="25477" y="78440"/>
                  </a:lnTo>
                  <a:lnTo>
                    <a:pt x="22731" y="82983"/>
                  </a:lnTo>
                  <a:lnTo>
                    <a:pt x="20131" y="87611"/>
                  </a:lnTo>
                  <a:lnTo>
                    <a:pt x="17679" y="92320"/>
                  </a:lnTo>
                  <a:lnTo>
                    <a:pt x="15378" y="97104"/>
                  </a:lnTo>
                  <a:lnTo>
                    <a:pt x="13230" y="101959"/>
                  </a:lnTo>
                  <a:lnTo>
                    <a:pt x="11237" y="106879"/>
                  </a:lnTo>
                  <a:lnTo>
                    <a:pt x="9401" y="111861"/>
                  </a:lnTo>
                  <a:lnTo>
                    <a:pt x="7725" y="116898"/>
                  </a:lnTo>
                  <a:lnTo>
                    <a:pt x="6209" y="121985"/>
                  </a:lnTo>
                  <a:lnTo>
                    <a:pt x="4855" y="127119"/>
                  </a:lnTo>
                  <a:lnTo>
                    <a:pt x="3665" y="132292"/>
                  </a:lnTo>
                  <a:lnTo>
                    <a:pt x="2640" y="137501"/>
                  </a:lnTo>
                  <a:lnTo>
                    <a:pt x="1781" y="142740"/>
                  </a:lnTo>
                  <a:lnTo>
                    <a:pt x="1089" y="148003"/>
                  </a:lnTo>
                  <a:lnTo>
                    <a:pt x="564" y="153286"/>
                  </a:lnTo>
                  <a:lnTo>
                    <a:pt x="208" y="158583"/>
                  </a:lnTo>
                  <a:lnTo>
                    <a:pt x="19" y="163888"/>
                  </a:lnTo>
                  <a:lnTo>
                    <a:pt x="0" y="169197"/>
                  </a:lnTo>
                  <a:lnTo>
                    <a:pt x="148" y="174504"/>
                  </a:lnTo>
                  <a:lnTo>
                    <a:pt x="465" y="179803"/>
                  </a:lnTo>
                  <a:lnTo>
                    <a:pt x="951" y="185089"/>
                  </a:lnTo>
                  <a:lnTo>
                    <a:pt x="1604" y="190358"/>
                  </a:lnTo>
                  <a:lnTo>
                    <a:pt x="2423" y="195603"/>
                  </a:lnTo>
                  <a:lnTo>
                    <a:pt x="3409" y="200819"/>
                  </a:lnTo>
                  <a:lnTo>
                    <a:pt x="4561" y="206002"/>
                  </a:lnTo>
                  <a:lnTo>
                    <a:pt x="5876" y="211145"/>
                  </a:lnTo>
                  <a:lnTo>
                    <a:pt x="7353" y="216244"/>
                  </a:lnTo>
                  <a:lnTo>
                    <a:pt x="8992" y="221293"/>
                  </a:lnTo>
                  <a:lnTo>
                    <a:pt x="10791" y="226288"/>
                  </a:lnTo>
                  <a:lnTo>
                    <a:pt x="12747" y="231223"/>
                  </a:lnTo>
                  <a:lnTo>
                    <a:pt x="14859" y="236094"/>
                  </a:lnTo>
                  <a:lnTo>
                    <a:pt x="17124" y="240895"/>
                  </a:lnTo>
                  <a:lnTo>
                    <a:pt x="19541" y="245622"/>
                  </a:lnTo>
                  <a:lnTo>
                    <a:pt x="22107" y="250270"/>
                  </a:lnTo>
                  <a:lnTo>
                    <a:pt x="24819" y="254833"/>
                  </a:lnTo>
                  <a:lnTo>
                    <a:pt x="27674" y="259309"/>
                  </a:lnTo>
                  <a:lnTo>
                    <a:pt x="30670" y="263691"/>
                  </a:lnTo>
                  <a:lnTo>
                    <a:pt x="33804" y="267976"/>
                  </a:lnTo>
                  <a:lnTo>
                    <a:pt x="37072" y="272160"/>
                  </a:lnTo>
                  <a:lnTo>
                    <a:pt x="40472" y="276237"/>
                  </a:lnTo>
                  <a:lnTo>
                    <a:pt x="43999" y="280205"/>
                  </a:lnTo>
                  <a:lnTo>
                    <a:pt x="47650" y="284059"/>
                  </a:lnTo>
                  <a:lnTo>
                    <a:pt x="51422" y="287794"/>
                  </a:lnTo>
                  <a:lnTo>
                    <a:pt x="55311" y="291408"/>
                  </a:lnTo>
                  <a:lnTo>
                    <a:pt x="59312" y="294897"/>
                  </a:lnTo>
                  <a:lnTo>
                    <a:pt x="63422" y="298257"/>
                  </a:lnTo>
                  <a:lnTo>
                    <a:pt x="67637" y="301485"/>
                  </a:lnTo>
                  <a:lnTo>
                    <a:pt x="71952" y="304577"/>
                  </a:lnTo>
                  <a:lnTo>
                    <a:pt x="76364" y="307531"/>
                  </a:lnTo>
                  <a:lnTo>
                    <a:pt x="80866" y="310343"/>
                  </a:lnTo>
                  <a:lnTo>
                    <a:pt x="85456" y="313010"/>
                  </a:lnTo>
                  <a:lnTo>
                    <a:pt x="90128" y="315531"/>
                  </a:lnTo>
                  <a:lnTo>
                    <a:pt x="94878" y="317902"/>
                  </a:lnTo>
                  <a:lnTo>
                    <a:pt x="99701" y="320121"/>
                  </a:lnTo>
                  <a:lnTo>
                    <a:pt x="104592" y="322186"/>
                  </a:lnTo>
                  <a:lnTo>
                    <a:pt x="109546" y="324094"/>
                  </a:lnTo>
                  <a:lnTo>
                    <a:pt x="114558" y="325844"/>
                  </a:lnTo>
                  <a:lnTo>
                    <a:pt x="119623" y="327434"/>
                  </a:lnTo>
                  <a:lnTo>
                    <a:pt x="124736" y="328863"/>
                  </a:lnTo>
                  <a:lnTo>
                    <a:pt x="129891" y="330128"/>
                  </a:lnTo>
                  <a:lnTo>
                    <a:pt x="135085" y="331229"/>
                  </a:lnTo>
                  <a:lnTo>
                    <a:pt x="140310" y="332165"/>
                  </a:lnTo>
                  <a:lnTo>
                    <a:pt x="145563" y="332934"/>
                  </a:lnTo>
                  <a:lnTo>
                    <a:pt x="150837" y="333536"/>
                  </a:lnTo>
                  <a:lnTo>
                    <a:pt x="156128" y="333970"/>
                  </a:lnTo>
                  <a:lnTo>
                    <a:pt x="161431" y="334236"/>
                  </a:lnTo>
                  <a:lnTo>
                    <a:pt x="166738" y="334334"/>
                  </a:lnTo>
                  <a:lnTo>
                    <a:pt x="172047" y="334263"/>
                  </a:lnTo>
                  <a:lnTo>
                    <a:pt x="177350" y="334023"/>
                  </a:lnTo>
                  <a:lnTo>
                    <a:pt x="182643" y="333615"/>
                  </a:lnTo>
                  <a:lnTo>
                    <a:pt x="187920" y="333040"/>
                  </a:lnTo>
                  <a:lnTo>
                    <a:pt x="193177" y="332297"/>
                  </a:lnTo>
                  <a:lnTo>
                    <a:pt x="198407" y="331387"/>
                  </a:lnTo>
                  <a:lnTo>
                    <a:pt x="203606" y="330312"/>
                  </a:lnTo>
                  <a:lnTo>
                    <a:pt x="208768" y="329072"/>
                  </a:lnTo>
                  <a:lnTo>
                    <a:pt x="213888" y="327669"/>
                  </a:lnTo>
                  <a:lnTo>
                    <a:pt x="218961" y="326104"/>
                  </a:lnTo>
                  <a:lnTo>
                    <a:pt x="223981" y="324379"/>
                  </a:lnTo>
                  <a:lnTo>
                    <a:pt x="228945" y="322495"/>
                  </a:lnTo>
                  <a:lnTo>
                    <a:pt x="233846" y="320455"/>
                  </a:lnTo>
                  <a:lnTo>
                    <a:pt x="238679" y="318260"/>
                  </a:lnTo>
                  <a:lnTo>
                    <a:pt x="243441" y="315913"/>
                  </a:lnTo>
                  <a:lnTo>
                    <a:pt x="248126" y="313415"/>
                  </a:lnTo>
                  <a:lnTo>
                    <a:pt x="252729" y="310771"/>
                  </a:lnTo>
                  <a:lnTo>
                    <a:pt x="257245" y="307981"/>
                  </a:lnTo>
                  <a:lnTo>
                    <a:pt x="261671" y="305049"/>
                  </a:lnTo>
                  <a:lnTo>
                    <a:pt x="266002" y="301979"/>
                  </a:lnTo>
                  <a:lnTo>
                    <a:pt x="270233" y="298772"/>
                  </a:lnTo>
                  <a:lnTo>
                    <a:pt x="274360" y="295432"/>
                  </a:lnTo>
                  <a:lnTo>
                    <a:pt x="278378" y="291964"/>
                  </a:lnTo>
                  <a:lnTo>
                    <a:pt x="282285" y="288369"/>
                  </a:lnTo>
                  <a:lnTo>
                    <a:pt x="286075" y="284652"/>
                  </a:lnTo>
                  <a:lnTo>
                    <a:pt x="289746" y="280817"/>
                  </a:lnTo>
                  <a:lnTo>
                    <a:pt x="293293" y="276867"/>
                  </a:lnTo>
                  <a:lnTo>
                    <a:pt x="296713" y="272806"/>
                  </a:lnTo>
                  <a:lnTo>
                    <a:pt x="300002" y="268639"/>
                  </a:lnTo>
                  <a:lnTo>
                    <a:pt x="303157" y="264370"/>
                  </a:lnTo>
                  <a:lnTo>
                    <a:pt x="306175" y="260002"/>
                  </a:lnTo>
                  <a:lnTo>
                    <a:pt x="309052" y="255541"/>
                  </a:lnTo>
                  <a:lnTo>
                    <a:pt x="311787" y="250991"/>
                  </a:lnTo>
                  <a:lnTo>
                    <a:pt x="314376" y="246356"/>
                  </a:lnTo>
                  <a:lnTo>
                    <a:pt x="316816" y="241641"/>
                  </a:lnTo>
                  <a:lnTo>
                    <a:pt x="319105" y="236852"/>
                  </a:lnTo>
                  <a:lnTo>
                    <a:pt x="321241" y="231992"/>
                  </a:lnTo>
                  <a:lnTo>
                    <a:pt x="323222" y="227066"/>
                  </a:lnTo>
                  <a:lnTo>
                    <a:pt x="325045" y="222080"/>
                  </a:lnTo>
                  <a:lnTo>
                    <a:pt x="326709" y="217039"/>
                  </a:lnTo>
                  <a:lnTo>
                    <a:pt x="328212" y="211948"/>
                  </a:lnTo>
                  <a:lnTo>
                    <a:pt x="329553" y="206811"/>
                  </a:lnTo>
                  <a:lnTo>
                    <a:pt x="330730" y="201634"/>
                  </a:lnTo>
                  <a:lnTo>
                    <a:pt x="331742" y="196423"/>
                  </a:lnTo>
                  <a:lnTo>
                    <a:pt x="332588" y="191182"/>
                  </a:lnTo>
                  <a:lnTo>
                    <a:pt x="333267" y="185917"/>
                  </a:lnTo>
                  <a:lnTo>
                    <a:pt x="333779" y="180633"/>
                  </a:lnTo>
                  <a:lnTo>
                    <a:pt x="334122" y="175335"/>
                  </a:lnTo>
                  <a:lnTo>
                    <a:pt x="334298" y="170029"/>
                  </a:lnTo>
                  <a:lnTo>
                    <a:pt x="334304" y="164721"/>
                  </a:lnTo>
                  <a:lnTo>
                    <a:pt x="334142" y="159414"/>
                  </a:lnTo>
                  <a:lnTo>
                    <a:pt x="333812" y="154116"/>
                  </a:lnTo>
                  <a:lnTo>
                    <a:pt x="333313" y="148831"/>
                  </a:lnTo>
                  <a:lnTo>
                    <a:pt x="332647" y="143564"/>
                  </a:lnTo>
                  <a:lnTo>
                    <a:pt x="331814" y="138321"/>
                  </a:lnTo>
                  <a:lnTo>
                    <a:pt x="330815" y="133107"/>
                  </a:lnTo>
                  <a:lnTo>
                    <a:pt x="329651" y="127927"/>
                  </a:lnTo>
                  <a:lnTo>
                    <a:pt x="328323" y="122787"/>
                  </a:lnTo>
                  <a:lnTo>
                    <a:pt x="326833" y="117692"/>
                  </a:lnTo>
                  <a:lnTo>
                    <a:pt x="325182" y="112647"/>
                  </a:lnTo>
                  <a:lnTo>
                    <a:pt x="323371" y="107656"/>
                  </a:lnTo>
                  <a:lnTo>
                    <a:pt x="321402" y="102726"/>
                  </a:lnTo>
                  <a:lnTo>
                    <a:pt x="319278" y="97861"/>
                  </a:lnTo>
                  <a:lnTo>
                    <a:pt x="317001" y="93065"/>
                  </a:lnTo>
                  <a:lnTo>
                    <a:pt x="314572" y="88345"/>
                  </a:lnTo>
                  <a:lnTo>
                    <a:pt x="311995" y="83703"/>
                  </a:lnTo>
                  <a:lnTo>
                    <a:pt x="309272" y="79146"/>
                  </a:lnTo>
                  <a:lnTo>
                    <a:pt x="306405" y="74678"/>
                  </a:lnTo>
                  <a:lnTo>
                    <a:pt x="303398" y="70303"/>
                  </a:lnTo>
                  <a:lnTo>
                    <a:pt x="300254" y="66026"/>
                  </a:lnTo>
                  <a:lnTo>
                    <a:pt x="296975" y="61850"/>
                  </a:lnTo>
                  <a:lnTo>
                    <a:pt x="293566" y="57781"/>
                  </a:lnTo>
                  <a:lnTo>
                    <a:pt x="290029" y="53823"/>
                  </a:lnTo>
                  <a:lnTo>
                    <a:pt x="286368" y="49978"/>
                  </a:lnTo>
                  <a:lnTo>
                    <a:pt x="282586" y="46252"/>
                  </a:lnTo>
                  <a:lnTo>
                    <a:pt x="278689" y="42647"/>
                  </a:lnTo>
                  <a:lnTo>
                    <a:pt x="274679" y="39169"/>
                  </a:lnTo>
                  <a:lnTo>
                    <a:pt x="270560" y="35819"/>
                  </a:lnTo>
                  <a:lnTo>
                    <a:pt x="266337" y="32602"/>
                  </a:lnTo>
                  <a:lnTo>
                    <a:pt x="262014" y="29520"/>
                  </a:lnTo>
                  <a:lnTo>
                    <a:pt x="257596" y="26578"/>
                  </a:lnTo>
                  <a:lnTo>
                    <a:pt x="253086" y="23777"/>
                  </a:lnTo>
                  <a:lnTo>
                    <a:pt x="248490" y="21120"/>
                  </a:lnTo>
                  <a:lnTo>
                    <a:pt x="243811" y="18612"/>
                  </a:lnTo>
                  <a:lnTo>
                    <a:pt x="239055" y="16252"/>
                  </a:lnTo>
                  <a:lnTo>
                    <a:pt x="234227" y="14045"/>
                  </a:lnTo>
                  <a:lnTo>
                    <a:pt x="229331" y="11993"/>
                  </a:lnTo>
                  <a:lnTo>
                    <a:pt x="224373" y="10097"/>
                  </a:lnTo>
                  <a:lnTo>
                    <a:pt x="219356" y="8359"/>
                  </a:lnTo>
                  <a:lnTo>
                    <a:pt x="214287" y="6782"/>
                  </a:lnTo>
                  <a:lnTo>
                    <a:pt x="209171" y="5366"/>
                  </a:lnTo>
                  <a:lnTo>
                    <a:pt x="204012" y="4113"/>
                  </a:lnTo>
                  <a:lnTo>
                    <a:pt x="198816" y="3025"/>
                  </a:lnTo>
                  <a:lnTo>
                    <a:pt x="193588" y="2103"/>
                  </a:lnTo>
                  <a:lnTo>
                    <a:pt x="188333" y="1347"/>
                  </a:lnTo>
                  <a:lnTo>
                    <a:pt x="183057" y="758"/>
                  </a:lnTo>
                  <a:lnTo>
                    <a:pt x="177765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449" y="2126963"/>
              <a:ext cx="31838" cy="167167"/>
            </a:xfrm>
            <a:custGeom>
              <a:avLst/>
              <a:pathLst>
                <a:path w="31838" h="167167">
                  <a:moveTo>
                    <a:pt x="31838" y="0"/>
                  </a:moveTo>
                  <a:lnTo>
                    <a:pt x="25432" y="122"/>
                  </a:lnTo>
                  <a:lnTo>
                    <a:pt x="19037" y="490"/>
                  </a:lnTo>
                  <a:lnTo>
                    <a:pt x="12660" y="1103"/>
                  </a:lnTo>
                  <a:lnTo>
                    <a:pt x="6311" y="1960"/>
                  </a:lnTo>
                  <a:lnTo>
                    <a:pt x="0" y="3059"/>
                  </a:lnTo>
                  <a:lnTo>
                    <a:pt x="3183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449" y="2130023"/>
              <a:ext cx="31838" cy="164107"/>
            </a:xfrm>
            <a:custGeom>
              <a:avLst/>
              <a:pathLst>
                <a:path w="31838" h="164107">
                  <a:moveTo>
                    <a:pt x="0" y="0"/>
                  </a:moveTo>
                  <a:lnTo>
                    <a:pt x="31838" y="164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40" y="2127770"/>
              <a:ext cx="334298" cy="333528"/>
            </a:xfrm>
            <a:custGeom>
              <a:avLst/>
              <a:pathLst>
                <a:path w="334298" h="333528">
                  <a:moveTo>
                    <a:pt x="135309" y="2253"/>
                  </a:moveTo>
                  <a:lnTo>
                    <a:pt x="130121" y="3345"/>
                  </a:lnTo>
                  <a:lnTo>
                    <a:pt x="124972" y="4601"/>
                  </a:lnTo>
                  <a:lnTo>
                    <a:pt x="119864" y="6019"/>
                  </a:lnTo>
                  <a:lnTo>
                    <a:pt x="114804" y="7599"/>
                  </a:lnTo>
                  <a:lnTo>
                    <a:pt x="109797" y="9338"/>
                  </a:lnTo>
                  <a:lnTo>
                    <a:pt x="104847" y="11235"/>
                  </a:lnTo>
                  <a:lnTo>
                    <a:pt x="99961" y="13289"/>
                  </a:lnTo>
                  <a:lnTo>
                    <a:pt x="95141" y="15496"/>
                  </a:lnTo>
                  <a:lnTo>
                    <a:pt x="90394" y="17854"/>
                  </a:lnTo>
                  <a:lnTo>
                    <a:pt x="85724" y="20363"/>
                  </a:lnTo>
                  <a:lnTo>
                    <a:pt x="81136" y="23017"/>
                  </a:lnTo>
                  <a:lnTo>
                    <a:pt x="76635" y="25817"/>
                  </a:lnTo>
                  <a:lnTo>
                    <a:pt x="72224" y="28757"/>
                  </a:lnTo>
                  <a:lnTo>
                    <a:pt x="67909" y="31836"/>
                  </a:lnTo>
                  <a:lnTo>
                    <a:pt x="63694" y="35050"/>
                  </a:lnTo>
                  <a:lnTo>
                    <a:pt x="59583" y="38396"/>
                  </a:lnTo>
                  <a:lnTo>
                    <a:pt x="55580" y="41870"/>
                  </a:lnTo>
                  <a:lnTo>
                    <a:pt x="51689" y="45470"/>
                  </a:lnTo>
                  <a:lnTo>
                    <a:pt x="47914" y="49191"/>
                  </a:lnTo>
                  <a:lnTo>
                    <a:pt x="44259" y="53031"/>
                  </a:lnTo>
                  <a:lnTo>
                    <a:pt x="40728" y="56984"/>
                  </a:lnTo>
                  <a:lnTo>
                    <a:pt x="37324" y="61047"/>
                  </a:lnTo>
                  <a:lnTo>
                    <a:pt x="34050" y="65216"/>
                  </a:lnTo>
                  <a:lnTo>
                    <a:pt x="30910" y="69487"/>
                  </a:lnTo>
                  <a:lnTo>
                    <a:pt x="27907" y="73855"/>
                  </a:lnTo>
                  <a:lnTo>
                    <a:pt x="25044" y="78316"/>
                  </a:lnTo>
                  <a:lnTo>
                    <a:pt x="22324" y="82865"/>
                  </a:lnTo>
                  <a:lnTo>
                    <a:pt x="19750" y="87499"/>
                  </a:lnTo>
                  <a:lnTo>
                    <a:pt x="17323" y="92212"/>
                  </a:lnTo>
                  <a:lnTo>
                    <a:pt x="15048" y="96999"/>
                  </a:lnTo>
                  <a:lnTo>
                    <a:pt x="12925" y="101857"/>
                  </a:lnTo>
                  <a:lnTo>
                    <a:pt x="10958" y="106779"/>
                  </a:lnTo>
                  <a:lnTo>
                    <a:pt x="9147" y="111761"/>
                  </a:lnTo>
                  <a:lnTo>
                    <a:pt x="7495" y="116797"/>
                  </a:lnTo>
                  <a:lnTo>
                    <a:pt x="6004" y="121884"/>
                  </a:lnTo>
                  <a:lnTo>
                    <a:pt x="4675" y="127016"/>
                  </a:lnTo>
                  <a:lnTo>
                    <a:pt x="3509" y="132187"/>
                  </a:lnTo>
                  <a:lnTo>
                    <a:pt x="2508" y="137392"/>
                  </a:lnTo>
                  <a:lnTo>
                    <a:pt x="1673" y="142626"/>
                  </a:lnTo>
                  <a:lnTo>
                    <a:pt x="1003" y="147885"/>
                  </a:lnTo>
                  <a:lnTo>
                    <a:pt x="501" y="153162"/>
                  </a:lnTo>
                  <a:lnTo>
                    <a:pt x="166" y="158452"/>
                  </a:lnTo>
                  <a:lnTo>
                    <a:pt x="0" y="163750"/>
                  </a:lnTo>
                  <a:lnTo>
                    <a:pt x="1" y="169051"/>
                  </a:lnTo>
                  <a:lnTo>
                    <a:pt x="170" y="174349"/>
                  </a:lnTo>
                  <a:lnTo>
                    <a:pt x="507" y="179639"/>
                  </a:lnTo>
                  <a:lnTo>
                    <a:pt x="1012" y="184915"/>
                  </a:lnTo>
                  <a:lnTo>
                    <a:pt x="1684" y="190173"/>
                  </a:lnTo>
                  <a:lnTo>
                    <a:pt x="2522" y="195407"/>
                  </a:lnTo>
                  <a:lnTo>
                    <a:pt x="3526" y="200612"/>
                  </a:lnTo>
                  <a:lnTo>
                    <a:pt x="4694" y="205783"/>
                  </a:lnTo>
                  <a:lnTo>
                    <a:pt x="6026" y="210913"/>
                  </a:lnTo>
                  <a:lnTo>
                    <a:pt x="7519" y="215999"/>
                  </a:lnTo>
                  <a:lnTo>
                    <a:pt x="9173" y="221035"/>
                  </a:lnTo>
                  <a:lnTo>
                    <a:pt x="10986" y="226016"/>
                  </a:lnTo>
                  <a:lnTo>
                    <a:pt x="12956" y="230938"/>
                  </a:lnTo>
                  <a:lnTo>
                    <a:pt x="15081" y="235794"/>
                  </a:lnTo>
                  <a:lnTo>
                    <a:pt x="17359" y="240580"/>
                  </a:lnTo>
                  <a:lnTo>
                    <a:pt x="19787" y="245292"/>
                  </a:lnTo>
                  <a:lnTo>
                    <a:pt x="22364" y="249924"/>
                  </a:lnTo>
                  <a:lnTo>
                    <a:pt x="25086" y="254473"/>
                  </a:lnTo>
                  <a:lnTo>
                    <a:pt x="27951" y="258932"/>
                  </a:lnTo>
                  <a:lnTo>
                    <a:pt x="30956" y="263299"/>
                  </a:lnTo>
                  <a:lnTo>
                    <a:pt x="34098" y="267568"/>
                  </a:lnTo>
                  <a:lnTo>
                    <a:pt x="37374" y="271736"/>
                  </a:lnTo>
                  <a:lnTo>
                    <a:pt x="40780" y="275797"/>
                  </a:lnTo>
                  <a:lnTo>
                    <a:pt x="44313" y="279749"/>
                  </a:lnTo>
                  <a:lnTo>
                    <a:pt x="47970" y="283586"/>
                  </a:lnTo>
                  <a:lnTo>
                    <a:pt x="51746" y="287306"/>
                  </a:lnTo>
                  <a:lnTo>
                    <a:pt x="55639" y="290904"/>
                  </a:lnTo>
                  <a:lnTo>
                    <a:pt x="59644" y="294376"/>
                  </a:lnTo>
                  <a:lnTo>
                    <a:pt x="63757" y="297721"/>
                  </a:lnTo>
                  <a:lnTo>
                    <a:pt x="67973" y="300932"/>
                  </a:lnTo>
                  <a:lnTo>
                    <a:pt x="72290" y="304009"/>
                  </a:lnTo>
                  <a:lnTo>
                    <a:pt x="76702" y="306947"/>
                  </a:lnTo>
                  <a:lnTo>
                    <a:pt x="81205" y="309744"/>
                  </a:lnTo>
                  <a:lnTo>
                    <a:pt x="85794" y="312397"/>
                  </a:lnTo>
                  <a:lnTo>
                    <a:pt x="90465" y="314903"/>
                  </a:lnTo>
                  <a:lnTo>
                    <a:pt x="95213" y="317259"/>
                  </a:lnTo>
                  <a:lnTo>
                    <a:pt x="100033" y="319464"/>
                  </a:lnTo>
                  <a:lnTo>
                    <a:pt x="104921" y="321515"/>
                  </a:lnTo>
                  <a:lnTo>
                    <a:pt x="109872" y="323410"/>
                  </a:lnTo>
                  <a:lnTo>
                    <a:pt x="114880" y="325147"/>
                  </a:lnTo>
                  <a:lnTo>
                    <a:pt x="119941" y="326724"/>
                  </a:lnTo>
                  <a:lnTo>
                    <a:pt x="125049" y="328140"/>
                  </a:lnTo>
                  <a:lnTo>
                    <a:pt x="130199" y="329394"/>
                  </a:lnTo>
                  <a:lnTo>
                    <a:pt x="135387" y="330483"/>
                  </a:lnTo>
                  <a:lnTo>
                    <a:pt x="140606" y="331408"/>
                  </a:lnTo>
                  <a:lnTo>
                    <a:pt x="145852" y="332166"/>
                  </a:lnTo>
                  <a:lnTo>
                    <a:pt x="151120" y="332758"/>
                  </a:lnTo>
                  <a:lnTo>
                    <a:pt x="156404" y="333182"/>
                  </a:lnTo>
                  <a:lnTo>
                    <a:pt x="161698" y="333439"/>
                  </a:lnTo>
                  <a:lnTo>
                    <a:pt x="166998" y="333528"/>
                  </a:lnTo>
                  <a:lnTo>
                    <a:pt x="172298" y="333448"/>
                  </a:lnTo>
                  <a:lnTo>
                    <a:pt x="177593" y="333201"/>
                  </a:lnTo>
                  <a:lnTo>
                    <a:pt x="182878" y="332786"/>
                  </a:lnTo>
                  <a:lnTo>
                    <a:pt x="188146" y="332204"/>
                  </a:lnTo>
                  <a:lnTo>
                    <a:pt x="193394" y="331454"/>
                  </a:lnTo>
                  <a:lnTo>
                    <a:pt x="198615" y="330539"/>
                  </a:lnTo>
                  <a:lnTo>
                    <a:pt x="203805" y="329459"/>
                  </a:lnTo>
                  <a:lnTo>
                    <a:pt x="208957" y="328215"/>
                  </a:lnTo>
                  <a:lnTo>
                    <a:pt x="214068" y="326808"/>
                  </a:lnTo>
                  <a:lnTo>
                    <a:pt x="219131" y="325239"/>
                  </a:lnTo>
                  <a:lnTo>
                    <a:pt x="224142" y="323511"/>
                  </a:lnTo>
                  <a:lnTo>
                    <a:pt x="229096" y="321625"/>
                  </a:lnTo>
                  <a:lnTo>
                    <a:pt x="233988" y="319583"/>
                  </a:lnTo>
                  <a:lnTo>
                    <a:pt x="238812" y="317387"/>
                  </a:lnTo>
                  <a:lnTo>
                    <a:pt x="243565" y="315039"/>
                  </a:lnTo>
                  <a:lnTo>
                    <a:pt x="248240" y="312541"/>
                  </a:lnTo>
                  <a:lnTo>
                    <a:pt x="252834" y="309897"/>
                  </a:lnTo>
                  <a:lnTo>
                    <a:pt x="257342" y="307108"/>
                  </a:lnTo>
                  <a:lnTo>
                    <a:pt x="261759" y="304177"/>
                  </a:lnTo>
                  <a:lnTo>
                    <a:pt x="266081" y="301108"/>
                  </a:lnTo>
                  <a:lnTo>
                    <a:pt x="270303" y="297904"/>
                  </a:lnTo>
                  <a:lnTo>
                    <a:pt x="274422" y="294567"/>
                  </a:lnTo>
                  <a:lnTo>
                    <a:pt x="278433" y="291101"/>
                  </a:lnTo>
                  <a:lnTo>
                    <a:pt x="282332" y="287510"/>
                  </a:lnTo>
                  <a:lnTo>
                    <a:pt x="286115" y="283798"/>
                  </a:lnTo>
                  <a:lnTo>
                    <a:pt x="289779" y="279967"/>
                  </a:lnTo>
                  <a:lnTo>
                    <a:pt x="293319" y="276021"/>
                  </a:lnTo>
                  <a:lnTo>
                    <a:pt x="296732" y="271966"/>
                  </a:lnTo>
                  <a:lnTo>
                    <a:pt x="300015" y="267804"/>
                  </a:lnTo>
                  <a:lnTo>
                    <a:pt x="303165" y="263541"/>
                  </a:lnTo>
                  <a:lnTo>
                    <a:pt x="306178" y="259179"/>
                  </a:lnTo>
                  <a:lnTo>
                    <a:pt x="309050" y="254725"/>
                  </a:lnTo>
                  <a:lnTo>
                    <a:pt x="311781" y="250181"/>
                  </a:lnTo>
                  <a:lnTo>
                    <a:pt x="314366" y="245553"/>
                  </a:lnTo>
                  <a:lnTo>
                    <a:pt x="316802" y="240846"/>
                  </a:lnTo>
                  <a:lnTo>
                    <a:pt x="319089" y="236064"/>
                  </a:lnTo>
                  <a:lnTo>
                    <a:pt x="321222" y="231211"/>
                  </a:lnTo>
                  <a:lnTo>
                    <a:pt x="323201" y="226294"/>
                  </a:lnTo>
                  <a:lnTo>
                    <a:pt x="325023" y="221316"/>
                  </a:lnTo>
                  <a:lnTo>
                    <a:pt x="326686" y="216283"/>
                  </a:lnTo>
                  <a:lnTo>
                    <a:pt x="328188" y="211199"/>
                  </a:lnTo>
                  <a:lnTo>
                    <a:pt x="329529" y="206071"/>
                  </a:lnTo>
                  <a:lnTo>
                    <a:pt x="330706" y="200903"/>
                  </a:lnTo>
                  <a:lnTo>
                    <a:pt x="331719" y="195699"/>
                  </a:lnTo>
                  <a:lnTo>
                    <a:pt x="332567" y="190467"/>
                  </a:lnTo>
                  <a:lnTo>
                    <a:pt x="333248" y="185210"/>
                  </a:lnTo>
                  <a:lnTo>
                    <a:pt x="333762" y="179934"/>
                  </a:lnTo>
                  <a:lnTo>
                    <a:pt x="334109" y="174645"/>
                  </a:lnTo>
                  <a:lnTo>
                    <a:pt x="334287" y="169347"/>
                  </a:lnTo>
                  <a:lnTo>
                    <a:pt x="334298" y="164047"/>
                  </a:lnTo>
                  <a:lnTo>
                    <a:pt x="334141" y="158748"/>
                  </a:lnTo>
                  <a:lnTo>
                    <a:pt x="333815" y="153457"/>
                  </a:lnTo>
                  <a:lnTo>
                    <a:pt x="333322" y="148180"/>
                  </a:lnTo>
                  <a:lnTo>
                    <a:pt x="332662" y="142920"/>
                  </a:lnTo>
                  <a:lnTo>
                    <a:pt x="331836" y="137684"/>
                  </a:lnTo>
                  <a:lnTo>
                    <a:pt x="330844" y="132477"/>
                  </a:lnTo>
                  <a:lnTo>
                    <a:pt x="329687" y="127304"/>
                  </a:lnTo>
                  <a:lnTo>
                    <a:pt x="328367" y="122170"/>
                  </a:lnTo>
                  <a:lnTo>
                    <a:pt x="326885" y="117081"/>
                  </a:lnTo>
                  <a:lnTo>
                    <a:pt x="325243" y="112041"/>
                  </a:lnTo>
                  <a:lnTo>
                    <a:pt x="323441" y="107056"/>
                  </a:lnTo>
                  <a:lnTo>
                    <a:pt x="321482" y="102130"/>
                  </a:lnTo>
                  <a:lnTo>
                    <a:pt x="319368" y="97270"/>
                  </a:lnTo>
                  <a:lnTo>
                    <a:pt x="317101" y="92478"/>
                  </a:lnTo>
                  <a:lnTo>
                    <a:pt x="314683" y="87761"/>
                  </a:lnTo>
                  <a:lnTo>
                    <a:pt x="312117" y="83123"/>
                  </a:lnTo>
                  <a:lnTo>
                    <a:pt x="309405" y="78568"/>
                  </a:lnTo>
                  <a:lnTo>
                    <a:pt x="306550" y="74102"/>
                  </a:lnTo>
                  <a:lnTo>
                    <a:pt x="303555" y="69729"/>
                  </a:lnTo>
                  <a:lnTo>
                    <a:pt x="300423" y="65452"/>
                  </a:lnTo>
                  <a:lnTo>
                    <a:pt x="297156" y="61277"/>
                  </a:lnTo>
                  <a:lnTo>
                    <a:pt x="293759" y="57208"/>
                  </a:lnTo>
                  <a:lnTo>
                    <a:pt x="290235" y="53249"/>
                  </a:lnTo>
                  <a:lnTo>
                    <a:pt x="286587" y="49403"/>
                  </a:lnTo>
                  <a:lnTo>
                    <a:pt x="282819" y="45675"/>
                  </a:lnTo>
                  <a:lnTo>
                    <a:pt x="278934" y="42068"/>
                  </a:lnTo>
                  <a:lnTo>
                    <a:pt x="274937" y="38587"/>
                  </a:lnTo>
                  <a:lnTo>
                    <a:pt x="270832" y="35233"/>
                  </a:lnTo>
                  <a:lnTo>
                    <a:pt x="266622" y="32012"/>
                  </a:lnTo>
                  <a:lnTo>
                    <a:pt x="262313" y="28926"/>
                  </a:lnTo>
                  <a:lnTo>
                    <a:pt x="257908" y="25977"/>
                  </a:lnTo>
                  <a:lnTo>
                    <a:pt x="253411" y="23170"/>
                  </a:lnTo>
                  <a:lnTo>
                    <a:pt x="248828" y="20507"/>
                  </a:lnTo>
                  <a:lnTo>
                    <a:pt x="244162" y="17991"/>
                  </a:lnTo>
                  <a:lnTo>
                    <a:pt x="239420" y="15624"/>
                  </a:lnTo>
                  <a:lnTo>
                    <a:pt x="234604" y="13408"/>
                  </a:lnTo>
                  <a:lnTo>
                    <a:pt x="229721" y="11346"/>
                  </a:lnTo>
                  <a:lnTo>
                    <a:pt x="224775" y="9440"/>
                  </a:lnTo>
                  <a:lnTo>
                    <a:pt x="219771" y="7692"/>
                  </a:lnTo>
                  <a:lnTo>
                    <a:pt x="214713" y="6103"/>
                  </a:lnTo>
                  <a:lnTo>
                    <a:pt x="209609" y="4676"/>
                  </a:lnTo>
                  <a:lnTo>
                    <a:pt x="204461" y="3411"/>
                  </a:lnTo>
                  <a:lnTo>
                    <a:pt x="199276" y="2310"/>
                  </a:lnTo>
                  <a:lnTo>
                    <a:pt x="194058" y="1373"/>
                  </a:lnTo>
                  <a:lnTo>
                    <a:pt x="188814" y="603"/>
                  </a:lnTo>
                  <a:lnTo>
                    <a:pt x="183548" y="0"/>
                  </a:lnTo>
                  <a:lnTo>
                    <a:pt x="167147" y="166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6401" cy="167167"/>
            </a:xfrm>
            <a:custGeom>
              <a:avLst/>
              <a:pathLst>
                <a:path w="16401" h="167167">
                  <a:moveTo>
                    <a:pt x="16401" y="806"/>
                  </a:moveTo>
                  <a:lnTo>
                    <a:pt x="8210" y="2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3522" y="2633064"/>
              <a:ext cx="7225" cy="167167"/>
            </a:xfrm>
            <a:custGeom>
              <a:avLst/>
              <a:pathLst>
                <a:path w="7225" h="167167">
                  <a:moveTo>
                    <a:pt x="7225" y="0"/>
                  </a:moveTo>
                  <a:lnTo>
                    <a:pt x="0" y="156"/>
                  </a:lnTo>
                  <a:lnTo>
                    <a:pt x="722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522" y="2633220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6" y="2633220"/>
              <a:ext cx="334310" cy="334177"/>
            </a:xfrm>
            <a:custGeom>
              <a:avLst/>
              <a:pathLst>
                <a:path w="334310" h="334177">
                  <a:moveTo>
                    <a:pt x="159936" y="0"/>
                  </a:moveTo>
                  <a:lnTo>
                    <a:pt x="154653" y="312"/>
                  </a:lnTo>
                  <a:lnTo>
                    <a:pt x="149383" y="791"/>
                  </a:lnTo>
                  <a:lnTo>
                    <a:pt x="144130" y="1437"/>
                  </a:lnTo>
                  <a:lnTo>
                    <a:pt x="138901" y="2249"/>
                  </a:lnTo>
                  <a:lnTo>
                    <a:pt x="133700" y="3227"/>
                  </a:lnTo>
                  <a:lnTo>
                    <a:pt x="128532" y="4368"/>
                  </a:lnTo>
                  <a:lnTo>
                    <a:pt x="123403" y="5672"/>
                  </a:lnTo>
                  <a:lnTo>
                    <a:pt x="118318" y="7138"/>
                  </a:lnTo>
                  <a:lnTo>
                    <a:pt x="113282" y="8764"/>
                  </a:lnTo>
                  <a:lnTo>
                    <a:pt x="108300" y="10549"/>
                  </a:lnTo>
                  <a:lnTo>
                    <a:pt x="103377" y="12491"/>
                  </a:lnTo>
                  <a:lnTo>
                    <a:pt x="98518" y="14587"/>
                  </a:lnTo>
                  <a:lnTo>
                    <a:pt x="93727" y="16836"/>
                  </a:lnTo>
                  <a:lnTo>
                    <a:pt x="89011" y="19236"/>
                  </a:lnTo>
                  <a:lnTo>
                    <a:pt x="84372" y="21784"/>
                  </a:lnTo>
                  <a:lnTo>
                    <a:pt x="79817" y="24477"/>
                  </a:lnTo>
                  <a:lnTo>
                    <a:pt x="75349" y="27313"/>
                  </a:lnTo>
                  <a:lnTo>
                    <a:pt x="70973" y="30289"/>
                  </a:lnTo>
                  <a:lnTo>
                    <a:pt x="66694" y="33403"/>
                  </a:lnTo>
                  <a:lnTo>
                    <a:pt x="62515" y="36650"/>
                  </a:lnTo>
                  <a:lnTo>
                    <a:pt x="58441" y="40028"/>
                  </a:lnTo>
                  <a:lnTo>
                    <a:pt x="54476" y="43533"/>
                  </a:lnTo>
                  <a:lnTo>
                    <a:pt x="50624" y="47161"/>
                  </a:lnTo>
                  <a:lnTo>
                    <a:pt x="46888" y="50910"/>
                  </a:lnTo>
                  <a:lnTo>
                    <a:pt x="43274" y="54775"/>
                  </a:lnTo>
                  <a:lnTo>
                    <a:pt x="39783" y="58753"/>
                  </a:lnTo>
                  <a:lnTo>
                    <a:pt x="36420" y="62839"/>
                  </a:lnTo>
                  <a:lnTo>
                    <a:pt x="33188" y="67030"/>
                  </a:lnTo>
                  <a:lnTo>
                    <a:pt x="30091" y="71321"/>
                  </a:lnTo>
                  <a:lnTo>
                    <a:pt x="27131" y="75708"/>
                  </a:lnTo>
                  <a:lnTo>
                    <a:pt x="24311" y="80186"/>
                  </a:lnTo>
                  <a:lnTo>
                    <a:pt x="21634" y="84751"/>
                  </a:lnTo>
                  <a:lnTo>
                    <a:pt x="19103" y="89399"/>
                  </a:lnTo>
                  <a:lnTo>
                    <a:pt x="16721" y="94124"/>
                  </a:lnTo>
                  <a:lnTo>
                    <a:pt x="14489" y="98923"/>
                  </a:lnTo>
                  <a:lnTo>
                    <a:pt x="12410" y="103789"/>
                  </a:lnTo>
                  <a:lnTo>
                    <a:pt x="10487" y="108720"/>
                  </a:lnTo>
                  <a:lnTo>
                    <a:pt x="8720" y="113708"/>
                  </a:lnTo>
                  <a:lnTo>
                    <a:pt x="7112" y="118750"/>
                  </a:lnTo>
                  <a:lnTo>
                    <a:pt x="5665" y="123840"/>
                  </a:lnTo>
                  <a:lnTo>
                    <a:pt x="4379" y="128974"/>
                  </a:lnTo>
                  <a:lnTo>
                    <a:pt x="3257" y="134146"/>
                  </a:lnTo>
                  <a:lnTo>
                    <a:pt x="2299" y="139350"/>
                  </a:lnTo>
                  <a:lnTo>
                    <a:pt x="1506" y="144583"/>
                  </a:lnTo>
                  <a:lnTo>
                    <a:pt x="879" y="149837"/>
                  </a:lnTo>
                  <a:lnTo>
                    <a:pt x="418" y="155109"/>
                  </a:lnTo>
                  <a:lnTo>
                    <a:pt x="125" y="160393"/>
                  </a:lnTo>
                  <a:lnTo>
                    <a:pt x="0" y="165684"/>
                  </a:lnTo>
                  <a:lnTo>
                    <a:pt x="41" y="170976"/>
                  </a:lnTo>
                  <a:lnTo>
                    <a:pt x="251" y="176264"/>
                  </a:lnTo>
                  <a:lnTo>
                    <a:pt x="627" y="181543"/>
                  </a:lnTo>
                  <a:lnTo>
                    <a:pt x="1171" y="186807"/>
                  </a:lnTo>
                  <a:lnTo>
                    <a:pt x="1880" y="192051"/>
                  </a:lnTo>
                  <a:lnTo>
                    <a:pt x="2756" y="197270"/>
                  </a:lnTo>
                  <a:lnTo>
                    <a:pt x="3796" y="202459"/>
                  </a:lnTo>
                  <a:lnTo>
                    <a:pt x="5000" y="207612"/>
                  </a:lnTo>
                  <a:lnTo>
                    <a:pt x="6366" y="212725"/>
                  </a:lnTo>
                  <a:lnTo>
                    <a:pt x="7894" y="217792"/>
                  </a:lnTo>
                  <a:lnTo>
                    <a:pt x="9581" y="222808"/>
                  </a:lnTo>
                  <a:lnTo>
                    <a:pt x="11426" y="227768"/>
                  </a:lnTo>
                  <a:lnTo>
                    <a:pt x="13427" y="232667"/>
                  </a:lnTo>
                  <a:lnTo>
                    <a:pt x="15583" y="237500"/>
                  </a:lnTo>
                  <a:lnTo>
                    <a:pt x="17890" y="242263"/>
                  </a:lnTo>
                  <a:lnTo>
                    <a:pt x="20347" y="246950"/>
                  </a:lnTo>
                  <a:lnTo>
                    <a:pt x="22951" y="251557"/>
                  </a:lnTo>
                  <a:lnTo>
                    <a:pt x="25699" y="256080"/>
                  </a:lnTo>
                  <a:lnTo>
                    <a:pt x="28589" y="260513"/>
                  </a:lnTo>
                  <a:lnTo>
                    <a:pt x="31618" y="264852"/>
                  </a:lnTo>
                  <a:lnTo>
                    <a:pt x="34783" y="269094"/>
                  </a:lnTo>
                  <a:lnTo>
                    <a:pt x="38081" y="273233"/>
                  </a:lnTo>
                  <a:lnTo>
                    <a:pt x="41508" y="277265"/>
                  </a:lnTo>
                  <a:lnTo>
                    <a:pt x="45061" y="281188"/>
                  </a:lnTo>
                  <a:lnTo>
                    <a:pt x="48736" y="284995"/>
                  </a:lnTo>
                  <a:lnTo>
                    <a:pt x="52530" y="288685"/>
                  </a:lnTo>
                  <a:lnTo>
                    <a:pt x="56439" y="292252"/>
                  </a:lnTo>
                  <a:lnTo>
                    <a:pt x="60459" y="295694"/>
                  </a:lnTo>
                  <a:lnTo>
                    <a:pt x="64586" y="299007"/>
                  </a:lnTo>
                  <a:lnTo>
                    <a:pt x="68815" y="302188"/>
                  </a:lnTo>
                  <a:lnTo>
                    <a:pt x="73143" y="305233"/>
                  </a:lnTo>
                  <a:lnTo>
                    <a:pt x="77566" y="308140"/>
                  </a:lnTo>
                  <a:lnTo>
                    <a:pt x="82078" y="310905"/>
                  </a:lnTo>
                  <a:lnTo>
                    <a:pt x="86675" y="313526"/>
                  </a:lnTo>
                  <a:lnTo>
                    <a:pt x="91353" y="316001"/>
                  </a:lnTo>
                  <a:lnTo>
                    <a:pt x="96107" y="318326"/>
                  </a:lnTo>
                  <a:lnTo>
                    <a:pt x="100933" y="320499"/>
                  </a:lnTo>
                  <a:lnTo>
                    <a:pt x="105824" y="322518"/>
                  </a:lnTo>
                  <a:lnTo>
                    <a:pt x="110777" y="324382"/>
                  </a:lnTo>
                  <a:lnTo>
                    <a:pt x="115787" y="326088"/>
                  </a:lnTo>
                  <a:lnTo>
                    <a:pt x="120848" y="327634"/>
                  </a:lnTo>
                  <a:lnTo>
                    <a:pt x="125955" y="329020"/>
                  </a:lnTo>
                  <a:lnTo>
                    <a:pt x="131104" y="330243"/>
                  </a:lnTo>
                  <a:lnTo>
                    <a:pt x="136289" y="331303"/>
                  </a:lnTo>
                  <a:lnTo>
                    <a:pt x="141505" y="332198"/>
                  </a:lnTo>
                  <a:lnTo>
                    <a:pt x="146747" y="332927"/>
                  </a:lnTo>
                  <a:lnTo>
                    <a:pt x="152009" y="333490"/>
                  </a:lnTo>
                  <a:lnTo>
                    <a:pt x="157286" y="333886"/>
                  </a:lnTo>
                  <a:lnTo>
                    <a:pt x="162573" y="334115"/>
                  </a:lnTo>
                  <a:lnTo>
                    <a:pt x="167865" y="334177"/>
                  </a:lnTo>
                  <a:lnTo>
                    <a:pt x="173156" y="334071"/>
                  </a:lnTo>
                  <a:lnTo>
                    <a:pt x="178441" y="333797"/>
                  </a:lnTo>
                  <a:lnTo>
                    <a:pt x="183715" y="333357"/>
                  </a:lnTo>
                  <a:lnTo>
                    <a:pt x="188972" y="332749"/>
                  </a:lnTo>
                  <a:lnTo>
                    <a:pt x="194207" y="331976"/>
                  </a:lnTo>
                  <a:lnTo>
                    <a:pt x="199415" y="331037"/>
                  </a:lnTo>
                  <a:lnTo>
                    <a:pt x="204591" y="329934"/>
                  </a:lnTo>
                  <a:lnTo>
                    <a:pt x="209729" y="328668"/>
                  </a:lnTo>
                  <a:lnTo>
                    <a:pt x="214825" y="327239"/>
                  </a:lnTo>
                  <a:lnTo>
                    <a:pt x="219873" y="325650"/>
                  </a:lnTo>
                  <a:lnTo>
                    <a:pt x="224868" y="323902"/>
                  </a:lnTo>
                  <a:lnTo>
                    <a:pt x="229805" y="321997"/>
                  </a:lnTo>
                  <a:lnTo>
                    <a:pt x="234680" y="319936"/>
                  </a:lnTo>
                  <a:lnTo>
                    <a:pt x="239487" y="317723"/>
                  </a:lnTo>
                  <a:lnTo>
                    <a:pt x="244221" y="315358"/>
                  </a:lnTo>
                  <a:lnTo>
                    <a:pt x="248878" y="312844"/>
                  </a:lnTo>
                  <a:lnTo>
                    <a:pt x="253453" y="310184"/>
                  </a:lnTo>
                  <a:lnTo>
                    <a:pt x="257942" y="307381"/>
                  </a:lnTo>
                  <a:lnTo>
                    <a:pt x="262340" y="304437"/>
                  </a:lnTo>
                  <a:lnTo>
                    <a:pt x="266642" y="301356"/>
                  </a:lnTo>
                  <a:lnTo>
                    <a:pt x="270845" y="298140"/>
                  </a:lnTo>
                  <a:lnTo>
                    <a:pt x="274943" y="294792"/>
                  </a:lnTo>
                  <a:lnTo>
                    <a:pt x="278934" y="291316"/>
                  </a:lnTo>
                  <a:lnTo>
                    <a:pt x="282813" y="287716"/>
                  </a:lnTo>
                  <a:lnTo>
                    <a:pt x="286576" y="283995"/>
                  </a:lnTo>
                  <a:lnTo>
                    <a:pt x="290219" y="280156"/>
                  </a:lnTo>
                  <a:lnTo>
                    <a:pt x="293738" y="276204"/>
                  </a:lnTo>
                  <a:lnTo>
                    <a:pt x="297131" y="272143"/>
                  </a:lnTo>
                  <a:lnTo>
                    <a:pt x="300394" y="267976"/>
                  </a:lnTo>
                  <a:lnTo>
                    <a:pt x="303523" y="263709"/>
                  </a:lnTo>
                  <a:lnTo>
                    <a:pt x="306516" y="259344"/>
                  </a:lnTo>
                  <a:lnTo>
                    <a:pt x="309369" y="254886"/>
                  </a:lnTo>
                  <a:lnTo>
                    <a:pt x="312079" y="250341"/>
                  </a:lnTo>
                  <a:lnTo>
                    <a:pt x="314644" y="245712"/>
                  </a:lnTo>
                  <a:lnTo>
                    <a:pt x="317061" y="241004"/>
                  </a:lnTo>
                  <a:lnTo>
                    <a:pt x="319328" y="236223"/>
                  </a:lnTo>
                  <a:lnTo>
                    <a:pt x="321443" y="231371"/>
                  </a:lnTo>
                  <a:lnTo>
                    <a:pt x="323403" y="226455"/>
                  </a:lnTo>
                  <a:lnTo>
                    <a:pt x="325206" y="221480"/>
                  </a:lnTo>
                  <a:lnTo>
                    <a:pt x="326851" y="216450"/>
                  </a:lnTo>
                  <a:lnTo>
                    <a:pt x="328336" y="211371"/>
                  </a:lnTo>
                  <a:lnTo>
                    <a:pt x="329659" y="206247"/>
                  </a:lnTo>
                  <a:lnTo>
                    <a:pt x="330820" y="201083"/>
                  </a:lnTo>
                  <a:lnTo>
                    <a:pt x="331816" y="195886"/>
                  </a:lnTo>
                  <a:lnTo>
                    <a:pt x="332648" y="190660"/>
                  </a:lnTo>
                  <a:lnTo>
                    <a:pt x="333314" y="185410"/>
                  </a:lnTo>
                  <a:lnTo>
                    <a:pt x="333813" y="180141"/>
                  </a:lnTo>
                  <a:lnTo>
                    <a:pt x="334145" y="174859"/>
                  </a:lnTo>
                  <a:lnTo>
                    <a:pt x="334310" y="169570"/>
                  </a:lnTo>
                  <a:lnTo>
                    <a:pt x="334307" y="164278"/>
                  </a:lnTo>
                  <a:lnTo>
                    <a:pt x="334137" y="158988"/>
                  </a:lnTo>
                  <a:lnTo>
                    <a:pt x="333799" y="153707"/>
                  </a:lnTo>
                  <a:lnTo>
                    <a:pt x="333294" y="148439"/>
                  </a:lnTo>
                  <a:lnTo>
                    <a:pt x="332623" y="143190"/>
                  </a:lnTo>
                  <a:lnTo>
                    <a:pt x="331786" y="137964"/>
                  </a:lnTo>
                  <a:lnTo>
                    <a:pt x="330784" y="132768"/>
                  </a:lnTo>
                  <a:lnTo>
                    <a:pt x="329618" y="127606"/>
                  </a:lnTo>
                  <a:lnTo>
                    <a:pt x="328290" y="122483"/>
                  </a:lnTo>
                  <a:lnTo>
                    <a:pt x="326800" y="117405"/>
                  </a:lnTo>
                  <a:lnTo>
                    <a:pt x="325149" y="112377"/>
                  </a:lnTo>
                  <a:lnTo>
                    <a:pt x="323341" y="107404"/>
                  </a:lnTo>
                  <a:lnTo>
                    <a:pt x="321376" y="102490"/>
                  </a:lnTo>
                  <a:lnTo>
                    <a:pt x="319256" y="97641"/>
                  </a:lnTo>
                  <a:lnTo>
                    <a:pt x="316984" y="92861"/>
                  </a:lnTo>
                  <a:lnTo>
                    <a:pt x="314562" y="88156"/>
                  </a:lnTo>
                  <a:lnTo>
                    <a:pt x="311992" y="83530"/>
                  </a:lnTo>
                  <a:lnTo>
                    <a:pt x="309277" y="78987"/>
                  </a:lnTo>
                  <a:lnTo>
                    <a:pt x="306420" y="74533"/>
                  </a:lnTo>
                  <a:lnTo>
                    <a:pt x="303423" y="70171"/>
                  </a:lnTo>
                  <a:lnTo>
                    <a:pt x="300289" y="65906"/>
                  </a:lnTo>
                  <a:lnTo>
                    <a:pt x="297022" y="61743"/>
                  </a:lnTo>
                  <a:lnTo>
                    <a:pt x="293625" y="57685"/>
                  </a:lnTo>
                  <a:lnTo>
                    <a:pt x="290101" y="53737"/>
                  </a:lnTo>
                  <a:lnTo>
                    <a:pt x="286454" y="49902"/>
                  </a:lnTo>
                  <a:lnTo>
                    <a:pt x="282687" y="46185"/>
                  </a:lnTo>
                  <a:lnTo>
                    <a:pt x="278805" y="42589"/>
                  </a:lnTo>
                  <a:lnTo>
                    <a:pt x="274810" y="39117"/>
                  </a:lnTo>
                  <a:lnTo>
                    <a:pt x="270708" y="35774"/>
                  </a:lnTo>
                  <a:lnTo>
                    <a:pt x="266502" y="32562"/>
                  </a:lnTo>
                  <a:lnTo>
                    <a:pt x="262197" y="29485"/>
                  </a:lnTo>
                  <a:lnTo>
                    <a:pt x="257796" y="26546"/>
                  </a:lnTo>
                  <a:lnTo>
                    <a:pt x="253304" y="23747"/>
                  </a:lnTo>
                  <a:lnTo>
                    <a:pt x="248726" y="21092"/>
                  </a:lnTo>
                  <a:lnTo>
                    <a:pt x="244067" y="18584"/>
                  </a:lnTo>
                  <a:lnTo>
                    <a:pt x="239330" y="16224"/>
                  </a:lnTo>
                  <a:lnTo>
                    <a:pt x="234521" y="14015"/>
                  </a:lnTo>
                  <a:lnTo>
                    <a:pt x="229644" y="11959"/>
                  </a:lnTo>
                  <a:lnTo>
                    <a:pt x="224705" y="10059"/>
                  </a:lnTo>
                  <a:lnTo>
                    <a:pt x="167162" y="1670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7543" cy="167167"/>
            </a:xfrm>
            <a:custGeom>
              <a:avLst/>
              <a:pathLst>
                <a:path w="57543" h="167167">
                  <a:moveTo>
                    <a:pt x="57543" y="10216"/>
                  </a:moveTo>
                  <a:lnTo>
                    <a:pt x="51993" y="8291"/>
                  </a:lnTo>
                  <a:lnTo>
                    <a:pt x="46379" y="6562"/>
                  </a:lnTo>
                  <a:lnTo>
                    <a:pt x="40707" y="5032"/>
                  </a:lnTo>
                  <a:lnTo>
                    <a:pt x="34986" y="3702"/>
                  </a:lnTo>
                  <a:lnTo>
                    <a:pt x="29221" y="2573"/>
                  </a:lnTo>
                  <a:lnTo>
                    <a:pt x="23420" y="1648"/>
                  </a:lnTo>
                  <a:lnTo>
                    <a:pt x="17590" y="928"/>
                  </a:lnTo>
                  <a:lnTo>
                    <a:pt x="11739" y="412"/>
                  </a:lnTo>
                  <a:lnTo>
                    <a:pt x="587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772" y="3170392"/>
              <a:ext cx="26208" cy="167167"/>
            </a:xfrm>
            <a:custGeom>
              <a:avLst/>
              <a:pathLst>
                <a:path w="26208" h="167167">
                  <a:moveTo>
                    <a:pt x="26208" y="0"/>
                  </a:moveTo>
                  <a:lnTo>
                    <a:pt x="19630" y="129"/>
                  </a:lnTo>
                  <a:lnTo>
                    <a:pt x="13063" y="517"/>
                  </a:lnTo>
                  <a:lnTo>
                    <a:pt x="6516" y="1163"/>
                  </a:lnTo>
                  <a:lnTo>
                    <a:pt x="0" y="2067"/>
                  </a:lnTo>
                  <a:lnTo>
                    <a:pt x="2620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772" y="3172459"/>
              <a:ext cx="26208" cy="165100"/>
            </a:xfrm>
            <a:custGeom>
              <a:avLst/>
              <a:pathLst>
                <a:path w="26208" h="165100">
                  <a:moveTo>
                    <a:pt x="0" y="0"/>
                  </a:moveTo>
                  <a:lnTo>
                    <a:pt x="26208" y="165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9" y="3172459"/>
              <a:ext cx="334326" cy="332250"/>
            </a:xfrm>
            <a:custGeom>
              <a:avLst/>
              <a:pathLst>
                <a:path w="334326" h="332250">
                  <a:moveTo>
                    <a:pt x="140953" y="0"/>
                  </a:moveTo>
                  <a:lnTo>
                    <a:pt x="135750" y="910"/>
                  </a:lnTo>
                  <a:lnTo>
                    <a:pt x="130579" y="1984"/>
                  </a:lnTo>
                  <a:lnTo>
                    <a:pt x="125445" y="3221"/>
                  </a:lnTo>
                  <a:lnTo>
                    <a:pt x="120352" y="4620"/>
                  </a:lnTo>
                  <a:lnTo>
                    <a:pt x="115306" y="6178"/>
                  </a:lnTo>
                  <a:lnTo>
                    <a:pt x="110312" y="7896"/>
                  </a:lnTo>
                  <a:lnTo>
                    <a:pt x="105374" y="9770"/>
                  </a:lnTo>
                  <a:lnTo>
                    <a:pt x="100498" y="11799"/>
                  </a:lnTo>
                  <a:lnTo>
                    <a:pt x="95689" y="13982"/>
                  </a:lnTo>
                  <a:lnTo>
                    <a:pt x="90951" y="16315"/>
                  </a:lnTo>
                  <a:lnTo>
                    <a:pt x="86289" y="18797"/>
                  </a:lnTo>
                  <a:lnTo>
                    <a:pt x="81707" y="21424"/>
                  </a:lnTo>
                  <a:lnTo>
                    <a:pt x="77212" y="24195"/>
                  </a:lnTo>
                  <a:lnTo>
                    <a:pt x="72805" y="27107"/>
                  </a:lnTo>
                  <a:lnTo>
                    <a:pt x="68493" y="30157"/>
                  </a:lnTo>
                  <a:lnTo>
                    <a:pt x="64280" y="33341"/>
                  </a:lnTo>
                  <a:lnTo>
                    <a:pt x="60169" y="36657"/>
                  </a:lnTo>
                  <a:lnTo>
                    <a:pt x="56165" y="40100"/>
                  </a:lnTo>
                  <a:lnTo>
                    <a:pt x="52272" y="43669"/>
                  </a:lnTo>
                  <a:lnTo>
                    <a:pt x="48493" y="47359"/>
                  </a:lnTo>
                  <a:lnTo>
                    <a:pt x="44833" y="51166"/>
                  </a:lnTo>
                  <a:lnTo>
                    <a:pt x="41295" y="55088"/>
                  </a:lnTo>
                  <a:lnTo>
                    <a:pt x="37883" y="59118"/>
                  </a:lnTo>
                  <a:lnTo>
                    <a:pt x="34599" y="63255"/>
                  </a:lnTo>
                  <a:lnTo>
                    <a:pt x="31448" y="67494"/>
                  </a:lnTo>
                  <a:lnTo>
                    <a:pt x="28433" y="71829"/>
                  </a:lnTo>
                  <a:lnTo>
                    <a:pt x="25555" y="76258"/>
                  </a:lnTo>
                  <a:lnTo>
                    <a:pt x="22820" y="80776"/>
                  </a:lnTo>
                  <a:lnTo>
                    <a:pt x="20228" y="85378"/>
                  </a:lnTo>
                  <a:lnTo>
                    <a:pt x="17783" y="90059"/>
                  </a:lnTo>
                  <a:lnTo>
                    <a:pt x="15487" y="94815"/>
                  </a:lnTo>
                  <a:lnTo>
                    <a:pt x="13342" y="99641"/>
                  </a:lnTo>
                  <a:lnTo>
                    <a:pt x="11351" y="104533"/>
                  </a:lnTo>
                  <a:lnTo>
                    <a:pt x="9516" y="109485"/>
                  </a:lnTo>
                  <a:lnTo>
                    <a:pt x="7838" y="114493"/>
                  </a:lnTo>
                  <a:lnTo>
                    <a:pt x="6319" y="119551"/>
                  </a:lnTo>
                  <a:lnTo>
                    <a:pt x="4960" y="124655"/>
                  </a:lnTo>
                  <a:lnTo>
                    <a:pt x="3763" y="129799"/>
                  </a:lnTo>
                  <a:lnTo>
                    <a:pt x="2730" y="134978"/>
                  </a:lnTo>
                  <a:lnTo>
                    <a:pt x="1860" y="140187"/>
                  </a:lnTo>
                  <a:lnTo>
                    <a:pt x="1156" y="145421"/>
                  </a:lnTo>
                  <a:lnTo>
                    <a:pt x="617" y="150675"/>
                  </a:lnTo>
                  <a:lnTo>
                    <a:pt x="245" y="155944"/>
                  </a:lnTo>
                  <a:lnTo>
                    <a:pt x="39" y="161221"/>
                  </a:lnTo>
                  <a:lnTo>
                    <a:pt x="0" y="166502"/>
                  </a:lnTo>
                  <a:lnTo>
                    <a:pt x="127" y="171782"/>
                  </a:lnTo>
                  <a:lnTo>
                    <a:pt x="422" y="177055"/>
                  </a:lnTo>
                  <a:lnTo>
                    <a:pt x="883" y="182316"/>
                  </a:lnTo>
                  <a:lnTo>
                    <a:pt x="1509" y="187560"/>
                  </a:lnTo>
                  <a:lnTo>
                    <a:pt x="2302" y="192782"/>
                  </a:lnTo>
                  <a:lnTo>
                    <a:pt x="3258" y="197976"/>
                  </a:lnTo>
                  <a:lnTo>
                    <a:pt x="4379" y="203137"/>
                  </a:lnTo>
                  <a:lnTo>
                    <a:pt x="5661" y="208260"/>
                  </a:lnTo>
                  <a:lnTo>
                    <a:pt x="7105" y="213340"/>
                  </a:lnTo>
                  <a:lnTo>
                    <a:pt x="8709" y="218372"/>
                  </a:lnTo>
                  <a:lnTo>
                    <a:pt x="10471" y="223351"/>
                  </a:lnTo>
                  <a:lnTo>
                    <a:pt x="12390" y="228272"/>
                  </a:lnTo>
                  <a:lnTo>
                    <a:pt x="14462" y="233129"/>
                  </a:lnTo>
                  <a:lnTo>
                    <a:pt x="16688" y="237919"/>
                  </a:lnTo>
                  <a:lnTo>
                    <a:pt x="19063" y="242636"/>
                  </a:lnTo>
                  <a:lnTo>
                    <a:pt x="21586" y="247276"/>
                  </a:lnTo>
                  <a:lnTo>
                    <a:pt x="24255" y="251833"/>
                  </a:lnTo>
                  <a:lnTo>
                    <a:pt x="27066" y="256304"/>
                  </a:lnTo>
                  <a:lnTo>
                    <a:pt x="30017" y="260684"/>
                  </a:lnTo>
                  <a:lnTo>
                    <a:pt x="33105" y="264969"/>
                  </a:lnTo>
                  <a:lnTo>
                    <a:pt x="36327" y="269154"/>
                  </a:lnTo>
                  <a:lnTo>
                    <a:pt x="39679" y="273235"/>
                  </a:lnTo>
                  <a:lnTo>
                    <a:pt x="43158" y="277208"/>
                  </a:lnTo>
                  <a:lnTo>
                    <a:pt x="46762" y="281069"/>
                  </a:lnTo>
                  <a:lnTo>
                    <a:pt x="50485" y="284815"/>
                  </a:lnTo>
                  <a:lnTo>
                    <a:pt x="54325" y="288441"/>
                  </a:lnTo>
                  <a:lnTo>
                    <a:pt x="58278" y="291944"/>
                  </a:lnTo>
                  <a:lnTo>
                    <a:pt x="62339" y="295320"/>
                  </a:lnTo>
                  <a:lnTo>
                    <a:pt x="66505" y="298566"/>
                  </a:lnTo>
                  <a:lnTo>
                    <a:pt x="70771" y="301679"/>
                  </a:lnTo>
                  <a:lnTo>
                    <a:pt x="75134" y="304656"/>
                  </a:lnTo>
                  <a:lnTo>
                    <a:pt x="79588" y="307493"/>
                  </a:lnTo>
                  <a:lnTo>
                    <a:pt x="84130" y="310189"/>
                  </a:lnTo>
                  <a:lnTo>
                    <a:pt x="88755" y="312739"/>
                  </a:lnTo>
                  <a:lnTo>
                    <a:pt x="93458" y="315142"/>
                  </a:lnTo>
                  <a:lnTo>
                    <a:pt x="98234" y="317396"/>
                  </a:lnTo>
                  <a:lnTo>
                    <a:pt x="103080" y="319497"/>
                  </a:lnTo>
                  <a:lnTo>
                    <a:pt x="107989" y="321444"/>
                  </a:lnTo>
                  <a:lnTo>
                    <a:pt x="112957" y="323235"/>
                  </a:lnTo>
                  <a:lnTo>
                    <a:pt x="117980" y="324869"/>
                  </a:lnTo>
                  <a:lnTo>
                    <a:pt x="123051" y="326343"/>
                  </a:lnTo>
                  <a:lnTo>
                    <a:pt x="128167" y="327656"/>
                  </a:lnTo>
                  <a:lnTo>
                    <a:pt x="133321" y="328806"/>
                  </a:lnTo>
                  <a:lnTo>
                    <a:pt x="138510" y="329793"/>
                  </a:lnTo>
                  <a:lnTo>
                    <a:pt x="143726" y="330616"/>
                  </a:lnTo>
                  <a:lnTo>
                    <a:pt x="148967" y="331274"/>
                  </a:lnTo>
                  <a:lnTo>
                    <a:pt x="154225" y="331766"/>
                  </a:lnTo>
                  <a:lnTo>
                    <a:pt x="159496" y="332091"/>
                  </a:lnTo>
                  <a:lnTo>
                    <a:pt x="164775" y="332250"/>
                  </a:lnTo>
                  <a:lnTo>
                    <a:pt x="170057" y="332242"/>
                  </a:lnTo>
                  <a:lnTo>
                    <a:pt x="175335" y="332067"/>
                  </a:lnTo>
                  <a:lnTo>
                    <a:pt x="180606" y="331726"/>
                  </a:lnTo>
                  <a:lnTo>
                    <a:pt x="185862" y="331218"/>
                  </a:lnTo>
                  <a:lnTo>
                    <a:pt x="191101" y="330544"/>
                  </a:lnTo>
                  <a:lnTo>
                    <a:pt x="196315" y="329705"/>
                  </a:lnTo>
                  <a:lnTo>
                    <a:pt x="201500" y="328702"/>
                  </a:lnTo>
                  <a:lnTo>
                    <a:pt x="206651" y="327536"/>
                  </a:lnTo>
                  <a:lnTo>
                    <a:pt x="211763" y="326207"/>
                  </a:lnTo>
                  <a:lnTo>
                    <a:pt x="216830" y="324718"/>
                  </a:lnTo>
                  <a:lnTo>
                    <a:pt x="221847" y="323069"/>
                  </a:lnTo>
                  <a:lnTo>
                    <a:pt x="226810" y="321263"/>
                  </a:lnTo>
                  <a:lnTo>
                    <a:pt x="231713" y="319301"/>
                  </a:lnTo>
                  <a:lnTo>
                    <a:pt x="236552" y="317185"/>
                  </a:lnTo>
                  <a:lnTo>
                    <a:pt x="241322" y="314917"/>
                  </a:lnTo>
                  <a:lnTo>
                    <a:pt x="246018" y="312499"/>
                  </a:lnTo>
                  <a:lnTo>
                    <a:pt x="250634" y="309935"/>
                  </a:lnTo>
                  <a:lnTo>
                    <a:pt x="255168" y="307225"/>
                  </a:lnTo>
                  <a:lnTo>
                    <a:pt x="259614" y="304374"/>
                  </a:lnTo>
                  <a:lnTo>
                    <a:pt x="263967" y="301384"/>
                  </a:lnTo>
                  <a:lnTo>
                    <a:pt x="268224" y="298258"/>
                  </a:lnTo>
                  <a:lnTo>
                    <a:pt x="272380" y="294999"/>
                  </a:lnTo>
                  <a:lnTo>
                    <a:pt x="276431" y="291611"/>
                  </a:lnTo>
                  <a:lnTo>
                    <a:pt x="280373" y="288096"/>
                  </a:lnTo>
                  <a:lnTo>
                    <a:pt x="284202" y="284458"/>
                  </a:lnTo>
                  <a:lnTo>
                    <a:pt x="287914" y="280701"/>
                  </a:lnTo>
                  <a:lnTo>
                    <a:pt x="291505" y="276829"/>
                  </a:lnTo>
                  <a:lnTo>
                    <a:pt x="294973" y="272846"/>
                  </a:lnTo>
                  <a:lnTo>
                    <a:pt x="298312" y="268754"/>
                  </a:lnTo>
                  <a:lnTo>
                    <a:pt x="301521" y="264560"/>
                  </a:lnTo>
                  <a:lnTo>
                    <a:pt x="304596" y="260266"/>
                  </a:lnTo>
                  <a:lnTo>
                    <a:pt x="307534" y="255877"/>
                  </a:lnTo>
                  <a:lnTo>
                    <a:pt x="310331" y="251397"/>
                  </a:lnTo>
                  <a:lnTo>
                    <a:pt x="312986" y="246831"/>
                  </a:lnTo>
                  <a:lnTo>
                    <a:pt x="315495" y="242184"/>
                  </a:lnTo>
                  <a:lnTo>
                    <a:pt x="317856" y="237460"/>
                  </a:lnTo>
                  <a:lnTo>
                    <a:pt x="320067" y="232663"/>
                  </a:lnTo>
                  <a:lnTo>
                    <a:pt x="322125" y="227799"/>
                  </a:lnTo>
                  <a:lnTo>
                    <a:pt x="324028" y="222873"/>
                  </a:lnTo>
                  <a:lnTo>
                    <a:pt x="325775" y="217889"/>
                  </a:lnTo>
                  <a:lnTo>
                    <a:pt x="327363" y="212852"/>
                  </a:lnTo>
                  <a:lnTo>
                    <a:pt x="328792" y="207767"/>
                  </a:lnTo>
                  <a:lnTo>
                    <a:pt x="330059" y="202640"/>
                  </a:lnTo>
                  <a:lnTo>
                    <a:pt x="331163" y="197476"/>
                  </a:lnTo>
                  <a:lnTo>
                    <a:pt x="332104" y="192279"/>
                  </a:lnTo>
                  <a:lnTo>
                    <a:pt x="332880" y="187055"/>
                  </a:lnTo>
                  <a:lnTo>
                    <a:pt x="333491" y="181809"/>
                  </a:lnTo>
                  <a:lnTo>
                    <a:pt x="333936" y="176546"/>
                  </a:lnTo>
                  <a:lnTo>
                    <a:pt x="334215" y="171272"/>
                  </a:lnTo>
                  <a:lnTo>
                    <a:pt x="334326" y="165992"/>
                  </a:lnTo>
                  <a:lnTo>
                    <a:pt x="334271" y="160711"/>
                  </a:lnTo>
                  <a:lnTo>
                    <a:pt x="334049" y="155434"/>
                  </a:lnTo>
                  <a:lnTo>
                    <a:pt x="333660" y="150167"/>
                  </a:lnTo>
                  <a:lnTo>
                    <a:pt x="333105" y="144915"/>
                  </a:lnTo>
                  <a:lnTo>
                    <a:pt x="332385" y="139683"/>
                  </a:lnTo>
                  <a:lnTo>
                    <a:pt x="331500" y="134476"/>
                  </a:lnTo>
                  <a:lnTo>
                    <a:pt x="330450" y="129300"/>
                  </a:lnTo>
                  <a:lnTo>
                    <a:pt x="329238" y="124160"/>
                  </a:lnTo>
                  <a:lnTo>
                    <a:pt x="327864" y="119061"/>
                  </a:lnTo>
                  <a:lnTo>
                    <a:pt x="326329" y="114007"/>
                  </a:lnTo>
                  <a:lnTo>
                    <a:pt x="324636" y="109005"/>
                  </a:lnTo>
                  <a:lnTo>
                    <a:pt x="322785" y="104058"/>
                  </a:lnTo>
                  <a:lnTo>
                    <a:pt x="320779" y="99172"/>
                  </a:lnTo>
                  <a:lnTo>
                    <a:pt x="318620" y="94353"/>
                  </a:lnTo>
                  <a:lnTo>
                    <a:pt x="316310" y="89603"/>
                  </a:lnTo>
                  <a:lnTo>
                    <a:pt x="313850" y="84930"/>
                  </a:lnTo>
                  <a:lnTo>
                    <a:pt x="311244" y="80336"/>
                  </a:lnTo>
                  <a:lnTo>
                    <a:pt x="308495" y="75827"/>
                  </a:lnTo>
                  <a:lnTo>
                    <a:pt x="305604" y="71407"/>
                  </a:lnTo>
                  <a:lnTo>
                    <a:pt x="302576" y="67080"/>
                  </a:lnTo>
                  <a:lnTo>
                    <a:pt x="299412" y="62851"/>
                  </a:lnTo>
                  <a:lnTo>
                    <a:pt x="296116" y="58725"/>
                  </a:lnTo>
                  <a:lnTo>
                    <a:pt x="292691" y="54704"/>
                  </a:lnTo>
                  <a:lnTo>
                    <a:pt x="289141" y="50794"/>
                  </a:lnTo>
                  <a:lnTo>
                    <a:pt x="285469" y="46997"/>
                  </a:lnTo>
                  <a:lnTo>
                    <a:pt x="281679" y="43319"/>
                  </a:lnTo>
                  <a:lnTo>
                    <a:pt x="277775" y="39762"/>
                  </a:lnTo>
                  <a:lnTo>
                    <a:pt x="273761" y="36331"/>
                  </a:lnTo>
                  <a:lnTo>
                    <a:pt x="269640" y="33028"/>
                  </a:lnTo>
                  <a:lnTo>
                    <a:pt x="265417" y="29856"/>
                  </a:lnTo>
                  <a:lnTo>
                    <a:pt x="261095" y="26820"/>
                  </a:lnTo>
                  <a:lnTo>
                    <a:pt x="256680" y="23922"/>
                  </a:lnTo>
                  <a:lnTo>
                    <a:pt x="252176" y="21164"/>
                  </a:lnTo>
                  <a:lnTo>
                    <a:pt x="247587" y="18550"/>
                  </a:lnTo>
                  <a:lnTo>
                    <a:pt x="242917" y="16083"/>
                  </a:lnTo>
                  <a:lnTo>
                    <a:pt x="238172" y="13764"/>
                  </a:lnTo>
                  <a:lnTo>
                    <a:pt x="233356" y="11597"/>
                  </a:lnTo>
                  <a:lnTo>
                    <a:pt x="228474" y="9582"/>
                  </a:lnTo>
                  <a:lnTo>
                    <a:pt x="223531" y="7723"/>
                  </a:lnTo>
                  <a:lnTo>
                    <a:pt x="167161" y="1651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6369" cy="167167"/>
            </a:xfrm>
            <a:custGeom>
              <a:avLst/>
              <a:pathLst>
                <a:path w="56369" h="167167">
                  <a:moveTo>
                    <a:pt x="56369" y="9790"/>
                  </a:moveTo>
                  <a:lnTo>
                    <a:pt x="50315" y="7751"/>
                  </a:lnTo>
                  <a:lnTo>
                    <a:pt x="44187" y="5945"/>
                  </a:lnTo>
                  <a:lnTo>
                    <a:pt x="37995" y="4375"/>
                  </a:lnTo>
                  <a:lnTo>
                    <a:pt x="31748" y="3042"/>
                  </a:lnTo>
                  <a:lnTo>
                    <a:pt x="25454" y="1949"/>
                  </a:lnTo>
                  <a:lnTo>
                    <a:pt x="19123" y="1097"/>
                  </a:lnTo>
                  <a:lnTo>
                    <a:pt x="12764" y="488"/>
                  </a:lnTo>
                  <a:lnTo>
                    <a:pt x="6386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063" y="3707720"/>
              <a:ext cx="7685" cy="167167"/>
            </a:xfrm>
            <a:custGeom>
              <a:avLst/>
              <a:pathLst>
                <a:path w="7685" h="167167">
                  <a:moveTo>
                    <a:pt x="7685" y="0"/>
                  </a:moveTo>
                  <a:lnTo>
                    <a:pt x="0" y="176"/>
                  </a:lnTo>
                  <a:lnTo>
                    <a:pt x="76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3" y="3707720"/>
              <a:ext cx="334320" cy="334330"/>
            </a:xfrm>
            <a:custGeom>
              <a:avLst/>
              <a:pathLst>
                <a:path w="334320" h="334330">
                  <a:moveTo>
                    <a:pt x="159479" y="176"/>
                  </a:moveTo>
                  <a:lnTo>
                    <a:pt x="154197" y="503"/>
                  </a:lnTo>
                  <a:lnTo>
                    <a:pt x="148928" y="997"/>
                  </a:lnTo>
                  <a:lnTo>
                    <a:pt x="143677" y="1658"/>
                  </a:lnTo>
                  <a:lnTo>
                    <a:pt x="138449" y="2484"/>
                  </a:lnTo>
                  <a:lnTo>
                    <a:pt x="133250" y="3476"/>
                  </a:lnTo>
                  <a:lnTo>
                    <a:pt x="128086" y="4631"/>
                  </a:lnTo>
                  <a:lnTo>
                    <a:pt x="122960" y="5950"/>
                  </a:lnTo>
                  <a:lnTo>
                    <a:pt x="117879" y="7430"/>
                  </a:lnTo>
                  <a:lnTo>
                    <a:pt x="112847" y="9070"/>
                  </a:lnTo>
                  <a:lnTo>
                    <a:pt x="107870" y="10869"/>
                  </a:lnTo>
                  <a:lnTo>
                    <a:pt x="102952" y="12824"/>
                  </a:lnTo>
                  <a:lnTo>
                    <a:pt x="98098" y="14934"/>
                  </a:lnTo>
                  <a:lnTo>
                    <a:pt x="93314" y="17197"/>
                  </a:lnTo>
                  <a:lnTo>
                    <a:pt x="88603" y="19610"/>
                  </a:lnTo>
                  <a:lnTo>
                    <a:pt x="83972" y="22171"/>
                  </a:lnTo>
                  <a:lnTo>
                    <a:pt x="79423" y="24877"/>
                  </a:lnTo>
                  <a:lnTo>
                    <a:pt x="74963" y="27726"/>
                  </a:lnTo>
                  <a:lnTo>
                    <a:pt x="70595" y="30715"/>
                  </a:lnTo>
                  <a:lnTo>
                    <a:pt x="66324" y="33840"/>
                  </a:lnTo>
                  <a:lnTo>
                    <a:pt x="62154" y="37099"/>
                  </a:lnTo>
                  <a:lnTo>
                    <a:pt x="58089" y="40488"/>
                  </a:lnTo>
                  <a:lnTo>
                    <a:pt x="54134" y="44005"/>
                  </a:lnTo>
                  <a:lnTo>
                    <a:pt x="50292" y="47644"/>
                  </a:lnTo>
                  <a:lnTo>
                    <a:pt x="46567" y="51404"/>
                  </a:lnTo>
                  <a:lnTo>
                    <a:pt x="42963" y="55280"/>
                  </a:lnTo>
                  <a:lnTo>
                    <a:pt x="39483" y="59267"/>
                  </a:lnTo>
                  <a:lnTo>
                    <a:pt x="36131" y="63363"/>
                  </a:lnTo>
                  <a:lnTo>
                    <a:pt x="32911" y="67563"/>
                  </a:lnTo>
                  <a:lnTo>
                    <a:pt x="29825" y="71863"/>
                  </a:lnTo>
                  <a:lnTo>
                    <a:pt x="26877" y="76258"/>
                  </a:lnTo>
                  <a:lnTo>
                    <a:pt x="24070" y="80745"/>
                  </a:lnTo>
                  <a:lnTo>
                    <a:pt x="21406" y="85318"/>
                  </a:lnTo>
                  <a:lnTo>
                    <a:pt x="18888" y="89973"/>
                  </a:lnTo>
                  <a:lnTo>
                    <a:pt x="16519" y="94705"/>
                  </a:lnTo>
                  <a:lnTo>
                    <a:pt x="14300" y="99511"/>
                  </a:lnTo>
                  <a:lnTo>
                    <a:pt x="12235" y="104384"/>
                  </a:lnTo>
                  <a:lnTo>
                    <a:pt x="10325" y="109319"/>
                  </a:lnTo>
                  <a:lnTo>
                    <a:pt x="8573" y="114313"/>
                  </a:lnTo>
                  <a:lnTo>
                    <a:pt x="6979" y="119360"/>
                  </a:lnTo>
                  <a:lnTo>
                    <a:pt x="5546" y="124455"/>
                  </a:lnTo>
                  <a:lnTo>
                    <a:pt x="4275" y="129592"/>
                  </a:lnTo>
                  <a:lnTo>
                    <a:pt x="3167" y="134768"/>
                  </a:lnTo>
                  <a:lnTo>
                    <a:pt x="2224" y="139975"/>
                  </a:lnTo>
                  <a:lnTo>
                    <a:pt x="1446" y="145210"/>
                  </a:lnTo>
                  <a:lnTo>
                    <a:pt x="834" y="150467"/>
                  </a:lnTo>
                  <a:lnTo>
                    <a:pt x="388" y="155741"/>
                  </a:lnTo>
                  <a:lnTo>
                    <a:pt x="110" y="161026"/>
                  </a:lnTo>
                  <a:lnTo>
                    <a:pt x="0" y="166317"/>
                  </a:lnTo>
                  <a:lnTo>
                    <a:pt x="56" y="171609"/>
                  </a:lnTo>
                  <a:lnTo>
                    <a:pt x="281" y="176897"/>
                  </a:lnTo>
                  <a:lnTo>
                    <a:pt x="672" y="182175"/>
                  </a:lnTo>
                  <a:lnTo>
                    <a:pt x="1231" y="187438"/>
                  </a:lnTo>
                  <a:lnTo>
                    <a:pt x="1956" y="192680"/>
                  </a:lnTo>
                  <a:lnTo>
                    <a:pt x="2846" y="197897"/>
                  </a:lnTo>
                  <a:lnTo>
                    <a:pt x="3901" y="203084"/>
                  </a:lnTo>
                  <a:lnTo>
                    <a:pt x="5120" y="208234"/>
                  </a:lnTo>
                  <a:lnTo>
                    <a:pt x="6501" y="213343"/>
                  </a:lnTo>
                  <a:lnTo>
                    <a:pt x="8044" y="218406"/>
                  </a:lnTo>
                  <a:lnTo>
                    <a:pt x="9745" y="223417"/>
                  </a:lnTo>
                  <a:lnTo>
                    <a:pt x="11605" y="228372"/>
                  </a:lnTo>
                  <a:lnTo>
                    <a:pt x="13620" y="233266"/>
                  </a:lnTo>
                  <a:lnTo>
                    <a:pt x="15790" y="238093"/>
                  </a:lnTo>
                  <a:lnTo>
                    <a:pt x="18111" y="242849"/>
                  </a:lnTo>
                  <a:lnTo>
                    <a:pt x="20581" y="247530"/>
                  </a:lnTo>
                  <a:lnTo>
                    <a:pt x="23199" y="252130"/>
                  </a:lnTo>
                  <a:lnTo>
                    <a:pt x="25960" y="256645"/>
                  </a:lnTo>
                  <a:lnTo>
                    <a:pt x="28864" y="261070"/>
                  </a:lnTo>
                  <a:lnTo>
                    <a:pt x="31905" y="265401"/>
                  </a:lnTo>
                  <a:lnTo>
                    <a:pt x="35083" y="269633"/>
                  </a:lnTo>
                  <a:lnTo>
                    <a:pt x="38393" y="273763"/>
                  </a:lnTo>
                  <a:lnTo>
                    <a:pt x="41832" y="277786"/>
                  </a:lnTo>
                  <a:lnTo>
                    <a:pt x="45396" y="281698"/>
                  </a:lnTo>
                  <a:lnTo>
                    <a:pt x="49083" y="285495"/>
                  </a:lnTo>
                  <a:lnTo>
                    <a:pt x="52888" y="289174"/>
                  </a:lnTo>
                  <a:lnTo>
                    <a:pt x="56807" y="292730"/>
                  </a:lnTo>
                  <a:lnTo>
                    <a:pt x="60837" y="296161"/>
                  </a:lnTo>
                  <a:lnTo>
                    <a:pt x="64974" y="299462"/>
                  </a:lnTo>
                  <a:lnTo>
                    <a:pt x="69213" y="302631"/>
                  </a:lnTo>
                  <a:lnTo>
                    <a:pt x="73550" y="305663"/>
                  </a:lnTo>
                  <a:lnTo>
                    <a:pt x="77981" y="308557"/>
                  </a:lnTo>
                  <a:lnTo>
                    <a:pt x="82502" y="311310"/>
                  </a:lnTo>
                  <a:lnTo>
                    <a:pt x="87107" y="313917"/>
                  </a:lnTo>
                  <a:lnTo>
                    <a:pt x="91793" y="316378"/>
                  </a:lnTo>
                  <a:lnTo>
                    <a:pt x="96554" y="318689"/>
                  </a:lnTo>
                  <a:lnTo>
                    <a:pt x="101386" y="320849"/>
                  </a:lnTo>
                  <a:lnTo>
                    <a:pt x="106284" y="322854"/>
                  </a:lnTo>
                  <a:lnTo>
                    <a:pt x="111242" y="324703"/>
                  </a:lnTo>
                  <a:lnTo>
                    <a:pt x="116257" y="326394"/>
                  </a:lnTo>
                  <a:lnTo>
                    <a:pt x="121323" y="327926"/>
                  </a:lnTo>
                  <a:lnTo>
                    <a:pt x="126435" y="329297"/>
                  </a:lnTo>
                  <a:lnTo>
                    <a:pt x="131588" y="330505"/>
                  </a:lnTo>
                  <a:lnTo>
                    <a:pt x="136776" y="331549"/>
                  </a:lnTo>
                  <a:lnTo>
                    <a:pt x="141995" y="332429"/>
                  </a:lnTo>
                  <a:lnTo>
                    <a:pt x="147239" y="333143"/>
                  </a:lnTo>
                  <a:lnTo>
                    <a:pt x="152503" y="333690"/>
                  </a:lnTo>
                  <a:lnTo>
                    <a:pt x="157782" y="334071"/>
                  </a:lnTo>
                  <a:lnTo>
                    <a:pt x="163070" y="334284"/>
                  </a:lnTo>
                  <a:lnTo>
                    <a:pt x="168362" y="334330"/>
                  </a:lnTo>
                  <a:lnTo>
                    <a:pt x="173654" y="334208"/>
                  </a:lnTo>
                  <a:lnTo>
                    <a:pt x="178938" y="333919"/>
                  </a:lnTo>
                  <a:lnTo>
                    <a:pt x="184211" y="333463"/>
                  </a:lnTo>
                  <a:lnTo>
                    <a:pt x="189466" y="332840"/>
                  </a:lnTo>
                  <a:lnTo>
                    <a:pt x="194700" y="332051"/>
                  </a:lnTo>
                  <a:lnTo>
                    <a:pt x="199905" y="331097"/>
                  </a:lnTo>
                  <a:lnTo>
                    <a:pt x="205078" y="329978"/>
                  </a:lnTo>
                  <a:lnTo>
                    <a:pt x="210213" y="328696"/>
                  </a:lnTo>
                  <a:lnTo>
                    <a:pt x="215305" y="327253"/>
                  </a:lnTo>
                  <a:lnTo>
                    <a:pt x="220348" y="325649"/>
                  </a:lnTo>
                  <a:lnTo>
                    <a:pt x="225339" y="323886"/>
                  </a:lnTo>
                  <a:lnTo>
                    <a:pt x="230271" y="321966"/>
                  </a:lnTo>
                  <a:lnTo>
                    <a:pt x="235139" y="319890"/>
                  </a:lnTo>
                  <a:lnTo>
                    <a:pt x="239940" y="317662"/>
                  </a:lnTo>
                  <a:lnTo>
                    <a:pt x="244667" y="315283"/>
                  </a:lnTo>
                  <a:lnTo>
                    <a:pt x="249317" y="312755"/>
                  </a:lnTo>
                  <a:lnTo>
                    <a:pt x="253885" y="310082"/>
                  </a:lnTo>
                  <a:lnTo>
                    <a:pt x="258365" y="307265"/>
                  </a:lnTo>
                  <a:lnTo>
                    <a:pt x="262754" y="304308"/>
                  </a:lnTo>
                  <a:lnTo>
                    <a:pt x="267048" y="301213"/>
                  </a:lnTo>
                  <a:lnTo>
                    <a:pt x="271241" y="297984"/>
                  </a:lnTo>
                  <a:lnTo>
                    <a:pt x="275330" y="294624"/>
                  </a:lnTo>
                  <a:lnTo>
                    <a:pt x="279310" y="291136"/>
                  </a:lnTo>
                  <a:lnTo>
                    <a:pt x="283179" y="287524"/>
                  </a:lnTo>
                  <a:lnTo>
                    <a:pt x="286930" y="283791"/>
                  </a:lnTo>
                  <a:lnTo>
                    <a:pt x="290562" y="279941"/>
                  </a:lnTo>
                  <a:lnTo>
                    <a:pt x="294070" y="275979"/>
                  </a:lnTo>
                  <a:lnTo>
                    <a:pt x="297451" y="271907"/>
                  </a:lnTo>
                  <a:lnTo>
                    <a:pt x="300701" y="267730"/>
                  </a:lnTo>
                  <a:lnTo>
                    <a:pt x="303818" y="263452"/>
                  </a:lnTo>
                  <a:lnTo>
                    <a:pt x="306797" y="259078"/>
                  </a:lnTo>
                  <a:lnTo>
                    <a:pt x="309637" y="254612"/>
                  </a:lnTo>
                  <a:lnTo>
                    <a:pt x="312334" y="250058"/>
                  </a:lnTo>
                  <a:lnTo>
                    <a:pt x="314885" y="245421"/>
                  </a:lnTo>
                  <a:lnTo>
                    <a:pt x="317288" y="240706"/>
                  </a:lnTo>
                  <a:lnTo>
                    <a:pt x="319541" y="235917"/>
                  </a:lnTo>
                  <a:lnTo>
                    <a:pt x="321641" y="231059"/>
                  </a:lnTo>
                  <a:lnTo>
                    <a:pt x="323586" y="226137"/>
                  </a:lnTo>
                  <a:lnTo>
                    <a:pt x="325374" y="221156"/>
                  </a:lnTo>
                  <a:lnTo>
                    <a:pt x="327004" y="216120"/>
                  </a:lnTo>
                  <a:lnTo>
                    <a:pt x="328473" y="211036"/>
                  </a:lnTo>
                  <a:lnTo>
                    <a:pt x="329781" y="205908"/>
                  </a:lnTo>
                  <a:lnTo>
                    <a:pt x="330926" y="200741"/>
                  </a:lnTo>
                  <a:lnTo>
                    <a:pt x="331907" y="195540"/>
                  </a:lnTo>
                  <a:lnTo>
                    <a:pt x="332722" y="190311"/>
                  </a:lnTo>
                  <a:lnTo>
                    <a:pt x="333372" y="185058"/>
                  </a:lnTo>
                  <a:lnTo>
                    <a:pt x="333855" y="179788"/>
                  </a:lnTo>
                  <a:lnTo>
                    <a:pt x="334171" y="174505"/>
                  </a:lnTo>
                  <a:lnTo>
                    <a:pt x="334320" y="169214"/>
                  </a:lnTo>
                  <a:lnTo>
                    <a:pt x="334301" y="163922"/>
                  </a:lnTo>
                  <a:lnTo>
                    <a:pt x="334114" y="158633"/>
                  </a:lnTo>
                  <a:lnTo>
                    <a:pt x="333760" y="153352"/>
                  </a:lnTo>
                  <a:lnTo>
                    <a:pt x="333240" y="148085"/>
                  </a:lnTo>
                  <a:lnTo>
                    <a:pt x="332552" y="142838"/>
                  </a:lnTo>
                  <a:lnTo>
                    <a:pt x="331699" y="137615"/>
                  </a:lnTo>
                  <a:lnTo>
                    <a:pt x="330681" y="132421"/>
                  </a:lnTo>
                  <a:lnTo>
                    <a:pt x="329499" y="127262"/>
                  </a:lnTo>
                  <a:lnTo>
                    <a:pt x="328155" y="122143"/>
                  </a:lnTo>
                  <a:lnTo>
                    <a:pt x="326649" y="117070"/>
                  </a:lnTo>
                  <a:lnTo>
                    <a:pt x="324983" y="112046"/>
                  </a:lnTo>
                  <a:lnTo>
                    <a:pt x="323159" y="107078"/>
                  </a:lnTo>
                  <a:lnTo>
                    <a:pt x="321179" y="102170"/>
                  </a:lnTo>
                  <a:lnTo>
                    <a:pt x="319044" y="97327"/>
                  </a:lnTo>
                  <a:lnTo>
                    <a:pt x="316757" y="92554"/>
                  </a:lnTo>
                  <a:lnTo>
                    <a:pt x="314320" y="87856"/>
                  </a:lnTo>
                  <a:lnTo>
                    <a:pt x="311736" y="83238"/>
                  </a:lnTo>
                  <a:lnTo>
                    <a:pt x="309007" y="78703"/>
                  </a:lnTo>
                  <a:lnTo>
                    <a:pt x="306135" y="74258"/>
                  </a:lnTo>
                  <a:lnTo>
                    <a:pt x="303125" y="69905"/>
                  </a:lnTo>
                  <a:lnTo>
                    <a:pt x="299977" y="65650"/>
                  </a:lnTo>
                  <a:lnTo>
                    <a:pt x="296697" y="61496"/>
                  </a:lnTo>
                  <a:lnTo>
                    <a:pt x="293287" y="57449"/>
                  </a:lnTo>
                  <a:lnTo>
                    <a:pt x="289751" y="53511"/>
                  </a:lnTo>
                  <a:lnTo>
                    <a:pt x="286092" y="49688"/>
                  </a:lnTo>
                  <a:lnTo>
                    <a:pt x="282313" y="45982"/>
                  </a:lnTo>
                  <a:lnTo>
                    <a:pt x="278419" y="42398"/>
                  </a:lnTo>
                  <a:lnTo>
                    <a:pt x="274414" y="38938"/>
                  </a:lnTo>
                  <a:lnTo>
                    <a:pt x="270301" y="35608"/>
                  </a:lnTo>
                  <a:lnTo>
                    <a:pt x="266085" y="32409"/>
                  </a:lnTo>
                  <a:lnTo>
                    <a:pt x="261769" y="29345"/>
                  </a:lnTo>
                  <a:lnTo>
                    <a:pt x="257359" y="26419"/>
                  </a:lnTo>
                  <a:lnTo>
                    <a:pt x="252858" y="23635"/>
                  </a:lnTo>
                  <a:lnTo>
                    <a:pt x="248272" y="20994"/>
                  </a:lnTo>
                  <a:lnTo>
                    <a:pt x="243604" y="18500"/>
                  </a:lnTo>
                  <a:lnTo>
                    <a:pt x="238860" y="16154"/>
                  </a:lnTo>
                  <a:lnTo>
                    <a:pt x="234043" y="13960"/>
                  </a:lnTo>
                  <a:lnTo>
                    <a:pt x="229160" y="11920"/>
                  </a:lnTo>
                  <a:lnTo>
                    <a:pt x="224214" y="10035"/>
                  </a:lnTo>
                  <a:lnTo>
                    <a:pt x="219212" y="8308"/>
                  </a:lnTo>
                  <a:lnTo>
                    <a:pt x="214157" y="6740"/>
                  </a:lnTo>
                  <a:lnTo>
                    <a:pt x="209055" y="5333"/>
                  </a:lnTo>
                  <a:lnTo>
                    <a:pt x="203911" y="4088"/>
                  </a:lnTo>
                  <a:lnTo>
                    <a:pt x="198730" y="3007"/>
                  </a:lnTo>
                  <a:lnTo>
                    <a:pt x="193518" y="2090"/>
                  </a:lnTo>
                  <a:lnTo>
                    <a:pt x="188279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3602" y="4213821"/>
              <a:ext cx="7685" cy="167167"/>
            </a:xfrm>
            <a:custGeom>
              <a:avLst/>
              <a:pathLst>
                <a:path w="7685" h="167167">
                  <a:moveTo>
                    <a:pt x="7685" y="0"/>
                  </a:moveTo>
                  <a:lnTo>
                    <a:pt x="0" y="176"/>
                  </a:lnTo>
                  <a:lnTo>
                    <a:pt x="76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2" y="4213821"/>
              <a:ext cx="334315" cy="334331"/>
            </a:xfrm>
            <a:custGeom>
              <a:avLst/>
              <a:pathLst>
                <a:path w="334315" h="334331">
                  <a:moveTo>
                    <a:pt x="159479" y="176"/>
                  </a:moveTo>
                  <a:lnTo>
                    <a:pt x="154199" y="503"/>
                  </a:lnTo>
                  <a:lnTo>
                    <a:pt x="148931" y="996"/>
                  </a:lnTo>
                  <a:lnTo>
                    <a:pt x="143682" y="1657"/>
                  </a:lnTo>
                  <a:lnTo>
                    <a:pt x="138457" y="2482"/>
                  </a:lnTo>
                  <a:lnTo>
                    <a:pt x="133260" y="3473"/>
                  </a:lnTo>
                  <a:lnTo>
                    <a:pt x="128097" y="4628"/>
                  </a:lnTo>
                  <a:lnTo>
                    <a:pt x="122973" y="5946"/>
                  </a:lnTo>
                  <a:lnTo>
                    <a:pt x="117894" y="7425"/>
                  </a:lnTo>
                  <a:lnTo>
                    <a:pt x="112863" y="9064"/>
                  </a:lnTo>
                  <a:lnTo>
                    <a:pt x="107888" y="10861"/>
                  </a:lnTo>
                  <a:lnTo>
                    <a:pt x="102971" y="12815"/>
                  </a:lnTo>
                  <a:lnTo>
                    <a:pt x="98119" y="14924"/>
                  </a:lnTo>
                  <a:lnTo>
                    <a:pt x="93336" y="17185"/>
                  </a:lnTo>
                  <a:lnTo>
                    <a:pt x="88627" y="19596"/>
                  </a:lnTo>
                  <a:lnTo>
                    <a:pt x="83997" y="22156"/>
                  </a:lnTo>
                  <a:lnTo>
                    <a:pt x="79450" y="24860"/>
                  </a:lnTo>
                  <a:lnTo>
                    <a:pt x="74991" y="27707"/>
                  </a:lnTo>
                  <a:lnTo>
                    <a:pt x="70624" y="30693"/>
                  </a:lnTo>
                  <a:lnTo>
                    <a:pt x="66354" y="33817"/>
                  </a:lnTo>
                  <a:lnTo>
                    <a:pt x="62185" y="37073"/>
                  </a:lnTo>
                  <a:lnTo>
                    <a:pt x="58121" y="40460"/>
                  </a:lnTo>
                  <a:lnTo>
                    <a:pt x="54166" y="43974"/>
                  </a:lnTo>
                  <a:lnTo>
                    <a:pt x="50324" y="47612"/>
                  </a:lnTo>
                  <a:lnTo>
                    <a:pt x="46599" y="51369"/>
                  </a:lnTo>
                  <a:lnTo>
                    <a:pt x="42996" y="55242"/>
                  </a:lnTo>
                  <a:lnTo>
                    <a:pt x="39516" y="59227"/>
                  </a:lnTo>
                  <a:lnTo>
                    <a:pt x="36164" y="63320"/>
                  </a:lnTo>
                  <a:lnTo>
                    <a:pt x="32944" y="67518"/>
                  </a:lnTo>
                  <a:lnTo>
                    <a:pt x="29858" y="71815"/>
                  </a:lnTo>
                  <a:lnTo>
                    <a:pt x="26909" y="76208"/>
                  </a:lnTo>
                  <a:lnTo>
                    <a:pt x="24101" y="80691"/>
                  </a:lnTo>
                  <a:lnTo>
                    <a:pt x="21437" y="85262"/>
                  </a:lnTo>
                  <a:lnTo>
                    <a:pt x="18918" y="89914"/>
                  </a:lnTo>
                  <a:lnTo>
                    <a:pt x="16548" y="94644"/>
                  </a:lnTo>
                  <a:lnTo>
                    <a:pt x="14328" y="99446"/>
                  </a:lnTo>
                  <a:lnTo>
                    <a:pt x="12262" y="104316"/>
                  </a:lnTo>
                  <a:lnTo>
                    <a:pt x="10350" y="109249"/>
                  </a:lnTo>
                  <a:lnTo>
                    <a:pt x="8596" y="114241"/>
                  </a:lnTo>
                  <a:lnTo>
                    <a:pt x="7001" y="119285"/>
                  </a:lnTo>
                  <a:lnTo>
                    <a:pt x="5566" y="124377"/>
                  </a:lnTo>
                  <a:lnTo>
                    <a:pt x="4293" y="129512"/>
                  </a:lnTo>
                  <a:lnTo>
                    <a:pt x="3183" y="134685"/>
                  </a:lnTo>
                  <a:lnTo>
                    <a:pt x="2237" y="139890"/>
                  </a:lnTo>
                  <a:lnTo>
                    <a:pt x="1457" y="145122"/>
                  </a:lnTo>
                  <a:lnTo>
                    <a:pt x="842" y="150377"/>
                  </a:lnTo>
                  <a:lnTo>
                    <a:pt x="394" y="155648"/>
                  </a:lnTo>
                  <a:lnTo>
                    <a:pt x="113" y="160931"/>
                  </a:lnTo>
                  <a:lnTo>
                    <a:pt x="0" y="166221"/>
                  </a:lnTo>
                  <a:lnTo>
                    <a:pt x="53" y="171511"/>
                  </a:lnTo>
                  <a:lnTo>
                    <a:pt x="274" y="176797"/>
                  </a:lnTo>
                  <a:lnTo>
                    <a:pt x="663" y="182073"/>
                  </a:lnTo>
                  <a:lnTo>
                    <a:pt x="1218" y="187334"/>
                  </a:lnTo>
                  <a:lnTo>
                    <a:pt x="1939" y="192575"/>
                  </a:lnTo>
                  <a:lnTo>
                    <a:pt x="2826" y="197791"/>
                  </a:lnTo>
                  <a:lnTo>
                    <a:pt x="3877" y="202976"/>
                  </a:lnTo>
                  <a:lnTo>
                    <a:pt x="5092" y="208125"/>
                  </a:lnTo>
                  <a:lnTo>
                    <a:pt x="6469" y="213233"/>
                  </a:lnTo>
                  <a:lnTo>
                    <a:pt x="8008" y="218295"/>
                  </a:lnTo>
                  <a:lnTo>
                    <a:pt x="9705" y="223305"/>
                  </a:lnTo>
                  <a:lnTo>
                    <a:pt x="11560" y="228260"/>
                  </a:lnTo>
                  <a:lnTo>
                    <a:pt x="13572" y="233153"/>
                  </a:lnTo>
                  <a:lnTo>
                    <a:pt x="15737" y="237980"/>
                  </a:lnTo>
                  <a:lnTo>
                    <a:pt x="18053" y="242737"/>
                  </a:lnTo>
                  <a:lnTo>
                    <a:pt x="20519" y="247417"/>
                  </a:lnTo>
                  <a:lnTo>
                    <a:pt x="23132" y="252017"/>
                  </a:lnTo>
                  <a:lnTo>
                    <a:pt x="25889" y="256533"/>
                  </a:lnTo>
                  <a:lnTo>
                    <a:pt x="28788" y="260958"/>
                  </a:lnTo>
                  <a:lnTo>
                    <a:pt x="31825" y="265290"/>
                  </a:lnTo>
                  <a:lnTo>
                    <a:pt x="34998" y="269523"/>
                  </a:lnTo>
                  <a:lnTo>
                    <a:pt x="38303" y="273654"/>
                  </a:lnTo>
                  <a:lnTo>
                    <a:pt x="41737" y="277679"/>
                  </a:lnTo>
                  <a:lnTo>
                    <a:pt x="45297" y="281592"/>
                  </a:lnTo>
                  <a:lnTo>
                    <a:pt x="48979" y="285391"/>
                  </a:lnTo>
                  <a:lnTo>
                    <a:pt x="52779" y="289072"/>
                  </a:lnTo>
                  <a:lnTo>
                    <a:pt x="56694" y="292631"/>
                  </a:lnTo>
                  <a:lnTo>
                    <a:pt x="60719" y="296063"/>
                  </a:lnTo>
                  <a:lnTo>
                    <a:pt x="64851" y="299367"/>
                  </a:lnTo>
                  <a:lnTo>
                    <a:pt x="69086" y="302539"/>
                  </a:lnTo>
                  <a:lnTo>
                    <a:pt x="73419" y="305574"/>
                  </a:lnTo>
                  <a:lnTo>
                    <a:pt x="77845" y="308471"/>
                  </a:lnTo>
                  <a:lnTo>
                    <a:pt x="82361" y="311227"/>
                  </a:lnTo>
                  <a:lnTo>
                    <a:pt x="86963" y="313838"/>
                  </a:lnTo>
                  <a:lnTo>
                    <a:pt x="91644" y="316303"/>
                  </a:lnTo>
                  <a:lnTo>
                    <a:pt x="96401" y="318618"/>
                  </a:lnTo>
                  <a:lnTo>
                    <a:pt x="101229" y="320781"/>
                  </a:lnTo>
                  <a:lnTo>
                    <a:pt x="106123" y="322791"/>
                  </a:lnTo>
                  <a:lnTo>
                    <a:pt x="111078" y="324644"/>
                  </a:lnTo>
                  <a:lnTo>
                    <a:pt x="116089" y="326340"/>
                  </a:lnTo>
                  <a:lnTo>
                    <a:pt x="121152" y="327877"/>
                  </a:lnTo>
                  <a:lnTo>
                    <a:pt x="126260" y="329252"/>
                  </a:lnTo>
                  <a:lnTo>
                    <a:pt x="131410" y="330465"/>
                  </a:lnTo>
                  <a:lnTo>
                    <a:pt x="136595" y="331515"/>
                  </a:lnTo>
                  <a:lnTo>
                    <a:pt x="141811" y="332400"/>
                  </a:lnTo>
                  <a:lnTo>
                    <a:pt x="147052" y="333120"/>
                  </a:lnTo>
                  <a:lnTo>
                    <a:pt x="152313" y="333673"/>
                  </a:lnTo>
                  <a:lnTo>
                    <a:pt x="157590" y="334060"/>
                  </a:lnTo>
                  <a:lnTo>
                    <a:pt x="162876" y="334279"/>
                  </a:lnTo>
                  <a:lnTo>
                    <a:pt x="168166" y="334331"/>
                  </a:lnTo>
                  <a:lnTo>
                    <a:pt x="173455" y="334216"/>
                  </a:lnTo>
                  <a:lnTo>
                    <a:pt x="178738" y="333933"/>
                  </a:lnTo>
                  <a:lnTo>
                    <a:pt x="184009" y="333483"/>
                  </a:lnTo>
                  <a:lnTo>
                    <a:pt x="189264" y="332867"/>
                  </a:lnTo>
                  <a:lnTo>
                    <a:pt x="194496" y="332084"/>
                  </a:lnTo>
                  <a:lnTo>
                    <a:pt x="199701" y="331137"/>
                  </a:lnTo>
                  <a:lnTo>
                    <a:pt x="204873" y="330025"/>
                  </a:lnTo>
                  <a:lnTo>
                    <a:pt x="210008" y="328750"/>
                  </a:lnTo>
                  <a:lnTo>
                    <a:pt x="215099" y="327314"/>
                  </a:lnTo>
                  <a:lnTo>
                    <a:pt x="220143" y="325717"/>
                  </a:lnTo>
                  <a:lnTo>
                    <a:pt x="225134" y="323961"/>
                  </a:lnTo>
                  <a:lnTo>
                    <a:pt x="230066" y="322048"/>
                  </a:lnTo>
                  <a:lnTo>
                    <a:pt x="234936" y="319980"/>
                  </a:lnTo>
                  <a:lnTo>
                    <a:pt x="239737" y="317759"/>
                  </a:lnTo>
                  <a:lnTo>
                    <a:pt x="244466" y="315387"/>
                  </a:lnTo>
                  <a:lnTo>
                    <a:pt x="249118" y="312867"/>
                  </a:lnTo>
                  <a:lnTo>
                    <a:pt x="253687" y="310201"/>
                  </a:lnTo>
                  <a:lnTo>
                    <a:pt x="258170" y="307391"/>
                  </a:lnTo>
                  <a:lnTo>
                    <a:pt x="262562" y="304441"/>
                  </a:lnTo>
                  <a:lnTo>
                    <a:pt x="266858" y="301354"/>
                  </a:lnTo>
                  <a:lnTo>
                    <a:pt x="271054" y="298132"/>
                  </a:lnTo>
                  <a:lnTo>
                    <a:pt x="275146" y="294779"/>
                  </a:lnTo>
                  <a:lnTo>
                    <a:pt x="279130" y="291298"/>
                  </a:lnTo>
                  <a:lnTo>
                    <a:pt x="283002" y="287693"/>
                  </a:lnTo>
                  <a:lnTo>
                    <a:pt x="286758" y="283967"/>
                  </a:lnTo>
                  <a:lnTo>
                    <a:pt x="290394" y="280124"/>
                  </a:lnTo>
                  <a:lnTo>
                    <a:pt x="293907" y="276168"/>
                  </a:lnTo>
                  <a:lnTo>
                    <a:pt x="297292" y="272103"/>
                  </a:lnTo>
                  <a:lnTo>
                    <a:pt x="300548" y="267932"/>
                  </a:lnTo>
                  <a:lnTo>
                    <a:pt x="303670" y="263661"/>
                  </a:lnTo>
                  <a:lnTo>
                    <a:pt x="306655" y="259293"/>
                  </a:lnTo>
                  <a:lnTo>
                    <a:pt x="309500" y="254833"/>
                  </a:lnTo>
                  <a:lnTo>
                    <a:pt x="312203" y="250285"/>
                  </a:lnTo>
                  <a:lnTo>
                    <a:pt x="314760" y="245654"/>
                  </a:lnTo>
                  <a:lnTo>
                    <a:pt x="317170" y="240944"/>
                  </a:lnTo>
                  <a:lnTo>
                    <a:pt x="319430" y="236161"/>
                  </a:lnTo>
                  <a:lnTo>
                    <a:pt x="321537" y="231308"/>
                  </a:lnTo>
                  <a:lnTo>
                    <a:pt x="323489" y="226391"/>
                  </a:lnTo>
                  <a:lnTo>
                    <a:pt x="325285" y="221415"/>
                  </a:lnTo>
                  <a:lnTo>
                    <a:pt x="326922" y="216384"/>
                  </a:lnTo>
                  <a:lnTo>
                    <a:pt x="328400" y="211304"/>
                  </a:lnTo>
                  <a:lnTo>
                    <a:pt x="329716" y="206180"/>
                  </a:lnTo>
                  <a:lnTo>
                    <a:pt x="330869" y="201016"/>
                  </a:lnTo>
                  <a:lnTo>
                    <a:pt x="331858" y="195819"/>
                  </a:lnTo>
                  <a:lnTo>
                    <a:pt x="332682" y="190593"/>
                  </a:lnTo>
                  <a:lnTo>
                    <a:pt x="333340" y="185344"/>
                  </a:lnTo>
                  <a:lnTo>
                    <a:pt x="333832" y="180077"/>
                  </a:lnTo>
                  <a:lnTo>
                    <a:pt x="334158" y="174796"/>
                  </a:lnTo>
                  <a:lnTo>
                    <a:pt x="334315" y="169508"/>
                  </a:lnTo>
                  <a:lnTo>
                    <a:pt x="334306" y="164218"/>
                  </a:lnTo>
                  <a:lnTo>
                    <a:pt x="334129" y="158930"/>
                  </a:lnTo>
                  <a:lnTo>
                    <a:pt x="333784" y="153651"/>
                  </a:lnTo>
                  <a:lnTo>
                    <a:pt x="333273" y="148385"/>
                  </a:lnTo>
                  <a:lnTo>
                    <a:pt x="332596" y="143138"/>
                  </a:lnTo>
                  <a:lnTo>
                    <a:pt x="331753" y="137916"/>
                  </a:lnTo>
                  <a:lnTo>
                    <a:pt x="330745" y="132722"/>
                  </a:lnTo>
                  <a:lnTo>
                    <a:pt x="329573" y="127563"/>
                  </a:lnTo>
                  <a:lnTo>
                    <a:pt x="328238" y="122444"/>
                  </a:lnTo>
                  <a:lnTo>
                    <a:pt x="326742" y="117369"/>
                  </a:lnTo>
                  <a:lnTo>
                    <a:pt x="325087" y="112344"/>
                  </a:lnTo>
                  <a:lnTo>
                    <a:pt x="323273" y="107375"/>
                  </a:lnTo>
                  <a:lnTo>
                    <a:pt x="321303" y="102465"/>
                  </a:lnTo>
                  <a:lnTo>
                    <a:pt x="319178" y="97620"/>
                  </a:lnTo>
                  <a:lnTo>
                    <a:pt x="316901" y="92844"/>
                  </a:lnTo>
                  <a:lnTo>
                    <a:pt x="314474" y="88143"/>
                  </a:lnTo>
                  <a:lnTo>
                    <a:pt x="311900" y="83521"/>
                  </a:lnTo>
                  <a:lnTo>
                    <a:pt x="309181" y="78983"/>
                  </a:lnTo>
                  <a:lnTo>
                    <a:pt x="306319" y="74533"/>
                  </a:lnTo>
                  <a:lnTo>
                    <a:pt x="303318" y="70176"/>
                  </a:lnTo>
                  <a:lnTo>
                    <a:pt x="300181" y="65917"/>
                  </a:lnTo>
                  <a:lnTo>
                    <a:pt x="296910" y="61758"/>
                  </a:lnTo>
                  <a:lnTo>
                    <a:pt x="293510" y="57705"/>
                  </a:lnTo>
                  <a:lnTo>
                    <a:pt x="289983" y="53762"/>
                  </a:lnTo>
                  <a:lnTo>
                    <a:pt x="286333" y="49932"/>
                  </a:lnTo>
                  <a:lnTo>
                    <a:pt x="282563" y="46220"/>
                  </a:lnTo>
                  <a:lnTo>
                    <a:pt x="278678" y="42629"/>
                  </a:lnTo>
                  <a:lnTo>
                    <a:pt x="274682" y="39163"/>
                  </a:lnTo>
                  <a:lnTo>
                    <a:pt x="270577" y="35825"/>
                  </a:lnTo>
                  <a:lnTo>
                    <a:pt x="266370" y="32618"/>
                  </a:lnTo>
                  <a:lnTo>
                    <a:pt x="262062" y="29546"/>
                  </a:lnTo>
                  <a:lnTo>
                    <a:pt x="257660" y="26612"/>
                  </a:lnTo>
                  <a:lnTo>
                    <a:pt x="253167" y="23819"/>
                  </a:lnTo>
                  <a:lnTo>
                    <a:pt x="248588" y="21169"/>
                  </a:lnTo>
                  <a:lnTo>
                    <a:pt x="243927" y="18666"/>
                  </a:lnTo>
                  <a:lnTo>
                    <a:pt x="239190" y="16311"/>
                  </a:lnTo>
                  <a:lnTo>
                    <a:pt x="234380" y="14108"/>
                  </a:lnTo>
                  <a:lnTo>
                    <a:pt x="229503" y="12057"/>
                  </a:lnTo>
                  <a:lnTo>
                    <a:pt x="224564" y="10162"/>
                  </a:lnTo>
                  <a:lnTo>
                    <a:pt x="219567" y="8425"/>
                  </a:lnTo>
                  <a:lnTo>
                    <a:pt x="214517" y="6846"/>
                  </a:lnTo>
                  <a:lnTo>
                    <a:pt x="209420" y="5428"/>
                  </a:lnTo>
                  <a:lnTo>
                    <a:pt x="204281" y="4172"/>
                  </a:lnTo>
                  <a:lnTo>
                    <a:pt x="199105" y="3079"/>
                  </a:lnTo>
                  <a:lnTo>
                    <a:pt x="193897" y="2150"/>
                  </a:lnTo>
                  <a:lnTo>
                    <a:pt x="188662" y="1387"/>
                  </a:lnTo>
                  <a:lnTo>
                    <a:pt x="183405" y="790"/>
                  </a:lnTo>
                  <a:lnTo>
                    <a:pt x="178132" y="359"/>
                  </a:lnTo>
                  <a:lnTo>
                    <a:pt x="172848" y="96"/>
                  </a:lnTo>
                  <a:lnTo>
                    <a:pt x="167559" y="0"/>
                  </a:lnTo>
                  <a:lnTo>
                    <a:pt x="167164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394" cy="167167"/>
            </a:xfrm>
            <a:custGeom>
              <a:avLst/>
              <a:pathLst>
                <a:path w="394" h="167167">
                  <a:moveTo>
                    <a:pt x="394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85" y="4659281"/>
              <a:ext cx="1839" cy="167167"/>
            </a:xfrm>
            <a:custGeom>
              <a:avLst/>
              <a:pathLst>
                <a:path w="1839" h="167167">
                  <a:moveTo>
                    <a:pt x="1839" y="0"/>
                  </a:moveTo>
                  <a:lnTo>
                    <a:pt x="0" y="10"/>
                  </a:lnTo>
                  <a:lnTo>
                    <a:pt x="183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685" y="4659291"/>
              <a:ext cx="1839" cy="167157"/>
            </a:xfrm>
            <a:custGeom>
              <a:avLst/>
              <a:pathLst>
                <a:path w="1839" h="167157">
                  <a:moveTo>
                    <a:pt x="0" y="0"/>
                  </a:moveTo>
                  <a:lnTo>
                    <a:pt x="1839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42318" y="4659291"/>
              <a:ext cx="144206" cy="167157"/>
            </a:xfrm>
            <a:custGeom>
              <a:avLst/>
              <a:pathLst>
                <a:path w="144206" h="167157">
                  <a:moveTo>
                    <a:pt x="142366" y="0"/>
                  </a:moveTo>
                  <a:lnTo>
                    <a:pt x="136817" y="153"/>
                  </a:lnTo>
                  <a:lnTo>
                    <a:pt x="131276" y="490"/>
                  </a:lnTo>
                  <a:lnTo>
                    <a:pt x="125750" y="1011"/>
                  </a:lnTo>
                  <a:lnTo>
                    <a:pt x="120243" y="1716"/>
                  </a:lnTo>
                  <a:lnTo>
                    <a:pt x="114763" y="2603"/>
                  </a:lnTo>
                  <a:lnTo>
                    <a:pt x="109316" y="3671"/>
                  </a:lnTo>
                  <a:lnTo>
                    <a:pt x="103907" y="4920"/>
                  </a:lnTo>
                  <a:lnTo>
                    <a:pt x="98543" y="6347"/>
                  </a:lnTo>
                  <a:lnTo>
                    <a:pt x="93228" y="7952"/>
                  </a:lnTo>
                  <a:lnTo>
                    <a:pt x="87970" y="9732"/>
                  </a:lnTo>
                  <a:lnTo>
                    <a:pt x="82775" y="11686"/>
                  </a:lnTo>
                  <a:lnTo>
                    <a:pt x="77646" y="13812"/>
                  </a:lnTo>
                  <a:lnTo>
                    <a:pt x="72592" y="16106"/>
                  </a:lnTo>
                  <a:lnTo>
                    <a:pt x="67616" y="18567"/>
                  </a:lnTo>
                  <a:lnTo>
                    <a:pt x="62724" y="21192"/>
                  </a:lnTo>
                  <a:lnTo>
                    <a:pt x="57923" y="23978"/>
                  </a:lnTo>
                  <a:lnTo>
                    <a:pt x="53217" y="26922"/>
                  </a:lnTo>
                  <a:lnTo>
                    <a:pt x="48610" y="30020"/>
                  </a:lnTo>
                  <a:lnTo>
                    <a:pt x="44110" y="33270"/>
                  </a:lnTo>
                  <a:lnTo>
                    <a:pt x="39720" y="36667"/>
                  </a:lnTo>
                  <a:lnTo>
                    <a:pt x="35445" y="40208"/>
                  </a:lnTo>
                  <a:lnTo>
                    <a:pt x="31290" y="43890"/>
                  </a:lnTo>
                  <a:lnTo>
                    <a:pt x="27259" y="47707"/>
                  </a:lnTo>
                  <a:lnTo>
                    <a:pt x="23357" y="51656"/>
                  </a:lnTo>
                  <a:lnTo>
                    <a:pt x="19589" y="55732"/>
                  </a:lnTo>
                  <a:lnTo>
                    <a:pt x="15958" y="59931"/>
                  </a:lnTo>
                  <a:lnTo>
                    <a:pt x="12469" y="64248"/>
                  </a:lnTo>
                  <a:lnTo>
                    <a:pt x="9124" y="68679"/>
                  </a:lnTo>
                  <a:lnTo>
                    <a:pt x="5929" y="73218"/>
                  </a:lnTo>
                  <a:lnTo>
                    <a:pt x="2886" y="77861"/>
                  </a:lnTo>
                  <a:lnTo>
                    <a:pt x="0" y="82603"/>
                  </a:lnTo>
                  <a:lnTo>
                    <a:pt x="144206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65" y="4659281"/>
              <a:ext cx="334310" cy="334333"/>
            </a:xfrm>
            <a:custGeom>
              <a:avLst/>
              <a:pathLst>
                <a:path w="334310" h="334333">
                  <a:moveTo>
                    <a:pt x="22952" y="82613"/>
                  </a:moveTo>
                  <a:lnTo>
                    <a:pt x="20339" y="87237"/>
                  </a:lnTo>
                  <a:lnTo>
                    <a:pt x="17874" y="91941"/>
                  </a:lnTo>
                  <a:lnTo>
                    <a:pt x="15559" y="96722"/>
                  </a:lnTo>
                  <a:lnTo>
                    <a:pt x="13398" y="101574"/>
                  </a:lnTo>
                  <a:lnTo>
                    <a:pt x="11392" y="106492"/>
                  </a:lnTo>
                  <a:lnTo>
                    <a:pt x="9543" y="111471"/>
                  </a:lnTo>
                  <a:lnTo>
                    <a:pt x="7853" y="116506"/>
                  </a:lnTo>
                  <a:lnTo>
                    <a:pt x="6324" y="121593"/>
                  </a:lnTo>
                  <a:lnTo>
                    <a:pt x="4957" y="126725"/>
                  </a:lnTo>
                  <a:lnTo>
                    <a:pt x="3754" y="131898"/>
                  </a:lnTo>
                  <a:lnTo>
                    <a:pt x="2716" y="137107"/>
                  </a:lnTo>
                  <a:lnTo>
                    <a:pt x="1844" y="142347"/>
                  </a:lnTo>
                  <a:lnTo>
                    <a:pt x="1139" y="147611"/>
                  </a:lnTo>
                  <a:lnTo>
                    <a:pt x="602" y="152895"/>
                  </a:lnTo>
                  <a:lnTo>
                    <a:pt x="232" y="158194"/>
                  </a:lnTo>
                  <a:lnTo>
                    <a:pt x="32" y="163501"/>
                  </a:lnTo>
                  <a:lnTo>
                    <a:pt x="0" y="168812"/>
                  </a:lnTo>
                  <a:lnTo>
                    <a:pt x="136" y="174122"/>
                  </a:lnTo>
                  <a:lnTo>
                    <a:pt x="441" y="179425"/>
                  </a:lnTo>
                  <a:lnTo>
                    <a:pt x="915" y="184715"/>
                  </a:lnTo>
                  <a:lnTo>
                    <a:pt x="1556" y="189987"/>
                  </a:lnTo>
                  <a:lnTo>
                    <a:pt x="2365" y="195237"/>
                  </a:lnTo>
                  <a:lnTo>
                    <a:pt x="3340" y="200458"/>
                  </a:lnTo>
                  <a:lnTo>
                    <a:pt x="4480" y="205645"/>
                  </a:lnTo>
                  <a:lnTo>
                    <a:pt x="5785" y="210794"/>
                  </a:lnTo>
                  <a:lnTo>
                    <a:pt x="7252" y="215899"/>
                  </a:lnTo>
                  <a:lnTo>
                    <a:pt x="8881" y="220954"/>
                  </a:lnTo>
                  <a:lnTo>
                    <a:pt x="10670" y="225955"/>
                  </a:lnTo>
                  <a:lnTo>
                    <a:pt x="12616" y="230897"/>
                  </a:lnTo>
                  <a:lnTo>
                    <a:pt x="14719" y="235774"/>
                  </a:lnTo>
                  <a:lnTo>
                    <a:pt x="16975" y="240582"/>
                  </a:lnTo>
                  <a:lnTo>
                    <a:pt x="19383" y="245317"/>
                  </a:lnTo>
                  <a:lnTo>
                    <a:pt x="21941" y="249972"/>
                  </a:lnTo>
                  <a:lnTo>
                    <a:pt x="24645" y="254543"/>
                  </a:lnTo>
                  <a:lnTo>
                    <a:pt x="27492" y="259027"/>
                  </a:lnTo>
                  <a:lnTo>
                    <a:pt x="30481" y="263417"/>
                  </a:lnTo>
                  <a:lnTo>
                    <a:pt x="33608" y="267711"/>
                  </a:lnTo>
                  <a:lnTo>
                    <a:pt x="36869" y="271903"/>
                  </a:lnTo>
                  <a:lnTo>
                    <a:pt x="40262" y="275989"/>
                  </a:lnTo>
                  <a:lnTo>
                    <a:pt x="43784" y="279965"/>
                  </a:lnTo>
                  <a:lnTo>
                    <a:pt x="47429" y="283828"/>
                  </a:lnTo>
                  <a:lnTo>
                    <a:pt x="51196" y="287573"/>
                  </a:lnTo>
                  <a:lnTo>
                    <a:pt x="55080" y="291196"/>
                  </a:lnTo>
                  <a:lnTo>
                    <a:pt x="59076" y="294694"/>
                  </a:lnTo>
                  <a:lnTo>
                    <a:pt x="63182" y="298063"/>
                  </a:lnTo>
                  <a:lnTo>
                    <a:pt x="67393" y="301300"/>
                  </a:lnTo>
                  <a:lnTo>
                    <a:pt x="71705" y="304402"/>
                  </a:lnTo>
                  <a:lnTo>
                    <a:pt x="76113" y="307365"/>
                  </a:lnTo>
                  <a:lnTo>
                    <a:pt x="80613" y="310187"/>
                  </a:lnTo>
                  <a:lnTo>
                    <a:pt x="85200" y="312864"/>
                  </a:lnTo>
                  <a:lnTo>
                    <a:pt x="89870" y="315394"/>
                  </a:lnTo>
                  <a:lnTo>
                    <a:pt x="94618" y="317775"/>
                  </a:lnTo>
                  <a:lnTo>
                    <a:pt x="99439" y="320003"/>
                  </a:lnTo>
                  <a:lnTo>
                    <a:pt x="104329" y="322078"/>
                  </a:lnTo>
                  <a:lnTo>
                    <a:pt x="109282" y="323995"/>
                  </a:lnTo>
                  <a:lnTo>
                    <a:pt x="114293" y="325755"/>
                  </a:lnTo>
                  <a:lnTo>
                    <a:pt x="119358" y="327354"/>
                  </a:lnTo>
                  <a:lnTo>
                    <a:pt x="124471" y="328792"/>
                  </a:lnTo>
                  <a:lnTo>
                    <a:pt x="129627" y="330067"/>
                  </a:lnTo>
                  <a:lnTo>
                    <a:pt x="134821" y="331177"/>
                  </a:lnTo>
                  <a:lnTo>
                    <a:pt x="140048" y="332121"/>
                  </a:lnTo>
                  <a:lnTo>
                    <a:pt x="145302" y="332899"/>
                  </a:lnTo>
                  <a:lnTo>
                    <a:pt x="150578" y="333510"/>
                  </a:lnTo>
                  <a:lnTo>
                    <a:pt x="155871" y="333953"/>
                  </a:lnTo>
                  <a:lnTo>
                    <a:pt x="161175" y="334227"/>
                  </a:lnTo>
                  <a:lnTo>
                    <a:pt x="166485" y="334333"/>
                  </a:lnTo>
                  <a:lnTo>
                    <a:pt x="171796" y="334270"/>
                  </a:lnTo>
                  <a:lnTo>
                    <a:pt x="177103" y="334038"/>
                  </a:lnTo>
                  <a:lnTo>
                    <a:pt x="182399" y="333638"/>
                  </a:lnTo>
                  <a:lnTo>
                    <a:pt x="187680" y="333070"/>
                  </a:lnTo>
                  <a:lnTo>
                    <a:pt x="192940" y="332334"/>
                  </a:lnTo>
                  <a:lnTo>
                    <a:pt x="198174" y="331432"/>
                  </a:lnTo>
                  <a:lnTo>
                    <a:pt x="203377" y="330364"/>
                  </a:lnTo>
                  <a:lnTo>
                    <a:pt x="208543" y="329131"/>
                  </a:lnTo>
                  <a:lnTo>
                    <a:pt x="213668" y="327734"/>
                  </a:lnTo>
                  <a:lnTo>
                    <a:pt x="218745" y="326176"/>
                  </a:lnTo>
                  <a:lnTo>
                    <a:pt x="223771" y="324457"/>
                  </a:lnTo>
                  <a:lnTo>
                    <a:pt x="228739" y="322579"/>
                  </a:lnTo>
                  <a:lnTo>
                    <a:pt x="233645" y="320544"/>
                  </a:lnTo>
                  <a:lnTo>
                    <a:pt x="238484" y="318355"/>
                  </a:lnTo>
                  <a:lnTo>
                    <a:pt x="243251" y="316012"/>
                  </a:lnTo>
                  <a:lnTo>
                    <a:pt x="247941" y="313520"/>
                  </a:lnTo>
                  <a:lnTo>
                    <a:pt x="252550" y="310880"/>
                  </a:lnTo>
                  <a:lnTo>
                    <a:pt x="257072" y="308094"/>
                  </a:lnTo>
                  <a:lnTo>
                    <a:pt x="261504" y="305167"/>
                  </a:lnTo>
                  <a:lnTo>
                    <a:pt x="265840" y="302100"/>
                  </a:lnTo>
                  <a:lnTo>
                    <a:pt x="270077" y="298897"/>
                  </a:lnTo>
                  <a:lnTo>
                    <a:pt x="274210" y="295561"/>
                  </a:lnTo>
                  <a:lnTo>
                    <a:pt x="278235" y="292095"/>
                  </a:lnTo>
                  <a:lnTo>
                    <a:pt x="282148" y="288503"/>
                  </a:lnTo>
                  <a:lnTo>
                    <a:pt x="285944" y="284789"/>
                  </a:lnTo>
                  <a:lnTo>
                    <a:pt x="289621" y="280956"/>
                  </a:lnTo>
                  <a:lnTo>
                    <a:pt x="293174" y="277008"/>
                  </a:lnTo>
                  <a:lnTo>
                    <a:pt x="296600" y="272949"/>
                  </a:lnTo>
                  <a:lnTo>
                    <a:pt x="299895" y="268784"/>
                  </a:lnTo>
                  <a:lnTo>
                    <a:pt x="303057" y="264516"/>
                  </a:lnTo>
                  <a:lnTo>
                    <a:pt x="306081" y="260149"/>
                  </a:lnTo>
                  <a:lnTo>
                    <a:pt x="308964" y="255689"/>
                  </a:lnTo>
                  <a:lnTo>
                    <a:pt x="311705" y="251139"/>
                  </a:lnTo>
                  <a:lnTo>
                    <a:pt x="314300" y="246505"/>
                  </a:lnTo>
                  <a:lnTo>
                    <a:pt x="316746" y="241790"/>
                  </a:lnTo>
                  <a:lnTo>
                    <a:pt x="319041" y="237000"/>
                  </a:lnTo>
                  <a:lnTo>
                    <a:pt x="321183" y="232140"/>
                  </a:lnTo>
                  <a:lnTo>
                    <a:pt x="323169" y="227214"/>
                  </a:lnTo>
                  <a:lnTo>
                    <a:pt x="324998" y="222228"/>
                  </a:lnTo>
                  <a:lnTo>
                    <a:pt x="326668" y="217186"/>
                  </a:lnTo>
                  <a:lnTo>
                    <a:pt x="328176" y="212093"/>
                  </a:lnTo>
                  <a:lnTo>
                    <a:pt x="329522" y="206955"/>
                  </a:lnTo>
                  <a:lnTo>
                    <a:pt x="330704" y="201777"/>
                  </a:lnTo>
                  <a:lnTo>
                    <a:pt x="331721" y="196564"/>
                  </a:lnTo>
                  <a:lnTo>
                    <a:pt x="332572" y="191321"/>
                  </a:lnTo>
                  <a:lnTo>
                    <a:pt x="333256" y="186054"/>
                  </a:lnTo>
                  <a:lnTo>
                    <a:pt x="333772" y="180768"/>
                  </a:lnTo>
                  <a:lnTo>
                    <a:pt x="334120" y="175468"/>
                  </a:lnTo>
                  <a:lnTo>
                    <a:pt x="334300" y="170159"/>
                  </a:lnTo>
                  <a:lnTo>
                    <a:pt x="334310" y="164848"/>
                  </a:lnTo>
                  <a:lnTo>
                    <a:pt x="334152" y="159539"/>
                  </a:lnTo>
                  <a:lnTo>
                    <a:pt x="333826" y="154238"/>
                  </a:lnTo>
                  <a:lnTo>
                    <a:pt x="333331" y="148949"/>
                  </a:lnTo>
                  <a:lnTo>
                    <a:pt x="332668" y="143680"/>
                  </a:lnTo>
                  <a:lnTo>
                    <a:pt x="331838" y="138433"/>
                  </a:lnTo>
                  <a:lnTo>
                    <a:pt x="330842" y="133216"/>
                  </a:lnTo>
                  <a:lnTo>
                    <a:pt x="329681" y="128033"/>
                  </a:lnTo>
                  <a:lnTo>
                    <a:pt x="328356" y="122890"/>
                  </a:lnTo>
                  <a:lnTo>
                    <a:pt x="326868" y="117791"/>
                  </a:lnTo>
                  <a:lnTo>
                    <a:pt x="325219" y="112743"/>
                  </a:lnTo>
                  <a:lnTo>
                    <a:pt x="323410" y="107749"/>
                  </a:lnTo>
                  <a:lnTo>
                    <a:pt x="321444" y="102815"/>
                  </a:lnTo>
                  <a:lnTo>
                    <a:pt x="319321" y="97946"/>
                  </a:lnTo>
                  <a:lnTo>
                    <a:pt x="317045" y="93147"/>
                  </a:lnTo>
                  <a:lnTo>
                    <a:pt x="314618" y="88423"/>
                  </a:lnTo>
                  <a:lnTo>
                    <a:pt x="312042" y="83778"/>
                  </a:lnTo>
                  <a:lnTo>
                    <a:pt x="309320" y="79217"/>
                  </a:lnTo>
                  <a:lnTo>
                    <a:pt x="306454" y="74745"/>
                  </a:lnTo>
                  <a:lnTo>
                    <a:pt x="303448" y="70367"/>
                  </a:lnTo>
                  <a:lnTo>
                    <a:pt x="300304" y="66086"/>
                  </a:lnTo>
                  <a:lnTo>
                    <a:pt x="297025" y="61907"/>
                  </a:lnTo>
                  <a:lnTo>
                    <a:pt x="293616" y="57834"/>
                  </a:lnTo>
                  <a:lnTo>
                    <a:pt x="290079" y="53872"/>
                  </a:lnTo>
                  <a:lnTo>
                    <a:pt x="286417" y="50024"/>
                  </a:lnTo>
                  <a:lnTo>
                    <a:pt x="282636" y="46295"/>
                  </a:lnTo>
                  <a:lnTo>
                    <a:pt x="278737" y="42687"/>
                  </a:lnTo>
                  <a:lnTo>
                    <a:pt x="274727" y="39206"/>
                  </a:lnTo>
                  <a:lnTo>
                    <a:pt x="270607" y="35853"/>
                  </a:lnTo>
                  <a:lnTo>
                    <a:pt x="266383" y="32633"/>
                  </a:lnTo>
                  <a:lnTo>
                    <a:pt x="262059" y="29548"/>
                  </a:lnTo>
                  <a:lnTo>
                    <a:pt x="257639" y="26603"/>
                  </a:lnTo>
                  <a:lnTo>
                    <a:pt x="253128" y="23799"/>
                  </a:lnTo>
                  <a:lnTo>
                    <a:pt x="248530" y="21141"/>
                  </a:lnTo>
                  <a:lnTo>
                    <a:pt x="243850" y="18629"/>
                  </a:lnTo>
                  <a:lnTo>
                    <a:pt x="239093" y="16268"/>
                  </a:lnTo>
                  <a:lnTo>
                    <a:pt x="234262" y="14059"/>
                  </a:lnTo>
                  <a:lnTo>
                    <a:pt x="229364" y="12004"/>
                  </a:lnTo>
                  <a:lnTo>
                    <a:pt x="224404" y="10107"/>
                  </a:lnTo>
                  <a:lnTo>
                    <a:pt x="219385" y="8367"/>
                  </a:lnTo>
                  <a:lnTo>
                    <a:pt x="214314" y="6788"/>
                  </a:lnTo>
                  <a:lnTo>
                    <a:pt x="209195" y="5371"/>
                  </a:lnTo>
                  <a:lnTo>
                    <a:pt x="204034" y="4117"/>
                  </a:lnTo>
                  <a:lnTo>
                    <a:pt x="198836" y="3028"/>
                  </a:lnTo>
                  <a:lnTo>
                    <a:pt x="193605" y="2105"/>
                  </a:lnTo>
                  <a:lnTo>
                    <a:pt x="188348" y="1348"/>
                  </a:lnTo>
                  <a:lnTo>
                    <a:pt x="183069" y="758"/>
                  </a:lnTo>
                  <a:lnTo>
                    <a:pt x="177775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164" y="0"/>
                  </a:moveTo>
                  <a:lnTo>
                    <a:pt x="0" y="0"/>
                  </a:ln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6" y="5018213"/>
              <a:ext cx="164" cy="167167"/>
            </a:xfrm>
            <a:custGeom>
              <a:avLst/>
              <a:pathLst>
                <a:path w="164" h="167167">
                  <a:moveTo>
                    <a:pt x="0" y="0"/>
                  </a:moveTo>
                  <a:lnTo>
                    <a:pt x="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6" y="5018213"/>
              <a:ext cx="334320" cy="334330"/>
            </a:xfrm>
            <a:custGeom>
              <a:avLst/>
              <a:pathLst>
                <a:path w="334320" h="334330">
                  <a:moveTo>
                    <a:pt x="166990" y="0"/>
                  </a:moveTo>
                  <a:lnTo>
                    <a:pt x="161700" y="88"/>
                  </a:lnTo>
                  <a:lnTo>
                    <a:pt x="156416" y="345"/>
                  </a:lnTo>
                  <a:lnTo>
                    <a:pt x="151143" y="768"/>
                  </a:lnTo>
                  <a:lnTo>
                    <a:pt x="145886" y="1358"/>
                  </a:lnTo>
                  <a:lnTo>
                    <a:pt x="140650" y="2114"/>
                  </a:lnTo>
                  <a:lnTo>
                    <a:pt x="135441" y="3035"/>
                  </a:lnTo>
                  <a:lnTo>
                    <a:pt x="130263" y="4121"/>
                  </a:lnTo>
                  <a:lnTo>
                    <a:pt x="125123" y="5370"/>
                  </a:lnTo>
                  <a:lnTo>
                    <a:pt x="120024" y="6781"/>
                  </a:lnTo>
                  <a:lnTo>
                    <a:pt x="114973" y="8352"/>
                  </a:lnTo>
                  <a:lnTo>
                    <a:pt x="109974" y="10083"/>
                  </a:lnTo>
                  <a:lnTo>
                    <a:pt x="105032" y="11971"/>
                  </a:lnTo>
                  <a:lnTo>
                    <a:pt x="100153" y="14014"/>
                  </a:lnTo>
                  <a:lnTo>
                    <a:pt x="95340" y="16211"/>
                  </a:lnTo>
                  <a:lnTo>
                    <a:pt x="90600" y="18559"/>
                  </a:lnTo>
                  <a:lnTo>
                    <a:pt x="85936" y="21055"/>
                  </a:lnTo>
                  <a:lnTo>
                    <a:pt x="81353" y="23698"/>
                  </a:lnTo>
                  <a:lnTo>
                    <a:pt x="76857" y="26485"/>
                  </a:lnTo>
                  <a:lnTo>
                    <a:pt x="72451" y="29413"/>
                  </a:lnTo>
                  <a:lnTo>
                    <a:pt x="68139" y="32478"/>
                  </a:lnTo>
                  <a:lnTo>
                    <a:pt x="63927" y="35679"/>
                  </a:lnTo>
                  <a:lnTo>
                    <a:pt x="59818" y="39011"/>
                  </a:lnTo>
                  <a:lnTo>
                    <a:pt x="55817" y="42471"/>
                  </a:lnTo>
                  <a:lnTo>
                    <a:pt x="51927" y="46056"/>
                  </a:lnTo>
                  <a:lnTo>
                    <a:pt x="48153" y="49763"/>
                  </a:lnTo>
                  <a:lnTo>
                    <a:pt x="44497" y="53587"/>
                  </a:lnTo>
                  <a:lnTo>
                    <a:pt x="40965" y="57525"/>
                  </a:lnTo>
                  <a:lnTo>
                    <a:pt x="37559" y="61573"/>
                  </a:lnTo>
                  <a:lnTo>
                    <a:pt x="34283" y="65726"/>
                  </a:lnTo>
                  <a:lnTo>
                    <a:pt x="31139" y="69981"/>
                  </a:lnTo>
                  <a:lnTo>
                    <a:pt x="28132" y="74334"/>
                  </a:lnTo>
                  <a:lnTo>
                    <a:pt x="25265" y="78779"/>
                  </a:lnTo>
                  <a:lnTo>
                    <a:pt x="22539" y="83313"/>
                  </a:lnTo>
                  <a:lnTo>
                    <a:pt x="19958" y="87931"/>
                  </a:lnTo>
                  <a:lnTo>
                    <a:pt x="17525" y="92628"/>
                  </a:lnTo>
                  <a:lnTo>
                    <a:pt x="15241" y="97400"/>
                  </a:lnTo>
                  <a:lnTo>
                    <a:pt x="13109" y="102242"/>
                  </a:lnTo>
                  <a:lnTo>
                    <a:pt x="11132" y="107148"/>
                  </a:lnTo>
                  <a:lnTo>
                    <a:pt x="9311" y="112115"/>
                  </a:lnTo>
                  <a:lnTo>
                    <a:pt x="7648" y="117137"/>
                  </a:lnTo>
                  <a:lnTo>
                    <a:pt x="6145" y="122209"/>
                  </a:lnTo>
                  <a:lnTo>
                    <a:pt x="4803" y="127326"/>
                  </a:lnTo>
                  <a:lnTo>
                    <a:pt x="3624" y="132483"/>
                  </a:lnTo>
                  <a:lnTo>
                    <a:pt x="2608" y="137675"/>
                  </a:lnTo>
                  <a:lnTo>
                    <a:pt x="1758" y="142896"/>
                  </a:lnTo>
                  <a:lnTo>
                    <a:pt x="1073" y="148142"/>
                  </a:lnTo>
                  <a:lnTo>
                    <a:pt x="554" y="153406"/>
                  </a:lnTo>
                  <a:lnTo>
                    <a:pt x="202" y="158685"/>
                  </a:lnTo>
                  <a:lnTo>
                    <a:pt x="17" y="163972"/>
                  </a:lnTo>
                  <a:lnTo>
                    <a:pt x="0" y="169262"/>
                  </a:lnTo>
                  <a:lnTo>
                    <a:pt x="149" y="174550"/>
                  </a:lnTo>
                  <a:lnTo>
                    <a:pt x="467" y="179830"/>
                  </a:lnTo>
                  <a:lnTo>
                    <a:pt x="951" y="185098"/>
                  </a:lnTo>
                  <a:lnTo>
                    <a:pt x="1601" y="190348"/>
                  </a:lnTo>
                  <a:lnTo>
                    <a:pt x="2418" y="195575"/>
                  </a:lnTo>
                  <a:lnTo>
                    <a:pt x="3399" y="200773"/>
                  </a:lnTo>
                  <a:lnTo>
                    <a:pt x="4545" y="205938"/>
                  </a:lnTo>
                  <a:lnTo>
                    <a:pt x="5853" y="211064"/>
                  </a:lnTo>
                  <a:lnTo>
                    <a:pt x="7322" y="216145"/>
                  </a:lnTo>
                  <a:lnTo>
                    <a:pt x="8952" y="221178"/>
                  </a:lnTo>
                  <a:lnTo>
                    <a:pt x="10740" y="226157"/>
                  </a:lnTo>
                  <a:lnTo>
                    <a:pt x="12685" y="231077"/>
                  </a:lnTo>
                  <a:lnTo>
                    <a:pt x="14785" y="235932"/>
                  </a:lnTo>
                  <a:lnTo>
                    <a:pt x="17037" y="240719"/>
                  </a:lnTo>
                  <a:lnTo>
                    <a:pt x="19440" y="245432"/>
                  </a:lnTo>
                  <a:lnTo>
                    <a:pt x="21990" y="250067"/>
                  </a:lnTo>
                  <a:lnTo>
                    <a:pt x="24686" y="254618"/>
                  </a:lnTo>
                  <a:lnTo>
                    <a:pt x="27524" y="259083"/>
                  </a:lnTo>
                  <a:lnTo>
                    <a:pt x="30502" y="263455"/>
                  </a:lnTo>
                  <a:lnTo>
                    <a:pt x="33618" y="267730"/>
                  </a:lnTo>
                  <a:lnTo>
                    <a:pt x="36866" y="271905"/>
                  </a:lnTo>
                  <a:lnTo>
                    <a:pt x="40246" y="275975"/>
                  </a:lnTo>
                  <a:lnTo>
                    <a:pt x="43752" y="279936"/>
                  </a:lnTo>
                  <a:lnTo>
                    <a:pt x="47382" y="283785"/>
                  </a:lnTo>
                  <a:lnTo>
                    <a:pt x="51132" y="287516"/>
                  </a:lnTo>
                  <a:lnTo>
                    <a:pt x="54998" y="291127"/>
                  </a:lnTo>
                  <a:lnTo>
                    <a:pt x="58977" y="294614"/>
                  </a:lnTo>
                  <a:lnTo>
                    <a:pt x="63063" y="297973"/>
                  </a:lnTo>
                  <a:lnTo>
                    <a:pt x="67255" y="301201"/>
                  </a:lnTo>
                  <a:lnTo>
                    <a:pt x="71546" y="304295"/>
                  </a:lnTo>
                  <a:lnTo>
                    <a:pt x="75932" y="307251"/>
                  </a:lnTo>
                  <a:lnTo>
                    <a:pt x="80411" y="310067"/>
                  </a:lnTo>
                  <a:lnTo>
                    <a:pt x="84976" y="312741"/>
                  </a:lnTo>
                  <a:lnTo>
                    <a:pt x="89623" y="315268"/>
                  </a:lnTo>
                  <a:lnTo>
                    <a:pt x="94348" y="317647"/>
                  </a:lnTo>
                  <a:lnTo>
                    <a:pt x="99146" y="319875"/>
                  </a:lnTo>
                  <a:lnTo>
                    <a:pt x="104012" y="321951"/>
                  </a:lnTo>
                  <a:lnTo>
                    <a:pt x="108941" y="323871"/>
                  </a:lnTo>
                  <a:lnTo>
                    <a:pt x="113929" y="325635"/>
                  </a:lnTo>
                  <a:lnTo>
                    <a:pt x="118969" y="327239"/>
                  </a:lnTo>
                  <a:lnTo>
                    <a:pt x="124058" y="328684"/>
                  </a:lnTo>
                  <a:lnTo>
                    <a:pt x="129191" y="329967"/>
                  </a:lnTo>
                  <a:lnTo>
                    <a:pt x="134361" y="331086"/>
                  </a:lnTo>
                  <a:lnTo>
                    <a:pt x="139564" y="332042"/>
                  </a:lnTo>
                  <a:lnTo>
                    <a:pt x="144795" y="332832"/>
                  </a:lnTo>
                  <a:lnTo>
                    <a:pt x="150048" y="333457"/>
                  </a:lnTo>
                  <a:lnTo>
                    <a:pt x="155318" y="333915"/>
                  </a:lnTo>
                  <a:lnTo>
                    <a:pt x="160600" y="334206"/>
                  </a:lnTo>
                  <a:lnTo>
                    <a:pt x="165889" y="334330"/>
                  </a:lnTo>
                  <a:lnTo>
                    <a:pt x="171179" y="334286"/>
                  </a:lnTo>
                  <a:lnTo>
                    <a:pt x="176465" y="334075"/>
                  </a:lnTo>
                  <a:lnTo>
                    <a:pt x="181741" y="333697"/>
                  </a:lnTo>
                  <a:lnTo>
                    <a:pt x="187003" y="333152"/>
                  </a:lnTo>
                  <a:lnTo>
                    <a:pt x="192245" y="332440"/>
                  </a:lnTo>
                  <a:lnTo>
                    <a:pt x="197462" y="331564"/>
                  </a:lnTo>
                  <a:lnTo>
                    <a:pt x="202649" y="330522"/>
                  </a:lnTo>
                  <a:lnTo>
                    <a:pt x="207800" y="329318"/>
                  </a:lnTo>
                  <a:lnTo>
                    <a:pt x="212910" y="327950"/>
                  </a:lnTo>
                  <a:lnTo>
                    <a:pt x="217975" y="326422"/>
                  </a:lnTo>
                  <a:lnTo>
                    <a:pt x="222989" y="324734"/>
                  </a:lnTo>
                  <a:lnTo>
                    <a:pt x="227946" y="322889"/>
                  </a:lnTo>
                  <a:lnTo>
                    <a:pt x="232843" y="320887"/>
                  </a:lnTo>
                  <a:lnTo>
                    <a:pt x="237674" y="318731"/>
                  </a:lnTo>
                  <a:lnTo>
                    <a:pt x="242435" y="316424"/>
                  </a:lnTo>
                  <a:lnTo>
                    <a:pt x="247120" y="313967"/>
                  </a:lnTo>
                  <a:lnTo>
                    <a:pt x="251725" y="311364"/>
                  </a:lnTo>
                  <a:lnTo>
                    <a:pt x="256245" y="308616"/>
                  </a:lnTo>
                  <a:lnTo>
                    <a:pt x="260676" y="305726"/>
                  </a:lnTo>
                  <a:lnTo>
                    <a:pt x="265013" y="302697"/>
                  </a:lnTo>
                  <a:lnTo>
                    <a:pt x="269253" y="299533"/>
                  </a:lnTo>
                  <a:lnTo>
                    <a:pt x="273390" y="296236"/>
                  </a:lnTo>
                  <a:lnTo>
                    <a:pt x="277421" y="292810"/>
                  </a:lnTo>
                  <a:lnTo>
                    <a:pt x="281341" y="289258"/>
                  </a:lnTo>
                  <a:lnTo>
                    <a:pt x="285147" y="285584"/>
                  </a:lnTo>
                  <a:lnTo>
                    <a:pt x="288835" y="281791"/>
                  </a:lnTo>
                  <a:lnTo>
                    <a:pt x="292401" y="277883"/>
                  </a:lnTo>
                  <a:lnTo>
                    <a:pt x="295841" y="273865"/>
                  </a:lnTo>
                  <a:lnTo>
                    <a:pt x="299153" y="269740"/>
                  </a:lnTo>
                  <a:lnTo>
                    <a:pt x="302332" y="265512"/>
                  </a:lnTo>
                  <a:lnTo>
                    <a:pt x="305377" y="261185"/>
                  </a:lnTo>
                  <a:lnTo>
                    <a:pt x="308282" y="256764"/>
                  </a:lnTo>
                  <a:lnTo>
                    <a:pt x="311047" y="252254"/>
                  </a:lnTo>
                  <a:lnTo>
                    <a:pt x="313667" y="247658"/>
                  </a:lnTo>
                  <a:lnTo>
                    <a:pt x="316140" y="242982"/>
                  </a:lnTo>
                  <a:lnTo>
                    <a:pt x="318465" y="238230"/>
                  </a:lnTo>
                  <a:lnTo>
                    <a:pt x="320637" y="233407"/>
                  </a:lnTo>
                  <a:lnTo>
                    <a:pt x="322657" y="228517"/>
                  </a:lnTo>
                  <a:lnTo>
                    <a:pt x="324520" y="223566"/>
                  </a:lnTo>
                  <a:lnTo>
                    <a:pt x="326226" y="218559"/>
                  </a:lnTo>
                  <a:lnTo>
                    <a:pt x="327772" y="213499"/>
                  </a:lnTo>
                  <a:lnTo>
                    <a:pt x="329158" y="208394"/>
                  </a:lnTo>
                  <a:lnTo>
                    <a:pt x="330381" y="203247"/>
                  </a:lnTo>
                  <a:lnTo>
                    <a:pt x="331441" y="198065"/>
                  </a:lnTo>
                  <a:lnTo>
                    <a:pt x="332336" y="192851"/>
                  </a:lnTo>
                  <a:lnTo>
                    <a:pt x="333066" y="187611"/>
                  </a:lnTo>
                  <a:lnTo>
                    <a:pt x="333630" y="182351"/>
                  </a:lnTo>
                  <a:lnTo>
                    <a:pt x="334027" y="177076"/>
                  </a:lnTo>
                  <a:lnTo>
                    <a:pt x="334257" y="171791"/>
                  </a:lnTo>
                  <a:lnTo>
                    <a:pt x="334320" y="166501"/>
                  </a:lnTo>
                  <a:lnTo>
                    <a:pt x="334215" y="161212"/>
                  </a:lnTo>
                  <a:lnTo>
                    <a:pt x="333943" y="155929"/>
                  </a:lnTo>
                  <a:lnTo>
                    <a:pt x="333504" y="150657"/>
                  </a:lnTo>
                  <a:lnTo>
                    <a:pt x="332898" y="145402"/>
                  </a:lnTo>
                  <a:lnTo>
                    <a:pt x="332127" y="140168"/>
                  </a:lnTo>
                  <a:lnTo>
                    <a:pt x="331190" y="134962"/>
                  </a:lnTo>
                  <a:lnTo>
                    <a:pt x="330089" y="129788"/>
                  </a:lnTo>
                  <a:lnTo>
                    <a:pt x="328824" y="124651"/>
                  </a:lnTo>
                  <a:lnTo>
                    <a:pt x="327398" y="119557"/>
                  </a:lnTo>
                  <a:lnTo>
                    <a:pt x="325811" y="114510"/>
                  </a:lnTo>
                  <a:lnTo>
                    <a:pt x="324066" y="109516"/>
                  </a:lnTo>
                  <a:lnTo>
                    <a:pt x="322163" y="104580"/>
                  </a:lnTo>
                  <a:lnTo>
                    <a:pt x="320105" y="99707"/>
                  </a:lnTo>
                  <a:lnTo>
                    <a:pt x="317894" y="94901"/>
                  </a:lnTo>
                  <a:lnTo>
                    <a:pt x="315532" y="90167"/>
                  </a:lnTo>
                  <a:lnTo>
                    <a:pt x="313021" y="85511"/>
                  </a:lnTo>
                  <a:lnTo>
                    <a:pt x="310364" y="80936"/>
                  </a:lnTo>
                  <a:lnTo>
                    <a:pt x="307564" y="76448"/>
                  </a:lnTo>
                  <a:lnTo>
                    <a:pt x="304623" y="72051"/>
                  </a:lnTo>
                  <a:lnTo>
                    <a:pt x="301545" y="67749"/>
                  </a:lnTo>
                  <a:lnTo>
                    <a:pt x="298332" y="63546"/>
                  </a:lnTo>
                  <a:lnTo>
                    <a:pt x="294988" y="59447"/>
                  </a:lnTo>
                  <a:lnTo>
                    <a:pt x="291515" y="55456"/>
                  </a:lnTo>
                  <a:lnTo>
                    <a:pt x="287918" y="51577"/>
                  </a:lnTo>
                  <a:lnTo>
                    <a:pt x="284200" y="47814"/>
                  </a:lnTo>
                  <a:lnTo>
                    <a:pt x="280365" y="44170"/>
                  </a:lnTo>
                  <a:lnTo>
                    <a:pt x="276417" y="40650"/>
                  </a:lnTo>
                  <a:lnTo>
                    <a:pt x="272359" y="37256"/>
                  </a:lnTo>
                  <a:lnTo>
                    <a:pt x="268195" y="33992"/>
                  </a:lnTo>
                  <a:lnTo>
                    <a:pt x="263931" y="30862"/>
                  </a:lnTo>
                  <a:lnTo>
                    <a:pt x="259570" y="27868"/>
                  </a:lnTo>
                  <a:lnTo>
                    <a:pt x="255116" y="25013"/>
                  </a:lnTo>
                  <a:lnTo>
                    <a:pt x="250574" y="22301"/>
                  </a:lnTo>
                  <a:lnTo>
                    <a:pt x="245948" y="19734"/>
                  </a:lnTo>
                  <a:lnTo>
                    <a:pt x="241244" y="17315"/>
                  </a:lnTo>
                  <a:lnTo>
                    <a:pt x="236465" y="15045"/>
                  </a:lnTo>
                  <a:lnTo>
                    <a:pt x="231617" y="12928"/>
                  </a:lnTo>
                  <a:lnTo>
                    <a:pt x="226704" y="10966"/>
                  </a:lnTo>
                  <a:lnTo>
                    <a:pt x="221732" y="9160"/>
                  </a:lnTo>
                  <a:lnTo>
                    <a:pt x="216705" y="7512"/>
                  </a:lnTo>
                  <a:lnTo>
                    <a:pt x="211628" y="6024"/>
                  </a:lnTo>
                  <a:lnTo>
                    <a:pt x="206507" y="4698"/>
                  </a:lnTo>
                  <a:lnTo>
                    <a:pt x="201347" y="3534"/>
                  </a:lnTo>
                  <a:lnTo>
                    <a:pt x="196152" y="2534"/>
                  </a:lnTo>
                  <a:lnTo>
                    <a:pt x="190928" y="1699"/>
                  </a:lnTo>
                  <a:lnTo>
                    <a:pt x="185681" y="1029"/>
                  </a:lnTo>
                  <a:lnTo>
                    <a:pt x="180415" y="526"/>
                  </a:lnTo>
                  <a:lnTo>
                    <a:pt x="175135" y="190"/>
                  </a:lnTo>
                  <a:lnTo>
                    <a:pt x="169848" y="2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2693" cy="167167"/>
            </a:xfrm>
            <a:custGeom>
              <a:avLst/>
              <a:pathLst>
                <a:path w="2693" h="167167">
                  <a:moveTo>
                    <a:pt x="2693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5058" y="5269756"/>
              <a:ext cx="149442" cy="167167"/>
            </a:xfrm>
            <a:custGeom>
              <a:avLst/>
              <a:pathLst>
                <a:path w="149442" h="167167">
                  <a:moveTo>
                    <a:pt x="149442" y="0"/>
                  </a:moveTo>
                  <a:lnTo>
                    <a:pt x="144005" y="88"/>
                  </a:lnTo>
                  <a:lnTo>
                    <a:pt x="138573" y="353"/>
                  </a:lnTo>
                  <a:lnTo>
                    <a:pt x="133153" y="795"/>
                  </a:lnTo>
                  <a:lnTo>
                    <a:pt x="127750" y="1413"/>
                  </a:lnTo>
                  <a:lnTo>
                    <a:pt x="122369" y="2206"/>
                  </a:lnTo>
                  <a:lnTo>
                    <a:pt x="117018" y="3174"/>
                  </a:lnTo>
                  <a:lnTo>
                    <a:pt x="111701" y="4316"/>
                  </a:lnTo>
                  <a:lnTo>
                    <a:pt x="106424" y="5629"/>
                  </a:lnTo>
                  <a:lnTo>
                    <a:pt x="101192" y="7114"/>
                  </a:lnTo>
                  <a:lnTo>
                    <a:pt x="96012" y="8768"/>
                  </a:lnTo>
                  <a:lnTo>
                    <a:pt x="90888" y="10590"/>
                  </a:lnTo>
                  <a:lnTo>
                    <a:pt x="85826" y="12578"/>
                  </a:lnTo>
                  <a:lnTo>
                    <a:pt x="80831" y="14729"/>
                  </a:lnTo>
                  <a:lnTo>
                    <a:pt x="75909" y="17041"/>
                  </a:lnTo>
                  <a:lnTo>
                    <a:pt x="71064" y="19512"/>
                  </a:lnTo>
                  <a:lnTo>
                    <a:pt x="66303" y="22140"/>
                  </a:lnTo>
                  <a:lnTo>
                    <a:pt x="61630" y="24921"/>
                  </a:lnTo>
                  <a:lnTo>
                    <a:pt x="57049" y="27853"/>
                  </a:lnTo>
                  <a:lnTo>
                    <a:pt x="52567" y="30932"/>
                  </a:lnTo>
                  <a:lnTo>
                    <a:pt x="48186" y="34155"/>
                  </a:lnTo>
                  <a:lnTo>
                    <a:pt x="43914" y="37519"/>
                  </a:lnTo>
                  <a:lnTo>
                    <a:pt x="39752" y="41020"/>
                  </a:lnTo>
                  <a:lnTo>
                    <a:pt x="35707" y="44655"/>
                  </a:lnTo>
                  <a:lnTo>
                    <a:pt x="31782" y="48419"/>
                  </a:lnTo>
                  <a:lnTo>
                    <a:pt x="27982" y="52309"/>
                  </a:lnTo>
                  <a:lnTo>
                    <a:pt x="24310" y="56320"/>
                  </a:lnTo>
                  <a:lnTo>
                    <a:pt x="20771" y="60449"/>
                  </a:lnTo>
                  <a:lnTo>
                    <a:pt x="17368" y="64691"/>
                  </a:lnTo>
                  <a:lnTo>
                    <a:pt x="14104" y="69041"/>
                  </a:lnTo>
                  <a:lnTo>
                    <a:pt x="10984" y="73496"/>
                  </a:lnTo>
                  <a:lnTo>
                    <a:pt x="8011" y="78049"/>
                  </a:lnTo>
                  <a:lnTo>
                    <a:pt x="5187" y="82696"/>
                  </a:lnTo>
                  <a:lnTo>
                    <a:pt x="2515" y="87433"/>
                  </a:lnTo>
                  <a:lnTo>
                    <a:pt x="0" y="92255"/>
                  </a:lnTo>
                  <a:lnTo>
                    <a:pt x="14944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5" y="5269756"/>
              <a:ext cx="334305" cy="334334"/>
            </a:xfrm>
            <a:custGeom>
              <a:avLst/>
              <a:pathLst>
                <a:path w="334305" h="334334">
                  <a:moveTo>
                    <a:pt x="17713" y="92255"/>
                  </a:moveTo>
                  <a:lnTo>
                    <a:pt x="15409" y="97038"/>
                  </a:lnTo>
                  <a:lnTo>
                    <a:pt x="13259" y="101892"/>
                  </a:lnTo>
                  <a:lnTo>
                    <a:pt x="11264" y="106812"/>
                  </a:lnTo>
                  <a:lnTo>
                    <a:pt x="9426" y="111793"/>
                  </a:lnTo>
                  <a:lnTo>
                    <a:pt x="7747" y="116830"/>
                  </a:lnTo>
                  <a:lnTo>
                    <a:pt x="6229" y="121917"/>
                  </a:lnTo>
                  <a:lnTo>
                    <a:pt x="4873" y="127051"/>
                  </a:lnTo>
                  <a:lnTo>
                    <a:pt x="3681" y="132224"/>
                  </a:lnTo>
                  <a:lnTo>
                    <a:pt x="2654" y="137433"/>
                  </a:lnTo>
                  <a:lnTo>
                    <a:pt x="1792" y="142672"/>
                  </a:lnTo>
                  <a:lnTo>
                    <a:pt x="1098" y="147936"/>
                  </a:lnTo>
                  <a:lnTo>
                    <a:pt x="571" y="153219"/>
                  </a:lnTo>
                  <a:lnTo>
                    <a:pt x="212" y="158516"/>
                  </a:lnTo>
                  <a:lnTo>
                    <a:pt x="21" y="163821"/>
                  </a:lnTo>
                  <a:lnTo>
                    <a:pt x="0" y="169131"/>
                  </a:lnTo>
                  <a:lnTo>
                    <a:pt x="146" y="174438"/>
                  </a:lnTo>
                  <a:lnTo>
                    <a:pt x="461" y="179738"/>
                  </a:lnTo>
                  <a:lnTo>
                    <a:pt x="945" y="185025"/>
                  </a:lnTo>
                  <a:lnTo>
                    <a:pt x="1595" y="190294"/>
                  </a:lnTo>
                  <a:lnTo>
                    <a:pt x="2413" y="195540"/>
                  </a:lnTo>
                  <a:lnTo>
                    <a:pt x="3397" y="200757"/>
                  </a:lnTo>
                  <a:lnTo>
                    <a:pt x="4547" y="205940"/>
                  </a:lnTo>
                  <a:lnTo>
                    <a:pt x="5860" y="211084"/>
                  </a:lnTo>
                  <a:lnTo>
                    <a:pt x="7336" y="216184"/>
                  </a:lnTo>
                  <a:lnTo>
                    <a:pt x="8973" y="221235"/>
                  </a:lnTo>
                  <a:lnTo>
                    <a:pt x="10770" y="226231"/>
                  </a:lnTo>
                  <a:lnTo>
                    <a:pt x="12724" y="231167"/>
                  </a:lnTo>
                  <a:lnTo>
                    <a:pt x="14835" y="236039"/>
                  </a:lnTo>
                  <a:lnTo>
                    <a:pt x="17099" y="240841"/>
                  </a:lnTo>
                  <a:lnTo>
                    <a:pt x="19514" y="245569"/>
                  </a:lnTo>
                  <a:lnTo>
                    <a:pt x="22078" y="250218"/>
                  </a:lnTo>
                  <a:lnTo>
                    <a:pt x="24789" y="254783"/>
                  </a:lnTo>
                  <a:lnTo>
                    <a:pt x="27643" y="259260"/>
                  </a:lnTo>
                  <a:lnTo>
                    <a:pt x="30638" y="263644"/>
                  </a:lnTo>
                  <a:lnTo>
                    <a:pt x="33770" y="267931"/>
                  </a:lnTo>
                  <a:lnTo>
                    <a:pt x="37037" y="272115"/>
                  </a:lnTo>
                  <a:lnTo>
                    <a:pt x="40436" y="276195"/>
                  </a:lnTo>
                  <a:lnTo>
                    <a:pt x="43962" y="280164"/>
                  </a:lnTo>
                  <a:lnTo>
                    <a:pt x="47612" y="284019"/>
                  </a:lnTo>
                  <a:lnTo>
                    <a:pt x="51383" y="287756"/>
                  </a:lnTo>
                  <a:lnTo>
                    <a:pt x="55271" y="291372"/>
                  </a:lnTo>
                  <a:lnTo>
                    <a:pt x="59272" y="294862"/>
                  </a:lnTo>
                  <a:lnTo>
                    <a:pt x="63381" y="298224"/>
                  </a:lnTo>
                  <a:lnTo>
                    <a:pt x="67595" y="301453"/>
                  </a:lnTo>
                  <a:lnTo>
                    <a:pt x="71910" y="304547"/>
                  </a:lnTo>
                  <a:lnTo>
                    <a:pt x="76320" y="307502"/>
                  </a:lnTo>
                  <a:lnTo>
                    <a:pt x="80823" y="310316"/>
                  </a:lnTo>
                  <a:lnTo>
                    <a:pt x="85412" y="312985"/>
                  </a:lnTo>
                  <a:lnTo>
                    <a:pt x="90084" y="315507"/>
                  </a:lnTo>
                  <a:lnTo>
                    <a:pt x="94833" y="317880"/>
                  </a:lnTo>
                  <a:lnTo>
                    <a:pt x="99656" y="320101"/>
                  </a:lnTo>
                  <a:lnTo>
                    <a:pt x="104546" y="322167"/>
                  </a:lnTo>
                  <a:lnTo>
                    <a:pt x="109500" y="324077"/>
                  </a:lnTo>
                  <a:lnTo>
                    <a:pt x="114512" y="325829"/>
                  </a:lnTo>
                  <a:lnTo>
                    <a:pt x="119577" y="327421"/>
                  </a:lnTo>
                  <a:lnTo>
                    <a:pt x="124690" y="328851"/>
                  </a:lnTo>
                  <a:lnTo>
                    <a:pt x="129846" y="330118"/>
                  </a:lnTo>
                  <a:lnTo>
                    <a:pt x="135039" y="331220"/>
                  </a:lnTo>
                  <a:lnTo>
                    <a:pt x="140265" y="332157"/>
                  </a:lnTo>
                  <a:lnTo>
                    <a:pt x="145518" y="332928"/>
                  </a:lnTo>
                  <a:lnTo>
                    <a:pt x="150793" y="333532"/>
                  </a:lnTo>
                  <a:lnTo>
                    <a:pt x="156084" y="333967"/>
                  </a:lnTo>
                  <a:lnTo>
                    <a:pt x="161386" y="334235"/>
                  </a:lnTo>
                  <a:lnTo>
                    <a:pt x="166695" y="334334"/>
                  </a:lnTo>
                  <a:lnTo>
                    <a:pt x="172003" y="334264"/>
                  </a:lnTo>
                  <a:lnTo>
                    <a:pt x="177307" y="334026"/>
                  </a:lnTo>
                  <a:lnTo>
                    <a:pt x="182601" y="333619"/>
                  </a:lnTo>
                  <a:lnTo>
                    <a:pt x="187879" y="333045"/>
                  </a:lnTo>
                  <a:lnTo>
                    <a:pt x="193136" y="332303"/>
                  </a:lnTo>
                  <a:lnTo>
                    <a:pt x="198367" y="331395"/>
                  </a:lnTo>
                  <a:lnTo>
                    <a:pt x="203566" y="330321"/>
                  </a:lnTo>
                  <a:lnTo>
                    <a:pt x="208729" y="329082"/>
                  </a:lnTo>
                  <a:lnTo>
                    <a:pt x="213850" y="327680"/>
                  </a:lnTo>
                  <a:lnTo>
                    <a:pt x="218924" y="326117"/>
                  </a:lnTo>
                  <a:lnTo>
                    <a:pt x="223945" y="324393"/>
                  </a:lnTo>
                  <a:lnTo>
                    <a:pt x="228909" y="322510"/>
                  </a:lnTo>
                  <a:lnTo>
                    <a:pt x="233811" y="320470"/>
                  </a:lnTo>
                  <a:lnTo>
                    <a:pt x="238646" y="318276"/>
                  </a:lnTo>
                  <a:lnTo>
                    <a:pt x="243408" y="315930"/>
                  </a:lnTo>
                  <a:lnTo>
                    <a:pt x="248094" y="313433"/>
                  </a:lnTo>
                  <a:lnTo>
                    <a:pt x="252698" y="310789"/>
                  </a:lnTo>
                  <a:lnTo>
                    <a:pt x="257216" y="308001"/>
                  </a:lnTo>
                  <a:lnTo>
                    <a:pt x="261642" y="305070"/>
                  </a:lnTo>
                  <a:lnTo>
                    <a:pt x="265974" y="302000"/>
                  </a:lnTo>
                  <a:lnTo>
                    <a:pt x="270206" y="298793"/>
                  </a:lnTo>
                  <a:lnTo>
                    <a:pt x="274334" y="295455"/>
                  </a:lnTo>
                  <a:lnTo>
                    <a:pt x="278354" y="291986"/>
                  </a:lnTo>
                  <a:lnTo>
                    <a:pt x="282261" y="288392"/>
                  </a:lnTo>
                  <a:lnTo>
                    <a:pt x="286053" y="284676"/>
                  </a:lnTo>
                  <a:lnTo>
                    <a:pt x="289724" y="280841"/>
                  </a:lnTo>
                  <a:lnTo>
                    <a:pt x="293272" y="276891"/>
                  </a:lnTo>
                  <a:lnTo>
                    <a:pt x="296693" y="272831"/>
                  </a:lnTo>
                  <a:lnTo>
                    <a:pt x="299983" y="268664"/>
                  </a:lnTo>
                  <a:lnTo>
                    <a:pt x="303139" y="264395"/>
                  </a:lnTo>
                  <a:lnTo>
                    <a:pt x="306158" y="260028"/>
                  </a:lnTo>
                  <a:lnTo>
                    <a:pt x="309037" y="255567"/>
                  </a:lnTo>
                  <a:lnTo>
                    <a:pt x="311773" y="251016"/>
                  </a:lnTo>
                  <a:lnTo>
                    <a:pt x="314363" y="246382"/>
                  </a:lnTo>
                  <a:lnTo>
                    <a:pt x="316804" y="241667"/>
                  </a:lnTo>
                  <a:lnTo>
                    <a:pt x="319094" y="236877"/>
                  </a:lnTo>
                  <a:lnTo>
                    <a:pt x="321231" y="232017"/>
                  </a:lnTo>
                  <a:lnTo>
                    <a:pt x="323213" y="227092"/>
                  </a:lnTo>
                  <a:lnTo>
                    <a:pt x="325037" y="222106"/>
                  </a:lnTo>
                  <a:lnTo>
                    <a:pt x="326702" y="217064"/>
                  </a:lnTo>
                  <a:lnTo>
                    <a:pt x="328206" y="211973"/>
                  </a:lnTo>
                  <a:lnTo>
                    <a:pt x="329548" y="206836"/>
                  </a:lnTo>
                  <a:lnTo>
                    <a:pt x="330726" y="201659"/>
                  </a:lnTo>
                  <a:lnTo>
                    <a:pt x="331739" y="196447"/>
                  </a:lnTo>
                  <a:lnTo>
                    <a:pt x="332585" y="191206"/>
                  </a:lnTo>
                  <a:lnTo>
                    <a:pt x="333265" y="185941"/>
                  </a:lnTo>
                  <a:lnTo>
                    <a:pt x="333778" y="180656"/>
                  </a:lnTo>
                  <a:lnTo>
                    <a:pt x="334122" y="175358"/>
                  </a:lnTo>
                  <a:lnTo>
                    <a:pt x="334298" y="170052"/>
                  </a:lnTo>
                  <a:lnTo>
                    <a:pt x="334305" y="164743"/>
                  </a:lnTo>
                  <a:lnTo>
                    <a:pt x="334144" y="159436"/>
                  </a:lnTo>
                  <a:lnTo>
                    <a:pt x="333814" y="154137"/>
                  </a:lnTo>
                  <a:lnTo>
                    <a:pt x="333316" y="148851"/>
                  </a:lnTo>
                  <a:lnTo>
                    <a:pt x="332651" y="143584"/>
                  </a:lnTo>
                  <a:lnTo>
                    <a:pt x="331819" y="138340"/>
                  </a:lnTo>
                  <a:lnTo>
                    <a:pt x="330820" y="133126"/>
                  </a:lnTo>
                  <a:lnTo>
                    <a:pt x="329657" y="127946"/>
                  </a:lnTo>
                  <a:lnTo>
                    <a:pt x="328329" y="122805"/>
                  </a:lnTo>
                  <a:lnTo>
                    <a:pt x="326839" y="117709"/>
                  </a:lnTo>
                  <a:lnTo>
                    <a:pt x="325188" y="112663"/>
                  </a:lnTo>
                  <a:lnTo>
                    <a:pt x="323378" y="107672"/>
                  </a:lnTo>
                  <a:lnTo>
                    <a:pt x="321409" y="102741"/>
                  </a:lnTo>
                  <a:lnTo>
                    <a:pt x="319286" y="97875"/>
                  </a:lnTo>
                  <a:lnTo>
                    <a:pt x="317009" y="93079"/>
                  </a:lnTo>
                  <a:lnTo>
                    <a:pt x="314580" y="88358"/>
                  </a:lnTo>
                  <a:lnTo>
                    <a:pt x="312003" y="83716"/>
                  </a:lnTo>
                  <a:lnTo>
                    <a:pt x="309280" y="79159"/>
                  </a:lnTo>
                  <a:lnTo>
                    <a:pt x="306414" y="74690"/>
                  </a:lnTo>
                  <a:lnTo>
                    <a:pt x="303407" y="70314"/>
                  </a:lnTo>
                  <a:lnTo>
                    <a:pt x="300263" y="66036"/>
                  </a:lnTo>
                  <a:lnTo>
                    <a:pt x="296984" y="61860"/>
                  </a:lnTo>
                  <a:lnTo>
                    <a:pt x="293574" y="57791"/>
                  </a:lnTo>
                  <a:lnTo>
                    <a:pt x="290037" y="53831"/>
                  </a:lnTo>
                  <a:lnTo>
                    <a:pt x="286376" y="49986"/>
                  </a:lnTo>
                  <a:lnTo>
                    <a:pt x="282595" y="46259"/>
                  </a:lnTo>
                  <a:lnTo>
                    <a:pt x="278697" y="42654"/>
                  </a:lnTo>
                  <a:lnTo>
                    <a:pt x="274687" y="39175"/>
                  </a:lnTo>
                  <a:lnTo>
                    <a:pt x="270568" y="35825"/>
                  </a:lnTo>
                  <a:lnTo>
                    <a:pt x="266345" y="32607"/>
                  </a:lnTo>
                  <a:lnTo>
                    <a:pt x="262022" y="29525"/>
                  </a:lnTo>
                  <a:lnTo>
                    <a:pt x="257603" y="26582"/>
                  </a:lnTo>
                  <a:lnTo>
                    <a:pt x="253093" y="23781"/>
                  </a:lnTo>
                  <a:lnTo>
                    <a:pt x="248497" y="21124"/>
                  </a:lnTo>
                  <a:lnTo>
                    <a:pt x="243818" y="18615"/>
                  </a:lnTo>
                  <a:lnTo>
                    <a:pt x="239062" y="16255"/>
                  </a:lnTo>
                  <a:lnTo>
                    <a:pt x="234233" y="14048"/>
                  </a:lnTo>
                  <a:lnTo>
                    <a:pt x="229337" y="11995"/>
                  </a:lnTo>
                  <a:lnTo>
                    <a:pt x="224378" y="10098"/>
                  </a:lnTo>
                  <a:lnTo>
                    <a:pt x="219361" y="8361"/>
                  </a:lnTo>
                  <a:lnTo>
                    <a:pt x="214292" y="6783"/>
                  </a:lnTo>
                  <a:lnTo>
                    <a:pt x="209175" y="5367"/>
                  </a:lnTo>
                  <a:lnTo>
                    <a:pt x="204016" y="4114"/>
                  </a:lnTo>
                  <a:lnTo>
                    <a:pt x="198819" y="3026"/>
                  </a:lnTo>
                  <a:lnTo>
                    <a:pt x="193591" y="2103"/>
                  </a:lnTo>
                  <a:lnTo>
                    <a:pt x="188336" y="1347"/>
                  </a:lnTo>
                  <a:lnTo>
                    <a:pt x="183060" y="758"/>
                  </a:lnTo>
                  <a:lnTo>
                    <a:pt x="177767" y="337"/>
                  </a:lnTo>
                  <a:lnTo>
                    <a:pt x="17246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957" y="5399291"/>
              <a:ext cx="7258" cy="167167"/>
            </a:xfrm>
            <a:custGeom>
              <a:avLst/>
              <a:pathLst>
                <a:path w="7258" h="167167">
                  <a:moveTo>
                    <a:pt x="7258" y="0"/>
                  </a:moveTo>
                  <a:lnTo>
                    <a:pt x="0" y="157"/>
                  </a:lnTo>
                  <a:lnTo>
                    <a:pt x="725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57" y="5399449"/>
              <a:ext cx="7258" cy="167009"/>
            </a:xfrm>
            <a:custGeom>
              <a:avLst/>
              <a:pathLst>
                <a:path w="7258" h="167009">
                  <a:moveTo>
                    <a:pt x="0" y="0"/>
                  </a:moveTo>
                  <a:lnTo>
                    <a:pt x="7258" y="1670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4" y="5399449"/>
              <a:ext cx="334310" cy="334176"/>
            </a:xfrm>
            <a:custGeom>
              <a:avLst/>
              <a:pathLst>
                <a:path w="334310" h="334176">
                  <a:moveTo>
                    <a:pt x="159903" y="0"/>
                  </a:moveTo>
                  <a:lnTo>
                    <a:pt x="154621" y="313"/>
                  </a:lnTo>
                  <a:lnTo>
                    <a:pt x="149353" y="793"/>
                  </a:lnTo>
                  <a:lnTo>
                    <a:pt x="144102" y="1440"/>
                  </a:lnTo>
                  <a:lnTo>
                    <a:pt x="138874" y="2253"/>
                  </a:lnTo>
                  <a:lnTo>
                    <a:pt x="133675" y="3230"/>
                  </a:lnTo>
                  <a:lnTo>
                    <a:pt x="128509" y="4372"/>
                  </a:lnTo>
                  <a:lnTo>
                    <a:pt x="123382" y="5676"/>
                  </a:lnTo>
                  <a:lnTo>
                    <a:pt x="118299" y="7142"/>
                  </a:lnTo>
                  <a:lnTo>
                    <a:pt x="113264" y="8769"/>
                  </a:lnTo>
                  <a:lnTo>
                    <a:pt x="108284" y="10554"/>
                  </a:lnTo>
                  <a:lnTo>
                    <a:pt x="103363" y="12495"/>
                  </a:lnTo>
                  <a:lnTo>
                    <a:pt x="98505" y="14591"/>
                  </a:lnTo>
                  <a:lnTo>
                    <a:pt x="93716" y="16840"/>
                  </a:lnTo>
                  <a:lnTo>
                    <a:pt x="89001" y="19239"/>
                  </a:lnTo>
                  <a:lnTo>
                    <a:pt x="84364" y="21787"/>
                  </a:lnTo>
                  <a:lnTo>
                    <a:pt x="79810" y="24479"/>
                  </a:lnTo>
                  <a:lnTo>
                    <a:pt x="75344" y="27315"/>
                  </a:lnTo>
                  <a:lnTo>
                    <a:pt x="70969" y="30290"/>
                  </a:lnTo>
                  <a:lnTo>
                    <a:pt x="66691" y="33403"/>
                  </a:lnTo>
                  <a:lnTo>
                    <a:pt x="62514" y="36649"/>
                  </a:lnTo>
                  <a:lnTo>
                    <a:pt x="58441" y="40026"/>
                  </a:lnTo>
                  <a:lnTo>
                    <a:pt x="54477" y="43530"/>
                  </a:lnTo>
                  <a:lnTo>
                    <a:pt x="50626" y="47157"/>
                  </a:lnTo>
                  <a:lnTo>
                    <a:pt x="46892" y="50905"/>
                  </a:lnTo>
                  <a:lnTo>
                    <a:pt x="43278" y="54769"/>
                  </a:lnTo>
                  <a:lnTo>
                    <a:pt x="39789" y="58745"/>
                  </a:lnTo>
                  <a:lnTo>
                    <a:pt x="36426" y="62830"/>
                  </a:lnTo>
                  <a:lnTo>
                    <a:pt x="33195" y="67019"/>
                  </a:lnTo>
                  <a:lnTo>
                    <a:pt x="30098" y="71308"/>
                  </a:lnTo>
                  <a:lnTo>
                    <a:pt x="27139" y="75693"/>
                  </a:lnTo>
                  <a:lnTo>
                    <a:pt x="24319" y="80170"/>
                  </a:lnTo>
                  <a:lnTo>
                    <a:pt x="21643" y="84734"/>
                  </a:lnTo>
                  <a:lnTo>
                    <a:pt x="19112" y="89380"/>
                  </a:lnTo>
                  <a:lnTo>
                    <a:pt x="16730" y="94103"/>
                  </a:lnTo>
                  <a:lnTo>
                    <a:pt x="14498" y="98900"/>
                  </a:lnTo>
                  <a:lnTo>
                    <a:pt x="12419" y="103765"/>
                  </a:lnTo>
                  <a:lnTo>
                    <a:pt x="10495" y="108693"/>
                  </a:lnTo>
                  <a:lnTo>
                    <a:pt x="8729" y="113680"/>
                  </a:lnTo>
                  <a:lnTo>
                    <a:pt x="7120" y="118720"/>
                  </a:lnTo>
                  <a:lnTo>
                    <a:pt x="5672" y="123809"/>
                  </a:lnTo>
                  <a:lnTo>
                    <a:pt x="4386" y="128941"/>
                  </a:lnTo>
                  <a:lnTo>
                    <a:pt x="3263" y="134110"/>
                  </a:lnTo>
                  <a:lnTo>
                    <a:pt x="2304" y="139313"/>
                  </a:lnTo>
                  <a:lnTo>
                    <a:pt x="1510" y="144544"/>
                  </a:lnTo>
                  <a:lnTo>
                    <a:pt x="882" y="149797"/>
                  </a:lnTo>
                  <a:lnTo>
                    <a:pt x="421" y="155067"/>
                  </a:lnTo>
                  <a:lnTo>
                    <a:pt x="127" y="160350"/>
                  </a:lnTo>
                  <a:lnTo>
                    <a:pt x="0" y="165639"/>
                  </a:lnTo>
                  <a:lnTo>
                    <a:pt x="40" y="170929"/>
                  </a:lnTo>
                  <a:lnTo>
                    <a:pt x="248" y="176215"/>
                  </a:lnTo>
                  <a:lnTo>
                    <a:pt x="622" y="181493"/>
                  </a:lnTo>
                  <a:lnTo>
                    <a:pt x="1164" y="186755"/>
                  </a:lnTo>
                  <a:lnTo>
                    <a:pt x="1872" y="191998"/>
                  </a:lnTo>
                  <a:lnTo>
                    <a:pt x="2746" y="197216"/>
                  </a:lnTo>
                  <a:lnTo>
                    <a:pt x="3784" y="202404"/>
                  </a:lnTo>
                  <a:lnTo>
                    <a:pt x="4986" y="207556"/>
                  </a:lnTo>
                  <a:lnTo>
                    <a:pt x="6350" y="212667"/>
                  </a:lnTo>
                  <a:lnTo>
                    <a:pt x="7875" y="217733"/>
                  </a:lnTo>
                  <a:lnTo>
                    <a:pt x="9560" y="222748"/>
                  </a:lnTo>
                  <a:lnTo>
                    <a:pt x="11403" y="227708"/>
                  </a:lnTo>
                  <a:lnTo>
                    <a:pt x="13402" y="232606"/>
                  </a:lnTo>
                  <a:lnTo>
                    <a:pt x="15554" y="237439"/>
                  </a:lnTo>
                  <a:lnTo>
                    <a:pt x="17859" y="242201"/>
                  </a:lnTo>
                  <a:lnTo>
                    <a:pt x="20313" y="246888"/>
                  </a:lnTo>
                  <a:lnTo>
                    <a:pt x="22914" y="251495"/>
                  </a:lnTo>
                  <a:lnTo>
                    <a:pt x="25660" y="256017"/>
                  </a:lnTo>
                  <a:lnTo>
                    <a:pt x="28547" y="260450"/>
                  </a:lnTo>
                  <a:lnTo>
                    <a:pt x="31574" y="264789"/>
                  </a:lnTo>
                  <a:lnTo>
                    <a:pt x="34736" y="269031"/>
                  </a:lnTo>
                  <a:lnTo>
                    <a:pt x="38030" y="273170"/>
                  </a:lnTo>
                  <a:lnTo>
                    <a:pt x="41454" y="277203"/>
                  </a:lnTo>
                  <a:lnTo>
                    <a:pt x="45004" y="281126"/>
                  </a:lnTo>
                  <a:lnTo>
                    <a:pt x="48677" y="284934"/>
                  </a:lnTo>
                  <a:lnTo>
                    <a:pt x="52468" y="288625"/>
                  </a:lnTo>
                  <a:lnTo>
                    <a:pt x="56373" y="292193"/>
                  </a:lnTo>
                  <a:lnTo>
                    <a:pt x="60390" y="295636"/>
                  </a:lnTo>
                  <a:lnTo>
                    <a:pt x="64514" y="298950"/>
                  </a:lnTo>
                  <a:lnTo>
                    <a:pt x="68740" y="302132"/>
                  </a:lnTo>
                  <a:lnTo>
                    <a:pt x="73066" y="305179"/>
                  </a:lnTo>
                  <a:lnTo>
                    <a:pt x="77485" y="308088"/>
                  </a:lnTo>
                  <a:lnTo>
                    <a:pt x="81994" y="310855"/>
                  </a:lnTo>
                  <a:lnTo>
                    <a:pt x="86589" y="313478"/>
                  </a:lnTo>
                  <a:lnTo>
                    <a:pt x="91264" y="315954"/>
                  </a:lnTo>
                  <a:lnTo>
                    <a:pt x="96015" y="318281"/>
                  </a:lnTo>
                  <a:lnTo>
                    <a:pt x="100837" y="320457"/>
                  </a:lnTo>
                  <a:lnTo>
                    <a:pt x="105726" y="322479"/>
                  </a:lnTo>
                  <a:lnTo>
                    <a:pt x="110677" y="324345"/>
                  </a:lnTo>
                  <a:lnTo>
                    <a:pt x="115684" y="326053"/>
                  </a:lnTo>
                  <a:lnTo>
                    <a:pt x="120742" y="327603"/>
                  </a:lnTo>
                  <a:lnTo>
                    <a:pt x="125847" y="328991"/>
                  </a:lnTo>
                  <a:lnTo>
                    <a:pt x="130994" y="330217"/>
                  </a:lnTo>
                  <a:lnTo>
                    <a:pt x="136176" y="331280"/>
                  </a:lnTo>
                  <a:lnTo>
                    <a:pt x="141390" y="332178"/>
                  </a:lnTo>
                  <a:lnTo>
                    <a:pt x="146630" y="332911"/>
                  </a:lnTo>
                  <a:lnTo>
                    <a:pt x="151890" y="333478"/>
                  </a:lnTo>
                  <a:lnTo>
                    <a:pt x="157165" y="333878"/>
                  </a:lnTo>
                  <a:lnTo>
                    <a:pt x="162450" y="334110"/>
                  </a:lnTo>
                  <a:lnTo>
                    <a:pt x="167740" y="334176"/>
                  </a:lnTo>
                  <a:lnTo>
                    <a:pt x="173030" y="334074"/>
                  </a:lnTo>
                  <a:lnTo>
                    <a:pt x="178314" y="333804"/>
                  </a:lnTo>
                  <a:lnTo>
                    <a:pt x="183586" y="333368"/>
                  </a:lnTo>
                  <a:lnTo>
                    <a:pt x="188842" y="332765"/>
                  </a:lnTo>
                  <a:lnTo>
                    <a:pt x="194076" y="331996"/>
                  </a:lnTo>
                  <a:lnTo>
                    <a:pt x="199284" y="331061"/>
                  </a:lnTo>
                  <a:lnTo>
                    <a:pt x="204459" y="329963"/>
                  </a:lnTo>
                  <a:lnTo>
                    <a:pt x="209597" y="328701"/>
                  </a:lnTo>
                  <a:lnTo>
                    <a:pt x="214692" y="327277"/>
                  </a:lnTo>
                  <a:lnTo>
                    <a:pt x="219740" y="325693"/>
                  </a:lnTo>
                  <a:lnTo>
                    <a:pt x="224735" y="323950"/>
                  </a:lnTo>
                  <a:lnTo>
                    <a:pt x="229672" y="322049"/>
                  </a:lnTo>
                  <a:lnTo>
                    <a:pt x="234547" y="319993"/>
                  </a:lnTo>
                  <a:lnTo>
                    <a:pt x="239354" y="317784"/>
                  </a:lnTo>
                  <a:lnTo>
                    <a:pt x="244089" y="315424"/>
                  </a:lnTo>
                  <a:lnTo>
                    <a:pt x="248747" y="312916"/>
                  </a:lnTo>
                  <a:lnTo>
                    <a:pt x="253323" y="310261"/>
                  </a:lnTo>
                  <a:lnTo>
                    <a:pt x="257813" y="307463"/>
                  </a:lnTo>
                  <a:lnTo>
                    <a:pt x="262212" y="304524"/>
                  </a:lnTo>
                  <a:lnTo>
                    <a:pt x="266516" y="301447"/>
                  </a:lnTo>
                  <a:lnTo>
                    <a:pt x="270721" y="298236"/>
                  </a:lnTo>
                  <a:lnTo>
                    <a:pt x="274821" y="294893"/>
                  </a:lnTo>
                  <a:lnTo>
                    <a:pt x="278814" y="291422"/>
                  </a:lnTo>
                  <a:lnTo>
                    <a:pt x="282695" y="287827"/>
                  </a:lnTo>
                  <a:lnTo>
                    <a:pt x="286460" y="284111"/>
                  </a:lnTo>
                  <a:lnTo>
                    <a:pt x="290106" y="280277"/>
                  </a:lnTo>
                  <a:lnTo>
                    <a:pt x="293629" y="276330"/>
                  </a:lnTo>
                  <a:lnTo>
                    <a:pt x="297025" y="272273"/>
                  </a:lnTo>
                  <a:lnTo>
                    <a:pt x="300291" y="268111"/>
                  </a:lnTo>
                  <a:lnTo>
                    <a:pt x="303423" y="263847"/>
                  </a:lnTo>
                  <a:lnTo>
                    <a:pt x="306419" y="259487"/>
                  </a:lnTo>
                  <a:lnTo>
                    <a:pt x="309276" y="255034"/>
                  </a:lnTo>
                  <a:lnTo>
                    <a:pt x="311990" y="250493"/>
                  </a:lnTo>
                  <a:lnTo>
                    <a:pt x="314559" y="245868"/>
                  </a:lnTo>
                  <a:lnTo>
                    <a:pt x="316981" y="241164"/>
                  </a:lnTo>
                  <a:lnTo>
                    <a:pt x="319253" y="236386"/>
                  </a:lnTo>
                  <a:lnTo>
                    <a:pt x="321372" y="231539"/>
                  </a:lnTo>
                  <a:lnTo>
                    <a:pt x="323337" y="226627"/>
                  </a:lnTo>
                  <a:lnTo>
                    <a:pt x="325145" y="221655"/>
                  </a:lnTo>
                  <a:lnTo>
                    <a:pt x="326795" y="216628"/>
                  </a:lnTo>
                  <a:lnTo>
                    <a:pt x="328285" y="211552"/>
                  </a:lnTo>
                  <a:lnTo>
                    <a:pt x="329614" y="206431"/>
                  </a:lnTo>
                  <a:lnTo>
                    <a:pt x="330780" y="201271"/>
                  </a:lnTo>
                  <a:lnTo>
                    <a:pt x="331782" y="196076"/>
                  </a:lnTo>
                  <a:lnTo>
                    <a:pt x="332620" y="190852"/>
                  </a:lnTo>
                  <a:lnTo>
                    <a:pt x="333291" y="185605"/>
                  </a:lnTo>
                  <a:lnTo>
                    <a:pt x="333797" y="180338"/>
                  </a:lnTo>
                  <a:lnTo>
                    <a:pt x="334135" y="175059"/>
                  </a:lnTo>
                  <a:lnTo>
                    <a:pt x="334306" y="169771"/>
                  </a:lnTo>
                  <a:lnTo>
                    <a:pt x="334310" y="164480"/>
                  </a:lnTo>
                  <a:lnTo>
                    <a:pt x="334146" y="159192"/>
                  </a:lnTo>
                  <a:lnTo>
                    <a:pt x="333815" y="153912"/>
                  </a:lnTo>
                  <a:lnTo>
                    <a:pt x="333317" y="148645"/>
                  </a:lnTo>
                  <a:lnTo>
                    <a:pt x="332653" y="143397"/>
                  </a:lnTo>
                  <a:lnTo>
                    <a:pt x="331823" y="138172"/>
                  </a:lnTo>
                  <a:lnTo>
                    <a:pt x="330828" y="132976"/>
                  </a:lnTo>
                  <a:lnTo>
                    <a:pt x="329669" y="127814"/>
                  </a:lnTo>
                  <a:lnTo>
                    <a:pt x="328347" y="122691"/>
                  </a:lnTo>
                  <a:lnTo>
                    <a:pt x="326864" y="117613"/>
                  </a:lnTo>
                  <a:lnTo>
                    <a:pt x="325221" y="112584"/>
                  </a:lnTo>
                  <a:lnTo>
                    <a:pt x="323419" y="107609"/>
                  </a:lnTo>
                  <a:lnTo>
                    <a:pt x="321462" y="102694"/>
                  </a:lnTo>
                  <a:lnTo>
                    <a:pt x="319349" y="97844"/>
                  </a:lnTo>
                  <a:lnTo>
                    <a:pt x="317084" y="93063"/>
                  </a:lnTo>
                  <a:lnTo>
                    <a:pt x="314669" y="88356"/>
                  </a:lnTo>
                  <a:lnTo>
                    <a:pt x="312106" y="83727"/>
                  </a:lnTo>
                  <a:lnTo>
                    <a:pt x="309398" y="79182"/>
                  </a:lnTo>
                  <a:lnTo>
                    <a:pt x="306548" y="74725"/>
                  </a:lnTo>
                  <a:lnTo>
                    <a:pt x="303558" y="70361"/>
                  </a:lnTo>
                  <a:lnTo>
                    <a:pt x="300431" y="66093"/>
                  </a:lnTo>
                  <a:lnTo>
                    <a:pt x="297171" y="61927"/>
                  </a:lnTo>
                  <a:lnTo>
                    <a:pt x="293781" y="57865"/>
                  </a:lnTo>
                  <a:lnTo>
                    <a:pt x="290264" y="53913"/>
                  </a:lnTo>
                  <a:lnTo>
                    <a:pt x="286623" y="50074"/>
                  </a:lnTo>
                  <a:lnTo>
                    <a:pt x="282863" y="46353"/>
                  </a:lnTo>
                  <a:lnTo>
                    <a:pt x="278987" y="42752"/>
                  </a:lnTo>
                  <a:lnTo>
                    <a:pt x="274999" y="39275"/>
                  </a:lnTo>
                  <a:lnTo>
                    <a:pt x="270903" y="35927"/>
                  </a:lnTo>
                  <a:lnTo>
                    <a:pt x="266703" y="32710"/>
                  </a:lnTo>
                  <a:lnTo>
                    <a:pt x="262404" y="29627"/>
                  </a:lnTo>
                  <a:lnTo>
                    <a:pt x="258009" y="26682"/>
                  </a:lnTo>
                  <a:lnTo>
                    <a:pt x="253523" y="23878"/>
                  </a:lnTo>
                  <a:lnTo>
                    <a:pt x="248950" y="21216"/>
                  </a:lnTo>
                  <a:lnTo>
                    <a:pt x="244296" y="18701"/>
                  </a:lnTo>
                  <a:lnTo>
                    <a:pt x="239564" y="16335"/>
                  </a:lnTo>
                  <a:lnTo>
                    <a:pt x="234760" y="14119"/>
                  </a:lnTo>
                  <a:lnTo>
                    <a:pt x="229888" y="12057"/>
                  </a:lnTo>
                  <a:lnTo>
                    <a:pt x="224953" y="10149"/>
                  </a:lnTo>
                  <a:lnTo>
                    <a:pt x="219961" y="8399"/>
                  </a:lnTo>
                  <a:lnTo>
                    <a:pt x="214915" y="6808"/>
                  </a:lnTo>
                  <a:lnTo>
                    <a:pt x="167161" y="1670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7753" cy="167167"/>
            </a:xfrm>
            <a:custGeom>
              <a:avLst/>
              <a:pathLst>
                <a:path w="47753" h="167167">
                  <a:moveTo>
                    <a:pt x="47753" y="6965"/>
                  </a:moveTo>
                  <a:lnTo>
                    <a:pt x="41922" y="5342"/>
                  </a:lnTo>
                  <a:lnTo>
                    <a:pt x="36036" y="3930"/>
                  </a:lnTo>
                  <a:lnTo>
                    <a:pt x="30102" y="2732"/>
                  </a:lnTo>
                  <a:lnTo>
                    <a:pt x="24129" y="1750"/>
                  </a:lnTo>
                  <a:lnTo>
                    <a:pt x="18124" y="985"/>
                  </a:lnTo>
                  <a:lnTo>
                    <a:pt x="12096" y="438"/>
                  </a:lnTo>
                  <a:lnTo>
                    <a:pt x="6052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3140" y="5399291"/>
              <a:ext cx="80403" cy="167167"/>
            </a:xfrm>
            <a:custGeom>
              <a:avLst/>
              <a:pathLst>
                <a:path w="80403" h="167167">
                  <a:moveTo>
                    <a:pt x="80403" y="0"/>
                  </a:moveTo>
                  <a:lnTo>
                    <a:pt x="74413" y="107"/>
                  </a:lnTo>
                  <a:lnTo>
                    <a:pt x="68430" y="429"/>
                  </a:lnTo>
                  <a:lnTo>
                    <a:pt x="62463" y="965"/>
                  </a:lnTo>
                  <a:lnTo>
                    <a:pt x="56519" y="1714"/>
                  </a:lnTo>
                  <a:lnTo>
                    <a:pt x="50606" y="2676"/>
                  </a:lnTo>
                  <a:lnTo>
                    <a:pt x="44731" y="3850"/>
                  </a:lnTo>
                  <a:lnTo>
                    <a:pt x="38902" y="5233"/>
                  </a:lnTo>
                  <a:lnTo>
                    <a:pt x="33126" y="6824"/>
                  </a:lnTo>
                  <a:lnTo>
                    <a:pt x="27411" y="8621"/>
                  </a:lnTo>
                  <a:lnTo>
                    <a:pt x="21764" y="10622"/>
                  </a:lnTo>
                  <a:lnTo>
                    <a:pt x="16192" y="12823"/>
                  </a:lnTo>
                  <a:lnTo>
                    <a:pt x="10703" y="15223"/>
                  </a:lnTo>
                  <a:lnTo>
                    <a:pt x="5303" y="17819"/>
                  </a:lnTo>
                  <a:lnTo>
                    <a:pt x="0" y="20606"/>
                  </a:lnTo>
                  <a:lnTo>
                    <a:pt x="804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3140" y="5419897"/>
              <a:ext cx="80403" cy="146561"/>
            </a:xfrm>
            <a:custGeom>
              <a:avLst/>
              <a:pathLst>
                <a:path w="80403" h="146561">
                  <a:moveTo>
                    <a:pt x="0" y="0"/>
                  </a:moveTo>
                  <a:lnTo>
                    <a:pt x="80403" y="1465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3140" y="5419897"/>
              <a:ext cx="80403" cy="146561"/>
            </a:xfrm>
            <a:custGeom>
              <a:avLst/>
              <a:pathLst>
                <a:path w="80403" h="146561">
                  <a:moveTo>
                    <a:pt x="0" y="0"/>
                  </a:moveTo>
                  <a:lnTo>
                    <a:pt x="80403" y="1465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3140" y="5419897"/>
              <a:ext cx="80403" cy="146561"/>
            </a:xfrm>
            <a:custGeom>
              <a:avLst/>
              <a:pathLst>
                <a:path w="80403" h="146561">
                  <a:moveTo>
                    <a:pt x="0" y="0"/>
                  </a:moveTo>
                  <a:lnTo>
                    <a:pt x="80403" y="1465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3140" y="5419897"/>
              <a:ext cx="80403" cy="146561"/>
            </a:xfrm>
            <a:custGeom>
              <a:avLst/>
              <a:pathLst>
                <a:path w="80403" h="146561">
                  <a:moveTo>
                    <a:pt x="0" y="0"/>
                  </a:moveTo>
                  <a:lnTo>
                    <a:pt x="80403" y="1465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3140" y="5419897"/>
              <a:ext cx="80403" cy="146561"/>
            </a:xfrm>
            <a:custGeom>
              <a:avLst/>
              <a:pathLst>
                <a:path w="80403" h="146561">
                  <a:moveTo>
                    <a:pt x="0" y="0"/>
                  </a:moveTo>
                  <a:lnTo>
                    <a:pt x="80403" y="1465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1" y="5419897"/>
              <a:ext cx="167152" cy="311123"/>
            </a:xfrm>
            <a:custGeom>
              <a:avLst/>
              <a:pathLst>
                <a:path w="167152" h="311123">
                  <a:moveTo>
                    <a:pt x="86748" y="0"/>
                  </a:moveTo>
                  <a:lnTo>
                    <a:pt x="82102" y="2646"/>
                  </a:lnTo>
                  <a:lnTo>
                    <a:pt x="77543" y="5440"/>
                  </a:lnTo>
                  <a:lnTo>
                    <a:pt x="73076" y="8378"/>
                  </a:lnTo>
                  <a:lnTo>
                    <a:pt x="68704" y="11457"/>
                  </a:lnTo>
                  <a:lnTo>
                    <a:pt x="64434" y="14675"/>
                  </a:lnTo>
                  <a:lnTo>
                    <a:pt x="60268" y="18027"/>
                  </a:lnTo>
                  <a:lnTo>
                    <a:pt x="56212" y="21512"/>
                  </a:lnTo>
                  <a:lnTo>
                    <a:pt x="52270" y="25124"/>
                  </a:lnTo>
                  <a:lnTo>
                    <a:pt x="48445" y="28860"/>
                  </a:lnTo>
                  <a:lnTo>
                    <a:pt x="44741" y="32717"/>
                  </a:lnTo>
                  <a:lnTo>
                    <a:pt x="41163" y="36690"/>
                  </a:lnTo>
                  <a:lnTo>
                    <a:pt x="37713" y="40775"/>
                  </a:lnTo>
                  <a:lnTo>
                    <a:pt x="34396" y="44969"/>
                  </a:lnTo>
                  <a:lnTo>
                    <a:pt x="31215" y="49267"/>
                  </a:lnTo>
                  <a:lnTo>
                    <a:pt x="28173" y="53664"/>
                  </a:lnTo>
                  <a:lnTo>
                    <a:pt x="25273" y="58157"/>
                  </a:lnTo>
                  <a:lnTo>
                    <a:pt x="22518" y="62739"/>
                  </a:lnTo>
                  <a:lnTo>
                    <a:pt x="19911" y="67408"/>
                  </a:lnTo>
                  <a:lnTo>
                    <a:pt x="17455" y="72158"/>
                  </a:lnTo>
                  <a:lnTo>
                    <a:pt x="15152" y="76983"/>
                  </a:lnTo>
                  <a:lnTo>
                    <a:pt x="13005" y="81880"/>
                  </a:lnTo>
                  <a:lnTo>
                    <a:pt x="11015" y="86843"/>
                  </a:lnTo>
                  <a:lnTo>
                    <a:pt x="9185" y="91867"/>
                  </a:lnTo>
                  <a:lnTo>
                    <a:pt x="7517" y="96947"/>
                  </a:lnTo>
                  <a:lnTo>
                    <a:pt x="6011" y="102078"/>
                  </a:lnTo>
                  <a:lnTo>
                    <a:pt x="4671" y="107254"/>
                  </a:lnTo>
                  <a:lnTo>
                    <a:pt x="3497" y="112471"/>
                  </a:lnTo>
                  <a:lnTo>
                    <a:pt x="2491" y="117723"/>
                  </a:lnTo>
                  <a:lnTo>
                    <a:pt x="1653" y="123003"/>
                  </a:lnTo>
                  <a:lnTo>
                    <a:pt x="984" y="128309"/>
                  </a:lnTo>
                  <a:lnTo>
                    <a:pt x="485" y="133632"/>
                  </a:lnTo>
                  <a:lnTo>
                    <a:pt x="157" y="138969"/>
                  </a:lnTo>
                  <a:lnTo>
                    <a:pt x="0" y="144314"/>
                  </a:lnTo>
                  <a:lnTo>
                    <a:pt x="13" y="149661"/>
                  </a:lnTo>
                  <a:lnTo>
                    <a:pt x="198" y="155005"/>
                  </a:lnTo>
                  <a:lnTo>
                    <a:pt x="553" y="160340"/>
                  </a:lnTo>
                  <a:lnTo>
                    <a:pt x="1079" y="165661"/>
                  </a:lnTo>
                  <a:lnTo>
                    <a:pt x="1775" y="170963"/>
                  </a:lnTo>
                  <a:lnTo>
                    <a:pt x="2640" y="176239"/>
                  </a:lnTo>
                  <a:lnTo>
                    <a:pt x="3673" y="181486"/>
                  </a:lnTo>
                  <a:lnTo>
                    <a:pt x="4874" y="186696"/>
                  </a:lnTo>
                  <a:lnTo>
                    <a:pt x="6241" y="191866"/>
                  </a:lnTo>
                  <a:lnTo>
                    <a:pt x="7772" y="196989"/>
                  </a:lnTo>
                  <a:lnTo>
                    <a:pt x="9466" y="202060"/>
                  </a:lnTo>
                  <a:lnTo>
                    <a:pt x="11322" y="207075"/>
                  </a:lnTo>
                  <a:lnTo>
                    <a:pt x="13337" y="212028"/>
                  </a:lnTo>
                  <a:lnTo>
                    <a:pt x="15509" y="216914"/>
                  </a:lnTo>
                  <a:lnTo>
                    <a:pt x="17837" y="221727"/>
                  </a:lnTo>
                  <a:lnTo>
                    <a:pt x="20317" y="226464"/>
                  </a:lnTo>
                  <a:lnTo>
                    <a:pt x="22948" y="231120"/>
                  </a:lnTo>
                  <a:lnTo>
                    <a:pt x="25726" y="235688"/>
                  </a:lnTo>
                  <a:lnTo>
                    <a:pt x="28649" y="240166"/>
                  </a:lnTo>
                  <a:lnTo>
                    <a:pt x="31713" y="244547"/>
                  </a:lnTo>
                  <a:lnTo>
                    <a:pt x="34916" y="248829"/>
                  </a:lnTo>
                  <a:lnTo>
                    <a:pt x="38255" y="253006"/>
                  </a:lnTo>
                  <a:lnTo>
                    <a:pt x="41725" y="257074"/>
                  </a:lnTo>
                  <a:lnTo>
                    <a:pt x="45324" y="261029"/>
                  </a:lnTo>
                  <a:lnTo>
                    <a:pt x="49047" y="264866"/>
                  </a:lnTo>
                  <a:lnTo>
                    <a:pt x="52891" y="268583"/>
                  </a:lnTo>
                  <a:lnTo>
                    <a:pt x="56852" y="272175"/>
                  </a:lnTo>
                  <a:lnTo>
                    <a:pt x="60926" y="275638"/>
                  </a:lnTo>
                  <a:lnTo>
                    <a:pt x="65108" y="278970"/>
                  </a:lnTo>
                  <a:lnTo>
                    <a:pt x="69395" y="282165"/>
                  </a:lnTo>
                  <a:lnTo>
                    <a:pt x="73782" y="285223"/>
                  </a:lnTo>
                  <a:lnTo>
                    <a:pt x="78264" y="288138"/>
                  </a:lnTo>
                  <a:lnTo>
                    <a:pt x="82838" y="290908"/>
                  </a:lnTo>
                  <a:lnTo>
                    <a:pt x="87498" y="293531"/>
                  </a:lnTo>
                  <a:lnTo>
                    <a:pt x="92239" y="296003"/>
                  </a:lnTo>
                  <a:lnTo>
                    <a:pt x="97056" y="298323"/>
                  </a:lnTo>
                  <a:lnTo>
                    <a:pt x="101946" y="300487"/>
                  </a:lnTo>
                  <a:lnTo>
                    <a:pt x="106902" y="302493"/>
                  </a:lnTo>
                  <a:lnTo>
                    <a:pt x="111920" y="304341"/>
                  </a:lnTo>
                  <a:lnTo>
                    <a:pt x="116994" y="306026"/>
                  </a:lnTo>
                  <a:lnTo>
                    <a:pt x="122120" y="307549"/>
                  </a:lnTo>
                  <a:lnTo>
                    <a:pt x="127292" y="308907"/>
                  </a:lnTo>
                  <a:lnTo>
                    <a:pt x="132504" y="310098"/>
                  </a:lnTo>
                  <a:lnTo>
                    <a:pt x="137752" y="311123"/>
                  </a:lnTo>
                  <a:lnTo>
                    <a:pt x="167152" y="1465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94144" y="5399291"/>
              <a:ext cx="196562" cy="334316"/>
            </a:xfrm>
            <a:custGeom>
              <a:avLst/>
              <a:pathLst>
                <a:path w="196562" h="334316">
                  <a:moveTo>
                    <a:pt x="0" y="331729"/>
                  </a:moveTo>
                  <a:lnTo>
                    <a:pt x="5264" y="332583"/>
                  </a:lnTo>
                  <a:lnTo>
                    <a:pt x="10554" y="333269"/>
                  </a:lnTo>
                  <a:lnTo>
                    <a:pt x="15862" y="333785"/>
                  </a:lnTo>
                  <a:lnTo>
                    <a:pt x="21185" y="334132"/>
                  </a:lnTo>
                  <a:lnTo>
                    <a:pt x="26515" y="334310"/>
                  </a:lnTo>
                  <a:lnTo>
                    <a:pt x="31849" y="334316"/>
                  </a:lnTo>
                  <a:lnTo>
                    <a:pt x="37180" y="334153"/>
                  </a:lnTo>
                  <a:lnTo>
                    <a:pt x="42504" y="333820"/>
                  </a:lnTo>
                  <a:lnTo>
                    <a:pt x="47813" y="333317"/>
                  </a:lnTo>
                  <a:lnTo>
                    <a:pt x="53105" y="332645"/>
                  </a:lnTo>
                  <a:lnTo>
                    <a:pt x="58372" y="331805"/>
                  </a:lnTo>
                  <a:lnTo>
                    <a:pt x="63609" y="330796"/>
                  </a:lnTo>
                  <a:lnTo>
                    <a:pt x="68812" y="329622"/>
                  </a:lnTo>
                  <a:lnTo>
                    <a:pt x="73974" y="328282"/>
                  </a:lnTo>
                  <a:lnTo>
                    <a:pt x="79092" y="326778"/>
                  </a:lnTo>
                  <a:lnTo>
                    <a:pt x="84158" y="325111"/>
                  </a:lnTo>
                  <a:lnTo>
                    <a:pt x="89169" y="323284"/>
                  </a:lnTo>
                  <a:lnTo>
                    <a:pt x="94119" y="321298"/>
                  </a:lnTo>
                  <a:lnTo>
                    <a:pt x="99003" y="319154"/>
                  </a:lnTo>
                  <a:lnTo>
                    <a:pt x="103817" y="316856"/>
                  </a:lnTo>
                  <a:lnTo>
                    <a:pt x="108554" y="314406"/>
                  </a:lnTo>
                  <a:lnTo>
                    <a:pt x="113211" y="311806"/>
                  </a:lnTo>
                  <a:lnTo>
                    <a:pt x="117783" y="309059"/>
                  </a:lnTo>
                  <a:lnTo>
                    <a:pt x="122264" y="306167"/>
                  </a:lnTo>
                  <a:lnTo>
                    <a:pt x="126651" y="303133"/>
                  </a:lnTo>
                  <a:lnTo>
                    <a:pt x="130940" y="299962"/>
                  </a:lnTo>
                  <a:lnTo>
                    <a:pt x="135124" y="296655"/>
                  </a:lnTo>
                  <a:lnTo>
                    <a:pt x="139201" y="293216"/>
                  </a:lnTo>
                  <a:lnTo>
                    <a:pt x="143167" y="289649"/>
                  </a:lnTo>
                  <a:lnTo>
                    <a:pt x="147016" y="285957"/>
                  </a:lnTo>
                  <a:lnTo>
                    <a:pt x="150746" y="282144"/>
                  </a:lnTo>
                  <a:lnTo>
                    <a:pt x="154352" y="278215"/>
                  </a:lnTo>
                  <a:lnTo>
                    <a:pt x="157831" y="274172"/>
                  </a:lnTo>
                  <a:lnTo>
                    <a:pt x="161180" y="270020"/>
                  </a:lnTo>
                  <a:lnTo>
                    <a:pt x="164394" y="265764"/>
                  </a:lnTo>
                  <a:lnTo>
                    <a:pt x="167471" y="261407"/>
                  </a:lnTo>
                  <a:lnTo>
                    <a:pt x="170407" y="256954"/>
                  </a:lnTo>
                  <a:lnTo>
                    <a:pt x="173199" y="252410"/>
                  </a:lnTo>
                  <a:lnTo>
                    <a:pt x="175846" y="247779"/>
                  </a:lnTo>
                  <a:lnTo>
                    <a:pt x="178343" y="243066"/>
                  </a:lnTo>
                  <a:lnTo>
                    <a:pt x="180688" y="238276"/>
                  </a:lnTo>
                  <a:lnTo>
                    <a:pt x="182880" y="233413"/>
                  </a:lnTo>
                  <a:lnTo>
                    <a:pt x="184915" y="228483"/>
                  </a:lnTo>
                  <a:lnTo>
                    <a:pt x="186792" y="223491"/>
                  </a:lnTo>
                  <a:lnTo>
                    <a:pt x="188509" y="218441"/>
                  </a:lnTo>
                  <a:lnTo>
                    <a:pt x="190064" y="213339"/>
                  </a:lnTo>
                  <a:lnTo>
                    <a:pt x="191455" y="208190"/>
                  </a:lnTo>
                  <a:lnTo>
                    <a:pt x="192681" y="202999"/>
                  </a:lnTo>
                  <a:lnTo>
                    <a:pt x="193741" y="197772"/>
                  </a:lnTo>
                  <a:lnTo>
                    <a:pt x="194634" y="192513"/>
                  </a:lnTo>
                  <a:lnTo>
                    <a:pt x="195358" y="187229"/>
                  </a:lnTo>
                  <a:lnTo>
                    <a:pt x="195914" y="181924"/>
                  </a:lnTo>
                  <a:lnTo>
                    <a:pt x="196300" y="176605"/>
                  </a:lnTo>
                  <a:lnTo>
                    <a:pt x="196516" y="171275"/>
                  </a:lnTo>
                  <a:lnTo>
                    <a:pt x="196562" y="165942"/>
                  </a:lnTo>
                  <a:lnTo>
                    <a:pt x="196438" y="160610"/>
                  </a:lnTo>
                  <a:lnTo>
                    <a:pt x="196144" y="155284"/>
                  </a:lnTo>
                  <a:lnTo>
                    <a:pt x="195680" y="149971"/>
                  </a:lnTo>
                  <a:lnTo>
                    <a:pt x="195046" y="144675"/>
                  </a:lnTo>
                  <a:lnTo>
                    <a:pt x="194244" y="139402"/>
                  </a:lnTo>
                  <a:lnTo>
                    <a:pt x="193275" y="134157"/>
                  </a:lnTo>
                  <a:lnTo>
                    <a:pt x="192138" y="128946"/>
                  </a:lnTo>
                  <a:lnTo>
                    <a:pt x="190836" y="123773"/>
                  </a:lnTo>
                  <a:lnTo>
                    <a:pt x="189370" y="118645"/>
                  </a:lnTo>
                  <a:lnTo>
                    <a:pt x="187740" y="113567"/>
                  </a:lnTo>
                  <a:lnTo>
                    <a:pt x="185950" y="108542"/>
                  </a:lnTo>
                  <a:lnTo>
                    <a:pt x="184000" y="103578"/>
                  </a:lnTo>
                  <a:lnTo>
                    <a:pt x="181892" y="98678"/>
                  </a:lnTo>
                  <a:lnTo>
                    <a:pt x="179630" y="93848"/>
                  </a:lnTo>
                  <a:lnTo>
                    <a:pt x="177214" y="89093"/>
                  </a:lnTo>
                  <a:lnTo>
                    <a:pt x="174648" y="84417"/>
                  </a:lnTo>
                  <a:lnTo>
                    <a:pt x="171935" y="79825"/>
                  </a:lnTo>
                  <a:lnTo>
                    <a:pt x="169076" y="75323"/>
                  </a:lnTo>
                  <a:lnTo>
                    <a:pt x="166075" y="70913"/>
                  </a:lnTo>
                  <a:lnTo>
                    <a:pt x="162934" y="66602"/>
                  </a:lnTo>
                  <a:lnTo>
                    <a:pt x="159658" y="62393"/>
                  </a:lnTo>
                  <a:lnTo>
                    <a:pt x="156249" y="58291"/>
                  </a:lnTo>
                  <a:lnTo>
                    <a:pt x="152711" y="54300"/>
                  </a:lnTo>
                  <a:lnTo>
                    <a:pt x="149048" y="50423"/>
                  </a:lnTo>
                  <a:lnTo>
                    <a:pt x="145263" y="46666"/>
                  </a:lnTo>
                  <a:lnTo>
                    <a:pt x="141359" y="43031"/>
                  </a:lnTo>
                  <a:lnTo>
                    <a:pt x="137342" y="39522"/>
                  </a:lnTo>
                  <a:lnTo>
                    <a:pt x="133215" y="36143"/>
                  </a:lnTo>
                  <a:lnTo>
                    <a:pt x="128982" y="32898"/>
                  </a:lnTo>
                  <a:lnTo>
                    <a:pt x="124648" y="29790"/>
                  </a:lnTo>
                  <a:lnTo>
                    <a:pt x="120217" y="26821"/>
                  </a:lnTo>
                  <a:lnTo>
                    <a:pt x="115694" y="23995"/>
                  </a:lnTo>
                  <a:lnTo>
                    <a:pt x="111082" y="21315"/>
                  </a:lnTo>
                  <a:lnTo>
                    <a:pt x="106388" y="18783"/>
                  </a:lnTo>
                  <a:lnTo>
                    <a:pt x="101615" y="16403"/>
                  </a:lnTo>
                  <a:lnTo>
                    <a:pt x="96768" y="14176"/>
                  </a:lnTo>
                  <a:lnTo>
                    <a:pt x="91853" y="12104"/>
                  </a:lnTo>
                  <a:lnTo>
                    <a:pt x="86875" y="10191"/>
                  </a:lnTo>
                  <a:lnTo>
                    <a:pt x="81837" y="8437"/>
                  </a:lnTo>
                  <a:lnTo>
                    <a:pt x="76747" y="6845"/>
                  </a:lnTo>
                  <a:lnTo>
                    <a:pt x="71608" y="5416"/>
                  </a:lnTo>
                  <a:lnTo>
                    <a:pt x="66427" y="4152"/>
                  </a:lnTo>
                  <a:lnTo>
                    <a:pt x="61207" y="3054"/>
                  </a:lnTo>
                  <a:lnTo>
                    <a:pt x="55955" y="2122"/>
                  </a:lnTo>
                  <a:lnTo>
                    <a:pt x="50677" y="1359"/>
                  </a:lnTo>
                  <a:lnTo>
                    <a:pt x="45376" y="765"/>
                  </a:lnTo>
                  <a:lnTo>
                    <a:pt x="40059" y="340"/>
                  </a:lnTo>
                  <a:lnTo>
                    <a:pt x="34732" y="85"/>
                  </a:lnTo>
                  <a:lnTo>
                    <a:pt x="29399" y="0"/>
                  </a:lnTo>
                  <a:lnTo>
                    <a:pt x="293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6813" y="5269756"/>
              <a:ext cx="28444" cy="167167"/>
            </a:xfrm>
            <a:custGeom>
              <a:avLst/>
              <a:pathLst>
                <a:path w="28444" h="167167">
                  <a:moveTo>
                    <a:pt x="28444" y="0"/>
                  </a:moveTo>
                  <a:lnTo>
                    <a:pt x="21301" y="152"/>
                  </a:lnTo>
                  <a:lnTo>
                    <a:pt x="14170" y="610"/>
                  </a:lnTo>
                  <a:lnTo>
                    <a:pt x="7065" y="1372"/>
                  </a:lnTo>
                  <a:lnTo>
                    <a:pt x="0" y="2437"/>
                  </a:lnTo>
                  <a:lnTo>
                    <a:pt x="284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6813" y="5272194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0692" y="5272194"/>
              <a:ext cx="154565" cy="164729"/>
            </a:xfrm>
            <a:custGeom>
              <a:avLst/>
              <a:pathLst>
                <a:path w="154565" h="164729">
                  <a:moveTo>
                    <a:pt x="126120" y="0"/>
                  </a:moveTo>
                  <a:lnTo>
                    <a:pt x="120774" y="1012"/>
                  </a:lnTo>
                  <a:lnTo>
                    <a:pt x="115464" y="2199"/>
                  </a:lnTo>
                  <a:lnTo>
                    <a:pt x="110196" y="3557"/>
                  </a:lnTo>
                  <a:lnTo>
                    <a:pt x="104974" y="5087"/>
                  </a:lnTo>
                  <a:lnTo>
                    <a:pt x="99805" y="6785"/>
                  </a:lnTo>
                  <a:lnTo>
                    <a:pt x="94694" y="8651"/>
                  </a:lnTo>
                  <a:lnTo>
                    <a:pt x="89646" y="10682"/>
                  </a:lnTo>
                  <a:lnTo>
                    <a:pt x="84667" y="12876"/>
                  </a:lnTo>
                  <a:lnTo>
                    <a:pt x="79763" y="15232"/>
                  </a:lnTo>
                  <a:lnTo>
                    <a:pt x="74937" y="17745"/>
                  </a:lnTo>
                  <a:lnTo>
                    <a:pt x="70196" y="20414"/>
                  </a:lnTo>
                  <a:lnTo>
                    <a:pt x="65544" y="23237"/>
                  </a:lnTo>
                  <a:lnTo>
                    <a:pt x="60986" y="26209"/>
                  </a:lnTo>
                  <a:lnTo>
                    <a:pt x="56528" y="29327"/>
                  </a:lnTo>
                  <a:lnTo>
                    <a:pt x="52173" y="32590"/>
                  </a:lnTo>
                  <a:lnTo>
                    <a:pt x="47927" y="35992"/>
                  </a:lnTo>
                  <a:lnTo>
                    <a:pt x="43794" y="39530"/>
                  </a:lnTo>
                  <a:lnTo>
                    <a:pt x="39778" y="43202"/>
                  </a:lnTo>
                  <a:lnTo>
                    <a:pt x="35884" y="47002"/>
                  </a:lnTo>
                  <a:lnTo>
                    <a:pt x="32116" y="50926"/>
                  </a:lnTo>
                  <a:lnTo>
                    <a:pt x="28477" y="54972"/>
                  </a:lnTo>
                  <a:lnTo>
                    <a:pt x="24972" y="59133"/>
                  </a:lnTo>
                  <a:lnTo>
                    <a:pt x="21604" y="63406"/>
                  </a:lnTo>
                  <a:lnTo>
                    <a:pt x="18377" y="67787"/>
                  </a:lnTo>
                  <a:lnTo>
                    <a:pt x="15294" y="72271"/>
                  </a:lnTo>
                  <a:lnTo>
                    <a:pt x="12359" y="76852"/>
                  </a:lnTo>
                  <a:lnTo>
                    <a:pt x="9575" y="81526"/>
                  </a:lnTo>
                  <a:lnTo>
                    <a:pt x="6944" y="86289"/>
                  </a:lnTo>
                  <a:lnTo>
                    <a:pt x="4469" y="91135"/>
                  </a:lnTo>
                  <a:lnTo>
                    <a:pt x="2154" y="96058"/>
                  </a:lnTo>
                  <a:lnTo>
                    <a:pt x="0" y="101055"/>
                  </a:lnTo>
                  <a:lnTo>
                    <a:pt x="154565" y="1647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0" y="5269756"/>
              <a:ext cx="334309" cy="334333"/>
            </a:xfrm>
            <a:custGeom>
              <a:avLst/>
              <a:pathLst>
                <a:path w="334309" h="334333">
                  <a:moveTo>
                    <a:pt x="12592" y="103493"/>
                  </a:moveTo>
                  <a:lnTo>
                    <a:pt x="10652" y="108423"/>
                  </a:lnTo>
                  <a:lnTo>
                    <a:pt x="8869" y="113412"/>
                  </a:lnTo>
                  <a:lnTo>
                    <a:pt x="7245" y="118456"/>
                  </a:lnTo>
                  <a:lnTo>
                    <a:pt x="5781" y="123548"/>
                  </a:lnTo>
                  <a:lnTo>
                    <a:pt x="4480" y="128684"/>
                  </a:lnTo>
                  <a:lnTo>
                    <a:pt x="3342" y="133859"/>
                  </a:lnTo>
                  <a:lnTo>
                    <a:pt x="2369" y="139067"/>
                  </a:lnTo>
                  <a:lnTo>
                    <a:pt x="1561" y="144304"/>
                  </a:lnTo>
                  <a:lnTo>
                    <a:pt x="920" y="149563"/>
                  </a:lnTo>
                  <a:lnTo>
                    <a:pt x="446" y="154840"/>
                  </a:lnTo>
                  <a:lnTo>
                    <a:pt x="139" y="160130"/>
                  </a:lnTo>
                  <a:lnTo>
                    <a:pt x="0" y="165427"/>
                  </a:lnTo>
                  <a:lnTo>
                    <a:pt x="28" y="170725"/>
                  </a:lnTo>
                  <a:lnTo>
                    <a:pt x="225" y="176020"/>
                  </a:lnTo>
                  <a:lnTo>
                    <a:pt x="589" y="181306"/>
                  </a:lnTo>
                  <a:lnTo>
                    <a:pt x="1121" y="186577"/>
                  </a:lnTo>
                  <a:lnTo>
                    <a:pt x="1820" y="191829"/>
                  </a:lnTo>
                  <a:lnTo>
                    <a:pt x="2684" y="197057"/>
                  </a:lnTo>
                  <a:lnTo>
                    <a:pt x="3714" y="202254"/>
                  </a:lnTo>
                  <a:lnTo>
                    <a:pt x="4908" y="207416"/>
                  </a:lnTo>
                  <a:lnTo>
                    <a:pt x="6265" y="212538"/>
                  </a:lnTo>
                  <a:lnTo>
                    <a:pt x="7784" y="217614"/>
                  </a:lnTo>
                  <a:lnTo>
                    <a:pt x="9463" y="222640"/>
                  </a:lnTo>
                  <a:lnTo>
                    <a:pt x="11300" y="227609"/>
                  </a:lnTo>
                  <a:lnTo>
                    <a:pt x="13294" y="232518"/>
                  </a:lnTo>
                  <a:lnTo>
                    <a:pt x="15442" y="237362"/>
                  </a:lnTo>
                  <a:lnTo>
                    <a:pt x="17743" y="242134"/>
                  </a:lnTo>
                  <a:lnTo>
                    <a:pt x="20194" y="246832"/>
                  </a:lnTo>
                  <a:lnTo>
                    <a:pt x="22792" y="251449"/>
                  </a:lnTo>
                  <a:lnTo>
                    <a:pt x="25536" y="255982"/>
                  </a:lnTo>
                  <a:lnTo>
                    <a:pt x="28422" y="260426"/>
                  </a:lnTo>
                  <a:lnTo>
                    <a:pt x="31447" y="264776"/>
                  </a:lnTo>
                  <a:lnTo>
                    <a:pt x="34608" y="269028"/>
                  </a:lnTo>
                  <a:lnTo>
                    <a:pt x="37903" y="273177"/>
                  </a:lnTo>
                  <a:lnTo>
                    <a:pt x="41328" y="277220"/>
                  </a:lnTo>
                  <a:lnTo>
                    <a:pt x="44878" y="281152"/>
                  </a:lnTo>
                  <a:lnTo>
                    <a:pt x="48552" y="284970"/>
                  </a:lnTo>
                  <a:lnTo>
                    <a:pt x="52345" y="288670"/>
                  </a:lnTo>
                  <a:lnTo>
                    <a:pt x="56253" y="292248"/>
                  </a:lnTo>
                  <a:lnTo>
                    <a:pt x="60273" y="295699"/>
                  </a:lnTo>
                  <a:lnTo>
                    <a:pt x="64400" y="299022"/>
                  </a:lnTo>
                  <a:lnTo>
                    <a:pt x="68630" y="302213"/>
                  </a:lnTo>
                  <a:lnTo>
                    <a:pt x="72960" y="305267"/>
                  </a:lnTo>
                  <a:lnTo>
                    <a:pt x="77384" y="308183"/>
                  </a:lnTo>
                  <a:lnTo>
                    <a:pt x="81898" y="310957"/>
                  </a:lnTo>
                  <a:lnTo>
                    <a:pt x="86497" y="313587"/>
                  </a:lnTo>
                  <a:lnTo>
                    <a:pt x="91178" y="316070"/>
                  </a:lnTo>
                  <a:lnTo>
                    <a:pt x="95935" y="318403"/>
                  </a:lnTo>
                  <a:lnTo>
                    <a:pt x="100764" y="320584"/>
                  </a:lnTo>
                  <a:lnTo>
                    <a:pt x="105659" y="322611"/>
                  </a:lnTo>
                  <a:lnTo>
                    <a:pt x="110616" y="324482"/>
                  </a:lnTo>
                  <a:lnTo>
                    <a:pt x="115630" y="326195"/>
                  </a:lnTo>
                  <a:lnTo>
                    <a:pt x="120696" y="327748"/>
                  </a:lnTo>
                  <a:lnTo>
                    <a:pt x="125808" y="329140"/>
                  </a:lnTo>
                  <a:lnTo>
                    <a:pt x="130962" y="330369"/>
                  </a:lnTo>
                  <a:lnTo>
                    <a:pt x="136153" y="331434"/>
                  </a:lnTo>
                  <a:lnTo>
                    <a:pt x="141374" y="332334"/>
                  </a:lnTo>
                  <a:lnTo>
                    <a:pt x="146621" y="333068"/>
                  </a:lnTo>
                  <a:lnTo>
                    <a:pt x="151889" y="333636"/>
                  </a:lnTo>
                  <a:lnTo>
                    <a:pt x="157173" y="334036"/>
                  </a:lnTo>
                  <a:lnTo>
                    <a:pt x="162466" y="334269"/>
                  </a:lnTo>
                  <a:lnTo>
                    <a:pt x="167764" y="334333"/>
                  </a:lnTo>
                  <a:lnTo>
                    <a:pt x="173061" y="334230"/>
                  </a:lnTo>
                  <a:lnTo>
                    <a:pt x="178353" y="333959"/>
                  </a:lnTo>
                  <a:lnTo>
                    <a:pt x="183633" y="333521"/>
                  </a:lnTo>
                  <a:lnTo>
                    <a:pt x="188897" y="332915"/>
                  </a:lnTo>
                  <a:lnTo>
                    <a:pt x="194139" y="332143"/>
                  </a:lnTo>
                  <a:lnTo>
                    <a:pt x="199353" y="331205"/>
                  </a:lnTo>
                  <a:lnTo>
                    <a:pt x="204536" y="330102"/>
                  </a:lnTo>
                  <a:lnTo>
                    <a:pt x="209681" y="328836"/>
                  </a:lnTo>
                  <a:lnTo>
                    <a:pt x="214783" y="327407"/>
                  </a:lnTo>
                  <a:lnTo>
                    <a:pt x="219837" y="325817"/>
                  </a:lnTo>
                  <a:lnTo>
                    <a:pt x="224838" y="324068"/>
                  </a:lnTo>
                  <a:lnTo>
                    <a:pt x="229782" y="322161"/>
                  </a:lnTo>
                  <a:lnTo>
                    <a:pt x="234662" y="320099"/>
                  </a:lnTo>
                  <a:lnTo>
                    <a:pt x="239475" y="317883"/>
                  </a:lnTo>
                  <a:lnTo>
                    <a:pt x="244215" y="315515"/>
                  </a:lnTo>
                  <a:lnTo>
                    <a:pt x="248878" y="312998"/>
                  </a:lnTo>
                  <a:lnTo>
                    <a:pt x="253458" y="310335"/>
                  </a:lnTo>
                  <a:lnTo>
                    <a:pt x="257952" y="307528"/>
                  </a:lnTo>
                  <a:lnTo>
                    <a:pt x="262355" y="304581"/>
                  </a:lnTo>
                  <a:lnTo>
                    <a:pt x="266662" y="301495"/>
                  </a:lnTo>
                  <a:lnTo>
                    <a:pt x="270869" y="298274"/>
                  </a:lnTo>
                  <a:lnTo>
                    <a:pt x="274972" y="294921"/>
                  </a:lnTo>
                  <a:lnTo>
                    <a:pt x="278966" y="291440"/>
                  </a:lnTo>
                  <a:lnTo>
                    <a:pt x="282848" y="287834"/>
                  </a:lnTo>
                  <a:lnTo>
                    <a:pt x="286614" y="284107"/>
                  </a:lnTo>
                  <a:lnTo>
                    <a:pt x="290260" y="280263"/>
                  </a:lnTo>
                  <a:lnTo>
                    <a:pt x="293783" y="276305"/>
                  </a:lnTo>
                  <a:lnTo>
                    <a:pt x="297178" y="272237"/>
                  </a:lnTo>
                  <a:lnTo>
                    <a:pt x="300442" y="268064"/>
                  </a:lnTo>
                  <a:lnTo>
                    <a:pt x="303573" y="263789"/>
                  </a:lnTo>
                  <a:lnTo>
                    <a:pt x="306567" y="259418"/>
                  </a:lnTo>
                  <a:lnTo>
                    <a:pt x="309420" y="254953"/>
                  </a:lnTo>
                  <a:lnTo>
                    <a:pt x="312131" y="250401"/>
                  </a:lnTo>
                  <a:lnTo>
                    <a:pt x="314696" y="245764"/>
                  </a:lnTo>
                  <a:lnTo>
                    <a:pt x="317112" y="241049"/>
                  </a:lnTo>
                  <a:lnTo>
                    <a:pt x="319379" y="236260"/>
                  </a:lnTo>
                  <a:lnTo>
                    <a:pt x="321492" y="231401"/>
                  </a:lnTo>
                  <a:lnTo>
                    <a:pt x="323450" y="226478"/>
                  </a:lnTo>
                  <a:lnTo>
                    <a:pt x="325251" y="221495"/>
                  </a:lnTo>
                  <a:lnTo>
                    <a:pt x="326893" y="216457"/>
                  </a:lnTo>
                  <a:lnTo>
                    <a:pt x="328375" y="211370"/>
                  </a:lnTo>
                  <a:lnTo>
                    <a:pt x="329695" y="206239"/>
                  </a:lnTo>
                  <a:lnTo>
                    <a:pt x="330852" y="201068"/>
                  </a:lnTo>
                  <a:lnTo>
                    <a:pt x="331844" y="195864"/>
                  </a:lnTo>
                  <a:lnTo>
                    <a:pt x="332671" y="190630"/>
                  </a:lnTo>
                  <a:lnTo>
                    <a:pt x="333331" y="185373"/>
                  </a:lnTo>
                  <a:lnTo>
                    <a:pt x="333824" y="180098"/>
                  </a:lnTo>
                  <a:lnTo>
                    <a:pt x="334151" y="174809"/>
                  </a:lnTo>
                  <a:lnTo>
                    <a:pt x="334309" y="169513"/>
                  </a:lnTo>
                  <a:lnTo>
                    <a:pt x="334299" y="164215"/>
                  </a:lnTo>
                  <a:lnTo>
                    <a:pt x="334122" y="158919"/>
                  </a:lnTo>
                  <a:lnTo>
                    <a:pt x="333776" y="153632"/>
                  </a:lnTo>
                  <a:lnTo>
                    <a:pt x="333264" y="148359"/>
                  </a:lnTo>
                  <a:lnTo>
                    <a:pt x="332584" y="143104"/>
                  </a:lnTo>
                  <a:lnTo>
                    <a:pt x="331739" y="137873"/>
                  </a:lnTo>
                  <a:lnTo>
                    <a:pt x="330728" y="132672"/>
                  </a:lnTo>
                  <a:lnTo>
                    <a:pt x="329552" y="127506"/>
                  </a:lnTo>
                  <a:lnTo>
                    <a:pt x="328214" y="122379"/>
                  </a:lnTo>
                  <a:lnTo>
                    <a:pt x="326714" y="117298"/>
                  </a:lnTo>
                  <a:lnTo>
                    <a:pt x="325053" y="112266"/>
                  </a:lnTo>
                  <a:lnTo>
                    <a:pt x="323234" y="107290"/>
                  </a:lnTo>
                  <a:lnTo>
                    <a:pt x="321258" y="102374"/>
                  </a:lnTo>
                  <a:lnTo>
                    <a:pt x="319127" y="97523"/>
                  </a:lnTo>
                  <a:lnTo>
                    <a:pt x="316844" y="92742"/>
                  </a:lnTo>
                  <a:lnTo>
                    <a:pt x="314410" y="88035"/>
                  </a:lnTo>
                  <a:lnTo>
                    <a:pt x="311828" y="83408"/>
                  </a:lnTo>
                  <a:lnTo>
                    <a:pt x="309101" y="78866"/>
                  </a:lnTo>
                  <a:lnTo>
                    <a:pt x="306231" y="74412"/>
                  </a:lnTo>
                  <a:lnTo>
                    <a:pt x="303222" y="70051"/>
                  </a:lnTo>
                  <a:lnTo>
                    <a:pt x="300076" y="65788"/>
                  </a:lnTo>
                  <a:lnTo>
                    <a:pt x="296796" y="61626"/>
                  </a:lnTo>
                  <a:lnTo>
                    <a:pt x="293386" y="57571"/>
                  </a:lnTo>
                  <a:lnTo>
                    <a:pt x="289850" y="53625"/>
                  </a:lnTo>
                  <a:lnTo>
                    <a:pt x="286190" y="49794"/>
                  </a:lnTo>
                  <a:lnTo>
                    <a:pt x="282410" y="46081"/>
                  </a:lnTo>
                  <a:lnTo>
                    <a:pt x="278515" y="42489"/>
                  </a:lnTo>
                  <a:lnTo>
                    <a:pt x="274508" y="39023"/>
                  </a:lnTo>
                  <a:lnTo>
                    <a:pt x="270393" y="35685"/>
                  </a:lnTo>
                  <a:lnTo>
                    <a:pt x="266174" y="32479"/>
                  </a:lnTo>
                  <a:lnTo>
                    <a:pt x="261856" y="29409"/>
                  </a:lnTo>
                  <a:lnTo>
                    <a:pt x="257443" y="26477"/>
                  </a:lnTo>
                  <a:lnTo>
                    <a:pt x="252939" y="23687"/>
                  </a:lnTo>
                  <a:lnTo>
                    <a:pt x="248349" y="21040"/>
                  </a:lnTo>
                  <a:lnTo>
                    <a:pt x="243677" y="18541"/>
                  </a:lnTo>
                  <a:lnTo>
                    <a:pt x="238928" y="16190"/>
                  </a:lnTo>
                  <a:lnTo>
                    <a:pt x="234108" y="13992"/>
                  </a:lnTo>
                  <a:lnTo>
                    <a:pt x="229220" y="11947"/>
                  </a:lnTo>
                  <a:lnTo>
                    <a:pt x="224269" y="10058"/>
                  </a:lnTo>
                  <a:lnTo>
                    <a:pt x="219262" y="8327"/>
                  </a:lnTo>
                  <a:lnTo>
                    <a:pt x="214202" y="6755"/>
                  </a:lnTo>
                  <a:lnTo>
                    <a:pt x="209094" y="5345"/>
                  </a:lnTo>
                  <a:lnTo>
                    <a:pt x="203945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361" y="5018213"/>
              <a:ext cx="43677" cy="167167"/>
            </a:xfrm>
            <a:custGeom>
              <a:avLst/>
              <a:pathLst>
                <a:path w="43677" h="167167">
                  <a:moveTo>
                    <a:pt x="43677" y="0"/>
                  </a:moveTo>
                  <a:lnTo>
                    <a:pt x="37365" y="119"/>
                  </a:lnTo>
                  <a:lnTo>
                    <a:pt x="31063" y="476"/>
                  </a:lnTo>
                  <a:lnTo>
                    <a:pt x="24779" y="1071"/>
                  </a:lnTo>
                  <a:lnTo>
                    <a:pt x="18521" y="1903"/>
                  </a:lnTo>
                  <a:lnTo>
                    <a:pt x="12300" y="2971"/>
                  </a:lnTo>
                  <a:lnTo>
                    <a:pt x="6123" y="4272"/>
                  </a:lnTo>
                  <a:lnTo>
                    <a:pt x="0" y="5806"/>
                  </a:lnTo>
                  <a:lnTo>
                    <a:pt x="436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361" y="5024020"/>
              <a:ext cx="43677" cy="161360"/>
            </a:xfrm>
            <a:custGeom>
              <a:avLst/>
              <a:pathLst>
                <a:path w="43677" h="161360">
                  <a:moveTo>
                    <a:pt x="0" y="0"/>
                  </a:moveTo>
                  <a:lnTo>
                    <a:pt x="43677" y="1613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361" y="5024020"/>
              <a:ext cx="43677" cy="161360"/>
            </a:xfrm>
            <a:custGeom>
              <a:avLst/>
              <a:pathLst>
                <a:path w="43677" h="161360">
                  <a:moveTo>
                    <a:pt x="0" y="0"/>
                  </a:moveTo>
                  <a:lnTo>
                    <a:pt x="43677" y="1613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361" y="5024020"/>
              <a:ext cx="43677" cy="161360"/>
            </a:xfrm>
            <a:custGeom>
              <a:avLst/>
              <a:pathLst>
                <a:path w="43677" h="161360">
                  <a:moveTo>
                    <a:pt x="0" y="0"/>
                  </a:moveTo>
                  <a:lnTo>
                    <a:pt x="43677" y="1613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80" y="5024020"/>
              <a:ext cx="167158" cy="181215"/>
            </a:xfrm>
            <a:custGeom>
              <a:avLst/>
              <a:pathLst>
                <a:path w="167158" h="181215">
                  <a:moveTo>
                    <a:pt x="123480" y="0"/>
                  </a:moveTo>
                  <a:lnTo>
                    <a:pt x="118277" y="1499"/>
                  </a:lnTo>
                  <a:lnTo>
                    <a:pt x="113124" y="3166"/>
                  </a:lnTo>
                  <a:lnTo>
                    <a:pt x="108028" y="5000"/>
                  </a:lnTo>
                  <a:lnTo>
                    <a:pt x="102994" y="6997"/>
                  </a:lnTo>
                  <a:lnTo>
                    <a:pt x="98028" y="9156"/>
                  </a:lnTo>
                  <a:lnTo>
                    <a:pt x="93134" y="11475"/>
                  </a:lnTo>
                  <a:lnTo>
                    <a:pt x="88318" y="13952"/>
                  </a:lnTo>
                  <a:lnTo>
                    <a:pt x="83584" y="16583"/>
                  </a:lnTo>
                  <a:lnTo>
                    <a:pt x="78938" y="19366"/>
                  </a:lnTo>
                  <a:lnTo>
                    <a:pt x="74385" y="22298"/>
                  </a:lnTo>
                  <a:lnTo>
                    <a:pt x="69929" y="25376"/>
                  </a:lnTo>
                  <a:lnTo>
                    <a:pt x="65575" y="28597"/>
                  </a:lnTo>
                  <a:lnTo>
                    <a:pt x="61328" y="31957"/>
                  </a:lnTo>
                  <a:lnTo>
                    <a:pt x="57192" y="35453"/>
                  </a:lnTo>
                  <a:lnTo>
                    <a:pt x="53172" y="39081"/>
                  </a:lnTo>
                  <a:lnTo>
                    <a:pt x="49270" y="42838"/>
                  </a:lnTo>
                  <a:lnTo>
                    <a:pt x="45493" y="46719"/>
                  </a:lnTo>
                  <a:lnTo>
                    <a:pt x="41843" y="50720"/>
                  </a:lnTo>
                  <a:lnTo>
                    <a:pt x="38325" y="54837"/>
                  </a:lnTo>
                  <a:lnTo>
                    <a:pt x="34942" y="59066"/>
                  </a:lnTo>
                  <a:lnTo>
                    <a:pt x="31698" y="63402"/>
                  </a:lnTo>
                  <a:lnTo>
                    <a:pt x="28596" y="67842"/>
                  </a:lnTo>
                  <a:lnTo>
                    <a:pt x="25640" y="72379"/>
                  </a:lnTo>
                  <a:lnTo>
                    <a:pt x="22832" y="77010"/>
                  </a:lnTo>
                  <a:lnTo>
                    <a:pt x="20175" y="81729"/>
                  </a:lnTo>
                  <a:lnTo>
                    <a:pt x="17673" y="86532"/>
                  </a:lnTo>
                  <a:lnTo>
                    <a:pt x="15327" y="91413"/>
                  </a:lnTo>
                  <a:lnTo>
                    <a:pt x="13141" y="96368"/>
                  </a:lnTo>
                  <a:lnTo>
                    <a:pt x="11117" y="101391"/>
                  </a:lnTo>
                  <a:lnTo>
                    <a:pt x="9256" y="106477"/>
                  </a:lnTo>
                  <a:lnTo>
                    <a:pt x="7561" y="111621"/>
                  </a:lnTo>
                  <a:lnTo>
                    <a:pt x="6034" y="116816"/>
                  </a:lnTo>
                  <a:lnTo>
                    <a:pt x="4676" y="122059"/>
                  </a:lnTo>
                  <a:lnTo>
                    <a:pt x="3488" y="127343"/>
                  </a:lnTo>
                  <a:lnTo>
                    <a:pt x="2472" y="132662"/>
                  </a:lnTo>
                  <a:lnTo>
                    <a:pt x="1629" y="138012"/>
                  </a:lnTo>
                  <a:lnTo>
                    <a:pt x="959" y="143386"/>
                  </a:lnTo>
                  <a:lnTo>
                    <a:pt x="464" y="148779"/>
                  </a:lnTo>
                  <a:lnTo>
                    <a:pt x="144" y="154185"/>
                  </a:lnTo>
                  <a:lnTo>
                    <a:pt x="0" y="159599"/>
                  </a:lnTo>
                  <a:lnTo>
                    <a:pt x="30" y="165014"/>
                  </a:lnTo>
                  <a:lnTo>
                    <a:pt x="236" y="170426"/>
                  </a:lnTo>
                  <a:lnTo>
                    <a:pt x="617" y="175828"/>
                  </a:lnTo>
                  <a:lnTo>
                    <a:pt x="1174" y="181215"/>
                  </a:lnTo>
                  <a:lnTo>
                    <a:pt x="167158" y="1613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5054" y="5018213"/>
              <a:ext cx="333137" cy="334332"/>
            </a:xfrm>
            <a:custGeom>
              <a:avLst/>
              <a:pathLst>
                <a:path w="333137" h="334332">
                  <a:moveTo>
                    <a:pt x="0" y="187022"/>
                  </a:moveTo>
                  <a:lnTo>
                    <a:pt x="712" y="192269"/>
                  </a:lnTo>
                  <a:lnTo>
                    <a:pt x="1590" y="197491"/>
                  </a:lnTo>
                  <a:lnTo>
                    <a:pt x="2633" y="202683"/>
                  </a:lnTo>
                  <a:lnTo>
                    <a:pt x="3839" y="207839"/>
                  </a:lnTo>
                  <a:lnTo>
                    <a:pt x="5209" y="212954"/>
                  </a:lnTo>
                  <a:lnTo>
                    <a:pt x="6740" y="218023"/>
                  </a:lnTo>
                  <a:lnTo>
                    <a:pt x="8430" y="223041"/>
                  </a:lnTo>
                  <a:lnTo>
                    <a:pt x="10279" y="228004"/>
                  </a:lnTo>
                  <a:lnTo>
                    <a:pt x="12284" y="232905"/>
                  </a:lnTo>
                  <a:lnTo>
                    <a:pt x="14443" y="237740"/>
                  </a:lnTo>
                  <a:lnTo>
                    <a:pt x="16755" y="242504"/>
                  </a:lnTo>
                  <a:lnTo>
                    <a:pt x="19216" y="247193"/>
                  </a:lnTo>
                  <a:lnTo>
                    <a:pt x="21824" y="251801"/>
                  </a:lnTo>
                  <a:lnTo>
                    <a:pt x="24577" y="256325"/>
                  </a:lnTo>
                  <a:lnTo>
                    <a:pt x="27472" y="260759"/>
                  </a:lnTo>
                  <a:lnTo>
                    <a:pt x="30506" y="265099"/>
                  </a:lnTo>
                  <a:lnTo>
                    <a:pt x="33675" y="269341"/>
                  </a:lnTo>
                  <a:lnTo>
                    <a:pt x="36978" y="273480"/>
                  </a:lnTo>
                  <a:lnTo>
                    <a:pt x="40410" y="277513"/>
                  </a:lnTo>
                  <a:lnTo>
                    <a:pt x="43968" y="281435"/>
                  </a:lnTo>
                  <a:lnTo>
                    <a:pt x="47648" y="285242"/>
                  </a:lnTo>
                  <a:lnTo>
                    <a:pt x="51447" y="288931"/>
                  </a:lnTo>
                  <a:lnTo>
                    <a:pt x="55361" y="292497"/>
                  </a:lnTo>
                  <a:lnTo>
                    <a:pt x="59386" y="295938"/>
                  </a:lnTo>
                  <a:lnTo>
                    <a:pt x="63518" y="299250"/>
                  </a:lnTo>
                  <a:lnTo>
                    <a:pt x="67753" y="302429"/>
                  </a:lnTo>
                  <a:lnTo>
                    <a:pt x="72087" y="305472"/>
                  </a:lnTo>
                  <a:lnTo>
                    <a:pt x="76514" y="308377"/>
                  </a:lnTo>
                  <a:lnTo>
                    <a:pt x="81032" y="311140"/>
                  </a:lnTo>
                  <a:lnTo>
                    <a:pt x="85634" y="313758"/>
                  </a:lnTo>
                  <a:lnTo>
                    <a:pt x="90318" y="316229"/>
                  </a:lnTo>
                  <a:lnTo>
                    <a:pt x="95077" y="318551"/>
                  </a:lnTo>
                  <a:lnTo>
                    <a:pt x="99907" y="320721"/>
                  </a:lnTo>
                  <a:lnTo>
                    <a:pt x="104804" y="322737"/>
                  </a:lnTo>
                  <a:lnTo>
                    <a:pt x="109762" y="324597"/>
                  </a:lnTo>
                  <a:lnTo>
                    <a:pt x="114776" y="326298"/>
                  </a:lnTo>
                  <a:lnTo>
                    <a:pt x="119842" y="327840"/>
                  </a:lnTo>
                  <a:lnTo>
                    <a:pt x="124954" y="329221"/>
                  </a:lnTo>
                  <a:lnTo>
                    <a:pt x="130108" y="330439"/>
                  </a:lnTo>
                  <a:lnTo>
                    <a:pt x="135297" y="331494"/>
                  </a:lnTo>
                  <a:lnTo>
                    <a:pt x="140517" y="332383"/>
                  </a:lnTo>
                  <a:lnTo>
                    <a:pt x="145763" y="333107"/>
                  </a:lnTo>
                  <a:lnTo>
                    <a:pt x="151029" y="333664"/>
                  </a:lnTo>
                  <a:lnTo>
                    <a:pt x="156310" y="334054"/>
                  </a:lnTo>
                  <a:lnTo>
                    <a:pt x="161600" y="334277"/>
                  </a:lnTo>
                  <a:lnTo>
                    <a:pt x="166895" y="334332"/>
                  </a:lnTo>
                  <a:lnTo>
                    <a:pt x="172189" y="334219"/>
                  </a:lnTo>
                  <a:lnTo>
                    <a:pt x="177477" y="333939"/>
                  </a:lnTo>
                  <a:lnTo>
                    <a:pt x="182754" y="333491"/>
                  </a:lnTo>
                  <a:lnTo>
                    <a:pt x="188013" y="332876"/>
                  </a:lnTo>
                  <a:lnTo>
                    <a:pt x="193251" y="332096"/>
                  </a:lnTo>
                  <a:lnTo>
                    <a:pt x="198461" y="331149"/>
                  </a:lnTo>
                  <a:lnTo>
                    <a:pt x="203638" y="330038"/>
                  </a:lnTo>
                  <a:lnTo>
                    <a:pt x="208778" y="328764"/>
                  </a:lnTo>
                  <a:lnTo>
                    <a:pt x="213875" y="327327"/>
                  </a:lnTo>
                  <a:lnTo>
                    <a:pt x="218924" y="325730"/>
                  </a:lnTo>
                  <a:lnTo>
                    <a:pt x="223919" y="323974"/>
                  </a:lnTo>
                  <a:lnTo>
                    <a:pt x="228857" y="322060"/>
                  </a:lnTo>
                  <a:lnTo>
                    <a:pt x="233731" y="319991"/>
                  </a:lnTo>
                  <a:lnTo>
                    <a:pt x="238537" y="317769"/>
                  </a:lnTo>
                  <a:lnTo>
                    <a:pt x="243271" y="315395"/>
                  </a:lnTo>
                  <a:lnTo>
                    <a:pt x="247927" y="312873"/>
                  </a:lnTo>
                  <a:lnTo>
                    <a:pt x="252501" y="310204"/>
                  </a:lnTo>
                  <a:lnTo>
                    <a:pt x="256988" y="307392"/>
                  </a:lnTo>
                  <a:lnTo>
                    <a:pt x="261383" y="304440"/>
                  </a:lnTo>
                  <a:lnTo>
                    <a:pt x="265683" y="301349"/>
                  </a:lnTo>
                  <a:lnTo>
                    <a:pt x="269883" y="298124"/>
                  </a:lnTo>
                  <a:lnTo>
                    <a:pt x="273979" y="294768"/>
                  </a:lnTo>
                  <a:lnTo>
                    <a:pt x="277966" y="291283"/>
                  </a:lnTo>
                  <a:lnTo>
                    <a:pt x="281841" y="287674"/>
                  </a:lnTo>
                  <a:lnTo>
                    <a:pt x="285600" y="283944"/>
                  </a:lnTo>
                  <a:lnTo>
                    <a:pt x="289239" y="280097"/>
                  </a:lnTo>
                  <a:lnTo>
                    <a:pt x="292754" y="276136"/>
                  </a:lnTo>
                  <a:lnTo>
                    <a:pt x="296141" y="272067"/>
                  </a:lnTo>
                  <a:lnTo>
                    <a:pt x="299399" y="267891"/>
                  </a:lnTo>
                  <a:lnTo>
                    <a:pt x="302522" y="263615"/>
                  </a:lnTo>
                  <a:lnTo>
                    <a:pt x="305508" y="259242"/>
                  </a:lnTo>
                  <a:lnTo>
                    <a:pt x="308354" y="254777"/>
                  </a:lnTo>
                  <a:lnTo>
                    <a:pt x="311058" y="250224"/>
                  </a:lnTo>
                  <a:lnTo>
                    <a:pt x="313616" y="245587"/>
                  </a:lnTo>
                  <a:lnTo>
                    <a:pt x="316025" y="240872"/>
                  </a:lnTo>
                  <a:lnTo>
                    <a:pt x="318285" y="236083"/>
                  </a:lnTo>
                  <a:lnTo>
                    <a:pt x="320391" y="231224"/>
                  </a:lnTo>
                  <a:lnTo>
                    <a:pt x="322342" y="226302"/>
                  </a:lnTo>
                  <a:lnTo>
                    <a:pt x="324137" y="221320"/>
                  </a:lnTo>
                  <a:lnTo>
                    <a:pt x="325773" y="216283"/>
                  </a:lnTo>
                  <a:lnTo>
                    <a:pt x="327248" y="211198"/>
                  </a:lnTo>
                  <a:lnTo>
                    <a:pt x="328562" y="206068"/>
                  </a:lnTo>
                  <a:lnTo>
                    <a:pt x="329712" y="200899"/>
                  </a:lnTo>
                  <a:lnTo>
                    <a:pt x="330699" y="195696"/>
                  </a:lnTo>
                  <a:lnTo>
                    <a:pt x="331520" y="190465"/>
                  </a:lnTo>
                  <a:lnTo>
                    <a:pt x="332174" y="185210"/>
                  </a:lnTo>
                  <a:lnTo>
                    <a:pt x="332663" y="179938"/>
                  </a:lnTo>
                  <a:lnTo>
                    <a:pt x="332983" y="174652"/>
                  </a:lnTo>
                  <a:lnTo>
                    <a:pt x="333137" y="169359"/>
                  </a:lnTo>
                  <a:lnTo>
                    <a:pt x="333122" y="164064"/>
                  </a:lnTo>
                  <a:lnTo>
                    <a:pt x="332940" y="158771"/>
                  </a:lnTo>
                  <a:lnTo>
                    <a:pt x="332590" y="153488"/>
                  </a:lnTo>
                  <a:lnTo>
                    <a:pt x="332074" y="148217"/>
                  </a:lnTo>
                  <a:lnTo>
                    <a:pt x="331390" y="142966"/>
                  </a:lnTo>
                  <a:lnTo>
                    <a:pt x="330541" y="137740"/>
                  </a:lnTo>
                  <a:lnTo>
                    <a:pt x="329526" y="132542"/>
                  </a:lnTo>
                  <a:lnTo>
                    <a:pt x="328347" y="127380"/>
                  </a:lnTo>
                  <a:lnTo>
                    <a:pt x="327006" y="122257"/>
                  </a:lnTo>
                  <a:lnTo>
                    <a:pt x="325502" y="117180"/>
                  </a:lnTo>
                  <a:lnTo>
                    <a:pt x="323839" y="112153"/>
                  </a:lnTo>
                  <a:lnTo>
                    <a:pt x="322018" y="107180"/>
                  </a:lnTo>
                  <a:lnTo>
                    <a:pt x="320039" y="102268"/>
                  </a:lnTo>
                  <a:lnTo>
                    <a:pt x="317906" y="97422"/>
                  </a:lnTo>
                  <a:lnTo>
                    <a:pt x="315621" y="92645"/>
                  </a:lnTo>
                  <a:lnTo>
                    <a:pt x="313186" y="87943"/>
                  </a:lnTo>
                  <a:lnTo>
                    <a:pt x="310603" y="83320"/>
                  </a:lnTo>
                  <a:lnTo>
                    <a:pt x="307874" y="78782"/>
                  </a:lnTo>
                  <a:lnTo>
                    <a:pt x="305004" y="74332"/>
                  </a:lnTo>
                  <a:lnTo>
                    <a:pt x="301994" y="69975"/>
                  </a:lnTo>
                  <a:lnTo>
                    <a:pt x="298847" y="65716"/>
                  </a:lnTo>
                  <a:lnTo>
                    <a:pt x="295567" y="61559"/>
                  </a:lnTo>
                  <a:lnTo>
                    <a:pt x="292157" y="57508"/>
                  </a:lnTo>
                  <a:lnTo>
                    <a:pt x="288621" y="53566"/>
                  </a:lnTo>
                  <a:lnTo>
                    <a:pt x="284961" y="49739"/>
                  </a:lnTo>
                  <a:lnTo>
                    <a:pt x="281182" y="46030"/>
                  </a:lnTo>
                  <a:lnTo>
                    <a:pt x="277288" y="42442"/>
                  </a:lnTo>
                  <a:lnTo>
                    <a:pt x="273282" y="38979"/>
                  </a:lnTo>
                  <a:lnTo>
                    <a:pt x="269168" y="35645"/>
                  </a:lnTo>
                  <a:lnTo>
                    <a:pt x="264950" y="32443"/>
                  </a:lnTo>
                  <a:lnTo>
                    <a:pt x="260633" y="29376"/>
                  </a:lnTo>
                  <a:lnTo>
                    <a:pt x="256222" y="26447"/>
                  </a:lnTo>
                  <a:lnTo>
                    <a:pt x="251719" y="23660"/>
                  </a:lnTo>
                  <a:lnTo>
                    <a:pt x="247131" y="21016"/>
                  </a:lnTo>
                  <a:lnTo>
                    <a:pt x="242461" y="18519"/>
                  </a:lnTo>
                  <a:lnTo>
                    <a:pt x="237715" y="16172"/>
                  </a:lnTo>
                  <a:lnTo>
                    <a:pt x="232896" y="13975"/>
                  </a:lnTo>
                  <a:lnTo>
                    <a:pt x="228011" y="11933"/>
                  </a:lnTo>
                  <a:lnTo>
                    <a:pt x="223063" y="10046"/>
                  </a:lnTo>
                  <a:lnTo>
                    <a:pt x="218058" y="8317"/>
                  </a:lnTo>
                  <a:lnTo>
                    <a:pt x="213001" y="6748"/>
                  </a:lnTo>
                  <a:lnTo>
                    <a:pt x="207896" y="5339"/>
                  </a:lnTo>
                  <a:lnTo>
                    <a:pt x="202750" y="4093"/>
                  </a:lnTo>
                  <a:lnTo>
                    <a:pt x="197566" y="3010"/>
                  </a:lnTo>
                  <a:lnTo>
                    <a:pt x="192351" y="2092"/>
                  </a:lnTo>
                  <a:lnTo>
                    <a:pt x="187109" y="1340"/>
                  </a:lnTo>
                  <a:lnTo>
                    <a:pt x="181846" y="754"/>
                  </a:lnTo>
                  <a:lnTo>
                    <a:pt x="176568" y="335"/>
                  </a:lnTo>
                  <a:lnTo>
                    <a:pt x="171278" y="83"/>
                  </a:lnTo>
                  <a:lnTo>
                    <a:pt x="165984" y="0"/>
                  </a:lnTo>
                  <a:lnTo>
                    <a:pt x="1659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4261" y="4659281"/>
              <a:ext cx="138973" cy="167167"/>
            </a:xfrm>
            <a:custGeom>
              <a:avLst/>
              <a:pathLst>
                <a:path w="138973" h="167167">
                  <a:moveTo>
                    <a:pt x="138973" y="0"/>
                  </a:moveTo>
                  <a:lnTo>
                    <a:pt x="133505" y="89"/>
                  </a:lnTo>
                  <a:lnTo>
                    <a:pt x="128042" y="357"/>
                  </a:lnTo>
                  <a:lnTo>
                    <a:pt x="122592" y="804"/>
                  </a:lnTo>
                  <a:lnTo>
                    <a:pt x="117158" y="1429"/>
                  </a:lnTo>
                  <a:lnTo>
                    <a:pt x="111748" y="2231"/>
                  </a:lnTo>
                  <a:lnTo>
                    <a:pt x="106368" y="3210"/>
                  </a:lnTo>
                  <a:lnTo>
                    <a:pt x="101022" y="4364"/>
                  </a:lnTo>
                  <a:lnTo>
                    <a:pt x="95717" y="5693"/>
                  </a:lnTo>
                  <a:lnTo>
                    <a:pt x="90458" y="7194"/>
                  </a:lnTo>
                  <a:lnTo>
                    <a:pt x="85251" y="8867"/>
                  </a:lnTo>
                  <a:lnTo>
                    <a:pt x="80101" y="10709"/>
                  </a:lnTo>
                  <a:lnTo>
                    <a:pt x="75015" y="12719"/>
                  </a:lnTo>
                  <a:lnTo>
                    <a:pt x="69997" y="14893"/>
                  </a:lnTo>
                  <a:lnTo>
                    <a:pt x="65053" y="17231"/>
                  </a:lnTo>
                  <a:lnTo>
                    <a:pt x="60188" y="19729"/>
                  </a:lnTo>
                  <a:lnTo>
                    <a:pt x="55407" y="22386"/>
                  </a:lnTo>
                  <a:lnTo>
                    <a:pt x="50716" y="25197"/>
                  </a:lnTo>
                  <a:lnTo>
                    <a:pt x="46119" y="28160"/>
                  </a:lnTo>
                  <a:lnTo>
                    <a:pt x="41621" y="31271"/>
                  </a:lnTo>
                  <a:lnTo>
                    <a:pt x="37228" y="34529"/>
                  </a:lnTo>
                  <a:lnTo>
                    <a:pt x="32944" y="37928"/>
                  </a:lnTo>
                  <a:lnTo>
                    <a:pt x="28773" y="41465"/>
                  </a:lnTo>
                  <a:lnTo>
                    <a:pt x="24720" y="45138"/>
                  </a:lnTo>
                  <a:lnTo>
                    <a:pt x="20789" y="48940"/>
                  </a:lnTo>
                  <a:lnTo>
                    <a:pt x="16985" y="52869"/>
                  </a:lnTo>
                  <a:lnTo>
                    <a:pt x="13312" y="56921"/>
                  </a:lnTo>
                  <a:lnTo>
                    <a:pt x="9773" y="61091"/>
                  </a:lnTo>
                  <a:lnTo>
                    <a:pt x="6372" y="65374"/>
                  </a:lnTo>
                  <a:lnTo>
                    <a:pt x="3113" y="69766"/>
                  </a:lnTo>
                  <a:lnTo>
                    <a:pt x="0" y="74262"/>
                  </a:lnTo>
                  <a:lnTo>
                    <a:pt x="13897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261" y="4733544"/>
              <a:ext cx="138973" cy="92904"/>
            </a:xfrm>
            <a:custGeom>
              <a:avLst/>
              <a:pathLst>
                <a:path w="138973" h="92904">
                  <a:moveTo>
                    <a:pt x="0" y="0"/>
                  </a:moveTo>
                  <a:lnTo>
                    <a:pt x="138973" y="929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261" y="4733544"/>
              <a:ext cx="138973" cy="92904"/>
            </a:xfrm>
            <a:custGeom>
              <a:avLst/>
              <a:pathLst>
                <a:path w="138973" h="92904">
                  <a:moveTo>
                    <a:pt x="0" y="0"/>
                  </a:moveTo>
                  <a:lnTo>
                    <a:pt x="138973" y="929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86" y="4733544"/>
              <a:ext cx="334315" cy="260065"/>
            </a:xfrm>
            <a:custGeom>
              <a:avLst/>
              <a:pathLst>
                <a:path w="334315" h="260065">
                  <a:moveTo>
                    <a:pt x="28174" y="0"/>
                  </a:moveTo>
                  <a:lnTo>
                    <a:pt x="25282" y="4479"/>
                  </a:lnTo>
                  <a:lnTo>
                    <a:pt x="22534" y="9048"/>
                  </a:lnTo>
                  <a:lnTo>
                    <a:pt x="19934" y="13702"/>
                  </a:lnTo>
                  <a:lnTo>
                    <a:pt x="17483" y="18437"/>
                  </a:lnTo>
                  <a:lnTo>
                    <a:pt x="15184" y="23247"/>
                  </a:lnTo>
                  <a:lnTo>
                    <a:pt x="13040" y="28129"/>
                  </a:lnTo>
                  <a:lnTo>
                    <a:pt x="11053" y="33076"/>
                  </a:lnTo>
                  <a:lnTo>
                    <a:pt x="9225" y="38084"/>
                  </a:lnTo>
                  <a:lnTo>
                    <a:pt x="7557" y="43148"/>
                  </a:lnTo>
                  <a:lnTo>
                    <a:pt x="6051" y="48263"/>
                  </a:lnTo>
                  <a:lnTo>
                    <a:pt x="4709" y="53423"/>
                  </a:lnTo>
                  <a:lnTo>
                    <a:pt x="3533" y="58623"/>
                  </a:lnTo>
                  <a:lnTo>
                    <a:pt x="2523" y="63858"/>
                  </a:lnTo>
                  <a:lnTo>
                    <a:pt x="1681" y="69123"/>
                  </a:lnTo>
                  <a:lnTo>
                    <a:pt x="1006" y="74412"/>
                  </a:lnTo>
                  <a:lnTo>
                    <a:pt x="501" y="79719"/>
                  </a:lnTo>
                  <a:lnTo>
                    <a:pt x="165" y="85040"/>
                  </a:lnTo>
                  <a:lnTo>
                    <a:pt x="0" y="90369"/>
                  </a:lnTo>
                  <a:lnTo>
                    <a:pt x="4" y="95701"/>
                  </a:lnTo>
                  <a:lnTo>
                    <a:pt x="178" y="101029"/>
                  </a:lnTo>
                  <a:lnTo>
                    <a:pt x="522" y="106350"/>
                  </a:lnTo>
                  <a:lnTo>
                    <a:pt x="1035" y="111657"/>
                  </a:lnTo>
                  <a:lnTo>
                    <a:pt x="1718" y="116944"/>
                  </a:lnTo>
                  <a:lnTo>
                    <a:pt x="2569" y="122208"/>
                  </a:lnTo>
                  <a:lnTo>
                    <a:pt x="3587" y="127441"/>
                  </a:lnTo>
                  <a:lnTo>
                    <a:pt x="4771" y="132639"/>
                  </a:lnTo>
                  <a:lnTo>
                    <a:pt x="6121" y="137797"/>
                  </a:lnTo>
                  <a:lnTo>
                    <a:pt x="7635" y="142910"/>
                  </a:lnTo>
                  <a:lnTo>
                    <a:pt x="9310" y="147971"/>
                  </a:lnTo>
                  <a:lnTo>
                    <a:pt x="11147" y="152976"/>
                  </a:lnTo>
                  <a:lnTo>
                    <a:pt x="13142" y="157921"/>
                  </a:lnTo>
                  <a:lnTo>
                    <a:pt x="15293" y="162799"/>
                  </a:lnTo>
                  <a:lnTo>
                    <a:pt x="17600" y="167606"/>
                  </a:lnTo>
                  <a:lnTo>
                    <a:pt x="20058" y="172337"/>
                  </a:lnTo>
                  <a:lnTo>
                    <a:pt x="22666" y="176987"/>
                  </a:lnTo>
                  <a:lnTo>
                    <a:pt x="25421" y="181552"/>
                  </a:lnTo>
                  <a:lnTo>
                    <a:pt x="28320" y="186026"/>
                  </a:lnTo>
                  <a:lnTo>
                    <a:pt x="31360" y="190406"/>
                  </a:lnTo>
                  <a:lnTo>
                    <a:pt x="34538" y="194687"/>
                  </a:lnTo>
                  <a:lnTo>
                    <a:pt x="37851" y="198864"/>
                  </a:lnTo>
                  <a:lnTo>
                    <a:pt x="41296" y="202933"/>
                  </a:lnTo>
                  <a:lnTo>
                    <a:pt x="44869" y="206890"/>
                  </a:lnTo>
                  <a:lnTo>
                    <a:pt x="48566" y="210732"/>
                  </a:lnTo>
                  <a:lnTo>
                    <a:pt x="52384" y="214454"/>
                  </a:lnTo>
                  <a:lnTo>
                    <a:pt x="56318" y="218051"/>
                  </a:lnTo>
                  <a:lnTo>
                    <a:pt x="60366" y="221522"/>
                  </a:lnTo>
                  <a:lnTo>
                    <a:pt x="64521" y="224862"/>
                  </a:lnTo>
                  <a:lnTo>
                    <a:pt x="68782" y="228068"/>
                  </a:lnTo>
                  <a:lnTo>
                    <a:pt x="73142" y="231136"/>
                  </a:lnTo>
                  <a:lnTo>
                    <a:pt x="77598" y="234063"/>
                  </a:lnTo>
                  <a:lnTo>
                    <a:pt x="82145" y="236847"/>
                  </a:lnTo>
                  <a:lnTo>
                    <a:pt x="86779" y="239485"/>
                  </a:lnTo>
                  <a:lnTo>
                    <a:pt x="91494" y="241973"/>
                  </a:lnTo>
                  <a:lnTo>
                    <a:pt x="96286" y="244310"/>
                  </a:lnTo>
                  <a:lnTo>
                    <a:pt x="101150" y="246492"/>
                  </a:lnTo>
                  <a:lnTo>
                    <a:pt x="106082" y="248519"/>
                  </a:lnTo>
                  <a:lnTo>
                    <a:pt x="111075" y="250387"/>
                  </a:lnTo>
                  <a:lnTo>
                    <a:pt x="116126" y="252095"/>
                  </a:lnTo>
                  <a:lnTo>
                    <a:pt x="121228" y="253641"/>
                  </a:lnTo>
                  <a:lnTo>
                    <a:pt x="126378" y="255024"/>
                  </a:lnTo>
                  <a:lnTo>
                    <a:pt x="131568" y="256242"/>
                  </a:lnTo>
                  <a:lnTo>
                    <a:pt x="136795" y="257293"/>
                  </a:lnTo>
                  <a:lnTo>
                    <a:pt x="142053" y="258177"/>
                  </a:lnTo>
                  <a:lnTo>
                    <a:pt x="147336" y="258894"/>
                  </a:lnTo>
                  <a:lnTo>
                    <a:pt x="152639" y="259441"/>
                  </a:lnTo>
                  <a:lnTo>
                    <a:pt x="157958" y="259819"/>
                  </a:lnTo>
                  <a:lnTo>
                    <a:pt x="163285" y="260027"/>
                  </a:lnTo>
                  <a:lnTo>
                    <a:pt x="168617" y="260065"/>
                  </a:lnTo>
                  <a:lnTo>
                    <a:pt x="173946" y="259933"/>
                  </a:lnTo>
                  <a:lnTo>
                    <a:pt x="179269" y="259632"/>
                  </a:lnTo>
                  <a:lnTo>
                    <a:pt x="184580" y="259160"/>
                  </a:lnTo>
                  <a:lnTo>
                    <a:pt x="189873" y="258520"/>
                  </a:lnTo>
                  <a:lnTo>
                    <a:pt x="195143" y="257711"/>
                  </a:lnTo>
                  <a:lnTo>
                    <a:pt x="200384" y="256734"/>
                  </a:lnTo>
                  <a:lnTo>
                    <a:pt x="205592" y="255591"/>
                  </a:lnTo>
                  <a:lnTo>
                    <a:pt x="210760" y="254282"/>
                  </a:lnTo>
                  <a:lnTo>
                    <a:pt x="215885" y="252810"/>
                  </a:lnTo>
                  <a:lnTo>
                    <a:pt x="220959" y="251174"/>
                  </a:lnTo>
                  <a:lnTo>
                    <a:pt x="225979" y="249378"/>
                  </a:lnTo>
                  <a:lnTo>
                    <a:pt x="230939" y="247422"/>
                  </a:lnTo>
                  <a:lnTo>
                    <a:pt x="235834" y="245309"/>
                  </a:lnTo>
                  <a:lnTo>
                    <a:pt x="240659" y="243041"/>
                  </a:lnTo>
                  <a:lnTo>
                    <a:pt x="245409" y="240620"/>
                  </a:lnTo>
                  <a:lnTo>
                    <a:pt x="250080" y="238050"/>
                  </a:lnTo>
                  <a:lnTo>
                    <a:pt x="254667" y="235331"/>
                  </a:lnTo>
                  <a:lnTo>
                    <a:pt x="259164" y="232468"/>
                  </a:lnTo>
                  <a:lnTo>
                    <a:pt x="263568" y="229462"/>
                  </a:lnTo>
                  <a:lnTo>
                    <a:pt x="267874" y="226318"/>
                  </a:lnTo>
                  <a:lnTo>
                    <a:pt x="272077" y="223038"/>
                  </a:lnTo>
                  <a:lnTo>
                    <a:pt x="276173" y="219626"/>
                  </a:lnTo>
                  <a:lnTo>
                    <a:pt x="280159" y="216085"/>
                  </a:lnTo>
                  <a:lnTo>
                    <a:pt x="284030" y="212418"/>
                  </a:lnTo>
                  <a:lnTo>
                    <a:pt x="287782" y="208630"/>
                  </a:lnTo>
                  <a:lnTo>
                    <a:pt x="291411" y="204724"/>
                  </a:lnTo>
                  <a:lnTo>
                    <a:pt x="294913" y="200705"/>
                  </a:lnTo>
                  <a:lnTo>
                    <a:pt x="298286" y="196575"/>
                  </a:lnTo>
                  <a:lnTo>
                    <a:pt x="301525" y="192341"/>
                  </a:lnTo>
                  <a:lnTo>
                    <a:pt x="304628" y="188005"/>
                  </a:lnTo>
                  <a:lnTo>
                    <a:pt x="307591" y="183572"/>
                  </a:lnTo>
                  <a:lnTo>
                    <a:pt x="310411" y="179048"/>
                  </a:lnTo>
                  <a:lnTo>
                    <a:pt x="313085" y="174435"/>
                  </a:lnTo>
                  <a:lnTo>
                    <a:pt x="315611" y="169740"/>
                  </a:lnTo>
                  <a:lnTo>
                    <a:pt x="317985" y="164966"/>
                  </a:lnTo>
                  <a:lnTo>
                    <a:pt x="320207" y="160119"/>
                  </a:lnTo>
                  <a:lnTo>
                    <a:pt x="322272" y="155204"/>
                  </a:lnTo>
                  <a:lnTo>
                    <a:pt x="324180" y="150226"/>
                  </a:lnTo>
                  <a:lnTo>
                    <a:pt x="325928" y="145189"/>
                  </a:lnTo>
                  <a:lnTo>
                    <a:pt x="327515" y="140099"/>
                  </a:lnTo>
                  <a:lnTo>
                    <a:pt x="328938" y="134961"/>
                  </a:lnTo>
                  <a:lnTo>
                    <a:pt x="330197" y="129780"/>
                  </a:lnTo>
                  <a:lnTo>
                    <a:pt x="331290" y="124562"/>
                  </a:lnTo>
                  <a:lnTo>
                    <a:pt x="332216" y="119311"/>
                  </a:lnTo>
                  <a:lnTo>
                    <a:pt x="332974" y="114034"/>
                  </a:lnTo>
                  <a:lnTo>
                    <a:pt x="333564" y="108735"/>
                  </a:lnTo>
                  <a:lnTo>
                    <a:pt x="333984" y="103420"/>
                  </a:lnTo>
                  <a:lnTo>
                    <a:pt x="334235" y="98094"/>
                  </a:lnTo>
                  <a:lnTo>
                    <a:pt x="334315" y="92763"/>
                  </a:lnTo>
                  <a:lnTo>
                    <a:pt x="334226" y="87432"/>
                  </a:lnTo>
                  <a:lnTo>
                    <a:pt x="333966" y="82107"/>
                  </a:lnTo>
                  <a:lnTo>
                    <a:pt x="333537" y="76793"/>
                  </a:lnTo>
                  <a:lnTo>
                    <a:pt x="332939" y="71495"/>
                  </a:lnTo>
                  <a:lnTo>
                    <a:pt x="332171" y="66219"/>
                  </a:lnTo>
                  <a:lnTo>
                    <a:pt x="331237" y="60970"/>
                  </a:lnTo>
                  <a:lnTo>
                    <a:pt x="330135" y="55753"/>
                  </a:lnTo>
                  <a:lnTo>
                    <a:pt x="328867" y="50575"/>
                  </a:lnTo>
                  <a:lnTo>
                    <a:pt x="327435" y="45439"/>
                  </a:lnTo>
                  <a:lnTo>
                    <a:pt x="325840" y="40352"/>
                  </a:lnTo>
                  <a:lnTo>
                    <a:pt x="324083" y="35318"/>
                  </a:lnTo>
                  <a:lnTo>
                    <a:pt x="322167" y="30343"/>
                  </a:lnTo>
                  <a:lnTo>
                    <a:pt x="320093" y="25431"/>
                  </a:lnTo>
                  <a:lnTo>
                    <a:pt x="317864" y="20588"/>
                  </a:lnTo>
                  <a:lnTo>
                    <a:pt x="167148" y="929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0715" cy="167167"/>
            </a:xfrm>
            <a:custGeom>
              <a:avLst/>
              <a:pathLst>
                <a:path w="150715" h="167167">
                  <a:moveTo>
                    <a:pt x="150715" y="94850"/>
                  </a:moveTo>
                  <a:lnTo>
                    <a:pt x="148244" y="89911"/>
                  </a:lnTo>
                  <a:lnTo>
                    <a:pt x="145611" y="85056"/>
                  </a:lnTo>
                  <a:lnTo>
                    <a:pt x="142819" y="80290"/>
                  </a:lnTo>
                  <a:lnTo>
                    <a:pt x="139871" y="75619"/>
                  </a:lnTo>
                  <a:lnTo>
                    <a:pt x="136770" y="71049"/>
                  </a:lnTo>
                  <a:lnTo>
                    <a:pt x="133520" y="66583"/>
                  </a:lnTo>
                  <a:lnTo>
                    <a:pt x="130124" y="62227"/>
                  </a:lnTo>
                  <a:lnTo>
                    <a:pt x="126587" y="57985"/>
                  </a:lnTo>
                  <a:lnTo>
                    <a:pt x="122911" y="53863"/>
                  </a:lnTo>
                  <a:lnTo>
                    <a:pt x="119100" y="49864"/>
                  </a:lnTo>
                  <a:lnTo>
                    <a:pt x="115160" y="45994"/>
                  </a:lnTo>
                  <a:lnTo>
                    <a:pt x="111094" y="42255"/>
                  </a:lnTo>
                  <a:lnTo>
                    <a:pt x="106907" y="38653"/>
                  </a:lnTo>
                  <a:lnTo>
                    <a:pt x="102603" y="35192"/>
                  </a:lnTo>
                  <a:lnTo>
                    <a:pt x="98187" y="31874"/>
                  </a:lnTo>
                  <a:lnTo>
                    <a:pt x="93664" y="28704"/>
                  </a:lnTo>
                  <a:lnTo>
                    <a:pt x="89039" y="25686"/>
                  </a:lnTo>
                  <a:lnTo>
                    <a:pt x="84316" y="22821"/>
                  </a:lnTo>
                  <a:lnTo>
                    <a:pt x="79502" y="20115"/>
                  </a:lnTo>
                  <a:lnTo>
                    <a:pt x="74600" y="17569"/>
                  </a:lnTo>
                  <a:lnTo>
                    <a:pt x="69617" y="15186"/>
                  </a:lnTo>
                  <a:lnTo>
                    <a:pt x="64559" y="12969"/>
                  </a:lnTo>
                  <a:lnTo>
                    <a:pt x="59429" y="10920"/>
                  </a:lnTo>
                  <a:lnTo>
                    <a:pt x="54235" y="9042"/>
                  </a:lnTo>
                  <a:lnTo>
                    <a:pt x="48982" y="7337"/>
                  </a:lnTo>
                  <a:lnTo>
                    <a:pt x="43675" y="5806"/>
                  </a:lnTo>
                  <a:lnTo>
                    <a:pt x="38320" y="4451"/>
                  </a:lnTo>
                  <a:lnTo>
                    <a:pt x="32924" y="3274"/>
                  </a:lnTo>
                  <a:lnTo>
                    <a:pt x="27492" y="2276"/>
                  </a:lnTo>
                  <a:lnTo>
                    <a:pt x="22029" y="1457"/>
                  </a:lnTo>
                  <a:lnTo>
                    <a:pt x="16543" y="820"/>
                  </a:lnTo>
                  <a:lnTo>
                    <a:pt x="11038" y="364"/>
                  </a:lnTo>
                  <a:lnTo>
                    <a:pt x="552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87540" y="4213821"/>
              <a:ext cx="140931" cy="167167"/>
            </a:xfrm>
            <a:custGeom>
              <a:avLst/>
              <a:pathLst>
                <a:path w="140931" h="167167">
                  <a:moveTo>
                    <a:pt x="140931" y="0"/>
                  </a:moveTo>
                  <a:lnTo>
                    <a:pt x="135344" y="93"/>
                  </a:lnTo>
                  <a:lnTo>
                    <a:pt x="129762" y="373"/>
                  </a:lnTo>
                  <a:lnTo>
                    <a:pt x="124193" y="840"/>
                  </a:lnTo>
                  <a:lnTo>
                    <a:pt x="118643" y="1492"/>
                  </a:lnTo>
                  <a:lnTo>
                    <a:pt x="113118" y="2330"/>
                  </a:lnTo>
                  <a:lnTo>
                    <a:pt x="107624" y="3351"/>
                  </a:lnTo>
                  <a:lnTo>
                    <a:pt x="102167" y="4556"/>
                  </a:lnTo>
                  <a:lnTo>
                    <a:pt x="96753" y="5943"/>
                  </a:lnTo>
                  <a:lnTo>
                    <a:pt x="91389" y="7509"/>
                  </a:lnTo>
                  <a:lnTo>
                    <a:pt x="86080" y="9255"/>
                  </a:lnTo>
                  <a:lnTo>
                    <a:pt x="80832" y="11176"/>
                  </a:lnTo>
                  <a:lnTo>
                    <a:pt x="75652" y="13272"/>
                  </a:lnTo>
                  <a:lnTo>
                    <a:pt x="70545" y="15540"/>
                  </a:lnTo>
                  <a:lnTo>
                    <a:pt x="65516" y="17978"/>
                  </a:lnTo>
                  <a:lnTo>
                    <a:pt x="60571" y="20582"/>
                  </a:lnTo>
                  <a:lnTo>
                    <a:pt x="55716" y="23350"/>
                  </a:lnTo>
                  <a:lnTo>
                    <a:pt x="50957" y="26278"/>
                  </a:lnTo>
                  <a:lnTo>
                    <a:pt x="46298" y="29365"/>
                  </a:lnTo>
                  <a:lnTo>
                    <a:pt x="41745" y="32605"/>
                  </a:lnTo>
                  <a:lnTo>
                    <a:pt x="37302" y="35995"/>
                  </a:lnTo>
                  <a:lnTo>
                    <a:pt x="32976" y="39532"/>
                  </a:lnTo>
                  <a:lnTo>
                    <a:pt x="28770" y="43212"/>
                  </a:lnTo>
                  <a:lnTo>
                    <a:pt x="24689" y="47030"/>
                  </a:lnTo>
                  <a:lnTo>
                    <a:pt x="20739" y="50983"/>
                  </a:lnTo>
                  <a:lnTo>
                    <a:pt x="16922" y="55065"/>
                  </a:lnTo>
                  <a:lnTo>
                    <a:pt x="13245" y="59273"/>
                  </a:lnTo>
                  <a:lnTo>
                    <a:pt x="9710" y="63601"/>
                  </a:lnTo>
                  <a:lnTo>
                    <a:pt x="6321" y="68045"/>
                  </a:lnTo>
                  <a:lnTo>
                    <a:pt x="3083" y="72600"/>
                  </a:lnTo>
                  <a:lnTo>
                    <a:pt x="0" y="77260"/>
                  </a:lnTo>
                  <a:lnTo>
                    <a:pt x="14093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540" y="4291082"/>
              <a:ext cx="140931" cy="89906"/>
            </a:xfrm>
            <a:custGeom>
              <a:avLst/>
              <a:pathLst>
                <a:path w="140931" h="89906">
                  <a:moveTo>
                    <a:pt x="0" y="0"/>
                  </a:moveTo>
                  <a:lnTo>
                    <a:pt x="140931" y="899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5" y="4273280"/>
              <a:ext cx="334333" cy="274861"/>
            </a:xfrm>
            <a:custGeom>
              <a:avLst/>
              <a:pathLst>
                <a:path w="334333" h="274861">
                  <a:moveTo>
                    <a:pt x="26234" y="17801"/>
                  </a:moveTo>
                  <a:lnTo>
                    <a:pt x="23454" y="22316"/>
                  </a:lnTo>
                  <a:lnTo>
                    <a:pt x="20817" y="26918"/>
                  </a:lnTo>
                  <a:lnTo>
                    <a:pt x="18329" y="31600"/>
                  </a:lnTo>
                  <a:lnTo>
                    <a:pt x="15989" y="36359"/>
                  </a:lnTo>
                  <a:lnTo>
                    <a:pt x="13802" y="41190"/>
                  </a:lnTo>
                  <a:lnTo>
                    <a:pt x="11770" y="46088"/>
                  </a:lnTo>
                  <a:lnTo>
                    <a:pt x="9894" y="51048"/>
                  </a:lnTo>
                  <a:lnTo>
                    <a:pt x="8176" y="56065"/>
                  </a:lnTo>
                  <a:lnTo>
                    <a:pt x="6618" y="61134"/>
                  </a:lnTo>
                  <a:lnTo>
                    <a:pt x="5221" y="66250"/>
                  </a:lnTo>
                  <a:lnTo>
                    <a:pt x="3988" y="71407"/>
                  </a:lnTo>
                  <a:lnTo>
                    <a:pt x="2918" y="76601"/>
                  </a:lnTo>
                  <a:lnTo>
                    <a:pt x="2014" y="81826"/>
                  </a:lnTo>
                  <a:lnTo>
                    <a:pt x="1276" y="87078"/>
                  </a:lnTo>
                  <a:lnTo>
                    <a:pt x="706" y="92350"/>
                  </a:lnTo>
                  <a:lnTo>
                    <a:pt x="302" y="97637"/>
                  </a:lnTo>
                  <a:lnTo>
                    <a:pt x="67" y="102935"/>
                  </a:lnTo>
                  <a:lnTo>
                    <a:pt x="0" y="108238"/>
                  </a:lnTo>
                  <a:lnTo>
                    <a:pt x="100" y="113540"/>
                  </a:lnTo>
                  <a:lnTo>
                    <a:pt x="369" y="118836"/>
                  </a:lnTo>
                  <a:lnTo>
                    <a:pt x="806" y="124121"/>
                  </a:lnTo>
                  <a:lnTo>
                    <a:pt x="1411" y="129389"/>
                  </a:lnTo>
                  <a:lnTo>
                    <a:pt x="2182" y="134635"/>
                  </a:lnTo>
                  <a:lnTo>
                    <a:pt x="3119" y="139855"/>
                  </a:lnTo>
                  <a:lnTo>
                    <a:pt x="4221" y="145042"/>
                  </a:lnTo>
                  <a:lnTo>
                    <a:pt x="5487" y="150192"/>
                  </a:lnTo>
                  <a:lnTo>
                    <a:pt x="6916" y="155298"/>
                  </a:lnTo>
                  <a:lnTo>
                    <a:pt x="8506" y="160357"/>
                  </a:lnTo>
                  <a:lnTo>
                    <a:pt x="10256" y="165363"/>
                  </a:lnTo>
                  <a:lnTo>
                    <a:pt x="12164" y="170311"/>
                  </a:lnTo>
                  <a:lnTo>
                    <a:pt x="14227" y="175196"/>
                  </a:lnTo>
                  <a:lnTo>
                    <a:pt x="16445" y="180013"/>
                  </a:lnTo>
                  <a:lnTo>
                    <a:pt x="18814" y="184757"/>
                  </a:lnTo>
                  <a:lnTo>
                    <a:pt x="21333" y="189424"/>
                  </a:lnTo>
                  <a:lnTo>
                    <a:pt x="23998" y="194008"/>
                  </a:lnTo>
                  <a:lnTo>
                    <a:pt x="26807" y="198506"/>
                  </a:lnTo>
                  <a:lnTo>
                    <a:pt x="29758" y="202912"/>
                  </a:lnTo>
                  <a:lnTo>
                    <a:pt x="32847" y="207223"/>
                  </a:lnTo>
                  <a:lnTo>
                    <a:pt x="36071" y="211433"/>
                  </a:lnTo>
                  <a:lnTo>
                    <a:pt x="39427" y="215539"/>
                  </a:lnTo>
                  <a:lnTo>
                    <a:pt x="42911" y="219536"/>
                  </a:lnTo>
                  <a:lnTo>
                    <a:pt x="46521" y="223421"/>
                  </a:lnTo>
                  <a:lnTo>
                    <a:pt x="50252" y="227190"/>
                  </a:lnTo>
                  <a:lnTo>
                    <a:pt x="54100" y="230838"/>
                  </a:lnTo>
                  <a:lnTo>
                    <a:pt x="58063" y="234362"/>
                  </a:lnTo>
                  <a:lnTo>
                    <a:pt x="62135" y="237759"/>
                  </a:lnTo>
                  <a:lnTo>
                    <a:pt x="66313" y="241025"/>
                  </a:lnTo>
                  <a:lnTo>
                    <a:pt x="70592" y="244157"/>
                  </a:lnTo>
                  <a:lnTo>
                    <a:pt x="74968" y="247151"/>
                  </a:lnTo>
                  <a:lnTo>
                    <a:pt x="79438" y="250005"/>
                  </a:lnTo>
                  <a:lnTo>
                    <a:pt x="83995" y="252716"/>
                  </a:lnTo>
                  <a:lnTo>
                    <a:pt x="88636" y="255282"/>
                  </a:lnTo>
                  <a:lnTo>
                    <a:pt x="93357" y="257698"/>
                  </a:lnTo>
                  <a:lnTo>
                    <a:pt x="98151" y="259964"/>
                  </a:lnTo>
                  <a:lnTo>
                    <a:pt x="103015" y="262076"/>
                  </a:lnTo>
                  <a:lnTo>
                    <a:pt x="107944" y="264033"/>
                  </a:lnTo>
                  <a:lnTo>
                    <a:pt x="112932" y="265833"/>
                  </a:lnTo>
                  <a:lnTo>
                    <a:pt x="117975" y="267474"/>
                  </a:lnTo>
                  <a:lnTo>
                    <a:pt x="123067" y="268953"/>
                  </a:lnTo>
                  <a:lnTo>
                    <a:pt x="128204" y="270271"/>
                  </a:lnTo>
                  <a:lnTo>
                    <a:pt x="133380" y="271425"/>
                  </a:lnTo>
                  <a:lnTo>
                    <a:pt x="138589" y="272414"/>
                  </a:lnTo>
                  <a:lnTo>
                    <a:pt x="143828" y="273238"/>
                  </a:lnTo>
                  <a:lnTo>
                    <a:pt x="149090" y="273895"/>
                  </a:lnTo>
                  <a:lnTo>
                    <a:pt x="154370" y="274385"/>
                  </a:lnTo>
                  <a:lnTo>
                    <a:pt x="159663" y="274707"/>
                  </a:lnTo>
                  <a:lnTo>
                    <a:pt x="164964" y="274861"/>
                  </a:lnTo>
                  <a:lnTo>
                    <a:pt x="170267" y="274846"/>
                  </a:lnTo>
                  <a:lnTo>
                    <a:pt x="175567" y="274664"/>
                  </a:lnTo>
                  <a:lnTo>
                    <a:pt x="180858" y="274313"/>
                  </a:lnTo>
                  <a:lnTo>
                    <a:pt x="186136" y="273795"/>
                  </a:lnTo>
                  <a:lnTo>
                    <a:pt x="191394" y="273110"/>
                  </a:lnTo>
                  <a:lnTo>
                    <a:pt x="196628" y="272258"/>
                  </a:lnTo>
                  <a:lnTo>
                    <a:pt x="201833" y="271241"/>
                  </a:lnTo>
                  <a:lnTo>
                    <a:pt x="207002" y="270059"/>
                  </a:lnTo>
                  <a:lnTo>
                    <a:pt x="212132" y="268714"/>
                  </a:lnTo>
                  <a:lnTo>
                    <a:pt x="217216" y="267207"/>
                  </a:lnTo>
                  <a:lnTo>
                    <a:pt x="222250" y="265539"/>
                  </a:lnTo>
                  <a:lnTo>
                    <a:pt x="227228" y="263712"/>
                  </a:lnTo>
                  <a:lnTo>
                    <a:pt x="232146" y="261729"/>
                  </a:lnTo>
                  <a:lnTo>
                    <a:pt x="236999" y="259590"/>
                  </a:lnTo>
                  <a:lnTo>
                    <a:pt x="241781" y="257299"/>
                  </a:lnTo>
                  <a:lnTo>
                    <a:pt x="246488" y="254857"/>
                  </a:lnTo>
                  <a:lnTo>
                    <a:pt x="251116" y="252267"/>
                  </a:lnTo>
                  <a:lnTo>
                    <a:pt x="255658" y="249532"/>
                  </a:lnTo>
                  <a:lnTo>
                    <a:pt x="260112" y="246653"/>
                  </a:lnTo>
                  <a:lnTo>
                    <a:pt x="264473" y="243635"/>
                  </a:lnTo>
                  <a:lnTo>
                    <a:pt x="268735" y="240481"/>
                  </a:lnTo>
                  <a:lnTo>
                    <a:pt x="272895" y="237192"/>
                  </a:lnTo>
                  <a:lnTo>
                    <a:pt x="276949" y="233774"/>
                  </a:lnTo>
                  <a:lnTo>
                    <a:pt x="280893" y="230228"/>
                  </a:lnTo>
                  <a:lnTo>
                    <a:pt x="284721" y="226559"/>
                  </a:lnTo>
                  <a:lnTo>
                    <a:pt x="288432" y="222771"/>
                  </a:lnTo>
                  <a:lnTo>
                    <a:pt x="292021" y="218867"/>
                  </a:lnTo>
                  <a:lnTo>
                    <a:pt x="295484" y="214850"/>
                  </a:lnTo>
                  <a:lnTo>
                    <a:pt x="298817" y="210727"/>
                  </a:lnTo>
                  <a:lnTo>
                    <a:pt x="302019" y="206499"/>
                  </a:lnTo>
                  <a:lnTo>
                    <a:pt x="305084" y="202172"/>
                  </a:lnTo>
                  <a:lnTo>
                    <a:pt x="308011" y="197750"/>
                  </a:lnTo>
                  <a:lnTo>
                    <a:pt x="310796" y="193237"/>
                  </a:lnTo>
                  <a:lnTo>
                    <a:pt x="313437" y="188639"/>
                  </a:lnTo>
                  <a:lnTo>
                    <a:pt x="315930" y="183958"/>
                  </a:lnTo>
                  <a:lnTo>
                    <a:pt x="318274" y="179201"/>
                  </a:lnTo>
                  <a:lnTo>
                    <a:pt x="320466" y="174373"/>
                  </a:lnTo>
                  <a:lnTo>
                    <a:pt x="322503" y="169477"/>
                  </a:lnTo>
                  <a:lnTo>
                    <a:pt x="324384" y="164519"/>
                  </a:lnTo>
                  <a:lnTo>
                    <a:pt x="326107" y="159503"/>
                  </a:lnTo>
                  <a:lnTo>
                    <a:pt x="327670" y="154436"/>
                  </a:lnTo>
                  <a:lnTo>
                    <a:pt x="329071" y="149322"/>
                  </a:lnTo>
                  <a:lnTo>
                    <a:pt x="330310" y="144165"/>
                  </a:lnTo>
                  <a:lnTo>
                    <a:pt x="331384" y="138972"/>
                  </a:lnTo>
                  <a:lnTo>
                    <a:pt x="332293" y="133748"/>
                  </a:lnTo>
                  <a:lnTo>
                    <a:pt x="333036" y="128497"/>
                  </a:lnTo>
                  <a:lnTo>
                    <a:pt x="333612" y="123226"/>
                  </a:lnTo>
                  <a:lnTo>
                    <a:pt x="334020" y="117939"/>
                  </a:lnTo>
                  <a:lnTo>
                    <a:pt x="334261" y="112641"/>
                  </a:lnTo>
                  <a:lnTo>
                    <a:pt x="334333" y="107339"/>
                  </a:lnTo>
                  <a:lnTo>
                    <a:pt x="334237" y="102037"/>
                  </a:lnTo>
                  <a:lnTo>
                    <a:pt x="333973" y="96740"/>
                  </a:lnTo>
                  <a:lnTo>
                    <a:pt x="333542" y="91455"/>
                  </a:lnTo>
                  <a:lnTo>
                    <a:pt x="332942" y="86186"/>
                  </a:lnTo>
                  <a:lnTo>
                    <a:pt x="332176" y="80939"/>
                  </a:lnTo>
                  <a:lnTo>
                    <a:pt x="331244" y="75718"/>
                  </a:lnTo>
                  <a:lnTo>
                    <a:pt x="330147" y="70530"/>
                  </a:lnTo>
                  <a:lnTo>
                    <a:pt x="328886" y="65379"/>
                  </a:lnTo>
                  <a:lnTo>
                    <a:pt x="327462" y="60271"/>
                  </a:lnTo>
                  <a:lnTo>
                    <a:pt x="325877" y="55211"/>
                  </a:lnTo>
                  <a:lnTo>
                    <a:pt x="324132" y="50203"/>
                  </a:lnTo>
                  <a:lnTo>
                    <a:pt x="322229" y="45254"/>
                  </a:lnTo>
                  <a:lnTo>
                    <a:pt x="320170" y="40367"/>
                  </a:lnTo>
                  <a:lnTo>
                    <a:pt x="317957" y="35548"/>
                  </a:lnTo>
                  <a:lnTo>
                    <a:pt x="315592" y="30801"/>
                  </a:lnTo>
                  <a:lnTo>
                    <a:pt x="313078" y="26132"/>
                  </a:lnTo>
                  <a:lnTo>
                    <a:pt x="310417" y="21545"/>
                  </a:lnTo>
                  <a:lnTo>
                    <a:pt x="307612" y="17045"/>
                  </a:lnTo>
                  <a:lnTo>
                    <a:pt x="304666" y="12635"/>
                  </a:lnTo>
                  <a:lnTo>
                    <a:pt x="301581" y="8322"/>
                  </a:lnTo>
                  <a:lnTo>
                    <a:pt x="298361" y="4109"/>
                  </a:lnTo>
                  <a:lnTo>
                    <a:pt x="295009" y="0"/>
                  </a:lnTo>
                  <a:lnTo>
                    <a:pt x="167166" y="1077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27843" cy="167167"/>
            </a:xfrm>
            <a:custGeom>
              <a:avLst/>
              <a:pathLst>
                <a:path w="127843" h="167167">
                  <a:moveTo>
                    <a:pt x="127843" y="59459"/>
                  </a:moveTo>
                  <a:lnTo>
                    <a:pt x="124165" y="55239"/>
                  </a:lnTo>
                  <a:lnTo>
                    <a:pt x="120348" y="51144"/>
                  </a:lnTo>
                  <a:lnTo>
                    <a:pt x="116396" y="47180"/>
                  </a:lnTo>
                  <a:lnTo>
                    <a:pt x="112313" y="43350"/>
                  </a:lnTo>
                  <a:lnTo>
                    <a:pt x="108105" y="39659"/>
                  </a:lnTo>
                  <a:lnTo>
                    <a:pt x="103775" y="36111"/>
                  </a:lnTo>
                  <a:lnTo>
                    <a:pt x="99329" y="32710"/>
                  </a:lnTo>
                  <a:lnTo>
                    <a:pt x="94772" y="29460"/>
                  </a:lnTo>
                  <a:lnTo>
                    <a:pt x="90108" y="26364"/>
                  </a:lnTo>
                  <a:lnTo>
                    <a:pt x="85343" y="23426"/>
                  </a:lnTo>
                  <a:lnTo>
                    <a:pt x="80483" y="20649"/>
                  </a:lnTo>
                  <a:lnTo>
                    <a:pt x="75532" y="18037"/>
                  </a:lnTo>
                  <a:lnTo>
                    <a:pt x="70497" y="15591"/>
                  </a:lnTo>
                  <a:lnTo>
                    <a:pt x="65382" y="13316"/>
                  </a:lnTo>
                  <a:lnTo>
                    <a:pt x="60194" y="11213"/>
                  </a:lnTo>
                  <a:lnTo>
                    <a:pt x="54939" y="9285"/>
                  </a:lnTo>
                  <a:lnTo>
                    <a:pt x="49622" y="7534"/>
                  </a:lnTo>
                  <a:lnTo>
                    <a:pt x="44250" y="5963"/>
                  </a:lnTo>
                  <a:lnTo>
                    <a:pt x="38828" y="4571"/>
                  </a:lnTo>
                  <a:lnTo>
                    <a:pt x="33362" y="3362"/>
                  </a:lnTo>
                  <a:lnTo>
                    <a:pt x="27859" y="2337"/>
                  </a:lnTo>
                  <a:lnTo>
                    <a:pt x="22325" y="1497"/>
                  </a:lnTo>
                  <a:lnTo>
                    <a:pt x="16765" y="842"/>
                  </a:lnTo>
                  <a:lnTo>
                    <a:pt x="11187" y="374"/>
                  </a:lnTo>
                  <a:lnTo>
                    <a:pt x="559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2046" y="3707720"/>
              <a:ext cx="166965" cy="167167"/>
            </a:xfrm>
            <a:custGeom>
              <a:avLst/>
              <a:pathLst>
                <a:path w="166965" h="167167">
                  <a:moveTo>
                    <a:pt x="166965" y="0"/>
                  </a:moveTo>
                  <a:lnTo>
                    <a:pt x="161554" y="87"/>
                  </a:lnTo>
                  <a:lnTo>
                    <a:pt x="156148" y="350"/>
                  </a:lnTo>
                  <a:lnTo>
                    <a:pt x="150754" y="787"/>
                  </a:lnTo>
                  <a:lnTo>
                    <a:pt x="145377" y="1399"/>
                  </a:lnTo>
                  <a:lnTo>
                    <a:pt x="140023" y="2185"/>
                  </a:lnTo>
                  <a:lnTo>
                    <a:pt x="134697" y="3143"/>
                  </a:lnTo>
                  <a:lnTo>
                    <a:pt x="129404" y="4274"/>
                  </a:lnTo>
                  <a:lnTo>
                    <a:pt x="124151" y="5575"/>
                  </a:lnTo>
                  <a:lnTo>
                    <a:pt x="118943" y="7046"/>
                  </a:lnTo>
                  <a:lnTo>
                    <a:pt x="113785" y="8684"/>
                  </a:lnTo>
                  <a:lnTo>
                    <a:pt x="108683" y="10488"/>
                  </a:lnTo>
                  <a:lnTo>
                    <a:pt x="103642" y="12457"/>
                  </a:lnTo>
                  <a:lnTo>
                    <a:pt x="98668" y="14588"/>
                  </a:lnTo>
                  <a:lnTo>
                    <a:pt x="93764" y="16878"/>
                  </a:lnTo>
                  <a:lnTo>
                    <a:pt x="88938" y="19327"/>
                  </a:lnTo>
                  <a:lnTo>
                    <a:pt x="84194" y="21930"/>
                  </a:lnTo>
                  <a:lnTo>
                    <a:pt x="79536" y="24685"/>
                  </a:lnTo>
                  <a:lnTo>
                    <a:pt x="74970" y="27590"/>
                  </a:lnTo>
                  <a:lnTo>
                    <a:pt x="70500" y="30641"/>
                  </a:lnTo>
                  <a:lnTo>
                    <a:pt x="66131" y="33835"/>
                  </a:lnTo>
                  <a:lnTo>
                    <a:pt x="61868" y="37168"/>
                  </a:lnTo>
                  <a:lnTo>
                    <a:pt x="57715" y="40638"/>
                  </a:lnTo>
                  <a:lnTo>
                    <a:pt x="53677" y="44241"/>
                  </a:lnTo>
                  <a:lnTo>
                    <a:pt x="49757" y="47972"/>
                  </a:lnTo>
                  <a:lnTo>
                    <a:pt x="45960" y="51829"/>
                  </a:lnTo>
                  <a:lnTo>
                    <a:pt x="42290" y="55806"/>
                  </a:lnTo>
                  <a:lnTo>
                    <a:pt x="38751" y="59900"/>
                  </a:lnTo>
                  <a:lnTo>
                    <a:pt x="35346" y="64106"/>
                  </a:lnTo>
                  <a:lnTo>
                    <a:pt x="32079" y="68421"/>
                  </a:lnTo>
                  <a:lnTo>
                    <a:pt x="28954" y="72839"/>
                  </a:lnTo>
                  <a:lnTo>
                    <a:pt x="25973" y="77355"/>
                  </a:lnTo>
                  <a:lnTo>
                    <a:pt x="23139" y="81966"/>
                  </a:lnTo>
                  <a:lnTo>
                    <a:pt x="20457" y="86666"/>
                  </a:lnTo>
                  <a:lnTo>
                    <a:pt x="17928" y="91451"/>
                  </a:lnTo>
                  <a:lnTo>
                    <a:pt x="15555" y="96315"/>
                  </a:lnTo>
                  <a:lnTo>
                    <a:pt x="13341" y="101253"/>
                  </a:lnTo>
                  <a:lnTo>
                    <a:pt x="11288" y="106260"/>
                  </a:lnTo>
                  <a:lnTo>
                    <a:pt x="9398" y="111331"/>
                  </a:lnTo>
                  <a:lnTo>
                    <a:pt x="7673" y="116461"/>
                  </a:lnTo>
                  <a:lnTo>
                    <a:pt x="6115" y="121643"/>
                  </a:lnTo>
                  <a:lnTo>
                    <a:pt x="4726" y="126874"/>
                  </a:lnTo>
                  <a:lnTo>
                    <a:pt x="3507" y="132146"/>
                  </a:lnTo>
                  <a:lnTo>
                    <a:pt x="2459" y="137456"/>
                  </a:lnTo>
                  <a:lnTo>
                    <a:pt x="1583" y="142796"/>
                  </a:lnTo>
                  <a:lnTo>
                    <a:pt x="881" y="148162"/>
                  </a:lnTo>
                  <a:lnTo>
                    <a:pt x="353" y="153548"/>
                  </a:lnTo>
                  <a:lnTo>
                    <a:pt x="0" y="158948"/>
                  </a:lnTo>
                  <a:lnTo>
                    <a:pt x="1669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61" y="3708017"/>
              <a:ext cx="334301" cy="334038"/>
            </a:xfrm>
            <a:custGeom>
              <a:avLst/>
              <a:pathLst>
                <a:path w="334301" h="334038">
                  <a:moveTo>
                    <a:pt x="184" y="158652"/>
                  </a:moveTo>
                  <a:lnTo>
                    <a:pt x="8" y="163960"/>
                  </a:lnTo>
                  <a:lnTo>
                    <a:pt x="0" y="169271"/>
                  </a:lnTo>
                  <a:lnTo>
                    <a:pt x="160" y="174579"/>
                  </a:lnTo>
                  <a:lnTo>
                    <a:pt x="489" y="179879"/>
                  </a:lnTo>
                  <a:lnTo>
                    <a:pt x="987" y="185167"/>
                  </a:lnTo>
                  <a:lnTo>
                    <a:pt x="1652" y="190436"/>
                  </a:lnTo>
                  <a:lnTo>
                    <a:pt x="2484" y="195681"/>
                  </a:lnTo>
                  <a:lnTo>
                    <a:pt x="3482" y="200897"/>
                  </a:lnTo>
                  <a:lnTo>
                    <a:pt x="4645" y="206079"/>
                  </a:lnTo>
                  <a:lnTo>
                    <a:pt x="5973" y="211221"/>
                  </a:lnTo>
                  <a:lnTo>
                    <a:pt x="7463" y="216318"/>
                  </a:lnTo>
                  <a:lnTo>
                    <a:pt x="9114" y="221366"/>
                  </a:lnTo>
                  <a:lnTo>
                    <a:pt x="10925" y="226358"/>
                  </a:lnTo>
                  <a:lnTo>
                    <a:pt x="12893" y="231291"/>
                  </a:lnTo>
                  <a:lnTo>
                    <a:pt x="15018" y="236158"/>
                  </a:lnTo>
                  <a:lnTo>
                    <a:pt x="17295" y="240956"/>
                  </a:lnTo>
                  <a:lnTo>
                    <a:pt x="19724" y="245679"/>
                  </a:lnTo>
                  <a:lnTo>
                    <a:pt x="22302" y="250322"/>
                  </a:lnTo>
                  <a:lnTo>
                    <a:pt x="25026" y="254881"/>
                  </a:lnTo>
                  <a:lnTo>
                    <a:pt x="27893" y="259351"/>
                  </a:lnTo>
                  <a:lnTo>
                    <a:pt x="30901" y="263728"/>
                  </a:lnTo>
                  <a:lnTo>
                    <a:pt x="34047" y="268007"/>
                  </a:lnTo>
                  <a:lnTo>
                    <a:pt x="37326" y="272184"/>
                  </a:lnTo>
                  <a:lnTo>
                    <a:pt x="40737" y="276254"/>
                  </a:lnTo>
                  <a:lnTo>
                    <a:pt x="44276" y="280215"/>
                  </a:lnTo>
                  <a:lnTo>
                    <a:pt x="47938" y="284061"/>
                  </a:lnTo>
                  <a:lnTo>
                    <a:pt x="51721" y="287788"/>
                  </a:lnTo>
                  <a:lnTo>
                    <a:pt x="55620" y="291394"/>
                  </a:lnTo>
                  <a:lnTo>
                    <a:pt x="59632" y="294874"/>
                  </a:lnTo>
                  <a:lnTo>
                    <a:pt x="63752" y="298225"/>
                  </a:lnTo>
                  <a:lnTo>
                    <a:pt x="67977" y="301443"/>
                  </a:lnTo>
                  <a:lnTo>
                    <a:pt x="72301" y="304525"/>
                  </a:lnTo>
                  <a:lnTo>
                    <a:pt x="76722" y="307468"/>
                  </a:lnTo>
                  <a:lnTo>
                    <a:pt x="81234" y="310270"/>
                  </a:lnTo>
                  <a:lnTo>
                    <a:pt x="85832" y="312927"/>
                  </a:lnTo>
                  <a:lnTo>
                    <a:pt x="90513" y="315436"/>
                  </a:lnTo>
                  <a:lnTo>
                    <a:pt x="95270" y="317795"/>
                  </a:lnTo>
                  <a:lnTo>
                    <a:pt x="100101" y="320003"/>
                  </a:lnTo>
                  <a:lnTo>
                    <a:pt x="104999" y="322055"/>
                  </a:lnTo>
                  <a:lnTo>
                    <a:pt x="109960" y="323951"/>
                  </a:lnTo>
                  <a:lnTo>
                    <a:pt x="114978" y="325688"/>
                  </a:lnTo>
                  <a:lnTo>
                    <a:pt x="120049" y="327265"/>
                  </a:lnTo>
                  <a:lnTo>
                    <a:pt x="125168" y="328681"/>
                  </a:lnTo>
                  <a:lnTo>
                    <a:pt x="130329" y="329933"/>
                  </a:lnTo>
                  <a:lnTo>
                    <a:pt x="135527" y="331020"/>
                  </a:lnTo>
                  <a:lnTo>
                    <a:pt x="140758" y="331942"/>
                  </a:lnTo>
                  <a:lnTo>
                    <a:pt x="146014" y="332697"/>
                  </a:lnTo>
                  <a:lnTo>
                    <a:pt x="151293" y="333284"/>
                  </a:lnTo>
                  <a:lnTo>
                    <a:pt x="156587" y="333704"/>
                  </a:lnTo>
                  <a:lnTo>
                    <a:pt x="161892" y="333955"/>
                  </a:lnTo>
                  <a:lnTo>
                    <a:pt x="167202" y="334038"/>
                  </a:lnTo>
                  <a:lnTo>
                    <a:pt x="172512" y="333952"/>
                  </a:lnTo>
                  <a:lnTo>
                    <a:pt x="177816" y="333697"/>
                  </a:lnTo>
                  <a:lnTo>
                    <a:pt x="183110" y="333274"/>
                  </a:lnTo>
                  <a:lnTo>
                    <a:pt x="188388" y="332683"/>
                  </a:lnTo>
                  <a:lnTo>
                    <a:pt x="193644" y="331925"/>
                  </a:lnTo>
                  <a:lnTo>
                    <a:pt x="198874" y="331000"/>
                  </a:lnTo>
                  <a:lnTo>
                    <a:pt x="204072" y="329910"/>
                  </a:lnTo>
                  <a:lnTo>
                    <a:pt x="209232" y="328655"/>
                  </a:lnTo>
                  <a:lnTo>
                    <a:pt x="214350" y="327236"/>
                  </a:lnTo>
                  <a:lnTo>
                    <a:pt x="219420" y="325656"/>
                  </a:lnTo>
                  <a:lnTo>
                    <a:pt x="224437" y="323915"/>
                  </a:lnTo>
                  <a:lnTo>
                    <a:pt x="229397" y="322016"/>
                  </a:lnTo>
                  <a:lnTo>
                    <a:pt x="234294" y="319961"/>
                  </a:lnTo>
                  <a:lnTo>
                    <a:pt x="239123" y="317751"/>
                  </a:lnTo>
                  <a:lnTo>
                    <a:pt x="243879" y="315388"/>
                  </a:lnTo>
                  <a:lnTo>
                    <a:pt x="248558" y="312876"/>
                  </a:lnTo>
                  <a:lnTo>
                    <a:pt x="253155" y="310217"/>
                  </a:lnTo>
                  <a:lnTo>
                    <a:pt x="257665" y="307412"/>
                  </a:lnTo>
                  <a:lnTo>
                    <a:pt x="262084" y="304466"/>
                  </a:lnTo>
                  <a:lnTo>
                    <a:pt x="266406" y="301381"/>
                  </a:lnTo>
                  <a:lnTo>
                    <a:pt x="270629" y="298160"/>
                  </a:lnTo>
                  <a:lnTo>
                    <a:pt x="274747" y="294807"/>
                  </a:lnTo>
                  <a:lnTo>
                    <a:pt x="278757" y="291325"/>
                  </a:lnTo>
                  <a:lnTo>
                    <a:pt x="282654" y="287717"/>
                  </a:lnTo>
                  <a:lnTo>
                    <a:pt x="286434" y="283987"/>
                  </a:lnTo>
                  <a:lnTo>
                    <a:pt x="290094" y="280138"/>
                  </a:lnTo>
                  <a:lnTo>
                    <a:pt x="293630" y="276176"/>
                  </a:lnTo>
                  <a:lnTo>
                    <a:pt x="297038" y="272103"/>
                  </a:lnTo>
                  <a:lnTo>
                    <a:pt x="300316" y="267924"/>
                  </a:lnTo>
                  <a:lnTo>
                    <a:pt x="303458" y="263643"/>
                  </a:lnTo>
                  <a:lnTo>
                    <a:pt x="306464" y="259264"/>
                  </a:lnTo>
                  <a:lnTo>
                    <a:pt x="309328" y="254792"/>
                  </a:lnTo>
                  <a:lnTo>
                    <a:pt x="312049" y="250232"/>
                  </a:lnTo>
                  <a:lnTo>
                    <a:pt x="314624" y="245587"/>
                  </a:lnTo>
                  <a:lnTo>
                    <a:pt x="317050" y="240863"/>
                  </a:lnTo>
                  <a:lnTo>
                    <a:pt x="319325" y="236064"/>
                  </a:lnTo>
                  <a:lnTo>
                    <a:pt x="321446" y="231195"/>
                  </a:lnTo>
                  <a:lnTo>
                    <a:pt x="323411" y="226261"/>
                  </a:lnTo>
                  <a:lnTo>
                    <a:pt x="325219" y="221268"/>
                  </a:lnTo>
                  <a:lnTo>
                    <a:pt x="326867" y="216219"/>
                  </a:lnTo>
                  <a:lnTo>
                    <a:pt x="328354" y="211121"/>
                  </a:lnTo>
                  <a:lnTo>
                    <a:pt x="329678" y="205978"/>
                  </a:lnTo>
                  <a:lnTo>
                    <a:pt x="330839" y="200795"/>
                  </a:lnTo>
                  <a:lnTo>
                    <a:pt x="331834" y="195579"/>
                  </a:lnTo>
                  <a:lnTo>
                    <a:pt x="332662" y="190333"/>
                  </a:lnTo>
                  <a:lnTo>
                    <a:pt x="333324" y="185064"/>
                  </a:lnTo>
                  <a:lnTo>
                    <a:pt x="333818" y="179776"/>
                  </a:lnTo>
                  <a:lnTo>
                    <a:pt x="334144" y="174475"/>
                  </a:lnTo>
                  <a:lnTo>
                    <a:pt x="334301" y="169167"/>
                  </a:lnTo>
                  <a:lnTo>
                    <a:pt x="334290" y="163856"/>
                  </a:lnTo>
                  <a:lnTo>
                    <a:pt x="334110" y="158548"/>
                  </a:lnTo>
                  <a:lnTo>
                    <a:pt x="333761" y="153249"/>
                  </a:lnTo>
                  <a:lnTo>
                    <a:pt x="333244" y="147963"/>
                  </a:lnTo>
                  <a:lnTo>
                    <a:pt x="332560" y="142697"/>
                  </a:lnTo>
                  <a:lnTo>
                    <a:pt x="331709" y="137455"/>
                  </a:lnTo>
                  <a:lnTo>
                    <a:pt x="330691" y="132242"/>
                  </a:lnTo>
                  <a:lnTo>
                    <a:pt x="329509" y="127065"/>
                  </a:lnTo>
                  <a:lnTo>
                    <a:pt x="328162" y="121928"/>
                  </a:lnTo>
                  <a:lnTo>
                    <a:pt x="326654" y="116836"/>
                  </a:lnTo>
                  <a:lnTo>
                    <a:pt x="324984" y="111794"/>
                  </a:lnTo>
                  <a:lnTo>
                    <a:pt x="323155" y="106809"/>
                  </a:lnTo>
                  <a:lnTo>
                    <a:pt x="321168" y="101883"/>
                  </a:lnTo>
                  <a:lnTo>
                    <a:pt x="319026" y="97024"/>
                  </a:lnTo>
                  <a:lnTo>
                    <a:pt x="316731" y="92235"/>
                  </a:lnTo>
                  <a:lnTo>
                    <a:pt x="314284" y="87521"/>
                  </a:lnTo>
                  <a:lnTo>
                    <a:pt x="311689" y="82887"/>
                  </a:lnTo>
                  <a:lnTo>
                    <a:pt x="308949" y="78338"/>
                  </a:lnTo>
                  <a:lnTo>
                    <a:pt x="306065" y="73879"/>
                  </a:lnTo>
                  <a:lnTo>
                    <a:pt x="303041" y="69513"/>
                  </a:lnTo>
                  <a:lnTo>
                    <a:pt x="299880" y="65245"/>
                  </a:lnTo>
                  <a:lnTo>
                    <a:pt x="296585" y="61081"/>
                  </a:lnTo>
                  <a:lnTo>
                    <a:pt x="293159" y="57022"/>
                  </a:lnTo>
                  <a:lnTo>
                    <a:pt x="289606" y="53075"/>
                  </a:lnTo>
                  <a:lnTo>
                    <a:pt x="285930" y="49243"/>
                  </a:lnTo>
                  <a:lnTo>
                    <a:pt x="282133" y="45529"/>
                  </a:lnTo>
                  <a:lnTo>
                    <a:pt x="278221" y="41938"/>
                  </a:lnTo>
                  <a:lnTo>
                    <a:pt x="274196" y="38473"/>
                  </a:lnTo>
                  <a:lnTo>
                    <a:pt x="270064" y="35137"/>
                  </a:lnTo>
                  <a:lnTo>
                    <a:pt x="265827" y="31935"/>
                  </a:lnTo>
                  <a:lnTo>
                    <a:pt x="261491" y="28868"/>
                  </a:lnTo>
                  <a:lnTo>
                    <a:pt x="257060" y="25941"/>
                  </a:lnTo>
                  <a:lnTo>
                    <a:pt x="252538" y="23156"/>
                  </a:lnTo>
                  <a:lnTo>
                    <a:pt x="247930" y="20516"/>
                  </a:lnTo>
                  <a:lnTo>
                    <a:pt x="243240" y="18024"/>
                  </a:lnTo>
                  <a:lnTo>
                    <a:pt x="238473" y="15682"/>
                  </a:lnTo>
                  <a:lnTo>
                    <a:pt x="233635" y="13493"/>
                  </a:lnTo>
                  <a:lnTo>
                    <a:pt x="228729" y="11459"/>
                  </a:lnTo>
                  <a:lnTo>
                    <a:pt x="223762" y="9581"/>
                  </a:lnTo>
                  <a:lnTo>
                    <a:pt x="218737" y="7862"/>
                  </a:lnTo>
                  <a:lnTo>
                    <a:pt x="213660" y="6304"/>
                  </a:lnTo>
                  <a:lnTo>
                    <a:pt x="208536" y="4907"/>
                  </a:lnTo>
                  <a:lnTo>
                    <a:pt x="203370" y="3674"/>
                  </a:lnTo>
                  <a:lnTo>
                    <a:pt x="198168" y="2606"/>
                  </a:lnTo>
                  <a:lnTo>
                    <a:pt x="192934" y="1704"/>
                  </a:lnTo>
                  <a:lnTo>
                    <a:pt x="187675" y="968"/>
                  </a:lnTo>
                  <a:lnTo>
                    <a:pt x="182395" y="400"/>
                  </a:lnTo>
                  <a:lnTo>
                    <a:pt x="177099" y="0"/>
                  </a:lnTo>
                  <a:lnTo>
                    <a:pt x="167150" y="1668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9949" cy="167167"/>
            </a:xfrm>
            <a:custGeom>
              <a:avLst/>
              <a:pathLst>
                <a:path w="9949" h="167167">
                  <a:moveTo>
                    <a:pt x="9949" y="29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2025-06-05T20:46:58Z</dcterms:modified>
  <cp:category/>
</cp:coreProperties>
</file>