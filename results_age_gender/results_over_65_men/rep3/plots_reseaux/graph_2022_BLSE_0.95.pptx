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32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2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45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62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2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28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61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946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9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28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459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75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113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764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2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56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69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77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2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22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73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2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2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946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49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84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2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2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2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2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2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2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2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24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22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562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69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61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78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29500" y="3170392"/>
              <a:ext cx="54279" cy="167167"/>
            </a:xfrm>
            <a:custGeom>
              <a:avLst/>
              <a:pathLst>
                <a:path w="54279" h="167167">
                  <a:moveTo>
                    <a:pt x="54279" y="0"/>
                  </a:moveTo>
                  <a:lnTo>
                    <a:pt x="48138" y="112"/>
                  </a:lnTo>
                  <a:lnTo>
                    <a:pt x="42005" y="451"/>
                  </a:lnTo>
                  <a:lnTo>
                    <a:pt x="35889" y="1014"/>
                  </a:lnTo>
                  <a:lnTo>
                    <a:pt x="29798" y="1802"/>
                  </a:lnTo>
                  <a:lnTo>
                    <a:pt x="23739" y="2813"/>
                  </a:lnTo>
                  <a:lnTo>
                    <a:pt x="17722" y="4046"/>
                  </a:lnTo>
                  <a:lnTo>
                    <a:pt x="11755" y="5499"/>
                  </a:lnTo>
                  <a:lnTo>
                    <a:pt x="5844" y="7170"/>
                  </a:lnTo>
                  <a:lnTo>
                    <a:pt x="0" y="9057"/>
                  </a:lnTo>
                  <a:lnTo>
                    <a:pt x="542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9500" y="3179450"/>
              <a:ext cx="54279" cy="158109"/>
            </a:xfrm>
            <a:custGeom>
              <a:avLst/>
              <a:pathLst>
                <a:path w="54279" h="158109">
                  <a:moveTo>
                    <a:pt x="0" y="0"/>
                  </a:moveTo>
                  <a:lnTo>
                    <a:pt x="54279" y="158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816615" y="3170517"/>
              <a:ext cx="334314" cy="334208"/>
            </a:xfrm>
            <a:custGeom>
              <a:avLst/>
              <a:pathLst>
                <a:path w="334314" h="334208">
                  <a:moveTo>
                    <a:pt x="112884" y="8932"/>
                  </a:moveTo>
                  <a:lnTo>
                    <a:pt x="107912" y="10727"/>
                  </a:lnTo>
                  <a:lnTo>
                    <a:pt x="102999" y="12679"/>
                  </a:lnTo>
                  <a:lnTo>
                    <a:pt x="98150" y="14785"/>
                  </a:lnTo>
                  <a:lnTo>
                    <a:pt x="93370" y="17043"/>
                  </a:lnTo>
                  <a:lnTo>
                    <a:pt x="88664" y="19451"/>
                  </a:lnTo>
                  <a:lnTo>
                    <a:pt x="84037" y="22007"/>
                  </a:lnTo>
                  <a:lnTo>
                    <a:pt x="79493" y="24708"/>
                  </a:lnTo>
                  <a:lnTo>
                    <a:pt x="75036" y="27552"/>
                  </a:lnTo>
                  <a:lnTo>
                    <a:pt x="70671" y="30534"/>
                  </a:lnTo>
                  <a:lnTo>
                    <a:pt x="66403" y="33654"/>
                  </a:lnTo>
                  <a:lnTo>
                    <a:pt x="62236" y="36906"/>
                  </a:lnTo>
                  <a:lnTo>
                    <a:pt x="58174" y="40289"/>
                  </a:lnTo>
                  <a:lnTo>
                    <a:pt x="54220" y="43798"/>
                  </a:lnTo>
                  <a:lnTo>
                    <a:pt x="50380" y="47431"/>
                  </a:lnTo>
                  <a:lnTo>
                    <a:pt x="46656" y="51184"/>
                  </a:lnTo>
                  <a:lnTo>
                    <a:pt x="43053" y="55052"/>
                  </a:lnTo>
                  <a:lnTo>
                    <a:pt x="39574" y="59032"/>
                  </a:lnTo>
                  <a:lnTo>
                    <a:pt x="36223" y="63120"/>
                  </a:lnTo>
                  <a:lnTo>
                    <a:pt x="33003" y="67313"/>
                  </a:lnTo>
                  <a:lnTo>
                    <a:pt x="29916" y="71605"/>
                  </a:lnTo>
                  <a:lnTo>
                    <a:pt x="26967" y="75992"/>
                  </a:lnTo>
                  <a:lnTo>
                    <a:pt x="24158" y="80470"/>
                  </a:lnTo>
                  <a:lnTo>
                    <a:pt x="21493" y="85035"/>
                  </a:lnTo>
                  <a:lnTo>
                    <a:pt x="18972" y="89682"/>
                  </a:lnTo>
                  <a:lnTo>
                    <a:pt x="16601" y="94407"/>
                  </a:lnTo>
                  <a:lnTo>
                    <a:pt x="14379" y="99204"/>
                  </a:lnTo>
                  <a:lnTo>
                    <a:pt x="12311" y="104069"/>
                  </a:lnTo>
                  <a:lnTo>
                    <a:pt x="10397" y="108996"/>
                  </a:lnTo>
                  <a:lnTo>
                    <a:pt x="8640" y="113982"/>
                  </a:lnTo>
                  <a:lnTo>
                    <a:pt x="7041" y="119021"/>
                  </a:lnTo>
                  <a:lnTo>
                    <a:pt x="5603" y="124108"/>
                  </a:lnTo>
                  <a:lnTo>
                    <a:pt x="4326" y="129238"/>
                  </a:lnTo>
                  <a:lnTo>
                    <a:pt x="3212" y="134406"/>
                  </a:lnTo>
                  <a:lnTo>
                    <a:pt x="2262" y="139606"/>
                  </a:lnTo>
                  <a:lnTo>
                    <a:pt x="1477" y="144834"/>
                  </a:lnTo>
                  <a:lnTo>
                    <a:pt x="858" y="150084"/>
                  </a:lnTo>
                  <a:lnTo>
                    <a:pt x="405" y="155351"/>
                  </a:lnTo>
                  <a:lnTo>
                    <a:pt x="119" y="160629"/>
                  </a:lnTo>
                  <a:lnTo>
                    <a:pt x="0" y="165914"/>
                  </a:lnTo>
                  <a:lnTo>
                    <a:pt x="47" y="171201"/>
                  </a:lnTo>
                  <a:lnTo>
                    <a:pt x="262" y="176483"/>
                  </a:lnTo>
                  <a:lnTo>
                    <a:pt x="644" y="181755"/>
                  </a:lnTo>
                  <a:lnTo>
                    <a:pt x="1193" y="187013"/>
                  </a:lnTo>
                  <a:lnTo>
                    <a:pt x="1907" y="192251"/>
                  </a:lnTo>
                  <a:lnTo>
                    <a:pt x="2787" y="197463"/>
                  </a:lnTo>
                  <a:lnTo>
                    <a:pt x="3831" y="202646"/>
                  </a:lnTo>
                  <a:lnTo>
                    <a:pt x="5039" y="207792"/>
                  </a:lnTo>
                  <a:lnTo>
                    <a:pt x="6408" y="212898"/>
                  </a:lnTo>
                  <a:lnTo>
                    <a:pt x="7939" y="217958"/>
                  </a:lnTo>
                  <a:lnTo>
                    <a:pt x="9628" y="222967"/>
                  </a:lnTo>
                  <a:lnTo>
                    <a:pt x="11475" y="227921"/>
                  </a:lnTo>
                  <a:lnTo>
                    <a:pt x="13478" y="232813"/>
                  </a:lnTo>
                  <a:lnTo>
                    <a:pt x="15634" y="237639"/>
                  </a:lnTo>
                  <a:lnTo>
                    <a:pt x="17942" y="242395"/>
                  </a:lnTo>
                  <a:lnTo>
                    <a:pt x="20400" y="247076"/>
                  </a:lnTo>
                  <a:lnTo>
                    <a:pt x="23004" y="251676"/>
                  </a:lnTo>
                  <a:lnTo>
                    <a:pt x="25752" y="256192"/>
                  </a:lnTo>
                  <a:lnTo>
                    <a:pt x="28641" y="260619"/>
                  </a:lnTo>
                  <a:lnTo>
                    <a:pt x="31670" y="264952"/>
                  </a:lnTo>
                  <a:lnTo>
                    <a:pt x="34833" y="269187"/>
                  </a:lnTo>
                  <a:lnTo>
                    <a:pt x="38129" y="273321"/>
                  </a:lnTo>
                  <a:lnTo>
                    <a:pt x="41554" y="277347"/>
                  </a:lnTo>
                  <a:lnTo>
                    <a:pt x="45105" y="281264"/>
                  </a:lnTo>
                  <a:lnTo>
                    <a:pt x="48777" y="285066"/>
                  </a:lnTo>
                  <a:lnTo>
                    <a:pt x="52568" y="288750"/>
                  </a:lnTo>
                  <a:lnTo>
                    <a:pt x="56474" y="292313"/>
                  </a:lnTo>
                  <a:lnTo>
                    <a:pt x="60490" y="295750"/>
                  </a:lnTo>
                  <a:lnTo>
                    <a:pt x="64613" y="299059"/>
                  </a:lnTo>
                  <a:lnTo>
                    <a:pt x="68839" y="302235"/>
                  </a:lnTo>
                  <a:lnTo>
                    <a:pt x="73163" y="305277"/>
                  </a:lnTo>
                  <a:lnTo>
                    <a:pt x="77581" y="308180"/>
                  </a:lnTo>
                  <a:lnTo>
                    <a:pt x="82088" y="310942"/>
                  </a:lnTo>
                  <a:lnTo>
                    <a:pt x="86681" y="313560"/>
                  </a:lnTo>
                  <a:lnTo>
                    <a:pt x="91354" y="316031"/>
                  </a:lnTo>
                  <a:lnTo>
                    <a:pt x="96103" y="318354"/>
                  </a:lnTo>
                  <a:lnTo>
                    <a:pt x="100923" y="320525"/>
                  </a:lnTo>
                  <a:lnTo>
                    <a:pt x="105809" y="322543"/>
                  </a:lnTo>
                  <a:lnTo>
                    <a:pt x="110756" y="324405"/>
                  </a:lnTo>
                  <a:lnTo>
                    <a:pt x="115760" y="326110"/>
                  </a:lnTo>
                  <a:lnTo>
                    <a:pt x="120815" y="327656"/>
                  </a:lnTo>
                  <a:lnTo>
                    <a:pt x="125917" y="329041"/>
                  </a:lnTo>
                  <a:lnTo>
                    <a:pt x="131060" y="330264"/>
                  </a:lnTo>
                  <a:lnTo>
                    <a:pt x="136239" y="331324"/>
                  </a:lnTo>
                  <a:lnTo>
                    <a:pt x="141449" y="332220"/>
                  </a:lnTo>
                  <a:lnTo>
                    <a:pt x="146685" y="332950"/>
                  </a:lnTo>
                  <a:lnTo>
                    <a:pt x="151941" y="333515"/>
                  </a:lnTo>
                  <a:lnTo>
                    <a:pt x="157212" y="333913"/>
                  </a:lnTo>
                  <a:lnTo>
                    <a:pt x="162494" y="334144"/>
                  </a:lnTo>
                  <a:lnTo>
                    <a:pt x="167780" y="334208"/>
                  </a:lnTo>
                  <a:lnTo>
                    <a:pt x="173065" y="334105"/>
                  </a:lnTo>
                  <a:lnTo>
                    <a:pt x="178344" y="333835"/>
                  </a:lnTo>
                  <a:lnTo>
                    <a:pt x="183613" y="333398"/>
                  </a:lnTo>
                  <a:lnTo>
                    <a:pt x="188865" y="332795"/>
                  </a:lnTo>
                  <a:lnTo>
                    <a:pt x="194095" y="332026"/>
                  </a:lnTo>
                  <a:lnTo>
                    <a:pt x="199298" y="331092"/>
                  </a:lnTo>
                  <a:lnTo>
                    <a:pt x="204469" y="329993"/>
                  </a:lnTo>
                  <a:lnTo>
                    <a:pt x="209603" y="328732"/>
                  </a:lnTo>
                  <a:lnTo>
                    <a:pt x="214694" y="327310"/>
                  </a:lnTo>
                  <a:lnTo>
                    <a:pt x="219738" y="325727"/>
                  </a:lnTo>
                  <a:lnTo>
                    <a:pt x="224729" y="323985"/>
                  </a:lnTo>
                  <a:lnTo>
                    <a:pt x="229663" y="322086"/>
                  </a:lnTo>
                  <a:lnTo>
                    <a:pt x="234534" y="320032"/>
                  </a:lnTo>
                  <a:lnTo>
                    <a:pt x="239338" y="317826"/>
                  </a:lnTo>
                  <a:lnTo>
                    <a:pt x="244069" y="315468"/>
                  </a:lnTo>
                  <a:lnTo>
                    <a:pt x="248724" y="312962"/>
                  </a:lnTo>
                  <a:lnTo>
                    <a:pt x="253297" y="310310"/>
                  </a:lnTo>
                  <a:lnTo>
                    <a:pt x="257784" y="307515"/>
                  </a:lnTo>
                  <a:lnTo>
                    <a:pt x="262180" y="304580"/>
                  </a:lnTo>
                  <a:lnTo>
                    <a:pt x="266482" y="301507"/>
                  </a:lnTo>
                  <a:lnTo>
                    <a:pt x="270684" y="298299"/>
                  </a:lnTo>
                  <a:lnTo>
                    <a:pt x="274782" y="294960"/>
                  </a:lnTo>
                  <a:lnTo>
                    <a:pt x="278773" y="291493"/>
                  </a:lnTo>
                  <a:lnTo>
                    <a:pt x="282652" y="287902"/>
                  </a:lnTo>
                  <a:lnTo>
                    <a:pt x="286416" y="284190"/>
                  </a:lnTo>
                  <a:lnTo>
                    <a:pt x="290061" y="280361"/>
                  </a:lnTo>
                  <a:lnTo>
                    <a:pt x="293582" y="276418"/>
                  </a:lnTo>
                  <a:lnTo>
                    <a:pt x="296977" y="272366"/>
                  </a:lnTo>
                  <a:lnTo>
                    <a:pt x="300243" y="268209"/>
                  </a:lnTo>
                  <a:lnTo>
                    <a:pt x="303375" y="263950"/>
                  </a:lnTo>
                  <a:lnTo>
                    <a:pt x="306371" y="259595"/>
                  </a:lnTo>
                  <a:lnTo>
                    <a:pt x="309228" y="255147"/>
                  </a:lnTo>
                  <a:lnTo>
                    <a:pt x="311943" y="250611"/>
                  </a:lnTo>
                  <a:lnTo>
                    <a:pt x="314513" y="245991"/>
                  </a:lnTo>
                  <a:lnTo>
                    <a:pt x="316935" y="241293"/>
                  </a:lnTo>
                  <a:lnTo>
                    <a:pt x="319208" y="236520"/>
                  </a:lnTo>
                  <a:lnTo>
                    <a:pt x="321329" y="231678"/>
                  </a:lnTo>
                  <a:lnTo>
                    <a:pt x="323296" y="226771"/>
                  </a:lnTo>
                  <a:lnTo>
                    <a:pt x="325106" y="221804"/>
                  </a:lnTo>
                  <a:lnTo>
                    <a:pt x="326759" y="216783"/>
                  </a:lnTo>
                  <a:lnTo>
                    <a:pt x="328252" y="211711"/>
                  </a:lnTo>
                  <a:lnTo>
                    <a:pt x="329584" y="206596"/>
                  </a:lnTo>
                  <a:lnTo>
                    <a:pt x="330753" y="201440"/>
                  </a:lnTo>
                  <a:lnTo>
                    <a:pt x="331759" y="196250"/>
                  </a:lnTo>
                  <a:lnTo>
                    <a:pt x="332600" y="191031"/>
                  </a:lnTo>
                  <a:lnTo>
                    <a:pt x="333276" y="185788"/>
                  </a:lnTo>
                  <a:lnTo>
                    <a:pt x="333786" y="180527"/>
                  </a:lnTo>
                  <a:lnTo>
                    <a:pt x="334129" y="175251"/>
                  </a:lnTo>
                  <a:lnTo>
                    <a:pt x="334305" y="169968"/>
                  </a:lnTo>
                  <a:lnTo>
                    <a:pt x="334314" y="164682"/>
                  </a:lnTo>
                  <a:lnTo>
                    <a:pt x="334156" y="159398"/>
                  </a:lnTo>
                  <a:lnTo>
                    <a:pt x="333831" y="154121"/>
                  </a:lnTo>
                  <a:lnTo>
                    <a:pt x="333339" y="148858"/>
                  </a:lnTo>
                  <a:lnTo>
                    <a:pt x="332681" y="143613"/>
                  </a:lnTo>
                  <a:lnTo>
                    <a:pt x="331857" y="138391"/>
                  </a:lnTo>
                  <a:lnTo>
                    <a:pt x="330869" y="133198"/>
                  </a:lnTo>
                  <a:lnTo>
                    <a:pt x="329717" y="128038"/>
                  </a:lnTo>
                  <a:lnTo>
                    <a:pt x="328402" y="122918"/>
                  </a:lnTo>
                  <a:lnTo>
                    <a:pt x="326926" y="117842"/>
                  </a:lnTo>
                  <a:lnTo>
                    <a:pt x="325291" y="112815"/>
                  </a:lnTo>
                  <a:lnTo>
                    <a:pt x="323497" y="107842"/>
                  </a:lnTo>
                  <a:lnTo>
                    <a:pt x="321547" y="102928"/>
                  </a:lnTo>
                  <a:lnTo>
                    <a:pt x="319443" y="98079"/>
                  </a:lnTo>
                  <a:lnTo>
                    <a:pt x="317186" y="93298"/>
                  </a:lnTo>
                  <a:lnTo>
                    <a:pt x="314779" y="88592"/>
                  </a:lnTo>
                  <a:lnTo>
                    <a:pt x="312225" y="83963"/>
                  </a:lnTo>
                  <a:lnTo>
                    <a:pt x="309526" y="79418"/>
                  </a:lnTo>
                  <a:lnTo>
                    <a:pt x="306684" y="74961"/>
                  </a:lnTo>
                  <a:lnTo>
                    <a:pt x="303702" y="70595"/>
                  </a:lnTo>
                  <a:lnTo>
                    <a:pt x="300585" y="66326"/>
                  </a:lnTo>
                  <a:lnTo>
                    <a:pt x="297333" y="62158"/>
                  </a:lnTo>
                  <a:lnTo>
                    <a:pt x="293952" y="58094"/>
                  </a:lnTo>
                  <a:lnTo>
                    <a:pt x="290444" y="54140"/>
                  </a:lnTo>
                  <a:lnTo>
                    <a:pt x="286812" y="50298"/>
                  </a:lnTo>
                  <a:lnTo>
                    <a:pt x="283061" y="46573"/>
                  </a:lnTo>
                  <a:lnTo>
                    <a:pt x="279194" y="42969"/>
                  </a:lnTo>
                  <a:lnTo>
                    <a:pt x="275215" y="39489"/>
                  </a:lnTo>
                  <a:lnTo>
                    <a:pt x="271128" y="36136"/>
                  </a:lnTo>
                  <a:lnTo>
                    <a:pt x="266936" y="32914"/>
                  </a:lnTo>
                  <a:lnTo>
                    <a:pt x="262646" y="29826"/>
                  </a:lnTo>
                  <a:lnTo>
                    <a:pt x="258259" y="26876"/>
                  </a:lnTo>
                  <a:lnTo>
                    <a:pt x="253782" y="24066"/>
                  </a:lnTo>
                  <a:lnTo>
                    <a:pt x="249218" y="21398"/>
                  </a:lnTo>
                  <a:lnTo>
                    <a:pt x="244571" y="18877"/>
                  </a:lnTo>
                  <a:lnTo>
                    <a:pt x="239848" y="16503"/>
                  </a:lnTo>
                  <a:lnTo>
                    <a:pt x="235051" y="14280"/>
                  </a:lnTo>
                  <a:lnTo>
                    <a:pt x="230187" y="12210"/>
                  </a:lnTo>
                  <a:lnTo>
                    <a:pt x="225260" y="10295"/>
                  </a:lnTo>
                  <a:lnTo>
                    <a:pt x="220275" y="8536"/>
                  </a:lnTo>
                  <a:lnTo>
                    <a:pt x="215236" y="6936"/>
                  </a:lnTo>
                  <a:lnTo>
                    <a:pt x="210150" y="5496"/>
                  </a:lnTo>
                  <a:lnTo>
                    <a:pt x="205021" y="4217"/>
                  </a:lnTo>
                  <a:lnTo>
                    <a:pt x="199853" y="3102"/>
                  </a:lnTo>
                  <a:lnTo>
                    <a:pt x="194653" y="2150"/>
                  </a:lnTo>
                  <a:lnTo>
                    <a:pt x="189426" y="1363"/>
                  </a:lnTo>
                  <a:lnTo>
                    <a:pt x="184176" y="742"/>
                  </a:lnTo>
                  <a:lnTo>
                    <a:pt x="178909" y="288"/>
                  </a:lnTo>
                  <a:lnTo>
                    <a:pt x="173631" y="0"/>
                  </a:lnTo>
                  <a:lnTo>
                    <a:pt x="167163" y="167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83779" y="3170392"/>
              <a:ext cx="6467" cy="167167"/>
            </a:xfrm>
            <a:custGeom>
              <a:avLst/>
              <a:pathLst>
                <a:path w="6467" h="167167">
                  <a:moveTo>
                    <a:pt x="6467" y="1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51861" y="2633064"/>
              <a:ext cx="167149" cy="180972"/>
            </a:xfrm>
            <a:custGeom>
              <a:avLst/>
              <a:pathLst>
                <a:path w="167149" h="180972">
                  <a:moveTo>
                    <a:pt x="167149" y="0"/>
                  </a:moveTo>
                  <a:lnTo>
                    <a:pt x="161730" y="87"/>
                  </a:lnTo>
                  <a:lnTo>
                    <a:pt x="156317" y="351"/>
                  </a:lnTo>
                  <a:lnTo>
                    <a:pt x="150916" y="790"/>
                  </a:lnTo>
                  <a:lnTo>
                    <a:pt x="145531" y="1403"/>
                  </a:lnTo>
                  <a:lnTo>
                    <a:pt x="140169" y="2191"/>
                  </a:lnTo>
                  <a:lnTo>
                    <a:pt x="134835" y="3152"/>
                  </a:lnTo>
                  <a:lnTo>
                    <a:pt x="129536" y="4286"/>
                  </a:lnTo>
                  <a:lnTo>
                    <a:pt x="124276" y="5591"/>
                  </a:lnTo>
                  <a:lnTo>
                    <a:pt x="119061" y="7066"/>
                  </a:lnTo>
                  <a:lnTo>
                    <a:pt x="113896" y="8708"/>
                  </a:lnTo>
                  <a:lnTo>
                    <a:pt x="108788" y="10518"/>
                  </a:lnTo>
                  <a:lnTo>
                    <a:pt x="103741" y="12492"/>
                  </a:lnTo>
                  <a:lnTo>
                    <a:pt x="98760" y="14629"/>
                  </a:lnTo>
                  <a:lnTo>
                    <a:pt x="93852" y="16926"/>
                  </a:lnTo>
                  <a:lnTo>
                    <a:pt x="89020" y="19381"/>
                  </a:lnTo>
                  <a:lnTo>
                    <a:pt x="84270" y="21991"/>
                  </a:lnTo>
                  <a:lnTo>
                    <a:pt x="79608" y="24754"/>
                  </a:lnTo>
                  <a:lnTo>
                    <a:pt x="75038" y="27666"/>
                  </a:lnTo>
                  <a:lnTo>
                    <a:pt x="70564" y="30725"/>
                  </a:lnTo>
                  <a:lnTo>
                    <a:pt x="66192" y="33928"/>
                  </a:lnTo>
                  <a:lnTo>
                    <a:pt x="61926" y="37270"/>
                  </a:lnTo>
                  <a:lnTo>
                    <a:pt x="57771" y="40750"/>
                  </a:lnTo>
                  <a:lnTo>
                    <a:pt x="53731" y="44362"/>
                  </a:lnTo>
                  <a:lnTo>
                    <a:pt x="49809" y="48103"/>
                  </a:lnTo>
                  <a:lnTo>
                    <a:pt x="46011" y="51969"/>
                  </a:lnTo>
                  <a:lnTo>
                    <a:pt x="42341" y="55956"/>
                  </a:lnTo>
                  <a:lnTo>
                    <a:pt x="38802" y="60060"/>
                  </a:lnTo>
                  <a:lnTo>
                    <a:pt x="35397" y="64277"/>
                  </a:lnTo>
                  <a:lnTo>
                    <a:pt x="32131" y="68602"/>
                  </a:lnTo>
                  <a:lnTo>
                    <a:pt x="29007" y="73030"/>
                  </a:lnTo>
                  <a:lnTo>
                    <a:pt x="26028" y="77558"/>
                  </a:lnTo>
                  <a:lnTo>
                    <a:pt x="23198" y="82179"/>
                  </a:lnTo>
                  <a:lnTo>
                    <a:pt x="20518" y="86890"/>
                  </a:lnTo>
                  <a:lnTo>
                    <a:pt x="17993" y="91685"/>
                  </a:lnTo>
                  <a:lnTo>
                    <a:pt x="15625" y="96560"/>
                  </a:lnTo>
                  <a:lnTo>
                    <a:pt x="13416" y="101509"/>
                  </a:lnTo>
                  <a:lnTo>
                    <a:pt x="11368" y="106526"/>
                  </a:lnTo>
                  <a:lnTo>
                    <a:pt x="9484" y="111608"/>
                  </a:lnTo>
                  <a:lnTo>
                    <a:pt x="7766" y="116748"/>
                  </a:lnTo>
                  <a:lnTo>
                    <a:pt x="6216" y="121941"/>
                  </a:lnTo>
                  <a:lnTo>
                    <a:pt x="4834" y="127181"/>
                  </a:lnTo>
                  <a:lnTo>
                    <a:pt x="3623" y="132464"/>
                  </a:lnTo>
                  <a:lnTo>
                    <a:pt x="2584" y="137783"/>
                  </a:lnTo>
                  <a:lnTo>
                    <a:pt x="1718" y="143133"/>
                  </a:lnTo>
                  <a:lnTo>
                    <a:pt x="1026" y="148508"/>
                  </a:lnTo>
                  <a:lnTo>
                    <a:pt x="509" y="153903"/>
                  </a:lnTo>
                  <a:lnTo>
                    <a:pt x="166" y="159311"/>
                  </a:lnTo>
                  <a:lnTo>
                    <a:pt x="0" y="164728"/>
                  </a:lnTo>
                  <a:lnTo>
                    <a:pt x="8" y="170148"/>
                  </a:lnTo>
                  <a:lnTo>
                    <a:pt x="193" y="175564"/>
                  </a:lnTo>
                  <a:lnTo>
                    <a:pt x="553" y="18097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414" y="2800231"/>
              <a:ext cx="166596" cy="13804"/>
            </a:xfrm>
            <a:custGeom>
              <a:avLst/>
              <a:pathLst>
                <a:path w="166596" h="13804">
                  <a:moveTo>
                    <a:pt x="0" y="13804"/>
                  </a:moveTo>
                  <a:lnTo>
                    <a:pt x="16659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414" y="2652380"/>
              <a:ext cx="333763" cy="315009"/>
            </a:xfrm>
            <a:custGeom>
              <a:avLst/>
              <a:pathLst>
                <a:path w="333763" h="315009">
                  <a:moveTo>
                    <a:pt x="0" y="161655"/>
                  </a:moveTo>
                  <a:lnTo>
                    <a:pt x="524" y="166958"/>
                  </a:lnTo>
                  <a:lnTo>
                    <a:pt x="1218" y="172241"/>
                  </a:lnTo>
                  <a:lnTo>
                    <a:pt x="2079" y="177500"/>
                  </a:lnTo>
                  <a:lnTo>
                    <a:pt x="3108" y="182729"/>
                  </a:lnTo>
                  <a:lnTo>
                    <a:pt x="4302" y="187922"/>
                  </a:lnTo>
                  <a:lnTo>
                    <a:pt x="5662" y="193075"/>
                  </a:lnTo>
                  <a:lnTo>
                    <a:pt x="7185" y="198181"/>
                  </a:lnTo>
                  <a:lnTo>
                    <a:pt x="8870" y="203236"/>
                  </a:lnTo>
                  <a:lnTo>
                    <a:pt x="10716" y="208236"/>
                  </a:lnTo>
                  <a:lnTo>
                    <a:pt x="12720" y="213173"/>
                  </a:lnTo>
                  <a:lnTo>
                    <a:pt x="14880" y="218045"/>
                  </a:lnTo>
                  <a:lnTo>
                    <a:pt x="17194" y="222845"/>
                  </a:lnTo>
                  <a:lnTo>
                    <a:pt x="19661" y="227568"/>
                  </a:lnTo>
                  <a:lnTo>
                    <a:pt x="22276" y="232211"/>
                  </a:lnTo>
                  <a:lnTo>
                    <a:pt x="25038" y="236768"/>
                  </a:lnTo>
                  <a:lnTo>
                    <a:pt x="27944" y="241235"/>
                  </a:lnTo>
                  <a:lnTo>
                    <a:pt x="30991" y="245607"/>
                  </a:lnTo>
                  <a:lnTo>
                    <a:pt x="34176" y="249879"/>
                  </a:lnTo>
                  <a:lnTo>
                    <a:pt x="37495" y="254048"/>
                  </a:lnTo>
                  <a:lnTo>
                    <a:pt x="40946" y="258109"/>
                  </a:lnTo>
                  <a:lnTo>
                    <a:pt x="44524" y="262058"/>
                  </a:lnTo>
                  <a:lnTo>
                    <a:pt x="48226" y="265891"/>
                  </a:lnTo>
                  <a:lnTo>
                    <a:pt x="52049" y="269604"/>
                  </a:lnTo>
                  <a:lnTo>
                    <a:pt x="55987" y="273193"/>
                  </a:lnTo>
                  <a:lnTo>
                    <a:pt x="60039" y="276655"/>
                  </a:lnTo>
                  <a:lnTo>
                    <a:pt x="64198" y="279985"/>
                  </a:lnTo>
                  <a:lnTo>
                    <a:pt x="68462" y="283182"/>
                  </a:lnTo>
                  <a:lnTo>
                    <a:pt x="72825" y="286241"/>
                  </a:lnTo>
                  <a:lnTo>
                    <a:pt x="77284" y="289160"/>
                  </a:lnTo>
                  <a:lnTo>
                    <a:pt x="81833" y="291934"/>
                  </a:lnTo>
                  <a:lnTo>
                    <a:pt x="86469" y="294563"/>
                  </a:lnTo>
                  <a:lnTo>
                    <a:pt x="91186" y="297042"/>
                  </a:lnTo>
                  <a:lnTo>
                    <a:pt x="95979" y="299370"/>
                  </a:lnTo>
                  <a:lnTo>
                    <a:pt x="100844" y="301544"/>
                  </a:lnTo>
                  <a:lnTo>
                    <a:pt x="105777" y="303562"/>
                  </a:lnTo>
                  <a:lnTo>
                    <a:pt x="110771" y="305421"/>
                  </a:lnTo>
                  <a:lnTo>
                    <a:pt x="115821" y="307120"/>
                  </a:lnTo>
                  <a:lnTo>
                    <a:pt x="120923" y="308658"/>
                  </a:lnTo>
                  <a:lnTo>
                    <a:pt x="126072" y="310032"/>
                  </a:lnTo>
                  <a:lnTo>
                    <a:pt x="131262" y="311241"/>
                  </a:lnTo>
                  <a:lnTo>
                    <a:pt x="136488" y="312284"/>
                  </a:lnTo>
                  <a:lnTo>
                    <a:pt x="141744" y="313160"/>
                  </a:lnTo>
                  <a:lnTo>
                    <a:pt x="147026" y="313868"/>
                  </a:lnTo>
                  <a:lnTo>
                    <a:pt x="152327" y="314408"/>
                  </a:lnTo>
                  <a:lnTo>
                    <a:pt x="157643" y="314778"/>
                  </a:lnTo>
                  <a:lnTo>
                    <a:pt x="162968" y="314978"/>
                  </a:lnTo>
                  <a:lnTo>
                    <a:pt x="168297" y="315009"/>
                  </a:lnTo>
                  <a:lnTo>
                    <a:pt x="173624" y="314870"/>
                  </a:lnTo>
                  <a:lnTo>
                    <a:pt x="178944" y="314561"/>
                  </a:lnTo>
                  <a:lnTo>
                    <a:pt x="184251" y="314083"/>
                  </a:lnTo>
                  <a:lnTo>
                    <a:pt x="189541" y="313436"/>
                  </a:lnTo>
                  <a:lnTo>
                    <a:pt x="194807" y="312620"/>
                  </a:lnTo>
                  <a:lnTo>
                    <a:pt x="200044" y="311637"/>
                  </a:lnTo>
                  <a:lnTo>
                    <a:pt x="205248" y="310488"/>
                  </a:lnTo>
                  <a:lnTo>
                    <a:pt x="210412" y="309173"/>
                  </a:lnTo>
                  <a:lnTo>
                    <a:pt x="215531" y="307695"/>
                  </a:lnTo>
                  <a:lnTo>
                    <a:pt x="220601" y="306054"/>
                  </a:lnTo>
                  <a:lnTo>
                    <a:pt x="225616" y="304252"/>
                  </a:lnTo>
                  <a:lnTo>
                    <a:pt x="230571" y="302292"/>
                  </a:lnTo>
                  <a:lnTo>
                    <a:pt x="235461" y="300174"/>
                  </a:lnTo>
                  <a:lnTo>
                    <a:pt x="240281" y="297902"/>
                  </a:lnTo>
                  <a:lnTo>
                    <a:pt x="245027" y="295477"/>
                  </a:lnTo>
                  <a:lnTo>
                    <a:pt x="249692" y="292902"/>
                  </a:lnTo>
                  <a:lnTo>
                    <a:pt x="254273" y="290180"/>
                  </a:lnTo>
                  <a:lnTo>
                    <a:pt x="258765" y="287313"/>
                  </a:lnTo>
                  <a:lnTo>
                    <a:pt x="263163" y="284304"/>
                  </a:lnTo>
                  <a:lnTo>
                    <a:pt x="267464" y="281157"/>
                  </a:lnTo>
                  <a:lnTo>
                    <a:pt x="271661" y="277874"/>
                  </a:lnTo>
                  <a:lnTo>
                    <a:pt x="275752" y="274460"/>
                  </a:lnTo>
                  <a:lnTo>
                    <a:pt x="279732" y="270916"/>
                  </a:lnTo>
                  <a:lnTo>
                    <a:pt x="283597" y="267247"/>
                  </a:lnTo>
                  <a:lnTo>
                    <a:pt x="287343" y="263458"/>
                  </a:lnTo>
                  <a:lnTo>
                    <a:pt x="290967" y="259550"/>
                  </a:lnTo>
                  <a:lnTo>
                    <a:pt x="294464" y="255529"/>
                  </a:lnTo>
                  <a:lnTo>
                    <a:pt x="297831" y="251399"/>
                  </a:lnTo>
                  <a:lnTo>
                    <a:pt x="301065" y="247164"/>
                  </a:lnTo>
                  <a:lnTo>
                    <a:pt x="304162" y="242827"/>
                  </a:lnTo>
                  <a:lnTo>
                    <a:pt x="307119" y="238394"/>
                  </a:lnTo>
                  <a:lnTo>
                    <a:pt x="309934" y="233869"/>
                  </a:lnTo>
                  <a:lnTo>
                    <a:pt x="312603" y="229257"/>
                  </a:lnTo>
                  <a:lnTo>
                    <a:pt x="315123" y="224562"/>
                  </a:lnTo>
                  <a:lnTo>
                    <a:pt x="317493" y="219789"/>
                  </a:lnTo>
                  <a:lnTo>
                    <a:pt x="319709" y="214943"/>
                  </a:lnTo>
                  <a:lnTo>
                    <a:pt x="321770" y="210028"/>
                  </a:lnTo>
                  <a:lnTo>
                    <a:pt x="323673" y="205051"/>
                  </a:lnTo>
                  <a:lnTo>
                    <a:pt x="325416" y="200015"/>
                  </a:lnTo>
                  <a:lnTo>
                    <a:pt x="326998" y="194927"/>
                  </a:lnTo>
                  <a:lnTo>
                    <a:pt x="328417" y="189790"/>
                  </a:lnTo>
                  <a:lnTo>
                    <a:pt x="329671" y="184611"/>
                  </a:lnTo>
                  <a:lnTo>
                    <a:pt x="330760" y="179395"/>
                  </a:lnTo>
                  <a:lnTo>
                    <a:pt x="331682" y="174146"/>
                  </a:lnTo>
                  <a:lnTo>
                    <a:pt x="332437" y="168871"/>
                  </a:lnTo>
                  <a:lnTo>
                    <a:pt x="333022" y="163575"/>
                  </a:lnTo>
                  <a:lnTo>
                    <a:pt x="333439" y="158262"/>
                  </a:lnTo>
                  <a:lnTo>
                    <a:pt x="333686" y="152939"/>
                  </a:lnTo>
                  <a:lnTo>
                    <a:pt x="333763" y="147611"/>
                  </a:lnTo>
                  <a:lnTo>
                    <a:pt x="333671" y="142283"/>
                  </a:lnTo>
                  <a:lnTo>
                    <a:pt x="333408" y="136960"/>
                  </a:lnTo>
                  <a:lnTo>
                    <a:pt x="332976" y="131649"/>
                  </a:lnTo>
                  <a:lnTo>
                    <a:pt x="332376" y="126354"/>
                  </a:lnTo>
                  <a:lnTo>
                    <a:pt x="331606" y="121081"/>
                  </a:lnTo>
                  <a:lnTo>
                    <a:pt x="330669" y="115835"/>
                  </a:lnTo>
                  <a:lnTo>
                    <a:pt x="329565" y="110622"/>
                  </a:lnTo>
                  <a:lnTo>
                    <a:pt x="328296" y="105446"/>
                  </a:lnTo>
                  <a:lnTo>
                    <a:pt x="326862" y="100314"/>
                  </a:lnTo>
                  <a:lnTo>
                    <a:pt x="325266" y="95230"/>
                  </a:lnTo>
                  <a:lnTo>
                    <a:pt x="323508" y="90199"/>
                  </a:lnTo>
                  <a:lnTo>
                    <a:pt x="321591" y="85227"/>
                  </a:lnTo>
                  <a:lnTo>
                    <a:pt x="319516" y="80319"/>
                  </a:lnTo>
                  <a:lnTo>
                    <a:pt x="317286" y="75479"/>
                  </a:lnTo>
                  <a:lnTo>
                    <a:pt x="314902" y="70713"/>
                  </a:lnTo>
                  <a:lnTo>
                    <a:pt x="312368" y="66025"/>
                  </a:lnTo>
                  <a:lnTo>
                    <a:pt x="309686" y="61421"/>
                  </a:lnTo>
                  <a:lnTo>
                    <a:pt x="306859" y="56904"/>
                  </a:lnTo>
                  <a:lnTo>
                    <a:pt x="303889" y="52479"/>
                  </a:lnTo>
                  <a:lnTo>
                    <a:pt x="300779" y="48152"/>
                  </a:lnTo>
                  <a:lnTo>
                    <a:pt x="297533" y="43926"/>
                  </a:lnTo>
                  <a:lnTo>
                    <a:pt x="294154" y="39805"/>
                  </a:lnTo>
                  <a:lnTo>
                    <a:pt x="290646" y="35794"/>
                  </a:lnTo>
                  <a:lnTo>
                    <a:pt x="287011" y="31897"/>
                  </a:lnTo>
                  <a:lnTo>
                    <a:pt x="283254" y="28118"/>
                  </a:lnTo>
                  <a:lnTo>
                    <a:pt x="279379" y="24461"/>
                  </a:lnTo>
                  <a:lnTo>
                    <a:pt x="275389" y="20929"/>
                  </a:lnTo>
                  <a:lnTo>
                    <a:pt x="271288" y="17526"/>
                  </a:lnTo>
                  <a:lnTo>
                    <a:pt x="267081" y="14255"/>
                  </a:lnTo>
                  <a:lnTo>
                    <a:pt x="262772" y="11120"/>
                  </a:lnTo>
                  <a:lnTo>
                    <a:pt x="258365" y="8124"/>
                  </a:lnTo>
                  <a:lnTo>
                    <a:pt x="253865" y="5270"/>
                  </a:lnTo>
                  <a:lnTo>
                    <a:pt x="249276" y="2561"/>
                  </a:lnTo>
                  <a:lnTo>
                    <a:pt x="244603" y="0"/>
                  </a:lnTo>
                  <a:lnTo>
                    <a:pt x="166596" y="1478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919011" y="2633064"/>
              <a:ext cx="78006" cy="167167"/>
            </a:xfrm>
            <a:custGeom>
              <a:avLst/>
              <a:pathLst>
                <a:path w="78006" h="167167">
                  <a:moveTo>
                    <a:pt x="78006" y="19316"/>
                  </a:moveTo>
                  <a:lnTo>
                    <a:pt x="72833" y="16700"/>
                  </a:lnTo>
                  <a:lnTo>
                    <a:pt x="67573" y="14266"/>
                  </a:lnTo>
                  <a:lnTo>
                    <a:pt x="62231" y="12015"/>
                  </a:lnTo>
                  <a:lnTo>
                    <a:pt x="56814" y="9950"/>
                  </a:lnTo>
                  <a:lnTo>
                    <a:pt x="51329" y="8075"/>
                  </a:lnTo>
                  <a:lnTo>
                    <a:pt x="45783" y="6391"/>
                  </a:lnTo>
                  <a:lnTo>
                    <a:pt x="40181" y="4900"/>
                  </a:lnTo>
                  <a:lnTo>
                    <a:pt x="34531" y="3605"/>
                  </a:lnTo>
                  <a:lnTo>
                    <a:pt x="28839" y="2506"/>
                  </a:lnTo>
                  <a:lnTo>
                    <a:pt x="23113" y="1605"/>
                  </a:lnTo>
                  <a:lnTo>
                    <a:pt x="17359" y="903"/>
                  </a:lnTo>
                  <a:lnTo>
                    <a:pt x="11584" y="401"/>
                  </a:lnTo>
                  <a:lnTo>
                    <a:pt x="5795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67021" y="2126963"/>
              <a:ext cx="61450" cy="167167"/>
            </a:xfrm>
            <a:custGeom>
              <a:avLst/>
              <a:pathLst>
                <a:path w="61450" h="167167">
                  <a:moveTo>
                    <a:pt x="61450" y="0"/>
                  </a:moveTo>
                  <a:lnTo>
                    <a:pt x="55159" y="118"/>
                  </a:lnTo>
                  <a:lnTo>
                    <a:pt x="48877" y="473"/>
                  </a:lnTo>
                  <a:lnTo>
                    <a:pt x="42613" y="1064"/>
                  </a:lnTo>
                  <a:lnTo>
                    <a:pt x="36375" y="1891"/>
                  </a:lnTo>
                  <a:lnTo>
                    <a:pt x="30173" y="2952"/>
                  </a:lnTo>
                  <a:lnTo>
                    <a:pt x="24015" y="4245"/>
                  </a:lnTo>
                  <a:lnTo>
                    <a:pt x="17910" y="5769"/>
                  </a:lnTo>
                  <a:lnTo>
                    <a:pt x="11867" y="7522"/>
                  </a:lnTo>
                  <a:lnTo>
                    <a:pt x="5894" y="9501"/>
                  </a:lnTo>
                  <a:lnTo>
                    <a:pt x="0" y="11704"/>
                  </a:lnTo>
                  <a:lnTo>
                    <a:pt x="6145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67021" y="2138668"/>
              <a:ext cx="61450" cy="155462"/>
            </a:xfrm>
            <a:custGeom>
              <a:avLst/>
              <a:pathLst>
                <a:path w="61450" h="155462">
                  <a:moveTo>
                    <a:pt x="0" y="0"/>
                  </a:moveTo>
                  <a:lnTo>
                    <a:pt x="61450" y="1554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561309" y="2138668"/>
              <a:ext cx="167163" cy="288813"/>
            </a:xfrm>
            <a:custGeom>
              <a:avLst/>
              <a:pathLst>
                <a:path w="167163" h="288813">
                  <a:moveTo>
                    <a:pt x="105712" y="0"/>
                  </a:moveTo>
                  <a:lnTo>
                    <a:pt x="100756" y="2051"/>
                  </a:lnTo>
                  <a:lnTo>
                    <a:pt x="95868" y="4261"/>
                  </a:lnTo>
                  <a:lnTo>
                    <a:pt x="91054" y="6626"/>
                  </a:lnTo>
                  <a:lnTo>
                    <a:pt x="86318" y="9144"/>
                  </a:lnTo>
                  <a:lnTo>
                    <a:pt x="81665" y="11813"/>
                  </a:lnTo>
                  <a:lnTo>
                    <a:pt x="77100" y="14630"/>
                  </a:lnTo>
                  <a:lnTo>
                    <a:pt x="72628" y="17592"/>
                  </a:lnTo>
                  <a:lnTo>
                    <a:pt x="68254" y="20696"/>
                  </a:lnTo>
                  <a:lnTo>
                    <a:pt x="63981" y="23939"/>
                  </a:lnTo>
                  <a:lnTo>
                    <a:pt x="59814" y="27317"/>
                  </a:lnTo>
                  <a:lnTo>
                    <a:pt x="55758" y="30827"/>
                  </a:lnTo>
                  <a:lnTo>
                    <a:pt x="51817" y="34465"/>
                  </a:lnTo>
                  <a:lnTo>
                    <a:pt x="47994" y="38228"/>
                  </a:lnTo>
                  <a:lnTo>
                    <a:pt x="44294" y="42112"/>
                  </a:lnTo>
                  <a:lnTo>
                    <a:pt x="40721" y="46112"/>
                  </a:lnTo>
                  <a:lnTo>
                    <a:pt x="37278" y="50225"/>
                  </a:lnTo>
                  <a:lnTo>
                    <a:pt x="33968" y="54447"/>
                  </a:lnTo>
                  <a:lnTo>
                    <a:pt x="30796" y="58772"/>
                  </a:lnTo>
                  <a:lnTo>
                    <a:pt x="27764" y="63197"/>
                  </a:lnTo>
                  <a:lnTo>
                    <a:pt x="24876" y="67717"/>
                  </a:lnTo>
                  <a:lnTo>
                    <a:pt x="22134" y="72327"/>
                  </a:lnTo>
                  <a:lnTo>
                    <a:pt x="19541" y="77023"/>
                  </a:lnTo>
                  <a:lnTo>
                    <a:pt x="17101" y="81799"/>
                  </a:lnTo>
                  <a:lnTo>
                    <a:pt x="14814" y="86651"/>
                  </a:lnTo>
                  <a:lnTo>
                    <a:pt x="12685" y="91575"/>
                  </a:lnTo>
                  <a:lnTo>
                    <a:pt x="10715" y="96564"/>
                  </a:lnTo>
                  <a:lnTo>
                    <a:pt x="8906" y="101613"/>
                  </a:lnTo>
                  <a:lnTo>
                    <a:pt x="7260" y="106718"/>
                  </a:lnTo>
                  <a:lnTo>
                    <a:pt x="5778" y="111874"/>
                  </a:lnTo>
                  <a:lnTo>
                    <a:pt x="4463" y="117074"/>
                  </a:lnTo>
                  <a:lnTo>
                    <a:pt x="3315" y="122314"/>
                  </a:lnTo>
                  <a:lnTo>
                    <a:pt x="2336" y="127587"/>
                  </a:lnTo>
                  <a:lnTo>
                    <a:pt x="1526" y="132890"/>
                  </a:lnTo>
                  <a:lnTo>
                    <a:pt x="887" y="138216"/>
                  </a:lnTo>
                  <a:lnTo>
                    <a:pt x="420" y="143559"/>
                  </a:lnTo>
                  <a:lnTo>
                    <a:pt x="124" y="148915"/>
                  </a:lnTo>
                  <a:lnTo>
                    <a:pt x="0" y="154277"/>
                  </a:lnTo>
                  <a:lnTo>
                    <a:pt x="48" y="159641"/>
                  </a:lnTo>
                  <a:lnTo>
                    <a:pt x="268" y="165001"/>
                  </a:lnTo>
                  <a:lnTo>
                    <a:pt x="660" y="170350"/>
                  </a:lnTo>
                  <a:lnTo>
                    <a:pt x="1223" y="175684"/>
                  </a:lnTo>
                  <a:lnTo>
                    <a:pt x="1957" y="180998"/>
                  </a:lnTo>
                  <a:lnTo>
                    <a:pt x="2861" y="186285"/>
                  </a:lnTo>
                  <a:lnTo>
                    <a:pt x="3935" y="191540"/>
                  </a:lnTo>
                  <a:lnTo>
                    <a:pt x="5176" y="196759"/>
                  </a:lnTo>
                  <a:lnTo>
                    <a:pt x="6585" y="201935"/>
                  </a:lnTo>
                  <a:lnTo>
                    <a:pt x="8158" y="207062"/>
                  </a:lnTo>
                  <a:lnTo>
                    <a:pt x="9896" y="212137"/>
                  </a:lnTo>
                  <a:lnTo>
                    <a:pt x="11795" y="217154"/>
                  </a:lnTo>
                  <a:lnTo>
                    <a:pt x="13854" y="222107"/>
                  </a:lnTo>
                  <a:lnTo>
                    <a:pt x="16071" y="226991"/>
                  </a:lnTo>
                  <a:lnTo>
                    <a:pt x="18444" y="231802"/>
                  </a:lnTo>
                  <a:lnTo>
                    <a:pt x="20970" y="236534"/>
                  </a:lnTo>
                  <a:lnTo>
                    <a:pt x="23646" y="241182"/>
                  </a:lnTo>
                  <a:lnTo>
                    <a:pt x="26470" y="245743"/>
                  </a:lnTo>
                  <a:lnTo>
                    <a:pt x="29439" y="250210"/>
                  </a:lnTo>
                  <a:lnTo>
                    <a:pt x="32550" y="254580"/>
                  </a:lnTo>
                  <a:lnTo>
                    <a:pt x="35799" y="258848"/>
                  </a:lnTo>
                  <a:lnTo>
                    <a:pt x="39183" y="263009"/>
                  </a:lnTo>
                  <a:lnTo>
                    <a:pt x="42700" y="267060"/>
                  </a:lnTo>
                  <a:lnTo>
                    <a:pt x="46344" y="270995"/>
                  </a:lnTo>
                  <a:lnTo>
                    <a:pt x="50113" y="274812"/>
                  </a:lnTo>
                  <a:lnTo>
                    <a:pt x="54002" y="278506"/>
                  </a:lnTo>
                  <a:lnTo>
                    <a:pt x="58008" y="282073"/>
                  </a:lnTo>
                  <a:lnTo>
                    <a:pt x="62126" y="285510"/>
                  </a:lnTo>
                  <a:lnTo>
                    <a:pt x="66353" y="288813"/>
                  </a:lnTo>
                  <a:lnTo>
                    <a:pt x="167163" y="1554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7662" y="2126963"/>
              <a:ext cx="267967" cy="334325"/>
            </a:xfrm>
            <a:custGeom>
              <a:avLst/>
              <a:pathLst>
                <a:path w="267967" h="334325">
                  <a:moveTo>
                    <a:pt x="0" y="300517"/>
                  </a:moveTo>
                  <a:lnTo>
                    <a:pt x="4296" y="303659"/>
                  </a:lnTo>
                  <a:lnTo>
                    <a:pt x="8690" y="306662"/>
                  </a:lnTo>
                  <a:lnTo>
                    <a:pt x="13177" y="309524"/>
                  </a:lnTo>
                  <a:lnTo>
                    <a:pt x="17753" y="312242"/>
                  </a:lnTo>
                  <a:lnTo>
                    <a:pt x="22414" y="314812"/>
                  </a:lnTo>
                  <a:lnTo>
                    <a:pt x="27154" y="317233"/>
                  </a:lnTo>
                  <a:lnTo>
                    <a:pt x="31968" y="319502"/>
                  </a:lnTo>
                  <a:lnTo>
                    <a:pt x="36853" y="321616"/>
                  </a:lnTo>
                  <a:lnTo>
                    <a:pt x="41802" y="323574"/>
                  </a:lnTo>
                  <a:lnTo>
                    <a:pt x="46811" y="325373"/>
                  </a:lnTo>
                  <a:lnTo>
                    <a:pt x="51874" y="327012"/>
                  </a:lnTo>
                  <a:lnTo>
                    <a:pt x="56988" y="328488"/>
                  </a:lnTo>
                  <a:lnTo>
                    <a:pt x="62146" y="329802"/>
                  </a:lnTo>
                  <a:lnTo>
                    <a:pt x="67342" y="330950"/>
                  </a:lnTo>
                  <a:lnTo>
                    <a:pt x="72573" y="331932"/>
                  </a:lnTo>
                  <a:lnTo>
                    <a:pt x="77833" y="332748"/>
                  </a:lnTo>
                  <a:lnTo>
                    <a:pt x="83116" y="333395"/>
                  </a:lnTo>
                  <a:lnTo>
                    <a:pt x="88416" y="333874"/>
                  </a:lnTo>
                  <a:lnTo>
                    <a:pt x="93730" y="334184"/>
                  </a:lnTo>
                  <a:lnTo>
                    <a:pt x="99050" y="334325"/>
                  </a:lnTo>
                  <a:lnTo>
                    <a:pt x="104372" y="334296"/>
                  </a:lnTo>
                  <a:lnTo>
                    <a:pt x="109691" y="334098"/>
                  </a:lnTo>
                  <a:lnTo>
                    <a:pt x="115001" y="333731"/>
                  </a:lnTo>
                  <a:lnTo>
                    <a:pt x="120296" y="333195"/>
                  </a:lnTo>
                  <a:lnTo>
                    <a:pt x="125571" y="332490"/>
                  </a:lnTo>
                  <a:lnTo>
                    <a:pt x="130822" y="331618"/>
                  </a:lnTo>
                  <a:lnTo>
                    <a:pt x="136042" y="330579"/>
                  </a:lnTo>
                  <a:lnTo>
                    <a:pt x="141226" y="329375"/>
                  </a:lnTo>
                  <a:lnTo>
                    <a:pt x="146369" y="328006"/>
                  </a:lnTo>
                  <a:lnTo>
                    <a:pt x="151466" y="326474"/>
                  </a:lnTo>
                  <a:lnTo>
                    <a:pt x="156512" y="324781"/>
                  </a:lnTo>
                  <a:lnTo>
                    <a:pt x="161501" y="322928"/>
                  </a:lnTo>
                  <a:lnTo>
                    <a:pt x="166429" y="320917"/>
                  </a:lnTo>
                  <a:lnTo>
                    <a:pt x="171290" y="318750"/>
                  </a:lnTo>
                  <a:lnTo>
                    <a:pt x="176080" y="316429"/>
                  </a:lnTo>
                  <a:lnTo>
                    <a:pt x="180794" y="313958"/>
                  </a:lnTo>
                  <a:lnTo>
                    <a:pt x="185426" y="311337"/>
                  </a:lnTo>
                  <a:lnTo>
                    <a:pt x="189973" y="308570"/>
                  </a:lnTo>
                  <a:lnTo>
                    <a:pt x="194429" y="305660"/>
                  </a:lnTo>
                  <a:lnTo>
                    <a:pt x="198790" y="302610"/>
                  </a:lnTo>
                  <a:lnTo>
                    <a:pt x="203052" y="299422"/>
                  </a:lnTo>
                  <a:lnTo>
                    <a:pt x="207211" y="296100"/>
                  </a:lnTo>
                  <a:lnTo>
                    <a:pt x="211261" y="292647"/>
                  </a:lnTo>
                  <a:lnTo>
                    <a:pt x="215200" y="289068"/>
                  </a:lnTo>
                  <a:lnTo>
                    <a:pt x="219022" y="285364"/>
                  </a:lnTo>
                  <a:lnTo>
                    <a:pt x="222725" y="281541"/>
                  </a:lnTo>
                  <a:lnTo>
                    <a:pt x="226305" y="277602"/>
                  </a:lnTo>
                  <a:lnTo>
                    <a:pt x="229757" y="273551"/>
                  </a:lnTo>
                  <a:lnTo>
                    <a:pt x="233078" y="269392"/>
                  </a:lnTo>
                  <a:lnTo>
                    <a:pt x="236265" y="265130"/>
                  </a:lnTo>
                  <a:lnTo>
                    <a:pt x="239315" y="260768"/>
                  </a:lnTo>
                  <a:lnTo>
                    <a:pt x="242224" y="256311"/>
                  </a:lnTo>
                  <a:lnTo>
                    <a:pt x="244991" y="251764"/>
                  </a:lnTo>
                  <a:lnTo>
                    <a:pt x="247611" y="247132"/>
                  </a:lnTo>
                  <a:lnTo>
                    <a:pt x="250082" y="242418"/>
                  </a:lnTo>
                  <a:lnTo>
                    <a:pt x="252402" y="237628"/>
                  </a:lnTo>
                  <a:lnTo>
                    <a:pt x="254568" y="232766"/>
                  </a:lnTo>
                  <a:lnTo>
                    <a:pt x="256578" y="227838"/>
                  </a:lnTo>
                  <a:lnTo>
                    <a:pt x="258431" y="222849"/>
                  </a:lnTo>
                  <a:lnTo>
                    <a:pt x="260123" y="217803"/>
                  </a:lnTo>
                  <a:lnTo>
                    <a:pt x="261655" y="212705"/>
                  </a:lnTo>
                  <a:lnTo>
                    <a:pt x="263023" y="207562"/>
                  </a:lnTo>
                  <a:lnTo>
                    <a:pt x="264227" y="202377"/>
                  </a:lnTo>
                  <a:lnTo>
                    <a:pt x="265265" y="197157"/>
                  </a:lnTo>
                  <a:lnTo>
                    <a:pt x="266136" y="191907"/>
                  </a:lnTo>
                  <a:lnTo>
                    <a:pt x="266840" y="186631"/>
                  </a:lnTo>
                  <a:lnTo>
                    <a:pt x="267375" y="181336"/>
                  </a:lnTo>
                  <a:lnTo>
                    <a:pt x="267742" y="176026"/>
                  </a:lnTo>
                  <a:lnTo>
                    <a:pt x="267939" y="170708"/>
                  </a:lnTo>
                  <a:lnTo>
                    <a:pt x="267967" y="165385"/>
                  </a:lnTo>
                  <a:lnTo>
                    <a:pt x="267826" y="160065"/>
                  </a:lnTo>
                  <a:lnTo>
                    <a:pt x="267515" y="154752"/>
                  </a:lnTo>
                  <a:lnTo>
                    <a:pt x="267035" y="149451"/>
                  </a:lnTo>
                  <a:lnTo>
                    <a:pt x="266387" y="144168"/>
                  </a:lnTo>
                  <a:lnTo>
                    <a:pt x="265571" y="138909"/>
                  </a:lnTo>
                  <a:lnTo>
                    <a:pt x="264588" y="133678"/>
                  </a:lnTo>
                  <a:lnTo>
                    <a:pt x="263439" y="128481"/>
                  </a:lnTo>
                  <a:lnTo>
                    <a:pt x="262125" y="123324"/>
                  </a:lnTo>
                  <a:lnTo>
                    <a:pt x="260648" y="118211"/>
                  </a:lnTo>
                  <a:lnTo>
                    <a:pt x="259008" y="113147"/>
                  </a:lnTo>
                  <a:lnTo>
                    <a:pt x="257208" y="108139"/>
                  </a:lnTo>
                  <a:lnTo>
                    <a:pt x="255250" y="103190"/>
                  </a:lnTo>
                  <a:lnTo>
                    <a:pt x="253135" y="98306"/>
                  </a:lnTo>
                  <a:lnTo>
                    <a:pt x="250866" y="93491"/>
                  </a:lnTo>
                  <a:lnTo>
                    <a:pt x="248444" y="88752"/>
                  </a:lnTo>
                  <a:lnTo>
                    <a:pt x="245873" y="84092"/>
                  </a:lnTo>
                  <a:lnTo>
                    <a:pt x="243155" y="79516"/>
                  </a:lnTo>
                  <a:lnTo>
                    <a:pt x="240292" y="75029"/>
                  </a:lnTo>
                  <a:lnTo>
                    <a:pt x="237289" y="70635"/>
                  </a:lnTo>
                  <a:lnTo>
                    <a:pt x="234146" y="66339"/>
                  </a:lnTo>
                  <a:lnTo>
                    <a:pt x="230869" y="62146"/>
                  </a:lnTo>
                  <a:lnTo>
                    <a:pt x="227460" y="58059"/>
                  </a:lnTo>
                  <a:lnTo>
                    <a:pt x="223922" y="54082"/>
                  </a:lnTo>
                  <a:lnTo>
                    <a:pt x="220260" y="50220"/>
                  </a:lnTo>
                  <a:lnTo>
                    <a:pt x="216476" y="46477"/>
                  </a:lnTo>
                  <a:lnTo>
                    <a:pt x="212576" y="42856"/>
                  </a:lnTo>
                  <a:lnTo>
                    <a:pt x="208562" y="39361"/>
                  </a:lnTo>
                  <a:lnTo>
                    <a:pt x="204439" y="35995"/>
                  </a:lnTo>
                  <a:lnTo>
                    <a:pt x="200210" y="32763"/>
                  </a:lnTo>
                  <a:lnTo>
                    <a:pt x="195881" y="29667"/>
                  </a:lnTo>
                  <a:lnTo>
                    <a:pt x="191456" y="26710"/>
                  </a:lnTo>
                  <a:lnTo>
                    <a:pt x="186939" y="23895"/>
                  </a:lnTo>
                  <a:lnTo>
                    <a:pt x="182334" y="21226"/>
                  </a:lnTo>
                  <a:lnTo>
                    <a:pt x="177647" y="18705"/>
                  </a:lnTo>
                  <a:lnTo>
                    <a:pt x="172882" y="16334"/>
                  </a:lnTo>
                  <a:lnTo>
                    <a:pt x="168044" y="14116"/>
                  </a:lnTo>
                  <a:lnTo>
                    <a:pt x="163137" y="12053"/>
                  </a:lnTo>
                  <a:lnTo>
                    <a:pt x="158168" y="10148"/>
                  </a:lnTo>
                  <a:lnTo>
                    <a:pt x="153140" y="8402"/>
                  </a:lnTo>
                  <a:lnTo>
                    <a:pt x="148059" y="6816"/>
                  </a:lnTo>
                  <a:lnTo>
                    <a:pt x="142931" y="5393"/>
                  </a:lnTo>
                  <a:lnTo>
                    <a:pt x="137759" y="4134"/>
                  </a:lnTo>
                  <a:lnTo>
                    <a:pt x="132551" y="3041"/>
                  </a:lnTo>
                  <a:lnTo>
                    <a:pt x="127310" y="2113"/>
                  </a:lnTo>
                  <a:lnTo>
                    <a:pt x="122042" y="1353"/>
                  </a:lnTo>
                  <a:lnTo>
                    <a:pt x="116753" y="762"/>
                  </a:lnTo>
                  <a:lnTo>
                    <a:pt x="111447" y="338"/>
                  </a:lnTo>
                  <a:lnTo>
                    <a:pt x="106131" y="84"/>
                  </a:lnTo>
                  <a:lnTo>
                    <a:pt x="100809" y="0"/>
                  </a:lnTo>
                  <a:lnTo>
                    <a:pt x="1008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6805" y="1681503"/>
              <a:ext cx="46429" cy="167167"/>
            </a:xfrm>
            <a:custGeom>
              <a:avLst/>
              <a:pathLst>
                <a:path w="46429" h="167167">
                  <a:moveTo>
                    <a:pt x="46429" y="0"/>
                  </a:moveTo>
                  <a:lnTo>
                    <a:pt x="39709" y="135"/>
                  </a:lnTo>
                  <a:lnTo>
                    <a:pt x="33001" y="540"/>
                  </a:lnTo>
                  <a:lnTo>
                    <a:pt x="26314" y="1214"/>
                  </a:lnTo>
                  <a:lnTo>
                    <a:pt x="19660" y="2157"/>
                  </a:lnTo>
                  <a:lnTo>
                    <a:pt x="13049" y="3366"/>
                  </a:lnTo>
                  <a:lnTo>
                    <a:pt x="6492" y="4840"/>
                  </a:lnTo>
                  <a:lnTo>
                    <a:pt x="0" y="6577"/>
                  </a:lnTo>
                  <a:lnTo>
                    <a:pt x="4642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6805" y="1688080"/>
              <a:ext cx="46429" cy="160590"/>
            </a:xfrm>
            <a:custGeom>
              <a:avLst/>
              <a:pathLst>
                <a:path w="46429" h="160590">
                  <a:moveTo>
                    <a:pt x="0" y="0"/>
                  </a:moveTo>
                  <a:lnTo>
                    <a:pt x="46429" y="1605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256078" y="1688080"/>
              <a:ext cx="334315" cy="327755"/>
            </a:xfrm>
            <a:custGeom>
              <a:avLst/>
              <a:pathLst>
                <a:path w="334315" h="327755">
                  <a:moveTo>
                    <a:pt x="120727" y="0"/>
                  </a:moveTo>
                  <a:lnTo>
                    <a:pt x="115657" y="1553"/>
                  </a:lnTo>
                  <a:lnTo>
                    <a:pt x="110638" y="3266"/>
                  </a:lnTo>
                  <a:lnTo>
                    <a:pt x="105676" y="5138"/>
                  </a:lnTo>
                  <a:lnTo>
                    <a:pt x="100777" y="7167"/>
                  </a:lnTo>
                  <a:lnTo>
                    <a:pt x="95944" y="9349"/>
                  </a:lnTo>
                  <a:lnTo>
                    <a:pt x="91182" y="11684"/>
                  </a:lnTo>
                  <a:lnTo>
                    <a:pt x="86498" y="14169"/>
                  </a:lnTo>
                  <a:lnTo>
                    <a:pt x="81894" y="16801"/>
                  </a:lnTo>
                  <a:lnTo>
                    <a:pt x="77376" y="19578"/>
                  </a:lnTo>
                  <a:lnTo>
                    <a:pt x="72948" y="22496"/>
                  </a:lnTo>
                  <a:lnTo>
                    <a:pt x="68616" y="25554"/>
                  </a:lnTo>
                  <a:lnTo>
                    <a:pt x="64382" y="28747"/>
                  </a:lnTo>
                  <a:lnTo>
                    <a:pt x="60252" y="32074"/>
                  </a:lnTo>
                  <a:lnTo>
                    <a:pt x="56229" y="35529"/>
                  </a:lnTo>
                  <a:lnTo>
                    <a:pt x="52319" y="39110"/>
                  </a:lnTo>
                  <a:lnTo>
                    <a:pt x="48523" y="42814"/>
                  </a:lnTo>
                  <a:lnTo>
                    <a:pt x="44847" y="46636"/>
                  </a:lnTo>
                  <a:lnTo>
                    <a:pt x="41294" y="50573"/>
                  </a:lnTo>
                  <a:lnTo>
                    <a:pt x="37868" y="54621"/>
                  </a:lnTo>
                  <a:lnTo>
                    <a:pt x="34572" y="58775"/>
                  </a:lnTo>
                  <a:lnTo>
                    <a:pt x="31409" y="63031"/>
                  </a:lnTo>
                  <a:lnTo>
                    <a:pt x="28383" y="67386"/>
                  </a:lnTo>
                  <a:lnTo>
                    <a:pt x="25497" y="71835"/>
                  </a:lnTo>
                  <a:lnTo>
                    <a:pt x="22753" y="76373"/>
                  </a:lnTo>
                  <a:lnTo>
                    <a:pt x="20154" y="80995"/>
                  </a:lnTo>
                  <a:lnTo>
                    <a:pt x="17703" y="85698"/>
                  </a:lnTo>
                  <a:lnTo>
                    <a:pt x="15403" y="90476"/>
                  </a:lnTo>
                  <a:lnTo>
                    <a:pt x="13256" y="95325"/>
                  </a:lnTo>
                  <a:lnTo>
                    <a:pt x="11263" y="100239"/>
                  </a:lnTo>
                  <a:lnTo>
                    <a:pt x="9427" y="105214"/>
                  </a:lnTo>
                  <a:lnTo>
                    <a:pt x="7750" y="110245"/>
                  </a:lnTo>
                  <a:lnTo>
                    <a:pt x="6233" y="115326"/>
                  </a:lnTo>
                  <a:lnTo>
                    <a:pt x="4879" y="120454"/>
                  </a:lnTo>
                  <a:lnTo>
                    <a:pt x="3687" y="125621"/>
                  </a:lnTo>
                  <a:lnTo>
                    <a:pt x="2660" y="130824"/>
                  </a:lnTo>
                  <a:lnTo>
                    <a:pt x="1799" y="136056"/>
                  </a:lnTo>
                  <a:lnTo>
                    <a:pt x="1104" y="141313"/>
                  </a:lnTo>
                  <a:lnTo>
                    <a:pt x="576" y="146590"/>
                  </a:lnTo>
                  <a:lnTo>
                    <a:pt x="216" y="151881"/>
                  </a:lnTo>
                  <a:lnTo>
                    <a:pt x="24" y="157180"/>
                  </a:lnTo>
                  <a:lnTo>
                    <a:pt x="0" y="162483"/>
                  </a:lnTo>
                  <a:lnTo>
                    <a:pt x="144" y="167784"/>
                  </a:lnTo>
                  <a:lnTo>
                    <a:pt x="456" y="173078"/>
                  </a:lnTo>
                  <a:lnTo>
                    <a:pt x="936" y="178359"/>
                  </a:lnTo>
                  <a:lnTo>
                    <a:pt x="1583" y="183622"/>
                  </a:lnTo>
                  <a:lnTo>
                    <a:pt x="2397" y="188863"/>
                  </a:lnTo>
                  <a:lnTo>
                    <a:pt x="3377" y="194074"/>
                  </a:lnTo>
                  <a:lnTo>
                    <a:pt x="4521" y="199252"/>
                  </a:lnTo>
                  <a:lnTo>
                    <a:pt x="5829" y="204391"/>
                  </a:lnTo>
                  <a:lnTo>
                    <a:pt x="7300" y="209486"/>
                  </a:lnTo>
                  <a:lnTo>
                    <a:pt x="8931" y="214532"/>
                  </a:lnTo>
                  <a:lnTo>
                    <a:pt x="10722" y="219524"/>
                  </a:lnTo>
                  <a:lnTo>
                    <a:pt x="12670" y="224456"/>
                  </a:lnTo>
                  <a:lnTo>
                    <a:pt x="14773" y="229324"/>
                  </a:lnTo>
                  <a:lnTo>
                    <a:pt x="17030" y="234123"/>
                  </a:lnTo>
                  <a:lnTo>
                    <a:pt x="19438" y="238848"/>
                  </a:lnTo>
                  <a:lnTo>
                    <a:pt x="21994" y="243494"/>
                  </a:lnTo>
                  <a:lnTo>
                    <a:pt x="24697" y="248056"/>
                  </a:lnTo>
                  <a:lnTo>
                    <a:pt x="27543" y="252531"/>
                  </a:lnTo>
                  <a:lnTo>
                    <a:pt x="30530" y="256913"/>
                  </a:lnTo>
                  <a:lnTo>
                    <a:pt x="33654" y="261198"/>
                  </a:lnTo>
                  <a:lnTo>
                    <a:pt x="36912" y="265382"/>
                  </a:lnTo>
                  <a:lnTo>
                    <a:pt x="40301" y="269460"/>
                  </a:lnTo>
                  <a:lnTo>
                    <a:pt x="43818" y="273429"/>
                  </a:lnTo>
                  <a:lnTo>
                    <a:pt x="47459" y="277285"/>
                  </a:lnTo>
                  <a:lnTo>
                    <a:pt x="51221" y="281022"/>
                  </a:lnTo>
                  <a:lnTo>
                    <a:pt x="55099" y="284639"/>
                  </a:lnTo>
                  <a:lnTo>
                    <a:pt x="59090" y="288131"/>
                  </a:lnTo>
                  <a:lnTo>
                    <a:pt x="63190" y="291495"/>
                  </a:lnTo>
                  <a:lnTo>
                    <a:pt x="67395" y="294726"/>
                  </a:lnTo>
                  <a:lnTo>
                    <a:pt x="71699" y="297823"/>
                  </a:lnTo>
                  <a:lnTo>
                    <a:pt x="76100" y="300782"/>
                  </a:lnTo>
                  <a:lnTo>
                    <a:pt x="80593" y="303599"/>
                  </a:lnTo>
                  <a:lnTo>
                    <a:pt x="85172" y="306273"/>
                  </a:lnTo>
                  <a:lnTo>
                    <a:pt x="89835" y="308800"/>
                  </a:lnTo>
                  <a:lnTo>
                    <a:pt x="94575" y="311178"/>
                  </a:lnTo>
                  <a:lnTo>
                    <a:pt x="99387" y="313405"/>
                  </a:lnTo>
                  <a:lnTo>
                    <a:pt x="104269" y="315477"/>
                  </a:lnTo>
                  <a:lnTo>
                    <a:pt x="109213" y="317394"/>
                  </a:lnTo>
                  <a:lnTo>
                    <a:pt x="114216" y="319153"/>
                  </a:lnTo>
                  <a:lnTo>
                    <a:pt x="119272" y="320752"/>
                  </a:lnTo>
                  <a:lnTo>
                    <a:pt x="124376" y="322191"/>
                  </a:lnTo>
                  <a:lnTo>
                    <a:pt x="129523" y="323466"/>
                  </a:lnTo>
                  <a:lnTo>
                    <a:pt x="134709" y="324578"/>
                  </a:lnTo>
                  <a:lnTo>
                    <a:pt x="139926" y="325525"/>
                  </a:lnTo>
                  <a:lnTo>
                    <a:pt x="145172" y="326305"/>
                  </a:lnTo>
                  <a:lnTo>
                    <a:pt x="150439" y="326919"/>
                  </a:lnTo>
                  <a:lnTo>
                    <a:pt x="155723" y="327366"/>
                  </a:lnTo>
                  <a:lnTo>
                    <a:pt x="161019" y="327645"/>
                  </a:lnTo>
                  <a:lnTo>
                    <a:pt x="166321" y="327755"/>
                  </a:lnTo>
                  <a:lnTo>
                    <a:pt x="171623" y="327698"/>
                  </a:lnTo>
                  <a:lnTo>
                    <a:pt x="176921" y="327472"/>
                  </a:lnTo>
                  <a:lnTo>
                    <a:pt x="182210" y="327078"/>
                  </a:lnTo>
                  <a:lnTo>
                    <a:pt x="187483" y="326517"/>
                  </a:lnTo>
                  <a:lnTo>
                    <a:pt x="192736" y="325789"/>
                  </a:lnTo>
                  <a:lnTo>
                    <a:pt x="197963" y="324894"/>
                  </a:lnTo>
                  <a:lnTo>
                    <a:pt x="203159" y="323834"/>
                  </a:lnTo>
                  <a:lnTo>
                    <a:pt x="208318" y="322610"/>
                  </a:lnTo>
                  <a:lnTo>
                    <a:pt x="213437" y="321223"/>
                  </a:lnTo>
                  <a:lnTo>
                    <a:pt x="218509" y="319674"/>
                  </a:lnTo>
                  <a:lnTo>
                    <a:pt x="223529" y="317966"/>
                  </a:lnTo>
                  <a:lnTo>
                    <a:pt x="228492" y="316098"/>
                  </a:lnTo>
                  <a:lnTo>
                    <a:pt x="233394" y="314075"/>
                  </a:lnTo>
                  <a:lnTo>
                    <a:pt x="238229" y="311896"/>
                  </a:lnTo>
                  <a:lnTo>
                    <a:pt x="242992" y="309566"/>
                  </a:lnTo>
                  <a:lnTo>
                    <a:pt x="247679" y="307086"/>
                  </a:lnTo>
                  <a:lnTo>
                    <a:pt x="252285" y="304458"/>
                  </a:lnTo>
                  <a:lnTo>
                    <a:pt x="256806" y="301685"/>
                  </a:lnTo>
                  <a:lnTo>
                    <a:pt x="261236" y="298771"/>
                  </a:lnTo>
                  <a:lnTo>
                    <a:pt x="265572" y="295717"/>
                  </a:lnTo>
                  <a:lnTo>
                    <a:pt x="269808" y="292528"/>
                  </a:lnTo>
                  <a:lnTo>
                    <a:pt x="273941" y="289205"/>
                  </a:lnTo>
                  <a:lnTo>
                    <a:pt x="277967" y="285753"/>
                  </a:lnTo>
                  <a:lnTo>
                    <a:pt x="281881" y="282176"/>
                  </a:lnTo>
                  <a:lnTo>
                    <a:pt x="285680" y="278476"/>
                  </a:lnTo>
                  <a:lnTo>
                    <a:pt x="289360" y="274657"/>
                  </a:lnTo>
                  <a:lnTo>
                    <a:pt x="292916" y="270723"/>
                  </a:lnTo>
                  <a:lnTo>
                    <a:pt x="296346" y="266679"/>
                  </a:lnTo>
                  <a:lnTo>
                    <a:pt x="299646" y="262528"/>
                  </a:lnTo>
                  <a:lnTo>
                    <a:pt x="302813" y="258274"/>
                  </a:lnTo>
                  <a:lnTo>
                    <a:pt x="305843" y="253922"/>
                  </a:lnTo>
                  <a:lnTo>
                    <a:pt x="308734" y="249476"/>
                  </a:lnTo>
                  <a:lnTo>
                    <a:pt x="311482" y="244941"/>
                  </a:lnTo>
                  <a:lnTo>
                    <a:pt x="314085" y="240321"/>
                  </a:lnTo>
                  <a:lnTo>
                    <a:pt x="316540" y="235620"/>
                  </a:lnTo>
                  <a:lnTo>
                    <a:pt x="318844" y="230844"/>
                  </a:lnTo>
                  <a:lnTo>
                    <a:pt x="320996" y="225997"/>
                  </a:lnTo>
                  <a:lnTo>
                    <a:pt x="322994" y="221085"/>
                  </a:lnTo>
                  <a:lnTo>
                    <a:pt x="324834" y="216112"/>
                  </a:lnTo>
                  <a:lnTo>
                    <a:pt x="326516" y="211082"/>
                  </a:lnTo>
                  <a:lnTo>
                    <a:pt x="328037" y="206002"/>
                  </a:lnTo>
                  <a:lnTo>
                    <a:pt x="329397" y="200877"/>
                  </a:lnTo>
                  <a:lnTo>
                    <a:pt x="330593" y="195710"/>
                  </a:lnTo>
                  <a:lnTo>
                    <a:pt x="331625" y="190509"/>
                  </a:lnTo>
                  <a:lnTo>
                    <a:pt x="332491" y="185277"/>
                  </a:lnTo>
                  <a:lnTo>
                    <a:pt x="333191" y="180020"/>
                  </a:lnTo>
                  <a:lnTo>
                    <a:pt x="333723" y="174744"/>
                  </a:lnTo>
                  <a:lnTo>
                    <a:pt x="334089" y="169454"/>
                  </a:lnTo>
                  <a:lnTo>
                    <a:pt x="334286" y="164154"/>
                  </a:lnTo>
                  <a:lnTo>
                    <a:pt x="334315" y="158851"/>
                  </a:lnTo>
                  <a:lnTo>
                    <a:pt x="334175" y="153550"/>
                  </a:lnTo>
                  <a:lnTo>
                    <a:pt x="333868" y="148256"/>
                  </a:lnTo>
                  <a:lnTo>
                    <a:pt x="333393" y="142975"/>
                  </a:lnTo>
                  <a:lnTo>
                    <a:pt x="332751" y="137711"/>
                  </a:lnTo>
                  <a:lnTo>
                    <a:pt x="331942" y="132470"/>
                  </a:lnTo>
                  <a:lnTo>
                    <a:pt x="330967" y="127257"/>
                  </a:lnTo>
                  <a:lnTo>
                    <a:pt x="329827" y="122078"/>
                  </a:lnTo>
                  <a:lnTo>
                    <a:pt x="328524" y="116938"/>
                  </a:lnTo>
                  <a:lnTo>
                    <a:pt x="327058" y="111841"/>
                  </a:lnTo>
                  <a:lnTo>
                    <a:pt x="325431" y="106794"/>
                  </a:lnTo>
                  <a:lnTo>
                    <a:pt x="323645" y="101801"/>
                  </a:lnTo>
                  <a:lnTo>
                    <a:pt x="321702" y="96867"/>
                  </a:lnTo>
                  <a:lnTo>
                    <a:pt x="319603" y="91997"/>
                  </a:lnTo>
                  <a:lnTo>
                    <a:pt x="317350" y="87196"/>
                  </a:lnTo>
                  <a:lnTo>
                    <a:pt x="314947" y="82469"/>
                  </a:lnTo>
                  <a:lnTo>
                    <a:pt x="312395" y="77821"/>
                  </a:lnTo>
                  <a:lnTo>
                    <a:pt x="309696" y="73255"/>
                  </a:lnTo>
                  <a:lnTo>
                    <a:pt x="306854" y="68778"/>
                  </a:lnTo>
                  <a:lnTo>
                    <a:pt x="303872" y="64393"/>
                  </a:lnTo>
                  <a:lnTo>
                    <a:pt x="300752" y="60105"/>
                  </a:lnTo>
                  <a:lnTo>
                    <a:pt x="297498" y="55919"/>
                  </a:lnTo>
                  <a:lnTo>
                    <a:pt x="294112" y="51837"/>
                  </a:lnTo>
                  <a:lnTo>
                    <a:pt x="290599" y="47865"/>
                  </a:lnTo>
                  <a:lnTo>
                    <a:pt x="286961" y="44006"/>
                  </a:lnTo>
                  <a:lnTo>
                    <a:pt x="283203" y="40265"/>
                  </a:lnTo>
                  <a:lnTo>
                    <a:pt x="279328" y="36644"/>
                  </a:lnTo>
                  <a:lnTo>
                    <a:pt x="275340" y="33149"/>
                  </a:lnTo>
                  <a:lnTo>
                    <a:pt x="271243" y="29782"/>
                  </a:lnTo>
                  <a:lnTo>
                    <a:pt x="267042" y="26546"/>
                  </a:lnTo>
                  <a:lnTo>
                    <a:pt x="262740" y="23445"/>
                  </a:lnTo>
                  <a:lnTo>
                    <a:pt x="258342" y="20482"/>
                  </a:lnTo>
                  <a:lnTo>
                    <a:pt x="167156" y="1605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423235" y="1681503"/>
              <a:ext cx="91185" cy="167167"/>
            </a:xfrm>
            <a:custGeom>
              <a:avLst/>
              <a:pathLst>
                <a:path w="91185" h="167167">
                  <a:moveTo>
                    <a:pt x="91185" y="27059"/>
                  </a:moveTo>
                  <a:lnTo>
                    <a:pt x="86378" y="24046"/>
                  </a:lnTo>
                  <a:lnTo>
                    <a:pt x="81472" y="21197"/>
                  </a:lnTo>
                  <a:lnTo>
                    <a:pt x="76472" y="18517"/>
                  </a:lnTo>
                  <a:lnTo>
                    <a:pt x="71384" y="16008"/>
                  </a:lnTo>
                  <a:lnTo>
                    <a:pt x="66214" y="13672"/>
                  </a:lnTo>
                  <a:lnTo>
                    <a:pt x="60968" y="11514"/>
                  </a:lnTo>
                  <a:lnTo>
                    <a:pt x="55651" y="9535"/>
                  </a:lnTo>
                  <a:lnTo>
                    <a:pt x="50270" y="7737"/>
                  </a:lnTo>
                  <a:lnTo>
                    <a:pt x="44831" y="6123"/>
                  </a:lnTo>
                  <a:lnTo>
                    <a:pt x="39341" y="4695"/>
                  </a:lnTo>
                  <a:lnTo>
                    <a:pt x="33805" y="3453"/>
                  </a:lnTo>
                  <a:lnTo>
                    <a:pt x="28231" y="2401"/>
                  </a:lnTo>
                  <a:lnTo>
                    <a:pt x="22624" y="1538"/>
                  </a:lnTo>
                  <a:lnTo>
                    <a:pt x="16990" y="865"/>
                  </a:lnTo>
                  <a:lnTo>
                    <a:pt x="11338" y="384"/>
                  </a:lnTo>
                  <a:lnTo>
                    <a:pt x="5672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853890" y="1322571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7" y="84"/>
                  </a:lnTo>
                  <a:lnTo>
                    <a:pt x="156551" y="336"/>
                  </a:lnTo>
                  <a:lnTo>
                    <a:pt x="151266" y="756"/>
                  </a:lnTo>
                  <a:lnTo>
                    <a:pt x="145997" y="1343"/>
                  </a:lnTo>
                  <a:lnTo>
                    <a:pt x="140750" y="2097"/>
                  </a:lnTo>
                  <a:lnTo>
                    <a:pt x="135528" y="3017"/>
                  </a:lnTo>
                  <a:lnTo>
                    <a:pt x="130339" y="4102"/>
                  </a:lnTo>
                  <a:lnTo>
                    <a:pt x="125187" y="5352"/>
                  </a:lnTo>
                  <a:lnTo>
                    <a:pt x="120076" y="6764"/>
                  </a:lnTo>
                  <a:lnTo>
                    <a:pt x="115014" y="8337"/>
                  </a:lnTo>
                  <a:lnTo>
                    <a:pt x="110003" y="10070"/>
                  </a:lnTo>
                  <a:lnTo>
                    <a:pt x="105050" y="11961"/>
                  </a:lnTo>
                  <a:lnTo>
                    <a:pt x="100160" y="14008"/>
                  </a:lnTo>
                  <a:lnTo>
                    <a:pt x="95337" y="16210"/>
                  </a:lnTo>
                  <a:lnTo>
                    <a:pt x="90586" y="18563"/>
                  </a:lnTo>
                  <a:lnTo>
                    <a:pt x="85912" y="21065"/>
                  </a:lnTo>
                  <a:lnTo>
                    <a:pt x="81320" y="23715"/>
                  </a:lnTo>
                  <a:lnTo>
                    <a:pt x="76814" y="26509"/>
                  </a:lnTo>
                  <a:lnTo>
                    <a:pt x="72399" y="29444"/>
                  </a:lnTo>
                  <a:lnTo>
                    <a:pt x="68080" y="32518"/>
                  </a:lnTo>
                  <a:lnTo>
                    <a:pt x="63860" y="35727"/>
                  </a:lnTo>
                  <a:lnTo>
                    <a:pt x="59743" y="39069"/>
                  </a:lnTo>
                  <a:lnTo>
                    <a:pt x="55735" y="42539"/>
                  </a:lnTo>
                  <a:lnTo>
                    <a:pt x="51839" y="46134"/>
                  </a:lnTo>
                  <a:lnTo>
                    <a:pt x="48059" y="49852"/>
                  </a:lnTo>
                  <a:lnTo>
                    <a:pt x="44399" y="53687"/>
                  </a:lnTo>
                  <a:lnTo>
                    <a:pt x="40862" y="57637"/>
                  </a:lnTo>
                  <a:lnTo>
                    <a:pt x="37453" y="61697"/>
                  </a:lnTo>
                  <a:lnTo>
                    <a:pt x="34173" y="65862"/>
                  </a:lnTo>
                  <a:lnTo>
                    <a:pt x="31028" y="70130"/>
                  </a:lnTo>
                  <a:lnTo>
                    <a:pt x="28019" y="74495"/>
                  </a:lnTo>
                  <a:lnTo>
                    <a:pt x="25150" y="78954"/>
                  </a:lnTo>
                  <a:lnTo>
                    <a:pt x="22424" y="83501"/>
                  </a:lnTo>
                  <a:lnTo>
                    <a:pt x="19844" y="88132"/>
                  </a:lnTo>
                  <a:lnTo>
                    <a:pt x="17412" y="92843"/>
                  </a:lnTo>
                  <a:lnTo>
                    <a:pt x="15130" y="97629"/>
                  </a:lnTo>
                  <a:lnTo>
                    <a:pt x="13002" y="102484"/>
                  </a:lnTo>
                  <a:lnTo>
                    <a:pt x="11028" y="107405"/>
                  </a:lnTo>
                  <a:lnTo>
                    <a:pt x="9212" y="112386"/>
                  </a:lnTo>
                  <a:lnTo>
                    <a:pt x="7554" y="117422"/>
                  </a:lnTo>
                  <a:lnTo>
                    <a:pt x="6057" y="122507"/>
                  </a:lnTo>
                  <a:lnTo>
                    <a:pt x="4721" y="127638"/>
                  </a:lnTo>
                  <a:lnTo>
                    <a:pt x="3550" y="132809"/>
                  </a:lnTo>
                  <a:lnTo>
                    <a:pt x="2542" y="138014"/>
                  </a:lnTo>
                  <a:lnTo>
                    <a:pt x="1701" y="143248"/>
                  </a:lnTo>
                  <a:lnTo>
                    <a:pt x="1025" y="148507"/>
                  </a:lnTo>
                  <a:lnTo>
                    <a:pt x="517" y="153784"/>
                  </a:lnTo>
                  <a:lnTo>
                    <a:pt x="177" y="159075"/>
                  </a:lnTo>
                  <a:lnTo>
                    <a:pt x="4" y="164374"/>
                  </a:lnTo>
                  <a:lnTo>
                    <a:pt x="0" y="169675"/>
                  </a:lnTo>
                  <a:lnTo>
                    <a:pt x="163" y="174974"/>
                  </a:lnTo>
                  <a:lnTo>
                    <a:pt x="495" y="180266"/>
                  </a:lnTo>
                  <a:lnTo>
                    <a:pt x="994" y="185544"/>
                  </a:lnTo>
                  <a:lnTo>
                    <a:pt x="1660" y="190803"/>
                  </a:lnTo>
                  <a:lnTo>
                    <a:pt x="2493" y="196039"/>
                  </a:lnTo>
                  <a:lnTo>
                    <a:pt x="3491" y="201246"/>
                  </a:lnTo>
                  <a:lnTo>
                    <a:pt x="4654" y="206419"/>
                  </a:lnTo>
                  <a:lnTo>
                    <a:pt x="5981" y="211552"/>
                  </a:lnTo>
                  <a:lnTo>
                    <a:pt x="7469" y="216640"/>
                  </a:lnTo>
                  <a:lnTo>
                    <a:pt x="9118" y="221679"/>
                  </a:lnTo>
                  <a:lnTo>
                    <a:pt x="10926" y="226663"/>
                  </a:lnTo>
                  <a:lnTo>
                    <a:pt x="12892" y="231587"/>
                  </a:lnTo>
                  <a:lnTo>
                    <a:pt x="15012" y="236446"/>
                  </a:lnTo>
                  <a:lnTo>
                    <a:pt x="17285" y="241235"/>
                  </a:lnTo>
                  <a:lnTo>
                    <a:pt x="19710" y="245950"/>
                  </a:lnTo>
                  <a:lnTo>
                    <a:pt x="22282" y="250586"/>
                  </a:lnTo>
                  <a:lnTo>
                    <a:pt x="25000" y="255138"/>
                  </a:lnTo>
                  <a:lnTo>
                    <a:pt x="27861" y="259601"/>
                  </a:lnTo>
                  <a:lnTo>
                    <a:pt x="30862" y="263972"/>
                  </a:lnTo>
                  <a:lnTo>
                    <a:pt x="34001" y="268245"/>
                  </a:lnTo>
                  <a:lnTo>
                    <a:pt x="37273" y="272416"/>
                  </a:lnTo>
                  <a:lnTo>
                    <a:pt x="40676" y="276482"/>
                  </a:lnTo>
                  <a:lnTo>
                    <a:pt x="44206" y="280437"/>
                  </a:lnTo>
                  <a:lnTo>
                    <a:pt x="47859" y="284279"/>
                  </a:lnTo>
                  <a:lnTo>
                    <a:pt x="51633" y="288003"/>
                  </a:lnTo>
                  <a:lnTo>
                    <a:pt x="55523" y="291605"/>
                  </a:lnTo>
                  <a:lnTo>
                    <a:pt x="59525" y="295082"/>
                  </a:lnTo>
                  <a:lnTo>
                    <a:pt x="63636" y="298430"/>
                  </a:lnTo>
                  <a:lnTo>
                    <a:pt x="67850" y="301647"/>
                  </a:lnTo>
                  <a:lnTo>
                    <a:pt x="72165" y="304728"/>
                  </a:lnTo>
                  <a:lnTo>
                    <a:pt x="76574" y="307671"/>
                  </a:lnTo>
                  <a:lnTo>
                    <a:pt x="81076" y="310472"/>
                  </a:lnTo>
                  <a:lnTo>
                    <a:pt x="85663" y="313130"/>
                  </a:lnTo>
                  <a:lnTo>
                    <a:pt x="90333" y="315640"/>
                  </a:lnTo>
                  <a:lnTo>
                    <a:pt x="95080" y="318002"/>
                  </a:lnTo>
                  <a:lnTo>
                    <a:pt x="99899" y="320211"/>
                  </a:lnTo>
                  <a:lnTo>
                    <a:pt x="104786" y="322267"/>
                  </a:lnTo>
                  <a:lnTo>
                    <a:pt x="109735" y="324166"/>
                  </a:lnTo>
                  <a:lnTo>
                    <a:pt x="114743" y="325908"/>
                  </a:lnTo>
                  <a:lnTo>
                    <a:pt x="119803" y="327490"/>
                  </a:lnTo>
                  <a:lnTo>
                    <a:pt x="124911" y="328910"/>
                  </a:lnTo>
                  <a:lnTo>
                    <a:pt x="130061" y="330168"/>
                  </a:lnTo>
                  <a:lnTo>
                    <a:pt x="135249" y="331263"/>
                  </a:lnTo>
                  <a:lnTo>
                    <a:pt x="140468" y="332192"/>
                  </a:lnTo>
                  <a:lnTo>
                    <a:pt x="145715" y="332955"/>
                  </a:lnTo>
                  <a:lnTo>
                    <a:pt x="150983" y="333551"/>
                  </a:lnTo>
                  <a:lnTo>
                    <a:pt x="156267" y="333980"/>
                  </a:lnTo>
                  <a:lnTo>
                    <a:pt x="161562" y="334241"/>
                  </a:lnTo>
                  <a:lnTo>
                    <a:pt x="166863" y="334334"/>
                  </a:lnTo>
                  <a:lnTo>
                    <a:pt x="172164" y="334259"/>
                  </a:lnTo>
                  <a:lnTo>
                    <a:pt x="177460" y="334016"/>
                  </a:lnTo>
                  <a:lnTo>
                    <a:pt x="182746" y="333605"/>
                  </a:lnTo>
                  <a:lnTo>
                    <a:pt x="188016" y="333027"/>
                  </a:lnTo>
                  <a:lnTo>
                    <a:pt x="193265" y="332282"/>
                  </a:lnTo>
                  <a:lnTo>
                    <a:pt x="198488" y="331370"/>
                  </a:lnTo>
                  <a:lnTo>
                    <a:pt x="203679" y="330294"/>
                  </a:lnTo>
                  <a:lnTo>
                    <a:pt x="208834" y="329054"/>
                  </a:lnTo>
                  <a:lnTo>
                    <a:pt x="213946" y="327650"/>
                  </a:lnTo>
                  <a:lnTo>
                    <a:pt x="219012" y="326086"/>
                  </a:lnTo>
                  <a:lnTo>
                    <a:pt x="224025" y="324361"/>
                  </a:lnTo>
                  <a:lnTo>
                    <a:pt x="228981" y="322478"/>
                  </a:lnTo>
                  <a:lnTo>
                    <a:pt x="233875" y="320439"/>
                  </a:lnTo>
                  <a:lnTo>
                    <a:pt x="238702" y="318246"/>
                  </a:lnTo>
                  <a:lnTo>
                    <a:pt x="243457" y="315901"/>
                  </a:lnTo>
                  <a:lnTo>
                    <a:pt x="248135" y="313407"/>
                  </a:lnTo>
                  <a:lnTo>
                    <a:pt x="252732" y="310765"/>
                  </a:lnTo>
                  <a:lnTo>
                    <a:pt x="257242" y="307979"/>
                  </a:lnTo>
                  <a:lnTo>
                    <a:pt x="261662" y="305051"/>
                  </a:lnTo>
                  <a:lnTo>
                    <a:pt x="265987" y="301985"/>
                  </a:lnTo>
                  <a:lnTo>
                    <a:pt x="270212" y="298783"/>
                  </a:lnTo>
                  <a:lnTo>
                    <a:pt x="274334" y="295448"/>
                  </a:lnTo>
                  <a:lnTo>
                    <a:pt x="278348" y="291985"/>
                  </a:lnTo>
                  <a:lnTo>
                    <a:pt x="282250" y="288396"/>
                  </a:lnTo>
                  <a:lnTo>
                    <a:pt x="286037" y="284685"/>
                  </a:lnTo>
                  <a:lnTo>
                    <a:pt x="289703" y="280856"/>
                  </a:lnTo>
                  <a:lnTo>
                    <a:pt x="293247" y="276912"/>
                  </a:lnTo>
                  <a:lnTo>
                    <a:pt x="296664" y="272858"/>
                  </a:lnTo>
                  <a:lnTo>
                    <a:pt x="299950" y="268698"/>
                  </a:lnTo>
                  <a:lnTo>
                    <a:pt x="303103" y="264436"/>
                  </a:lnTo>
                  <a:lnTo>
                    <a:pt x="306119" y="260076"/>
                  </a:lnTo>
                  <a:lnTo>
                    <a:pt x="308995" y="255622"/>
                  </a:lnTo>
                  <a:lnTo>
                    <a:pt x="311729" y="251080"/>
                  </a:lnTo>
                  <a:lnTo>
                    <a:pt x="314317" y="246453"/>
                  </a:lnTo>
                  <a:lnTo>
                    <a:pt x="316757" y="241746"/>
                  </a:lnTo>
                  <a:lnTo>
                    <a:pt x="319047" y="236964"/>
                  </a:lnTo>
                  <a:lnTo>
                    <a:pt x="321184" y="232112"/>
                  </a:lnTo>
                  <a:lnTo>
                    <a:pt x="323166" y="227195"/>
                  </a:lnTo>
                  <a:lnTo>
                    <a:pt x="324991" y="222217"/>
                  </a:lnTo>
                  <a:lnTo>
                    <a:pt x="326657" y="217184"/>
                  </a:lnTo>
                  <a:lnTo>
                    <a:pt x="328163" y="212101"/>
                  </a:lnTo>
                  <a:lnTo>
                    <a:pt x="329507" y="206973"/>
                  </a:lnTo>
                  <a:lnTo>
                    <a:pt x="330688" y="201804"/>
                  </a:lnTo>
                  <a:lnTo>
                    <a:pt x="331704" y="196601"/>
                  </a:lnTo>
                  <a:lnTo>
                    <a:pt x="332555" y="191368"/>
                  </a:lnTo>
                  <a:lnTo>
                    <a:pt x="333239" y="186110"/>
                  </a:lnTo>
                  <a:lnTo>
                    <a:pt x="333756" y="180834"/>
                  </a:lnTo>
                  <a:lnTo>
                    <a:pt x="334106" y="175544"/>
                  </a:lnTo>
                  <a:lnTo>
                    <a:pt x="334287" y="170245"/>
                  </a:lnTo>
                  <a:lnTo>
                    <a:pt x="334301" y="164944"/>
                  </a:lnTo>
                  <a:lnTo>
                    <a:pt x="334146" y="159644"/>
                  </a:lnTo>
                  <a:lnTo>
                    <a:pt x="333824" y="154352"/>
                  </a:lnTo>
                  <a:lnTo>
                    <a:pt x="333333" y="149073"/>
                  </a:lnTo>
                  <a:lnTo>
                    <a:pt x="332676" y="143813"/>
                  </a:lnTo>
                  <a:lnTo>
                    <a:pt x="331852" y="138575"/>
                  </a:lnTo>
                  <a:lnTo>
                    <a:pt x="330863" y="133367"/>
                  </a:lnTo>
                  <a:lnTo>
                    <a:pt x="329709" y="128192"/>
                  </a:lnTo>
                  <a:lnTo>
                    <a:pt x="328391" y="123057"/>
                  </a:lnTo>
                  <a:lnTo>
                    <a:pt x="326911" y="117966"/>
                  </a:lnTo>
                  <a:lnTo>
                    <a:pt x="325271" y="112925"/>
                  </a:lnTo>
                  <a:lnTo>
                    <a:pt x="323471" y="107938"/>
                  </a:lnTo>
                  <a:lnTo>
                    <a:pt x="321514" y="103010"/>
                  </a:lnTo>
                  <a:lnTo>
                    <a:pt x="319402" y="98148"/>
                  </a:lnTo>
                  <a:lnTo>
                    <a:pt x="317137" y="93354"/>
                  </a:lnTo>
                  <a:lnTo>
                    <a:pt x="314721" y="88635"/>
                  </a:lnTo>
                  <a:lnTo>
                    <a:pt x="312156" y="83995"/>
                  </a:lnTo>
                  <a:lnTo>
                    <a:pt x="309446" y="79439"/>
                  </a:lnTo>
                  <a:lnTo>
                    <a:pt x="306592" y="74970"/>
                  </a:lnTo>
                  <a:lnTo>
                    <a:pt x="303599" y="70595"/>
                  </a:lnTo>
                  <a:lnTo>
                    <a:pt x="300468" y="66316"/>
                  </a:lnTo>
                  <a:lnTo>
                    <a:pt x="297203" y="62139"/>
                  </a:lnTo>
                  <a:lnTo>
                    <a:pt x="293807" y="58068"/>
                  </a:lnTo>
                  <a:lnTo>
                    <a:pt x="290283" y="54107"/>
                  </a:lnTo>
                  <a:lnTo>
                    <a:pt x="286636" y="50259"/>
                  </a:lnTo>
                  <a:lnTo>
                    <a:pt x="282869" y="46528"/>
                  </a:lnTo>
                  <a:lnTo>
                    <a:pt x="278985" y="42920"/>
                  </a:lnTo>
                  <a:lnTo>
                    <a:pt x="274989" y="39436"/>
                  </a:lnTo>
                  <a:lnTo>
                    <a:pt x="270884" y="36080"/>
                  </a:lnTo>
                  <a:lnTo>
                    <a:pt x="266675" y="32856"/>
                  </a:lnTo>
                  <a:lnTo>
                    <a:pt x="262366" y="29768"/>
                  </a:lnTo>
                  <a:lnTo>
                    <a:pt x="257961" y="26818"/>
                  </a:lnTo>
                  <a:lnTo>
                    <a:pt x="253465" y="24008"/>
                  </a:lnTo>
                  <a:lnTo>
                    <a:pt x="248882" y="21343"/>
                  </a:lnTo>
                  <a:lnTo>
                    <a:pt x="244217" y="18825"/>
                  </a:lnTo>
                  <a:lnTo>
                    <a:pt x="239474" y="16455"/>
                  </a:lnTo>
                  <a:lnTo>
                    <a:pt x="234658" y="14238"/>
                  </a:lnTo>
                  <a:lnTo>
                    <a:pt x="229775" y="12174"/>
                  </a:lnTo>
                  <a:lnTo>
                    <a:pt x="224828" y="10266"/>
                  </a:lnTo>
                  <a:lnTo>
                    <a:pt x="219824" y="8516"/>
                  </a:lnTo>
                  <a:lnTo>
                    <a:pt x="214767" y="6925"/>
                  </a:lnTo>
                  <a:lnTo>
                    <a:pt x="209661" y="5496"/>
                  </a:lnTo>
                  <a:lnTo>
                    <a:pt x="204513" y="4229"/>
                  </a:lnTo>
                  <a:lnTo>
                    <a:pt x="199327" y="3126"/>
                  </a:lnTo>
                  <a:lnTo>
                    <a:pt x="194109" y="2188"/>
                  </a:lnTo>
                  <a:lnTo>
                    <a:pt x="188864" y="1416"/>
                  </a:lnTo>
                  <a:lnTo>
                    <a:pt x="183597" y="811"/>
                  </a:lnTo>
                  <a:lnTo>
                    <a:pt x="178314" y="37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945"/>
              <a:ext cx="11165" cy="166794"/>
            </a:xfrm>
            <a:custGeom>
              <a:avLst/>
              <a:pathLst>
                <a:path w="11165" h="166794">
                  <a:moveTo>
                    <a:pt x="11165" y="0"/>
                  </a:moveTo>
                  <a:lnTo>
                    <a:pt x="0" y="1667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1"/>
              <a:ext cx="11165" cy="167167"/>
            </a:xfrm>
            <a:custGeom>
              <a:avLst/>
              <a:pathLst>
                <a:path w="11165" h="167167">
                  <a:moveTo>
                    <a:pt x="11165" y="37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378110" y="1071028"/>
              <a:ext cx="334300" cy="334334"/>
            </a:xfrm>
            <a:custGeom>
              <a:avLst/>
              <a:pathLst>
                <a:path w="334300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50" y="757"/>
                  </a:lnTo>
                  <a:lnTo>
                    <a:pt x="145976" y="1346"/>
                  </a:lnTo>
                  <a:lnTo>
                    <a:pt x="140723" y="2101"/>
                  </a:lnTo>
                  <a:lnTo>
                    <a:pt x="135497" y="3023"/>
                  </a:lnTo>
                  <a:lnTo>
                    <a:pt x="130302" y="4111"/>
                  </a:lnTo>
                  <a:lnTo>
                    <a:pt x="125145" y="5362"/>
                  </a:lnTo>
                  <a:lnTo>
                    <a:pt x="120030" y="6777"/>
                  </a:lnTo>
                  <a:lnTo>
                    <a:pt x="114963" y="8354"/>
                  </a:lnTo>
                  <a:lnTo>
                    <a:pt x="109948" y="10090"/>
                  </a:lnTo>
                  <a:lnTo>
                    <a:pt x="104990" y="11985"/>
                  </a:lnTo>
                  <a:lnTo>
                    <a:pt x="100096" y="14036"/>
                  </a:lnTo>
                  <a:lnTo>
                    <a:pt x="95269" y="16242"/>
                  </a:lnTo>
                  <a:lnTo>
                    <a:pt x="90514" y="18600"/>
                  </a:lnTo>
                  <a:lnTo>
                    <a:pt x="85837" y="21107"/>
                  </a:lnTo>
                  <a:lnTo>
                    <a:pt x="81242" y="23762"/>
                  </a:lnTo>
                  <a:lnTo>
                    <a:pt x="76733" y="26561"/>
                  </a:lnTo>
                  <a:lnTo>
                    <a:pt x="72315" y="29502"/>
                  </a:lnTo>
                  <a:lnTo>
                    <a:pt x="67993" y="32581"/>
                  </a:lnTo>
                  <a:lnTo>
                    <a:pt x="63771" y="35796"/>
                  </a:lnTo>
                  <a:lnTo>
                    <a:pt x="59653" y="39144"/>
                  </a:lnTo>
                  <a:lnTo>
                    <a:pt x="55643" y="42621"/>
                  </a:lnTo>
                  <a:lnTo>
                    <a:pt x="51746" y="46223"/>
                  </a:lnTo>
                  <a:lnTo>
                    <a:pt x="47965" y="49947"/>
                  </a:lnTo>
                  <a:lnTo>
                    <a:pt x="44305" y="53789"/>
                  </a:lnTo>
                  <a:lnTo>
                    <a:pt x="40768" y="57746"/>
                  </a:lnTo>
                  <a:lnTo>
                    <a:pt x="37358" y="61813"/>
                  </a:lnTo>
                  <a:lnTo>
                    <a:pt x="34079" y="65986"/>
                  </a:lnTo>
                  <a:lnTo>
                    <a:pt x="30934" y="70261"/>
                  </a:lnTo>
                  <a:lnTo>
                    <a:pt x="27927" y="74633"/>
                  </a:lnTo>
                  <a:lnTo>
                    <a:pt x="25060" y="79099"/>
                  </a:lnTo>
                  <a:lnTo>
                    <a:pt x="22336" y="83654"/>
                  </a:lnTo>
                  <a:lnTo>
                    <a:pt x="19758" y="88292"/>
                  </a:lnTo>
                  <a:lnTo>
                    <a:pt x="17329" y="93011"/>
                  </a:lnTo>
                  <a:lnTo>
                    <a:pt x="15050" y="97804"/>
                  </a:lnTo>
                  <a:lnTo>
                    <a:pt x="12925" y="102667"/>
                  </a:lnTo>
                  <a:lnTo>
                    <a:pt x="10955" y="107595"/>
                  </a:lnTo>
                  <a:lnTo>
                    <a:pt x="9143" y="112583"/>
                  </a:lnTo>
                  <a:lnTo>
                    <a:pt x="7490" y="117626"/>
                  </a:lnTo>
                  <a:lnTo>
                    <a:pt x="5998" y="122719"/>
                  </a:lnTo>
                  <a:lnTo>
                    <a:pt x="4668" y="127856"/>
                  </a:lnTo>
                  <a:lnTo>
                    <a:pt x="3502" y="133034"/>
                  </a:lnTo>
                  <a:lnTo>
                    <a:pt x="2501" y="138245"/>
                  </a:lnTo>
                  <a:lnTo>
                    <a:pt x="1666" y="143486"/>
                  </a:lnTo>
                  <a:lnTo>
                    <a:pt x="998" y="148751"/>
                  </a:lnTo>
                  <a:lnTo>
                    <a:pt x="497" y="154034"/>
                  </a:lnTo>
                  <a:lnTo>
                    <a:pt x="164" y="159331"/>
                  </a:lnTo>
                  <a:lnTo>
                    <a:pt x="0" y="164635"/>
                  </a:lnTo>
                  <a:lnTo>
                    <a:pt x="3" y="169942"/>
                  </a:lnTo>
                  <a:lnTo>
                    <a:pt x="176" y="175247"/>
                  </a:lnTo>
                  <a:lnTo>
                    <a:pt x="516" y="180543"/>
                  </a:lnTo>
                  <a:lnTo>
                    <a:pt x="1025" y="185825"/>
                  </a:lnTo>
                  <a:lnTo>
                    <a:pt x="1701" y="191089"/>
                  </a:lnTo>
                  <a:lnTo>
                    <a:pt x="2544" y="196329"/>
                  </a:lnTo>
                  <a:lnTo>
                    <a:pt x="3552" y="201539"/>
                  </a:lnTo>
                  <a:lnTo>
                    <a:pt x="4726" y="206715"/>
                  </a:lnTo>
                  <a:lnTo>
                    <a:pt x="6063" y="211850"/>
                  </a:lnTo>
                  <a:lnTo>
                    <a:pt x="7562" y="216941"/>
                  </a:lnTo>
                  <a:lnTo>
                    <a:pt x="9223" y="221982"/>
                  </a:lnTo>
                  <a:lnTo>
                    <a:pt x="11042" y="226967"/>
                  </a:lnTo>
                  <a:lnTo>
                    <a:pt x="13019" y="231892"/>
                  </a:lnTo>
                  <a:lnTo>
                    <a:pt x="15151" y="236752"/>
                  </a:lnTo>
                  <a:lnTo>
                    <a:pt x="17437" y="241542"/>
                  </a:lnTo>
                  <a:lnTo>
                    <a:pt x="19873" y="246256"/>
                  </a:lnTo>
                  <a:lnTo>
                    <a:pt x="22458" y="250891"/>
                  </a:lnTo>
                  <a:lnTo>
                    <a:pt x="25188" y="255442"/>
                  </a:lnTo>
                  <a:lnTo>
                    <a:pt x="28062" y="259904"/>
                  </a:lnTo>
                  <a:lnTo>
                    <a:pt x="31076" y="264272"/>
                  </a:lnTo>
                  <a:lnTo>
                    <a:pt x="34227" y="268542"/>
                  </a:lnTo>
                  <a:lnTo>
                    <a:pt x="37512" y="272710"/>
                  </a:lnTo>
                  <a:lnTo>
                    <a:pt x="40927" y="276772"/>
                  </a:lnTo>
                  <a:lnTo>
                    <a:pt x="44470" y="280724"/>
                  </a:lnTo>
                  <a:lnTo>
                    <a:pt x="48136" y="284561"/>
                  </a:lnTo>
                  <a:lnTo>
                    <a:pt x="51923" y="288279"/>
                  </a:lnTo>
                  <a:lnTo>
                    <a:pt x="55825" y="291876"/>
                  </a:lnTo>
                  <a:lnTo>
                    <a:pt x="59840" y="295346"/>
                  </a:lnTo>
                  <a:lnTo>
                    <a:pt x="63963" y="298688"/>
                  </a:lnTo>
                  <a:lnTo>
                    <a:pt x="68190" y="301897"/>
                  </a:lnTo>
                  <a:lnTo>
                    <a:pt x="72516" y="304970"/>
                  </a:lnTo>
                  <a:lnTo>
                    <a:pt x="76938" y="307905"/>
                  </a:lnTo>
                  <a:lnTo>
                    <a:pt x="81451" y="310697"/>
                  </a:lnTo>
                  <a:lnTo>
                    <a:pt x="86050" y="313345"/>
                  </a:lnTo>
                  <a:lnTo>
                    <a:pt x="90731" y="315846"/>
                  </a:lnTo>
                  <a:lnTo>
                    <a:pt x="95489" y="318197"/>
                  </a:lnTo>
                  <a:lnTo>
                    <a:pt x="100319" y="320395"/>
                  </a:lnTo>
                  <a:lnTo>
                    <a:pt x="105217" y="322439"/>
                  </a:lnTo>
                  <a:lnTo>
                    <a:pt x="110177" y="324327"/>
                  </a:lnTo>
                  <a:lnTo>
                    <a:pt x="115194" y="326056"/>
                  </a:lnTo>
                  <a:lnTo>
                    <a:pt x="120264" y="327625"/>
                  </a:lnTo>
                  <a:lnTo>
                    <a:pt x="125381" y="329033"/>
                  </a:lnTo>
                  <a:lnTo>
                    <a:pt x="130540" y="330277"/>
                  </a:lnTo>
                  <a:lnTo>
                    <a:pt x="135736" y="331357"/>
                  </a:lnTo>
                  <a:lnTo>
                    <a:pt x="140964" y="332271"/>
                  </a:lnTo>
                  <a:lnTo>
                    <a:pt x="146218" y="333019"/>
                  </a:lnTo>
                  <a:lnTo>
                    <a:pt x="151493" y="333600"/>
                  </a:lnTo>
                  <a:lnTo>
                    <a:pt x="156784" y="334013"/>
                  </a:lnTo>
                  <a:lnTo>
                    <a:pt x="162085" y="334258"/>
                  </a:lnTo>
                  <a:lnTo>
                    <a:pt x="167392" y="334334"/>
                  </a:lnTo>
                  <a:lnTo>
                    <a:pt x="172698" y="334242"/>
                  </a:lnTo>
                  <a:lnTo>
                    <a:pt x="177998" y="333982"/>
                  </a:lnTo>
                  <a:lnTo>
                    <a:pt x="183288" y="333553"/>
                  </a:lnTo>
                  <a:lnTo>
                    <a:pt x="188562" y="332957"/>
                  </a:lnTo>
                  <a:lnTo>
                    <a:pt x="193813" y="332194"/>
                  </a:lnTo>
                  <a:lnTo>
                    <a:pt x="199038" y="331264"/>
                  </a:lnTo>
                  <a:lnTo>
                    <a:pt x="204231" y="330169"/>
                  </a:lnTo>
                  <a:lnTo>
                    <a:pt x="209387" y="328910"/>
                  </a:lnTo>
                  <a:lnTo>
                    <a:pt x="214499" y="327488"/>
                  </a:lnTo>
                  <a:lnTo>
                    <a:pt x="219565" y="325904"/>
                  </a:lnTo>
                  <a:lnTo>
                    <a:pt x="224577" y="324160"/>
                  </a:lnTo>
                  <a:lnTo>
                    <a:pt x="229531" y="322258"/>
                  </a:lnTo>
                  <a:lnTo>
                    <a:pt x="234423" y="320200"/>
                  </a:lnTo>
                  <a:lnTo>
                    <a:pt x="239247" y="317987"/>
                  </a:lnTo>
                  <a:lnTo>
                    <a:pt x="243998" y="315622"/>
                  </a:lnTo>
                  <a:lnTo>
                    <a:pt x="248671" y="313108"/>
                  </a:lnTo>
                  <a:lnTo>
                    <a:pt x="253263" y="310447"/>
                  </a:lnTo>
                  <a:lnTo>
                    <a:pt x="257768" y="307641"/>
                  </a:lnTo>
                  <a:lnTo>
                    <a:pt x="262181" y="304694"/>
                  </a:lnTo>
                  <a:lnTo>
                    <a:pt x="266499" y="301608"/>
                  </a:lnTo>
                  <a:lnTo>
                    <a:pt x="270716" y="298387"/>
                  </a:lnTo>
                  <a:lnTo>
                    <a:pt x="274829" y="295033"/>
                  </a:lnTo>
                  <a:lnTo>
                    <a:pt x="278834" y="291550"/>
                  </a:lnTo>
                  <a:lnTo>
                    <a:pt x="282726" y="287942"/>
                  </a:lnTo>
                  <a:lnTo>
                    <a:pt x="286501" y="284213"/>
                  </a:lnTo>
                  <a:lnTo>
                    <a:pt x="290156" y="280365"/>
                  </a:lnTo>
                  <a:lnTo>
                    <a:pt x="293688" y="276404"/>
                  </a:lnTo>
                  <a:lnTo>
                    <a:pt x="297091" y="272332"/>
                  </a:lnTo>
                  <a:lnTo>
                    <a:pt x="300364" y="268154"/>
                  </a:lnTo>
                  <a:lnTo>
                    <a:pt x="303502" y="263875"/>
                  </a:lnTo>
                  <a:lnTo>
                    <a:pt x="306503" y="259498"/>
                  </a:lnTo>
                  <a:lnTo>
                    <a:pt x="309364" y="255028"/>
                  </a:lnTo>
                  <a:lnTo>
                    <a:pt x="312081" y="250469"/>
                  </a:lnTo>
                  <a:lnTo>
                    <a:pt x="314653" y="245826"/>
                  </a:lnTo>
                  <a:lnTo>
                    <a:pt x="317075" y="241105"/>
                  </a:lnTo>
                  <a:lnTo>
                    <a:pt x="319346" y="236308"/>
                  </a:lnTo>
                  <a:lnTo>
                    <a:pt x="321464" y="231442"/>
                  </a:lnTo>
                  <a:lnTo>
                    <a:pt x="323427" y="226511"/>
                  </a:lnTo>
                  <a:lnTo>
                    <a:pt x="325232" y="221521"/>
                  </a:lnTo>
                  <a:lnTo>
                    <a:pt x="326878" y="216475"/>
                  </a:lnTo>
                  <a:lnTo>
                    <a:pt x="328362" y="211380"/>
                  </a:lnTo>
                  <a:lnTo>
                    <a:pt x="329685" y="206241"/>
                  </a:lnTo>
                  <a:lnTo>
                    <a:pt x="330843" y="201062"/>
                  </a:lnTo>
                  <a:lnTo>
                    <a:pt x="331836" y="195848"/>
                  </a:lnTo>
                  <a:lnTo>
                    <a:pt x="332664" y="190606"/>
                  </a:lnTo>
                  <a:lnTo>
                    <a:pt x="333324" y="185340"/>
                  </a:lnTo>
                  <a:lnTo>
                    <a:pt x="333818" y="180056"/>
                  </a:lnTo>
                  <a:lnTo>
                    <a:pt x="334143" y="174759"/>
                  </a:lnTo>
                  <a:lnTo>
                    <a:pt x="334300" y="169455"/>
                  </a:lnTo>
                  <a:lnTo>
                    <a:pt x="334288" y="164148"/>
                  </a:lnTo>
                  <a:lnTo>
                    <a:pt x="334108" y="158844"/>
                  </a:lnTo>
                  <a:lnTo>
                    <a:pt x="333760" y="153548"/>
                  </a:lnTo>
                  <a:lnTo>
                    <a:pt x="333243" y="148266"/>
                  </a:lnTo>
                  <a:lnTo>
                    <a:pt x="332560" y="143004"/>
                  </a:lnTo>
                  <a:lnTo>
                    <a:pt x="331709" y="137765"/>
                  </a:lnTo>
                  <a:lnTo>
                    <a:pt x="330693" y="132556"/>
                  </a:lnTo>
                  <a:lnTo>
                    <a:pt x="329512" y="127382"/>
                  </a:lnTo>
                  <a:lnTo>
                    <a:pt x="328167" y="122249"/>
                  </a:lnTo>
                  <a:lnTo>
                    <a:pt x="326660" y="117160"/>
                  </a:lnTo>
                  <a:lnTo>
                    <a:pt x="324993" y="112122"/>
                  </a:lnTo>
                  <a:lnTo>
                    <a:pt x="323166" y="107139"/>
                  </a:lnTo>
                  <a:lnTo>
                    <a:pt x="321182" y="102217"/>
                  </a:lnTo>
                  <a:lnTo>
                    <a:pt x="319042" y="97360"/>
                  </a:lnTo>
                  <a:lnTo>
                    <a:pt x="316750" y="92574"/>
                  </a:lnTo>
                  <a:lnTo>
                    <a:pt x="314307" y="8786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8892"/>
              <a:ext cx="147159" cy="79304"/>
            </a:xfrm>
            <a:custGeom>
              <a:avLst/>
              <a:pathLst>
                <a:path w="147159" h="79304">
                  <a:moveTo>
                    <a:pt x="147159" y="0"/>
                  </a:moveTo>
                  <a:lnTo>
                    <a:pt x="0" y="793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7858"/>
              <a:ext cx="147159" cy="80337"/>
            </a:xfrm>
            <a:custGeom>
              <a:avLst/>
              <a:pathLst>
                <a:path w="147159" h="80337">
                  <a:moveTo>
                    <a:pt x="147159" y="1033"/>
                  </a:moveTo>
                  <a:lnTo>
                    <a:pt x="146597" y="0"/>
                  </a:lnTo>
                  <a:lnTo>
                    <a:pt x="0" y="80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071028"/>
              <a:ext cx="146597" cy="167167"/>
            </a:xfrm>
            <a:custGeom>
              <a:avLst/>
              <a:pathLst>
                <a:path w="146597" h="167167">
                  <a:moveTo>
                    <a:pt x="146597" y="86829"/>
                  </a:moveTo>
                  <a:lnTo>
                    <a:pt x="143917" y="82121"/>
                  </a:lnTo>
                  <a:lnTo>
                    <a:pt x="141086" y="77503"/>
                  </a:lnTo>
                  <a:lnTo>
                    <a:pt x="138106" y="72978"/>
                  </a:lnTo>
                  <a:lnTo>
                    <a:pt x="134982" y="68553"/>
                  </a:lnTo>
                  <a:lnTo>
                    <a:pt x="131715" y="64231"/>
                  </a:lnTo>
                  <a:lnTo>
                    <a:pt x="128311" y="60017"/>
                  </a:lnTo>
                  <a:lnTo>
                    <a:pt x="124771" y="55915"/>
                  </a:lnTo>
                  <a:lnTo>
                    <a:pt x="121101" y="51931"/>
                  </a:lnTo>
                  <a:lnTo>
                    <a:pt x="117303" y="48067"/>
                  </a:lnTo>
                  <a:lnTo>
                    <a:pt x="113383" y="44329"/>
                  </a:lnTo>
                  <a:lnTo>
                    <a:pt x="109343" y="40719"/>
                  </a:lnTo>
                  <a:lnTo>
                    <a:pt x="105188" y="37243"/>
                  </a:lnTo>
                  <a:lnTo>
                    <a:pt x="100923" y="33903"/>
                  </a:lnTo>
                  <a:lnTo>
                    <a:pt x="96552" y="30702"/>
                  </a:lnTo>
                  <a:lnTo>
                    <a:pt x="92079" y="27645"/>
                  </a:lnTo>
                  <a:lnTo>
                    <a:pt x="87510" y="24735"/>
                  </a:lnTo>
                  <a:lnTo>
                    <a:pt x="82849" y="21974"/>
                  </a:lnTo>
                  <a:lnTo>
                    <a:pt x="78101" y="19366"/>
                  </a:lnTo>
                  <a:lnTo>
                    <a:pt x="73271" y="16913"/>
                  </a:lnTo>
                  <a:lnTo>
                    <a:pt x="68364" y="14618"/>
                  </a:lnTo>
                  <a:lnTo>
                    <a:pt x="63385" y="12483"/>
                  </a:lnTo>
                  <a:lnTo>
                    <a:pt x="58339" y="10510"/>
                  </a:lnTo>
                  <a:lnTo>
                    <a:pt x="53232" y="8702"/>
                  </a:lnTo>
                  <a:lnTo>
                    <a:pt x="48070" y="7060"/>
                  </a:lnTo>
                  <a:lnTo>
                    <a:pt x="42857" y="5587"/>
                  </a:lnTo>
                  <a:lnTo>
                    <a:pt x="37598" y="4283"/>
                  </a:lnTo>
                  <a:lnTo>
                    <a:pt x="32301" y="3150"/>
                  </a:lnTo>
                  <a:lnTo>
                    <a:pt x="26969" y="2189"/>
                  </a:lnTo>
                  <a:lnTo>
                    <a:pt x="21609" y="1402"/>
                  </a:lnTo>
                  <a:lnTo>
                    <a:pt x="16227" y="789"/>
                  </a:lnTo>
                  <a:lnTo>
                    <a:pt x="10827" y="351"/>
                  </a:lnTo>
                  <a:lnTo>
                    <a:pt x="541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15840" y="941493"/>
              <a:ext cx="107703" cy="167167"/>
            </a:xfrm>
            <a:custGeom>
              <a:avLst/>
              <a:pathLst>
                <a:path w="107703" h="167167">
                  <a:moveTo>
                    <a:pt x="107703" y="0"/>
                  </a:moveTo>
                  <a:lnTo>
                    <a:pt x="102131" y="92"/>
                  </a:lnTo>
                  <a:lnTo>
                    <a:pt x="96565" y="371"/>
                  </a:lnTo>
                  <a:lnTo>
                    <a:pt x="91012" y="835"/>
                  </a:lnTo>
                  <a:lnTo>
                    <a:pt x="85477" y="1484"/>
                  </a:lnTo>
                  <a:lnTo>
                    <a:pt x="79967" y="2316"/>
                  </a:lnTo>
                  <a:lnTo>
                    <a:pt x="74488" y="3333"/>
                  </a:lnTo>
                  <a:lnTo>
                    <a:pt x="69045" y="4531"/>
                  </a:lnTo>
                  <a:lnTo>
                    <a:pt x="63646" y="5910"/>
                  </a:lnTo>
                  <a:lnTo>
                    <a:pt x="58295" y="7468"/>
                  </a:lnTo>
                  <a:lnTo>
                    <a:pt x="53000" y="9203"/>
                  </a:lnTo>
                  <a:lnTo>
                    <a:pt x="47765" y="11114"/>
                  </a:lnTo>
                  <a:lnTo>
                    <a:pt x="42597" y="13199"/>
                  </a:lnTo>
                  <a:lnTo>
                    <a:pt x="37501" y="15454"/>
                  </a:lnTo>
                  <a:lnTo>
                    <a:pt x="32484" y="17879"/>
                  </a:lnTo>
                  <a:lnTo>
                    <a:pt x="27549" y="20469"/>
                  </a:lnTo>
                  <a:lnTo>
                    <a:pt x="22704" y="23222"/>
                  </a:lnTo>
                  <a:lnTo>
                    <a:pt x="17954" y="26135"/>
                  </a:lnTo>
                  <a:lnTo>
                    <a:pt x="13303" y="29205"/>
                  </a:lnTo>
                  <a:lnTo>
                    <a:pt x="8757" y="32428"/>
                  </a:lnTo>
                  <a:lnTo>
                    <a:pt x="4321" y="35801"/>
                  </a:lnTo>
                  <a:lnTo>
                    <a:pt x="0" y="39320"/>
                  </a:lnTo>
                  <a:lnTo>
                    <a:pt x="10770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5840" y="98081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56394" y="977467"/>
              <a:ext cx="334299" cy="298360"/>
            </a:xfrm>
            <a:custGeom>
              <a:avLst/>
              <a:pathLst>
                <a:path w="334299" h="298360">
                  <a:moveTo>
                    <a:pt x="59446" y="3345"/>
                  </a:moveTo>
                  <a:lnTo>
                    <a:pt x="55447" y="6824"/>
                  </a:lnTo>
                  <a:lnTo>
                    <a:pt x="51560" y="10427"/>
                  </a:lnTo>
                  <a:lnTo>
                    <a:pt x="47790" y="14153"/>
                  </a:lnTo>
                  <a:lnTo>
                    <a:pt x="44139" y="17995"/>
                  </a:lnTo>
                  <a:lnTo>
                    <a:pt x="40613" y="21952"/>
                  </a:lnTo>
                  <a:lnTo>
                    <a:pt x="37213" y="26018"/>
                  </a:lnTo>
                  <a:lnTo>
                    <a:pt x="33944" y="30190"/>
                  </a:lnTo>
                  <a:lnTo>
                    <a:pt x="30809" y="34464"/>
                  </a:lnTo>
                  <a:lnTo>
                    <a:pt x="27811" y="38835"/>
                  </a:lnTo>
                  <a:lnTo>
                    <a:pt x="24953" y="43299"/>
                  </a:lnTo>
                  <a:lnTo>
                    <a:pt x="22238" y="47851"/>
                  </a:lnTo>
                  <a:lnTo>
                    <a:pt x="19669" y="52487"/>
                  </a:lnTo>
                  <a:lnTo>
                    <a:pt x="17248" y="57202"/>
                  </a:lnTo>
                  <a:lnTo>
                    <a:pt x="14978" y="61991"/>
                  </a:lnTo>
                  <a:lnTo>
                    <a:pt x="12860" y="66850"/>
                  </a:lnTo>
                  <a:lnTo>
                    <a:pt x="10898" y="71774"/>
                  </a:lnTo>
                  <a:lnTo>
                    <a:pt x="9093" y="76757"/>
                  </a:lnTo>
                  <a:lnTo>
                    <a:pt x="7447" y="81795"/>
                  </a:lnTo>
                  <a:lnTo>
                    <a:pt x="5961" y="86883"/>
                  </a:lnTo>
                  <a:lnTo>
                    <a:pt x="4637" y="92015"/>
                  </a:lnTo>
                  <a:lnTo>
                    <a:pt x="3477" y="97187"/>
                  </a:lnTo>
                  <a:lnTo>
                    <a:pt x="2481" y="102393"/>
                  </a:lnTo>
                  <a:lnTo>
                    <a:pt x="1651" y="107628"/>
                  </a:lnTo>
                  <a:lnTo>
                    <a:pt x="987" y="112886"/>
                  </a:lnTo>
                  <a:lnTo>
                    <a:pt x="490" y="118163"/>
                  </a:lnTo>
                  <a:lnTo>
                    <a:pt x="161" y="123453"/>
                  </a:lnTo>
                  <a:lnTo>
                    <a:pt x="0" y="128751"/>
                  </a:lnTo>
                  <a:lnTo>
                    <a:pt x="6" y="134051"/>
                  </a:lnTo>
                  <a:lnTo>
                    <a:pt x="181" y="139349"/>
                  </a:lnTo>
                  <a:lnTo>
                    <a:pt x="523" y="144638"/>
                  </a:lnTo>
                  <a:lnTo>
                    <a:pt x="1033" y="149913"/>
                  </a:lnTo>
                  <a:lnTo>
                    <a:pt x="1710" y="155170"/>
                  </a:lnTo>
                  <a:lnTo>
                    <a:pt x="2554" y="160403"/>
                  </a:lnTo>
                  <a:lnTo>
                    <a:pt x="3562" y="165606"/>
                  </a:lnTo>
                  <a:lnTo>
                    <a:pt x="4736" y="170775"/>
                  </a:lnTo>
                  <a:lnTo>
                    <a:pt x="6072" y="175904"/>
                  </a:lnTo>
                  <a:lnTo>
                    <a:pt x="7570" y="180988"/>
                  </a:lnTo>
                  <a:lnTo>
                    <a:pt x="9229" y="186022"/>
                  </a:lnTo>
                  <a:lnTo>
                    <a:pt x="11047" y="191001"/>
                  </a:lnTo>
                  <a:lnTo>
                    <a:pt x="13021" y="195920"/>
                  </a:lnTo>
                  <a:lnTo>
                    <a:pt x="15151" y="200773"/>
                  </a:lnTo>
                  <a:lnTo>
                    <a:pt x="17433" y="205557"/>
                  </a:lnTo>
                  <a:lnTo>
                    <a:pt x="19866" y="210266"/>
                  </a:lnTo>
                  <a:lnTo>
                    <a:pt x="22447" y="214895"/>
                  </a:lnTo>
                  <a:lnTo>
                    <a:pt x="25173" y="219441"/>
                  </a:lnTo>
                  <a:lnTo>
                    <a:pt x="28042" y="223897"/>
                  </a:lnTo>
                  <a:lnTo>
                    <a:pt x="31051" y="228261"/>
                  </a:lnTo>
                  <a:lnTo>
                    <a:pt x="34197" y="232527"/>
                  </a:lnTo>
                  <a:lnTo>
                    <a:pt x="37476" y="236691"/>
                  </a:lnTo>
                  <a:lnTo>
                    <a:pt x="40886" y="240748"/>
                  </a:lnTo>
                  <a:lnTo>
                    <a:pt x="44422" y="244696"/>
                  </a:lnTo>
                  <a:lnTo>
                    <a:pt x="48082" y="248530"/>
                  </a:lnTo>
                  <a:lnTo>
                    <a:pt x="51862" y="252246"/>
                  </a:lnTo>
                  <a:lnTo>
                    <a:pt x="55758" y="255840"/>
                  </a:lnTo>
                  <a:lnTo>
                    <a:pt x="59765" y="259308"/>
                  </a:lnTo>
                  <a:lnTo>
                    <a:pt x="63881" y="262648"/>
                  </a:lnTo>
                  <a:lnTo>
                    <a:pt x="68100" y="265856"/>
                  </a:lnTo>
                  <a:lnTo>
                    <a:pt x="72419" y="268928"/>
                  </a:lnTo>
                  <a:lnTo>
                    <a:pt x="76833" y="271862"/>
                  </a:lnTo>
                  <a:lnTo>
                    <a:pt x="81338" y="274655"/>
                  </a:lnTo>
                  <a:lnTo>
                    <a:pt x="85930" y="277303"/>
                  </a:lnTo>
                  <a:lnTo>
                    <a:pt x="90602" y="279805"/>
                  </a:lnTo>
                  <a:lnTo>
                    <a:pt x="95352" y="282157"/>
                  </a:lnTo>
                  <a:lnTo>
                    <a:pt x="100174" y="284357"/>
                  </a:lnTo>
                  <a:lnTo>
                    <a:pt x="105064" y="286403"/>
                  </a:lnTo>
                  <a:lnTo>
                    <a:pt x="110015" y="288293"/>
                  </a:lnTo>
                  <a:lnTo>
                    <a:pt x="115024" y="290026"/>
                  </a:lnTo>
                  <a:lnTo>
                    <a:pt x="120086" y="291598"/>
                  </a:lnTo>
                  <a:lnTo>
                    <a:pt x="125195" y="293010"/>
                  </a:lnTo>
                  <a:lnTo>
                    <a:pt x="130346" y="294258"/>
                  </a:lnTo>
                  <a:lnTo>
                    <a:pt x="135534" y="295343"/>
                  </a:lnTo>
                  <a:lnTo>
                    <a:pt x="140754" y="296263"/>
                  </a:lnTo>
                  <a:lnTo>
                    <a:pt x="146000" y="297017"/>
                  </a:lnTo>
                  <a:lnTo>
                    <a:pt x="151268" y="297604"/>
                  </a:lnTo>
                  <a:lnTo>
                    <a:pt x="156551" y="298024"/>
                  </a:lnTo>
                  <a:lnTo>
                    <a:pt x="161846" y="298276"/>
                  </a:lnTo>
                  <a:lnTo>
                    <a:pt x="167145" y="298360"/>
                  </a:lnTo>
                  <a:lnTo>
                    <a:pt x="172445" y="298276"/>
                  </a:lnTo>
                  <a:lnTo>
                    <a:pt x="177739" y="298024"/>
                  </a:lnTo>
                  <a:lnTo>
                    <a:pt x="183023" y="297604"/>
                  </a:lnTo>
                  <a:lnTo>
                    <a:pt x="188290" y="297018"/>
                  </a:lnTo>
                  <a:lnTo>
                    <a:pt x="193537" y="296264"/>
                  </a:lnTo>
                  <a:lnTo>
                    <a:pt x="198757" y="295345"/>
                  </a:lnTo>
                  <a:lnTo>
                    <a:pt x="203945" y="294260"/>
                  </a:lnTo>
                  <a:lnTo>
                    <a:pt x="209096" y="293011"/>
                  </a:lnTo>
                  <a:lnTo>
                    <a:pt x="214205" y="291600"/>
                  </a:lnTo>
                  <a:lnTo>
                    <a:pt x="219267" y="290028"/>
                  </a:lnTo>
                  <a:lnTo>
                    <a:pt x="224276" y="288296"/>
                  </a:lnTo>
                  <a:lnTo>
                    <a:pt x="229228" y="286406"/>
                  </a:lnTo>
                  <a:lnTo>
                    <a:pt x="234117" y="284360"/>
                  </a:lnTo>
                  <a:lnTo>
                    <a:pt x="238939" y="282160"/>
                  </a:lnTo>
                  <a:lnTo>
                    <a:pt x="243689" y="279808"/>
                  </a:lnTo>
                  <a:lnTo>
                    <a:pt x="248362" y="277307"/>
                  </a:lnTo>
                  <a:lnTo>
                    <a:pt x="252953" y="274659"/>
                  </a:lnTo>
                  <a:lnTo>
                    <a:pt x="257458" y="271866"/>
                  </a:lnTo>
                  <a:lnTo>
                    <a:pt x="261873" y="268933"/>
                  </a:lnTo>
                  <a:lnTo>
                    <a:pt x="266192" y="265861"/>
                  </a:lnTo>
                  <a:lnTo>
                    <a:pt x="270411" y="262653"/>
                  </a:lnTo>
                  <a:lnTo>
                    <a:pt x="274527" y="259313"/>
                  </a:lnTo>
                  <a:lnTo>
                    <a:pt x="278535" y="255845"/>
                  </a:lnTo>
                  <a:lnTo>
                    <a:pt x="282431" y="252251"/>
                  </a:lnTo>
                  <a:lnTo>
                    <a:pt x="286210" y="248535"/>
                  </a:lnTo>
                  <a:lnTo>
                    <a:pt x="289871" y="244702"/>
                  </a:lnTo>
                  <a:lnTo>
                    <a:pt x="293407" y="240754"/>
                  </a:lnTo>
                  <a:lnTo>
                    <a:pt x="296817" y="236696"/>
                  </a:lnTo>
                  <a:lnTo>
                    <a:pt x="300097" y="232533"/>
                  </a:lnTo>
                  <a:lnTo>
                    <a:pt x="303243" y="228267"/>
                  </a:lnTo>
                  <a:lnTo>
                    <a:pt x="306252" y="223904"/>
                  </a:lnTo>
                  <a:lnTo>
                    <a:pt x="309121" y="219447"/>
                  </a:lnTo>
                  <a:lnTo>
                    <a:pt x="311848" y="214902"/>
                  </a:lnTo>
                  <a:lnTo>
                    <a:pt x="314429" y="210273"/>
                  </a:lnTo>
                  <a:lnTo>
                    <a:pt x="316862" y="205564"/>
                  </a:lnTo>
                  <a:lnTo>
                    <a:pt x="319144" y="200780"/>
                  </a:lnTo>
                  <a:lnTo>
                    <a:pt x="321274" y="195927"/>
                  </a:lnTo>
                  <a:lnTo>
                    <a:pt x="323249" y="191008"/>
                  </a:lnTo>
                  <a:lnTo>
                    <a:pt x="325066" y="186029"/>
                  </a:lnTo>
                  <a:lnTo>
                    <a:pt x="326725" y="180995"/>
                  </a:lnTo>
                  <a:lnTo>
                    <a:pt x="328224" y="175911"/>
                  </a:lnTo>
                  <a:lnTo>
                    <a:pt x="329561" y="170782"/>
                  </a:lnTo>
                  <a:lnTo>
                    <a:pt x="330734" y="165614"/>
                  </a:lnTo>
                  <a:lnTo>
                    <a:pt x="331743" y="160410"/>
                  </a:lnTo>
                  <a:lnTo>
                    <a:pt x="332587" y="155178"/>
                  </a:lnTo>
                  <a:lnTo>
                    <a:pt x="333264" y="149921"/>
                  </a:lnTo>
                  <a:lnTo>
                    <a:pt x="333774" y="144645"/>
                  </a:lnTo>
                  <a:lnTo>
                    <a:pt x="334117" y="139356"/>
                  </a:lnTo>
                  <a:lnTo>
                    <a:pt x="334292" y="134059"/>
                  </a:lnTo>
                  <a:lnTo>
                    <a:pt x="334299" y="128759"/>
                  </a:lnTo>
                  <a:lnTo>
                    <a:pt x="334138" y="123461"/>
                  </a:lnTo>
                  <a:lnTo>
                    <a:pt x="333809" y="118171"/>
                  </a:lnTo>
                  <a:lnTo>
                    <a:pt x="333312" y="112894"/>
                  </a:lnTo>
                  <a:lnTo>
                    <a:pt x="332648" y="107635"/>
                  </a:lnTo>
                  <a:lnTo>
                    <a:pt x="331818" y="102400"/>
                  </a:lnTo>
                  <a:lnTo>
                    <a:pt x="330823" y="97194"/>
                  </a:lnTo>
                  <a:lnTo>
                    <a:pt x="329663" y="92023"/>
                  </a:lnTo>
                  <a:lnTo>
                    <a:pt x="328339" y="86890"/>
                  </a:lnTo>
                  <a:lnTo>
                    <a:pt x="326854" y="81802"/>
                  </a:lnTo>
                  <a:lnTo>
                    <a:pt x="325208" y="76764"/>
                  </a:lnTo>
                  <a:lnTo>
                    <a:pt x="323403" y="71781"/>
                  </a:lnTo>
                  <a:lnTo>
                    <a:pt x="321441" y="66857"/>
                  </a:lnTo>
                  <a:lnTo>
                    <a:pt x="319324" y="61998"/>
                  </a:lnTo>
                  <a:lnTo>
                    <a:pt x="317054" y="57209"/>
                  </a:lnTo>
                  <a:lnTo>
                    <a:pt x="314633" y="52493"/>
                  </a:lnTo>
                  <a:lnTo>
                    <a:pt x="312064" y="47857"/>
                  </a:lnTo>
                  <a:lnTo>
                    <a:pt x="309349" y="43305"/>
                  </a:lnTo>
                  <a:lnTo>
                    <a:pt x="306491" y="38841"/>
                  </a:lnTo>
                  <a:lnTo>
                    <a:pt x="303493" y="34470"/>
                  </a:lnTo>
                  <a:lnTo>
                    <a:pt x="300359" y="30196"/>
                  </a:lnTo>
                  <a:lnTo>
                    <a:pt x="297090" y="26024"/>
                  </a:lnTo>
                  <a:lnTo>
                    <a:pt x="293690" y="21958"/>
                  </a:lnTo>
                  <a:lnTo>
                    <a:pt x="290164" y="18001"/>
                  </a:lnTo>
                  <a:lnTo>
                    <a:pt x="286514" y="14158"/>
                  </a:lnTo>
                  <a:lnTo>
                    <a:pt x="282743" y="10433"/>
                  </a:lnTo>
                  <a:lnTo>
                    <a:pt x="278857" y="6829"/>
                  </a:lnTo>
                  <a:lnTo>
                    <a:pt x="274858" y="3350"/>
                  </a:lnTo>
                  <a:lnTo>
                    <a:pt x="270751" y="0"/>
                  </a:lnTo>
                  <a:lnTo>
                    <a:pt x="167149" y="131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5023544" y="941493"/>
              <a:ext cx="103602" cy="167167"/>
            </a:xfrm>
            <a:custGeom>
              <a:avLst/>
              <a:pathLst>
                <a:path w="103602" h="167167">
                  <a:moveTo>
                    <a:pt x="103602" y="35974"/>
                  </a:moveTo>
                  <a:lnTo>
                    <a:pt x="99160" y="32585"/>
                  </a:lnTo>
                  <a:lnTo>
                    <a:pt x="94607" y="29347"/>
                  </a:lnTo>
                  <a:lnTo>
                    <a:pt x="89949" y="26263"/>
                  </a:lnTo>
                  <a:lnTo>
                    <a:pt x="85191" y="23336"/>
                  </a:lnTo>
                  <a:lnTo>
                    <a:pt x="80337" y="20569"/>
                  </a:lnTo>
                  <a:lnTo>
                    <a:pt x="75394" y="17967"/>
                  </a:lnTo>
                  <a:lnTo>
                    <a:pt x="70366" y="15531"/>
                  </a:lnTo>
                  <a:lnTo>
                    <a:pt x="65260" y="13264"/>
                  </a:lnTo>
                  <a:lnTo>
                    <a:pt x="60081" y="11170"/>
                  </a:lnTo>
                  <a:lnTo>
                    <a:pt x="54835" y="9249"/>
                  </a:lnTo>
                  <a:lnTo>
                    <a:pt x="49527" y="7505"/>
                  </a:lnTo>
                  <a:lnTo>
                    <a:pt x="44164" y="5939"/>
                  </a:lnTo>
                  <a:lnTo>
                    <a:pt x="38752" y="4553"/>
                  </a:lnTo>
                  <a:lnTo>
                    <a:pt x="33297" y="3349"/>
                  </a:lnTo>
                  <a:lnTo>
                    <a:pt x="27804" y="2328"/>
                  </a:lnTo>
                  <a:lnTo>
                    <a:pt x="22281" y="1491"/>
                  </a:lnTo>
                  <a:lnTo>
                    <a:pt x="16732" y="839"/>
                  </a:lnTo>
                  <a:lnTo>
                    <a:pt x="11165" y="373"/>
                  </a:lnTo>
                  <a:lnTo>
                    <a:pt x="5585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19049" y="941493"/>
              <a:ext cx="167165" cy="208774"/>
            </a:xfrm>
            <a:custGeom>
              <a:avLst/>
              <a:pathLst>
                <a:path w="167165" h="208774">
                  <a:moveTo>
                    <a:pt x="167165" y="0"/>
                  </a:moveTo>
                  <a:lnTo>
                    <a:pt x="161822" y="85"/>
                  </a:lnTo>
                  <a:lnTo>
                    <a:pt x="156484" y="341"/>
                  </a:lnTo>
                  <a:lnTo>
                    <a:pt x="151157" y="768"/>
                  </a:lnTo>
                  <a:lnTo>
                    <a:pt x="145846" y="1365"/>
                  </a:lnTo>
                  <a:lnTo>
                    <a:pt x="140557" y="2131"/>
                  </a:lnTo>
                  <a:lnTo>
                    <a:pt x="135295" y="3066"/>
                  </a:lnTo>
                  <a:lnTo>
                    <a:pt x="130066" y="4168"/>
                  </a:lnTo>
                  <a:lnTo>
                    <a:pt x="124874" y="5438"/>
                  </a:lnTo>
                  <a:lnTo>
                    <a:pt x="119726" y="6872"/>
                  </a:lnTo>
                  <a:lnTo>
                    <a:pt x="114627" y="8470"/>
                  </a:lnTo>
                  <a:lnTo>
                    <a:pt x="109581" y="10231"/>
                  </a:lnTo>
                  <a:lnTo>
                    <a:pt x="104593" y="12152"/>
                  </a:lnTo>
                  <a:lnTo>
                    <a:pt x="99670" y="14231"/>
                  </a:lnTo>
                  <a:lnTo>
                    <a:pt x="94816" y="16467"/>
                  </a:lnTo>
                  <a:lnTo>
                    <a:pt x="90036" y="18856"/>
                  </a:lnTo>
                  <a:lnTo>
                    <a:pt x="85335" y="21398"/>
                  </a:lnTo>
                  <a:lnTo>
                    <a:pt x="80717" y="24088"/>
                  </a:lnTo>
                  <a:lnTo>
                    <a:pt x="76187" y="26924"/>
                  </a:lnTo>
                  <a:lnTo>
                    <a:pt x="71751" y="29904"/>
                  </a:lnTo>
                  <a:lnTo>
                    <a:pt x="67412" y="33024"/>
                  </a:lnTo>
                  <a:lnTo>
                    <a:pt x="63175" y="36282"/>
                  </a:lnTo>
                  <a:lnTo>
                    <a:pt x="59045" y="39673"/>
                  </a:lnTo>
                  <a:lnTo>
                    <a:pt x="55024" y="43194"/>
                  </a:lnTo>
                  <a:lnTo>
                    <a:pt x="51119" y="46842"/>
                  </a:lnTo>
                  <a:lnTo>
                    <a:pt x="47332" y="50613"/>
                  </a:lnTo>
                  <a:lnTo>
                    <a:pt x="43667" y="54503"/>
                  </a:lnTo>
                  <a:lnTo>
                    <a:pt x="40129" y="58508"/>
                  </a:lnTo>
                  <a:lnTo>
                    <a:pt x="36721" y="62624"/>
                  </a:lnTo>
                  <a:lnTo>
                    <a:pt x="33446" y="66847"/>
                  </a:lnTo>
                  <a:lnTo>
                    <a:pt x="30307" y="71173"/>
                  </a:lnTo>
                  <a:lnTo>
                    <a:pt x="27309" y="75597"/>
                  </a:lnTo>
                  <a:lnTo>
                    <a:pt x="24453" y="80114"/>
                  </a:lnTo>
                  <a:lnTo>
                    <a:pt x="21743" y="84721"/>
                  </a:lnTo>
                  <a:lnTo>
                    <a:pt x="19182" y="89411"/>
                  </a:lnTo>
                  <a:lnTo>
                    <a:pt x="16773" y="94181"/>
                  </a:lnTo>
                  <a:lnTo>
                    <a:pt x="14516" y="99026"/>
                  </a:lnTo>
                  <a:lnTo>
                    <a:pt x="12416" y="103940"/>
                  </a:lnTo>
                  <a:lnTo>
                    <a:pt x="10474" y="108919"/>
                  </a:lnTo>
                  <a:lnTo>
                    <a:pt x="8692" y="113958"/>
                  </a:lnTo>
                  <a:lnTo>
                    <a:pt x="7073" y="119050"/>
                  </a:lnTo>
                  <a:lnTo>
                    <a:pt x="5616" y="124192"/>
                  </a:lnTo>
                  <a:lnTo>
                    <a:pt x="4325" y="129378"/>
                  </a:lnTo>
                  <a:lnTo>
                    <a:pt x="3200" y="134603"/>
                  </a:lnTo>
                  <a:lnTo>
                    <a:pt x="2243" y="139861"/>
                  </a:lnTo>
                  <a:lnTo>
                    <a:pt x="1455" y="145146"/>
                  </a:lnTo>
                  <a:lnTo>
                    <a:pt x="835" y="150455"/>
                  </a:lnTo>
                  <a:lnTo>
                    <a:pt x="386" y="155780"/>
                  </a:lnTo>
                  <a:lnTo>
                    <a:pt x="108" y="161117"/>
                  </a:lnTo>
                  <a:lnTo>
                    <a:pt x="0" y="166460"/>
                  </a:lnTo>
                  <a:lnTo>
                    <a:pt x="62" y="171804"/>
                  </a:lnTo>
                  <a:lnTo>
                    <a:pt x="296" y="177143"/>
                  </a:lnTo>
                  <a:lnTo>
                    <a:pt x="700" y="182472"/>
                  </a:lnTo>
                  <a:lnTo>
                    <a:pt x="1274" y="187785"/>
                  </a:lnTo>
                  <a:lnTo>
                    <a:pt x="2018" y="193078"/>
                  </a:lnTo>
                  <a:lnTo>
                    <a:pt x="2931" y="198343"/>
                  </a:lnTo>
                  <a:lnTo>
                    <a:pt x="4011" y="203577"/>
                  </a:lnTo>
                  <a:lnTo>
                    <a:pt x="5259" y="20877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4309" y="1108660"/>
              <a:ext cx="161906" cy="41607"/>
            </a:xfrm>
            <a:custGeom>
              <a:avLst/>
              <a:pathLst>
                <a:path w="161906" h="41607">
                  <a:moveTo>
                    <a:pt x="0" y="41607"/>
                  </a:moveTo>
                  <a:lnTo>
                    <a:pt x="1619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4309" y="1108660"/>
              <a:ext cx="161906" cy="154805"/>
            </a:xfrm>
            <a:custGeom>
              <a:avLst/>
              <a:pathLst>
                <a:path w="161906" h="154805">
                  <a:moveTo>
                    <a:pt x="0" y="41607"/>
                  </a:moveTo>
                  <a:lnTo>
                    <a:pt x="1474" y="46973"/>
                  </a:lnTo>
                  <a:lnTo>
                    <a:pt x="3127" y="52288"/>
                  </a:lnTo>
                  <a:lnTo>
                    <a:pt x="4956" y="57545"/>
                  </a:lnTo>
                  <a:lnTo>
                    <a:pt x="6958" y="62737"/>
                  </a:lnTo>
                  <a:lnTo>
                    <a:pt x="9133" y="67861"/>
                  </a:lnTo>
                  <a:lnTo>
                    <a:pt x="11476" y="72909"/>
                  </a:lnTo>
                  <a:lnTo>
                    <a:pt x="13987" y="77876"/>
                  </a:lnTo>
                  <a:lnTo>
                    <a:pt x="16661" y="82757"/>
                  </a:lnTo>
                  <a:lnTo>
                    <a:pt x="19497" y="87547"/>
                  </a:lnTo>
                  <a:lnTo>
                    <a:pt x="22490" y="92239"/>
                  </a:lnTo>
                  <a:lnTo>
                    <a:pt x="25638" y="96829"/>
                  </a:lnTo>
                  <a:lnTo>
                    <a:pt x="28937" y="101311"/>
                  </a:lnTo>
                  <a:lnTo>
                    <a:pt x="32383" y="105682"/>
                  </a:lnTo>
                  <a:lnTo>
                    <a:pt x="35973" y="109935"/>
                  </a:lnTo>
                  <a:lnTo>
                    <a:pt x="39703" y="114066"/>
                  </a:lnTo>
                  <a:lnTo>
                    <a:pt x="43567" y="118071"/>
                  </a:lnTo>
                  <a:lnTo>
                    <a:pt x="47564" y="121945"/>
                  </a:lnTo>
                  <a:lnTo>
                    <a:pt x="51686" y="125684"/>
                  </a:lnTo>
                  <a:lnTo>
                    <a:pt x="55931" y="129283"/>
                  </a:lnTo>
                  <a:lnTo>
                    <a:pt x="60294" y="132739"/>
                  </a:lnTo>
                  <a:lnTo>
                    <a:pt x="64769" y="136049"/>
                  </a:lnTo>
                  <a:lnTo>
                    <a:pt x="69352" y="139207"/>
                  </a:lnTo>
                  <a:lnTo>
                    <a:pt x="74037" y="142211"/>
                  </a:lnTo>
                  <a:lnTo>
                    <a:pt x="78820" y="145057"/>
                  </a:lnTo>
                  <a:lnTo>
                    <a:pt x="83695" y="147742"/>
                  </a:lnTo>
                  <a:lnTo>
                    <a:pt x="88657" y="150264"/>
                  </a:lnTo>
                  <a:lnTo>
                    <a:pt x="93700" y="152619"/>
                  </a:lnTo>
                  <a:lnTo>
                    <a:pt x="98818" y="154805"/>
                  </a:lnTo>
                  <a:lnTo>
                    <a:pt x="16190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423127" y="941493"/>
              <a:ext cx="230241" cy="334332"/>
            </a:xfrm>
            <a:custGeom>
              <a:avLst/>
              <a:pathLst>
                <a:path w="230241" h="334332">
                  <a:moveTo>
                    <a:pt x="0" y="321973"/>
                  </a:moveTo>
                  <a:lnTo>
                    <a:pt x="4952" y="323900"/>
                  </a:lnTo>
                  <a:lnTo>
                    <a:pt x="9963" y="325668"/>
                  </a:lnTo>
                  <a:lnTo>
                    <a:pt x="15027" y="327277"/>
                  </a:lnTo>
                  <a:lnTo>
                    <a:pt x="20140" y="328723"/>
                  </a:lnTo>
                  <a:lnTo>
                    <a:pt x="25297" y="330007"/>
                  </a:lnTo>
                  <a:lnTo>
                    <a:pt x="30492" y="331126"/>
                  </a:lnTo>
                  <a:lnTo>
                    <a:pt x="35719" y="332079"/>
                  </a:lnTo>
                  <a:lnTo>
                    <a:pt x="40975" y="332865"/>
                  </a:lnTo>
                  <a:lnTo>
                    <a:pt x="46252" y="333484"/>
                  </a:lnTo>
                  <a:lnTo>
                    <a:pt x="51547" y="333936"/>
                  </a:lnTo>
                  <a:lnTo>
                    <a:pt x="56853" y="334218"/>
                  </a:lnTo>
                  <a:lnTo>
                    <a:pt x="62166" y="334332"/>
                  </a:lnTo>
                  <a:lnTo>
                    <a:pt x="67479" y="334277"/>
                  </a:lnTo>
                  <a:lnTo>
                    <a:pt x="72789" y="334053"/>
                  </a:lnTo>
                  <a:lnTo>
                    <a:pt x="78088" y="333660"/>
                  </a:lnTo>
                  <a:lnTo>
                    <a:pt x="83372" y="333099"/>
                  </a:lnTo>
                  <a:lnTo>
                    <a:pt x="88636" y="332371"/>
                  </a:lnTo>
                  <a:lnTo>
                    <a:pt x="93874" y="331475"/>
                  </a:lnTo>
                  <a:lnTo>
                    <a:pt x="99080" y="330414"/>
                  </a:lnTo>
                  <a:lnTo>
                    <a:pt x="104251" y="329187"/>
                  </a:lnTo>
                  <a:lnTo>
                    <a:pt x="109380" y="327797"/>
                  </a:lnTo>
                  <a:lnTo>
                    <a:pt x="114462" y="326245"/>
                  </a:lnTo>
                  <a:lnTo>
                    <a:pt x="119492" y="324531"/>
                  </a:lnTo>
                  <a:lnTo>
                    <a:pt x="124465" y="322659"/>
                  </a:lnTo>
                  <a:lnTo>
                    <a:pt x="129376" y="320630"/>
                  </a:lnTo>
                  <a:lnTo>
                    <a:pt x="134220" y="318445"/>
                  </a:lnTo>
                  <a:lnTo>
                    <a:pt x="138992" y="316108"/>
                  </a:lnTo>
                  <a:lnTo>
                    <a:pt x="143688" y="313620"/>
                  </a:lnTo>
                  <a:lnTo>
                    <a:pt x="148302" y="310985"/>
                  </a:lnTo>
                  <a:lnTo>
                    <a:pt x="152830" y="308203"/>
                  </a:lnTo>
                  <a:lnTo>
                    <a:pt x="157267" y="305280"/>
                  </a:lnTo>
                  <a:lnTo>
                    <a:pt x="161609" y="302217"/>
                  </a:lnTo>
                  <a:lnTo>
                    <a:pt x="165852" y="299017"/>
                  </a:lnTo>
                  <a:lnTo>
                    <a:pt x="169991" y="295684"/>
                  </a:lnTo>
                  <a:lnTo>
                    <a:pt x="174021" y="292222"/>
                  </a:lnTo>
                  <a:lnTo>
                    <a:pt x="177940" y="288633"/>
                  </a:lnTo>
                  <a:lnTo>
                    <a:pt x="181743" y="284921"/>
                  </a:lnTo>
                  <a:lnTo>
                    <a:pt x="185425" y="281090"/>
                  </a:lnTo>
                  <a:lnTo>
                    <a:pt x="188984" y="277144"/>
                  </a:lnTo>
                  <a:lnTo>
                    <a:pt x="192416" y="273087"/>
                  </a:lnTo>
                  <a:lnTo>
                    <a:pt x="195717" y="268923"/>
                  </a:lnTo>
                  <a:lnTo>
                    <a:pt x="198885" y="264656"/>
                  </a:lnTo>
                  <a:lnTo>
                    <a:pt x="201915" y="260291"/>
                  </a:lnTo>
                  <a:lnTo>
                    <a:pt x="204804" y="255831"/>
                  </a:lnTo>
                  <a:lnTo>
                    <a:pt x="207551" y="251282"/>
                  </a:lnTo>
                  <a:lnTo>
                    <a:pt x="210151" y="246648"/>
                  </a:lnTo>
                  <a:lnTo>
                    <a:pt x="212603" y="241934"/>
                  </a:lnTo>
                  <a:lnTo>
                    <a:pt x="214904" y="237144"/>
                  </a:lnTo>
                  <a:lnTo>
                    <a:pt x="217051" y="232283"/>
                  </a:lnTo>
                  <a:lnTo>
                    <a:pt x="219043" y="227357"/>
                  </a:lnTo>
                  <a:lnTo>
                    <a:pt x="220878" y="222370"/>
                  </a:lnTo>
                  <a:lnTo>
                    <a:pt x="222552" y="217327"/>
                  </a:lnTo>
                  <a:lnTo>
                    <a:pt x="224066" y="212233"/>
                  </a:lnTo>
                  <a:lnTo>
                    <a:pt x="225417" y="207094"/>
                  </a:lnTo>
                  <a:lnTo>
                    <a:pt x="226604" y="201914"/>
                  </a:lnTo>
                  <a:lnTo>
                    <a:pt x="227626" y="196700"/>
                  </a:lnTo>
                  <a:lnTo>
                    <a:pt x="228481" y="191455"/>
                  </a:lnTo>
                  <a:lnTo>
                    <a:pt x="229170" y="186186"/>
                  </a:lnTo>
                  <a:lnTo>
                    <a:pt x="229690" y="180898"/>
                  </a:lnTo>
                  <a:lnTo>
                    <a:pt x="230043" y="175595"/>
                  </a:lnTo>
                  <a:lnTo>
                    <a:pt x="230226" y="170285"/>
                  </a:lnTo>
                  <a:lnTo>
                    <a:pt x="230241" y="164971"/>
                  </a:lnTo>
                  <a:lnTo>
                    <a:pt x="230087" y="159659"/>
                  </a:lnTo>
                  <a:lnTo>
                    <a:pt x="229764" y="154355"/>
                  </a:lnTo>
                  <a:lnTo>
                    <a:pt x="229272" y="149064"/>
                  </a:lnTo>
                  <a:lnTo>
                    <a:pt x="228613" y="143791"/>
                  </a:lnTo>
                  <a:lnTo>
                    <a:pt x="227786" y="138542"/>
                  </a:lnTo>
                  <a:lnTo>
                    <a:pt x="226793" y="133322"/>
                  </a:lnTo>
                  <a:lnTo>
                    <a:pt x="225635" y="128136"/>
                  </a:lnTo>
                  <a:lnTo>
                    <a:pt x="224312" y="122989"/>
                  </a:lnTo>
                  <a:lnTo>
                    <a:pt x="222827" y="117887"/>
                  </a:lnTo>
                  <a:lnTo>
                    <a:pt x="221180" y="112835"/>
                  </a:lnTo>
                  <a:lnTo>
                    <a:pt x="219373" y="107838"/>
                  </a:lnTo>
                  <a:lnTo>
                    <a:pt x="217408" y="102901"/>
                  </a:lnTo>
                  <a:lnTo>
                    <a:pt x="215288" y="98028"/>
                  </a:lnTo>
                  <a:lnTo>
                    <a:pt x="213013" y="93226"/>
                  </a:lnTo>
                  <a:lnTo>
                    <a:pt x="210587" y="88498"/>
                  </a:lnTo>
                  <a:lnTo>
                    <a:pt x="208012" y="83849"/>
                  </a:lnTo>
                  <a:lnTo>
                    <a:pt x="205291" y="79285"/>
                  </a:lnTo>
                  <a:lnTo>
                    <a:pt x="202426" y="74810"/>
                  </a:lnTo>
                  <a:lnTo>
                    <a:pt x="199420" y="70428"/>
                  </a:lnTo>
                  <a:lnTo>
                    <a:pt x="196277" y="66144"/>
                  </a:lnTo>
                  <a:lnTo>
                    <a:pt x="192998" y="61962"/>
                  </a:lnTo>
                  <a:lnTo>
                    <a:pt x="189589" y="57886"/>
                  </a:lnTo>
                  <a:lnTo>
                    <a:pt x="186052" y="53920"/>
                  </a:lnTo>
                  <a:lnTo>
                    <a:pt x="182390" y="50069"/>
                  </a:lnTo>
                  <a:lnTo>
                    <a:pt x="178608" y="46337"/>
                  </a:lnTo>
                  <a:lnTo>
                    <a:pt x="174709" y="42726"/>
                  </a:lnTo>
                  <a:lnTo>
                    <a:pt x="170698" y="39241"/>
                  </a:lnTo>
                  <a:lnTo>
                    <a:pt x="166577" y="35885"/>
                  </a:lnTo>
                  <a:lnTo>
                    <a:pt x="162353" y="32662"/>
                  </a:lnTo>
                  <a:lnTo>
                    <a:pt x="158027" y="29575"/>
                  </a:lnTo>
                  <a:lnTo>
                    <a:pt x="153606" y="26627"/>
                  </a:lnTo>
                  <a:lnTo>
                    <a:pt x="149094" y="23821"/>
                  </a:lnTo>
                  <a:lnTo>
                    <a:pt x="144494" y="21160"/>
                  </a:lnTo>
                  <a:lnTo>
                    <a:pt x="139812" y="18647"/>
                  </a:lnTo>
                  <a:lnTo>
                    <a:pt x="135053" y="16283"/>
                  </a:lnTo>
                  <a:lnTo>
                    <a:pt x="130221" y="14072"/>
                  </a:lnTo>
                  <a:lnTo>
                    <a:pt x="125321" y="12016"/>
                  </a:lnTo>
                  <a:lnTo>
                    <a:pt x="120359" y="10116"/>
                  </a:lnTo>
                  <a:lnTo>
                    <a:pt x="115338" y="8375"/>
                  </a:lnTo>
                  <a:lnTo>
                    <a:pt x="110265" y="6795"/>
                  </a:lnTo>
                  <a:lnTo>
                    <a:pt x="105144" y="5376"/>
                  </a:lnTo>
                  <a:lnTo>
                    <a:pt x="99980" y="4121"/>
                  </a:lnTo>
                  <a:lnTo>
                    <a:pt x="94779" y="3031"/>
                  </a:lnTo>
                  <a:lnTo>
                    <a:pt x="89546" y="2107"/>
                  </a:lnTo>
                  <a:lnTo>
                    <a:pt x="84287" y="1349"/>
                  </a:lnTo>
                  <a:lnTo>
                    <a:pt x="79006" y="759"/>
                  </a:lnTo>
                  <a:lnTo>
                    <a:pt x="73709" y="337"/>
                  </a:lnTo>
                  <a:lnTo>
                    <a:pt x="68401" y="84"/>
                  </a:lnTo>
                  <a:lnTo>
                    <a:pt x="63088" y="0"/>
                  </a:lnTo>
                  <a:lnTo>
                    <a:pt x="6308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797344" y="1071028"/>
              <a:ext cx="195251" cy="334327"/>
            </a:xfrm>
            <a:custGeom>
              <a:avLst/>
              <a:pathLst>
                <a:path w="195251" h="334327">
                  <a:moveTo>
                    <a:pt x="167157" y="0"/>
                  </a:moveTo>
                  <a:lnTo>
                    <a:pt x="161836" y="84"/>
                  </a:lnTo>
                  <a:lnTo>
                    <a:pt x="156522" y="338"/>
                  </a:lnTo>
                  <a:lnTo>
                    <a:pt x="151217" y="761"/>
                  </a:lnTo>
                  <a:lnTo>
                    <a:pt x="145930" y="1353"/>
                  </a:lnTo>
                  <a:lnTo>
                    <a:pt x="140663" y="2112"/>
                  </a:lnTo>
                  <a:lnTo>
                    <a:pt x="135423" y="3039"/>
                  </a:lnTo>
                  <a:lnTo>
                    <a:pt x="130216" y="4132"/>
                  </a:lnTo>
                  <a:lnTo>
                    <a:pt x="125046" y="5390"/>
                  </a:lnTo>
                  <a:lnTo>
                    <a:pt x="119919" y="6813"/>
                  </a:lnTo>
                  <a:lnTo>
                    <a:pt x="114839" y="8397"/>
                  </a:lnTo>
                  <a:lnTo>
                    <a:pt x="109813" y="10143"/>
                  </a:lnTo>
                  <a:lnTo>
                    <a:pt x="104844" y="12047"/>
                  </a:lnTo>
                  <a:lnTo>
                    <a:pt x="99939" y="14109"/>
                  </a:lnTo>
                  <a:lnTo>
                    <a:pt x="95102" y="16326"/>
                  </a:lnTo>
                  <a:lnTo>
                    <a:pt x="90338" y="18695"/>
                  </a:lnTo>
                  <a:lnTo>
                    <a:pt x="85651" y="21215"/>
                  </a:lnTo>
                  <a:lnTo>
                    <a:pt x="81048" y="23883"/>
                  </a:lnTo>
                  <a:lnTo>
                    <a:pt x="76531" y="26696"/>
                  </a:lnTo>
                  <a:lnTo>
                    <a:pt x="72106" y="29652"/>
                  </a:lnTo>
                  <a:lnTo>
                    <a:pt x="67778" y="32747"/>
                  </a:lnTo>
                  <a:lnTo>
                    <a:pt x="63550" y="35978"/>
                  </a:lnTo>
                  <a:lnTo>
                    <a:pt x="59428" y="39341"/>
                  </a:lnTo>
                  <a:lnTo>
                    <a:pt x="55414" y="42835"/>
                  </a:lnTo>
                  <a:lnTo>
                    <a:pt x="51514" y="46454"/>
                  </a:lnTo>
                  <a:lnTo>
                    <a:pt x="47730" y="50196"/>
                  </a:lnTo>
                  <a:lnTo>
                    <a:pt x="44068" y="54056"/>
                  </a:lnTo>
                  <a:lnTo>
                    <a:pt x="40531" y="58030"/>
                  </a:lnTo>
                  <a:lnTo>
                    <a:pt x="37121" y="62116"/>
                  </a:lnTo>
                  <a:lnTo>
                    <a:pt x="33844" y="66307"/>
                  </a:lnTo>
                  <a:lnTo>
                    <a:pt x="30701" y="70601"/>
                  </a:lnTo>
                  <a:lnTo>
                    <a:pt x="27697" y="74993"/>
                  </a:lnTo>
                  <a:lnTo>
                    <a:pt x="24834" y="79478"/>
                  </a:lnTo>
                  <a:lnTo>
                    <a:pt x="22116" y="84052"/>
                  </a:lnTo>
                  <a:lnTo>
                    <a:pt x="19544" y="88710"/>
                  </a:lnTo>
                  <a:lnTo>
                    <a:pt x="17122" y="93448"/>
                  </a:lnTo>
                  <a:lnTo>
                    <a:pt x="14852" y="98260"/>
                  </a:lnTo>
                  <a:lnTo>
                    <a:pt x="12736" y="103142"/>
                  </a:lnTo>
                  <a:lnTo>
                    <a:pt x="10776" y="108090"/>
                  </a:lnTo>
                  <a:lnTo>
                    <a:pt x="8975" y="113096"/>
                  </a:lnTo>
                  <a:lnTo>
                    <a:pt x="7335" y="118158"/>
                  </a:lnTo>
                  <a:lnTo>
                    <a:pt x="5856" y="123269"/>
                  </a:lnTo>
                  <a:lnTo>
                    <a:pt x="4541" y="128425"/>
                  </a:lnTo>
                  <a:lnTo>
                    <a:pt x="3390" y="133620"/>
                  </a:lnTo>
                  <a:lnTo>
                    <a:pt x="2405" y="138849"/>
                  </a:lnTo>
                  <a:lnTo>
                    <a:pt x="1587" y="144107"/>
                  </a:lnTo>
                  <a:lnTo>
                    <a:pt x="937" y="149388"/>
                  </a:lnTo>
                  <a:lnTo>
                    <a:pt x="456" y="154687"/>
                  </a:lnTo>
                  <a:lnTo>
                    <a:pt x="143" y="159999"/>
                  </a:lnTo>
                  <a:lnTo>
                    <a:pt x="0" y="165318"/>
                  </a:lnTo>
                  <a:lnTo>
                    <a:pt x="25" y="170639"/>
                  </a:lnTo>
                  <a:lnTo>
                    <a:pt x="220" y="175956"/>
                  </a:lnTo>
                  <a:lnTo>
                    <a:pt x="585" y="181265"/>
                  </a:lnTo>
                  <a:lnTo>
                    <a:pt x="1118" y="186559"/>
                  </a:lnTo>
                  <a:lnTo>
                    <a:pt x="1819" y="191833"/>
                  </a:lnTo>
                  <a:lnTo>
                    <a:pt x="2688" y="197083"/>
                  </a:lnTo>
                  <a:lnTo>
                    <a:pt x="3723" y="202302"/>
                  </a:lnTo>
                  <a:lnTo>
                    <a:pt x="4924" y="207486"/>
                  </a:lnTo>
                  <a:lnTo>
                    <a:pt x="6290" y="212628"/>
                  </a:lnTo>
                  <a:lnTo>
                    <a:pt x="7818" y="217725"/>
                  </a:lnTo>
                  <a:lnTo>
                    <a:pt x="9508" y="222771"/>
                  </a:lnTo>
                  <a:lnTo>
                    <a:pt x="11357" y="227760"/>
                  </a:lnTo>
                  <a:lnTo>
                    <a:pt x="13365" y="232688"/>
                  </a:lnTo>
                  <a:lnTo>
                    <a:pt x="15528" y="237549"/>
                  </a:lnTo>
                  <a:lnTo>
                    <a:pt x="17845" y="242339"/>
                  </a:lnTo>
                  <a:lnTo>
                    <a:pt x="20313" y="247053"/>
                  </a:lnTo>
                  <a:lnTo>
                    <a:pt x="22929" y="251686"/>
                  </a:lnTo>
                  <a:lnTo>
                    <a:pt x="25692" y="256233"/>
                  </a:lnTo>
                  <a:lnTo>
                    <a:pt x="28599" y="260690"/>
                  </a:lnTo>
                  <a:lnTo>
                    <a:pt x="31645" y="265053"/>
                  </a:lnTo>
                  <a:lnTo>
                    <a:pt x="34829" y="269316"/>
                  </a:lnTo>
                  <a:lnTo>
                    <a:pt x="38147" y="273476"/>
                  </a:lnTo>
                  <a:lnTo>
                    <a:pt x="41596" y="277528"/>
                  </a:lnTo>
                  <a:lnTo>
                    <a:pt x="45172" y="281468"/>
                  </a:lnTo>
                  <a:lnTo>
                    <a:pt x="48872" y="285292"/>
                  </a:lnTo>
                  <a:lnTo>
                    <a:pt x="52691" y="288997"/>
                  </a:lnTo>
                  <a:lnTo>
                    <a:pt x="56626" y="292578"/>
                  </a:lnTo>
                  <a:lnTo>
                    <a:pt x="60674" y="296032"/>
                  </a:lnTo>
                  <a:lnTo>
                    <a:pt x="64829" y="299356"/>
                  </a:lnTo>
                  <a:lnTo>
                    <a:pt x="69088" y="302546"/>
                  </a:lnTo>
                  <a:lnTo>
                    <a:pt x="73446" y="305598"/>
                  </a:lnTo>
                  <a:lnTo>
                    <a:pt x="77899" y="308511"/>
                  </a:lnTo>
                  <a:lnTo>
                    <a:pt x="82443" y="311280"/>
                  </a:lnTo>
                  <a:lnTo>
                    <a:pt x="87072" y="313903"/>
                  </a:lnTo>
                  <a:lnTo>
                    <a:pt x="91783" y="316377"/>
                  </a:lnTo>
                  <a:lnTo>
                    <a:pt x="96570" y="318700"/>
                  </a:lnTo>
                  <a:lnTo>
                    <a:pt x="101428" y="320870"/>
                  </a:lnTo>
                  <a:lnTo>
                    <a:pt x="106353" y="322884"/>
                  </a:lnTo>
                  <a:lnTo>
                    <a:pt x="111340" y="324740"/>
                  </a:lnTo>
                  <a:lnTo>
                    <a:pt x="116383" y="326437"/>
                  </a:lnTo>
                  <a:lnTo>
                    <a:pt x="121478" y="327972"/>
                  </a:lnTo>
                  <a:lnTo>
                    <a:pt x="126619" y="329345"/>
                  </a:lnTo>
                  <a:lnTo>
                    <a:pt x="131801" y="330553"/>
                  </a:lnTo>
                  <a:lnTo>
                    <a:pt x="137018" y="331595"/>
                  </a:lnTo>
                  <a:lnTo>
                    <a:pt x="142267" y="332471"/>
                  </a:lnTo>
                  <a:lnTo>
                    <a:pt x="147540" y="333179"/>
                  </a:lnTo>
                  <a:lnTo>
                    <a:pt x="152834" y="333720"/>
                  </a:lnTo>
                  <a:lnTo>
                    <a:pt x="158142" y="334091"/>
                  </a:lnTo>
                  <a:lnTo>
                    <a:pt x="163459" y="334293"/>
                  </a:lnTo>
                  <a:lnTo>
                    <a:pt x="168780" y="334327"/>
                  </a:lnTo>
                  <a:lnTo>
                    <a:pt x="174099" y="334190"/>
                  </a:lnTo>
                  <a:lnTo>
                    <a:pt x="179411" y="333885"/>
                  </a:lnTo>
                  <a:lnTo>
                    <a:pt x="184711" y="333410"/>
                  </a:lnTo>
                  <a:lnTo>
                    <a:pt x="189993" y="332767"/>
                  </a:lnTo>
                  <a:lnTo>
                    <a:pt x="195251" y="331957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28094" cy="164789"/>
            </a:xfrm>
            <a:custGeom>
              <a:avLst/>
              <a:pathLst>
                <a:path w="28094" h="164789">
                  <a:moveTo>
                    <a:pt x="28094" y="16478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959"/>
              <a:ext cx="167167" cy="331026"/>
            </a:xfrm>
            <a:custGeom>
              <a:avLst/>
              <a:pathLst>
                <a:path w="167167" h="331026">
                  <a:moveTo>
                    <a:pt x="28094" y="331026"/>
                  </a:moveTo>
                  <a:lnTo>
                    <a:pt x="33329" y="330048"/>
                  </a:lnTo>
                  <a:lnTo>
                    <a:pt x="38530" y="328903"/>
                  </a:lnTo>
                  <a:lnTo>
                    <a:pt x="43692" y="327593"/>
                  </a:lnTo>
                  <a:lnTo>
                    <a:pt x="48809" y="326120"/>
                  </a:lnTo>
                  <a:lnTo>
                    <a:pt x="53877" y="324484"/>
                  </a:lnTo>
                  <a:lnTo>
                    <a:pt x="58890" y="322688"/>
                  </a:lnTo>
                  <a:lnTo>
                    <a:pt x="63843" y="320732"/>
                  </a:lnTo>
                  <a:lnTo>
                    <a:pt x="68732" y="318620"/>
                  </a:lnTo>
                  <a:lnTo>
                    <a:pt x="73551" y="316354"/>
                  </a:lnTo>
                  <a:lnTo>
                    <a:pt x="78295" y="313935"/>
                  </a:lnTo>
                  <a:lnTo>
                    <a:pt x="82960" y="311366"/>
                  </a:lnTo>
                  <a:lnTo>
                    <a:pt x="87541" y="308650"/>
                  </a:lnTo>
                  <a:lnTo>
                    <a:pt x="92032" y="305789"/>
                  </a:lnTo>
                  <a:lnTo>
                    <a:pt x="96431" y="302787"/>
                  </a:lnTo>
                  <a:lnTo>
                    <a:pt x="100731" y="299646"/>
                  </a:lnTo>
                  <a:lnTo>
                    <a:pt x="104929" y="296370"/>
                  </a:lnTo>
                  <a:lnTo>
                    <a:pt x="109021" y="292962"/>
                  </a:lnTo>
                  <a:lnTo>
                    <a:pt x="113002" y="289425"/>
                  </a:lnTo>
                  <a:lnTo>
                    <a:pt x="116869" y="285763"/>
                  </a:lnTo>
                  <a:lnTo>
                    <a:pt x="120617" y="281980"/>
                  </a:lnTo>
                  <a:lnTo>
                    <a:pt x="124242" y="278079"/>
                  </a:lnTo>
                  <a:lnTo>
                    <a:pt x="127742" y="274065"/>
                  </a:lnTo>
                  <a:lnTo>
                    <a:pt x="131111" y="269941"/>
                  </a:lnTo>
                  <a:lnTo>
                    <a:pt x="134348" y="265712"/>
                  </a:lnTo>
                  <a:lnTo>
                    <a:pt x="137448" y="261383"/>
                  </a:lnTo>
                  <a:lnTo>
                    <a:pt x="140409" y="256956"/>
                  </a:lnTo>
                  <a:lnTo>
                    <a:pt x="143228" y="252438"/>
                  </a:lnTo>
                  <a:lnTo>
                    <a:pt x="145901" y="247832"/>
                  </a:lnTo>
                  <a:lnTo>
                    <a:pt x="148426" y="243143"/>
                  </a:lnTo>
                  <a:lnTo>
                    <a:pt x="150800" y="238377"/>
                  </a:lnTo>
                  <a:lnTo>
                    <a:pt x="153021" y="233537"/>
                  </a:lnTo>
                  <a:lnTo>
                    <a:pt x="155087" y="228629"/>
                  </a:lnTo>
                  <a:lnTo>
                    <a:pt x="156996" y="223657"/>
                  </a:lnTo>
                  <a:lnTo>
                    <a:pt x="158745" y="218627"/>
                  </a:lnTo>
                  <a:lnTo>
                    <a:pt x="160333" y="213544"/>
                  </a:lnTo>
                  <a:lnTo>
                    <a:pt x="161759" y="208413"/>
                  </a:lnTo>
                  <a:lnTo>
                    <a:pt x="163020" y="203239"/>
                  </a:lnTo>
                  <a:lnTo>
                    <a:pt x="164116" y="198028"/>
                  </a:lnTo>
                  <a:lnTo>
                    <a:pt x="165045" y="192784"/>
                  </a:lnTo>
                  <a:lnTo>
                    <a:pt x="165807" y="187514"/>
                  </a:lnTo>
                  <a:lnTo>
                    <a:pt x="166401" y="182222"/>
                  </a:lnTo>
                  <a:lnTo>
                    <a:pt x="166826" y="176913"/>
                  </a:lnTo>
                  <a:lnTo>
                    <a:pt x="167081" y="171594"/>
                  </a:lnTo>
                  <a:lnTo>
                    <a:pt x="167167" y="166269"/>
                  </a:lnTo>
                  <a:lnTo>
                    <a:pt x="167083" y="160945"/>
                  </a:lnTo>
                  <a:lnTo>
                    <a:pt x="166830" y="155625"/>
                  </a:lnTo>
                  <a:lnTo>
                    <a:pt x="166407" y="150317"/>
                  </a:lnTo>
                  <a:lnTo>
                    <a:pt x="165816" y="145025"/>
                  </a:lnTo>
                  <a:lnTo>
                    <a:pt x="165056" y="139754"/>
                  </a:lnTo>
                  <a:lnTo>
                    <a:pt x="164129" y="134510"/>
                  </a:lnTo>
                  <a:lnTo>
                    <a:pt x="163035" y="129298"/>
                  </a:lnTo>
                  <a:lnTo>
                    <a:pt x="161775" y="124124"/>
                  </a:lnTo>
                  <a:lnTo>
                    <a:pt x="160352" y="118992"/>
                  </a:lnTo>
                  <a:lnTo>
                    <a:pt x="158766" y="113908"/>
                  </a:lnTo>
                  <a:lnTo>
                    <a:pt x="157018" y="108878"/>
                  </a:lnTo>
                  <a:lnTo>
                    <a:pt x="155112" y="103906"/>
                  </a:lnTo>
                  <a:lnTo>
                    <a:pt x="153048" y="98997"/>
                  </a:lnTo>
                  <a:lnTo>
                    <a:pt x="150828" y="94156"/>
                  </a:lnTo>
                  <a:lnTo>
                    <a:pt x="148456" y="89388"/>
                  </a:lnTo>
                  <a:lnTo>
                    <a:pt x="145933" y="84699"/>
                  </a:lnTo>
                  <a:lnTo>
                    <a:pt x="143261" y="80092"/>
                  </a:lnTo>
                  <a:lnTo>
                    <a:pt x="140445" y="75572"/>
                  </a:lnTo>
                  <a:lnTo>
                    <a:pt x="137486" y="71145"/>
                  </a:lnTo>
                  <a:lnTo>
                    <a:pt x="134387" y="66814"/>
                  </a:lnTo>
                  <a:lnTo>
                    <a:pt x="131152" y="62584"/>
                  </a:lnTo>
                  <a:lnTo>
                    <a:pt x="127784" y="58459"/>
                  </a:lnTo>
                  <a:lnTo>
                    <a:pt x="124286" y="54443"/>
                  </a:lnTo>
                  <a:lnTo>
                    <a:pt x="120662" y="50541"/>
                  </a:lnTo>
                  <a:lnTo>
                    <a:pt x="116916" y="46756"/>
                  </a:lnTo>
                  <a:lnTo>
                    <a:pt x="113051" y="43093"/>
                  </a:lnTo>
                  <a:lnTo>
                    <a:pt x="109071" y="39554"/>
                  </a:lnTo>
                  <a:lnTo>
                    <a:pt x="104980" y="36145"/>
                  </a:lnTo>
                  <a:lnTo>
                    <a:pt x="100783" y="32867"/>
                  </a:lnTo>
                  <a:lnTo>
                    <a:pt x="96484" y="29724"/>
                  </a:lnTo>
                  <a:lnTo>
                    <a:pt x="92087" y="26720"/>
                  </a:lnTo>
                  <a:lnTo>
                    <a:pt x="87596" y="23858"/>
                  </a:lnTo>
                  <a:lnTo>
                    <a:pt x="83017" y="21140"/>
                  </a:lnTo>
                  <a:lnTo>
                    <a:pt x="78353" y="18569"/>
                  </a:lnTo>
                  <a:lnTo>
                    <a:pt x="73610" y="16148"/>
                  </a:lnTo>
                  <a:lnTo>
                    <a:pt x="68792" y="13880"/>
                  </a:lnTo>
                  <a:lnTo>
                    <a:pt x="63904" y="11766"/>
                  </a:lnTo>
                  <a:lnTo>
                    <a:pt x="58951" y="9809"/>
                  </a:lnTo>
                  <a:lnTo>
                    <a:pt x="53939" y="8011"/>
                  </a:lnTo>
                  <a:lnTo>
                    <a:pt x="48871" y="6373"/>
                  </a:lnTo>
                  <a:lnTo>
                    <a:pt x="43755" y="4897"/>
                  </a:lnTo>
                  <a:lnTo>
                    <a:pt x="38593" y="3585"/>
                  </a:lnTo>
                  <a:lnTo>
                    <a:pt x="33393" y="2439"/>
                  </a:lnTo>
                  <a:lnTo>
                    <a:pt x="28159" y="1458"/>
                  </a:lnTo>
                  <a:lnTo>
                    <a:pt x="22896" y="645"/>
                  </a:lnTo>
                  <a:lnTo>
                    <a:pt x="17610" y="0"/>
                  </a:lnTo>
                  <a:lnTo>
                    <a:pt x="0" y="166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071028"/>
              <a:ext cx="17610" cy="167167"/>
            </a:xfrm>
            <a:custGeom>
              <a:avLst/>
              <a:pathLst>
                <a:path w="17610" h="167167">
                  <a:moveTo>
                    <a:pt x="17610" y="930"/>
                  </a:moveTo>
                  <a:lnTo>
                    <a:pt x="8817" y="2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49420" y="1322571"/>
              <a:ext cx="139300" cy="167167"/>
            </a:xfrm>
            <a:custGeom>
              <a:avLst/>
              <a:pathLst>
                <a:path w="139300" h="167167">
                  <a:moveTo>
                    <a:pt x="139300" y="0"/>
                  </a:moveTo>
                  <a:lnTo>
                    <a:pt x="133812" y="90"/>
                  </a:lnTo>
                  <a:lnTo>
                    <a:pt x="128330" y="360"/>
                  </a:lnTo>
                  <a:lnTo>
                    <a:pt x="122860" y="810"/>
                  </a:lnTo>
                  <a:lnTo>
                    <a:pt x="117407" y="1439"/>
                  </a:lnTo>
                  <a:lnTo>
                    <a:pt x="111978" y="2247"/>
                  </a:lnTo>
                  <a:lnTo>
                    <a:pt x="106579" y="3233"/>
                  </a:lnTo>
                  <a:lnTo>
                    <a:pt x="101215" y="4396"/>
                  </a:lnTo>
                  <a:lnTo>
                    <a:pt x="95892" y="5734"/>
                  </a:lnTo>
                  <a:lnTo>
                    <a:pt x="90615" y="7246"/>
                  </a:lnTo>
                  <a:lnTo>
                    <a:pt x="85391" y="8930"/>
                  </a:lnTo>
                  <a:lnTo>
                    <a:pt x="80226" y="10785"/>
                  </a:lnTo>
                  <a:lnTo>
                    <a:pt x="75124" y="12809"/>
                  </a:lnTo>
                  <a:lnTo>
                    <a:pt x="70091" y="14999"/>
                  </a:lnTo>
                  <a:lnTo>
                    <a:pt x="65133" y="17353"/>
                  </a:lnTo>
                  <a:lnTo>
                    <a:pt x="60255" y="19869"/>
                  </a:lnTo>
                  <a:lnTo>
                    <a:pt x="55461" y="22543"/>
                  </a:lnTo>
                  <a:lnTo>
                    <a:pt x="50759" y="25373"/>
                  </a:lnTo>
                  <a:lnTo>
                    <a:pt x="46152" y="28356"/>
                  </a:lnTo>
                  <a:lnTo>
                    <a:pt x="41645" y="31489"/>
                  </a:lnTo>
                  <a:lnTo>
                    <a:pt x="37243" y="34768"/>
                  </a:lnTo>
                  <a:lnTo>
                    <a:pt x="32952" y="38190"/>
                  </a:lnTo>
                  <a:lnTo>
                    <a:pt x="28775" y="41751"/>
                  </a:lnTo>
                  <a:lnTo>
                    <a:pt x="24717" y="45447"/>
                  </a:lnTo>
                  <a:lnTo>
                    <a:pt x="20783" y="49274"/>
                  </a:lnTo>
                  <a:lnTo>
                    <a:pt x="16977" y="53228"/>
                  </a:lnTo>
                  <a:lnTo>
                    <a:pt x="13302" y="57305"/>
                  </a:lnTo>
                  <a:lnTo>
                    <a:pt x="9763" y="61501"/>
                  </a:lnTo>
                  <a:lnTo>
                    <a:pt x="6364" y="65811"/>
                  </a:lnTo>
                  <a:lnTo>
                    <a:pt x="3108" y="70229"/>
                  </a:lnTo>
                  <a:lnTo>
                    <a:pt x="0" y="74753"/>
                  </a:lnTo>
                  <a:lnTo>
                    <a:pt x="13930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9420" y="1397324"/>
              <a:ext cx="139300" cy="92414"/>
            </a:xfrm>
            <a:custGeom>
              <a:avLst/>
              <a:pathLst>
                <a:path w="139300" h="92414">
                  <a:moveTo>
                    <a:pt x="0" y="0"/>
                  </a:moveTo>
                  <a:lnTo>
                    <a:pt x="139300" y="924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21567" y="1363419"/>
              <a:ext cx="334320" cy="293481"/>
            </a:xfrm>
            <a:custGeom>
              <a:avLst/>
              <a:pathLst>
                <a:path w="334320" h="293481">
                  <a:moveTo>
                    <a:pt x="27853" y="33904"/>
                  </a:moveTo>
                  <a:lnTo>
                    <a:pt x="24982" y="38385"/>
                  </a:lnTo>
                  <a:lnTo>
                    <a:pt x="22256" y="42954"/>
                  </a:lnTo>
                  <a:lnTo>
                    <a:pt x="19676" y="47608"/>
                  </a:lnTo>
                  <a:lnTo>
                    <a:pt x="17245" y="52342"/>
                  </a:lnTo>
                  <a:lnTo>
                    <a:pt x="14967" y="57151"/>
                  </a:lnTo>
                  <a:lnTo>
                    <a:pt x="12842" y="62030"/>
                  </a:lnTo>
                  <a:lnTo>
                    <a:pt x="10874" y="66974"/>
                  </a:lnTo>
                  <a:lnTo>
                    <a:pt x="9065" y="71978"/>
                  </a:lnTo>
                  <a:lnTo>
                    <a:pt x="7415" y="77037"/>
                  </a:lnTo>
                  <a:lnTo>
                    <a:pt x="5928" y="82146"/>
                  </a:lnTo>
                  <a:lnTo>
                    <a:pt x="4603" y="87300"/>
                  </a:lnTo>
                  <a:lnTo>
                    <a:pt x="3444" y="92493"/>
                  </a:lnTo>
                  <a:lnTo>
                    <a:pt x="2450" y="97721"/>
                  </a:lnTo>
                  <a:lnTo>
                    <a:pt x="1623" y="102977"/>
                  </a:lnTo>
                  <a:lnTo>
                    <a:pt x="964" y="108258"/>
                  </a:lnTo>
                  <a:lnTo>
                    <a:pt x="474" y="113556"/>
                  </a:lnTo>
                  <a:lnTo>
                    <a:pt x="152" y="118868"/>
                  </a:lnTo>
                  <a:lnTo>
                    <a:pt x="0" y="124187"/>
                  </a:lnTo>
                  <a:lnTo>
                    <a:pt x="16" y="129508"/>
                  </a:lnTo>
                  <a:lnTo>
                    <a:pt x="203" y="134826"/>
                  </a:lnTo>
                  <a:lnTo>
                    <a:pt x="558" y="140136"/>
                  </a:lnTo>
                  <a:lnTo>
                    <a:pt x="1082" y="145431"/>
                  </a:lnTo>
                  <a:lnTo>
                    <a:pt x="1774" y="150707"/>
                  </a:lnTo>
                  <a:lnTo>
                    <a:pt x="2634" y="155958"/>
                  </a:lnTo>
                  <a:lnTo>
                    <a:pt x="3661" y="161179"/>
                  </a:lnTo>
                  <a:lnTo>
                    <a:pt x="4854" y="166365"/>
                  </a:lnTo>
                  <a:lnTo>
                    <a:pt x="6210" y="171511"/>
                  </a:lnTo>
                  <a:lnTo>
                    <a:pt x="7730" y="176610"/>
                  </a:lnTo>
                  <a:lnTo>
                    <a:pt x="9412" y="181659"/>
                  </a:lnTo>
                  <a:lnTo>
                    <a:pt x="11253" y="186651"/>
                  </a:lnTo>
                  <a:lnTo>
                    <a:pt x="13252" y="191583"/>
                  </a:lnTo>
                  <a:lnTo>
                    <a:pt x="15407" y="196448"/>
                  </a:lnTo>
                  <a:lnTo>
                    <a:pt x="17716" y="201242"/>
                  </a:lnTo>
                  <a:lnTo>
                    <a:pt x="20177" y="205961"/>
                  </a:lnTo>
                  <a:lnTo>
                    <a:pt x="22786" y="210598"/>
                  </a:lnTo>
                  <a:lnTo>
                    <a:pt x="25542" y="215150"/>
                  </a:lnTo>
                  <a:lnTo>
                    <a:pt x="28441" y="219613"/>
                  </a:lnTo>
                  <a:lnTo>
                    <a:pt x="31480" y="223980"/>
                  </a:lnTo>
                  <a:lnTo>
                    <a:pt x="34657" y="228249"/>
                  </a:lnTo>
                  <a:lnTo>
                    <a:pt x="37969" y="232414"/>
                  </a:lnTo>
                  <a:lnTo>
                    <a:pt x="41411" y="236472"/>
                  </a:lnTo>
                  <a:lnTo>
                    <a:pt x="44981" y="240419"/>
                  </a:lnTo>
                  <a:lnTo>
                    <a:pt x="48674" y="244249"/>
                  </a:lnTo>
                  <a:lnTo>
                    <a:pt x="52488" y="247960"/>
                  </a:lnTo>
                  <a:lnTo>
                    <a:pt x="56417" y="251548"/>
                  </a:lnTo>
                  <a:lnTo>
                    <a:pt x="60459" y="255009"/>
                  </a:lnTo>
                  <a:lnTo>
                    <a:pt x="64609" y="258340"/>
                  </a:lnTo>
                  <a:lnTo>
                    <a:pt x="68863" y="261537"/>
                  </a:lnTo>
                  <a:lnTo>
                    <a:pt x="73217" y="264597"/>
                  </a:lnTo>
                  <a:lnTo>
                    <a:pt x="77665" y="267517"/>
                  </a:lnTo>
                  <a:lnTo>
                    <a:pt x="82205" y="270293"/>
                  </a:lnTo>
                  <a:lnTo>
                    <a:pt x="86830" y="272924"/>
                  </a:lnTo>
                  <a:lnTo>
                    <a:pt x="91537" y="275406"/>
                  </a:lnTo>
                  <a:lnTo>
                    <a:pt x="96320" y="277737"/>
                  </a:lnTo>
                  <a:lnTo>
                    <a:pt x="101176" y="279915"/>
                  </a:lnTo>
                  <a:lnTo>
                    <a:pt x="106098" y="281937"/>
                  </a:lnTo>
                  <a:lnTo>
                    <a:pt x="111082" y="283802"/>
                  </a:lnTo>
                  <a:lnTo>
                    <a:pt x="116122" y="285507"/>
                  </a:lnTo>
                  <a:lnTo>
                    <a:pt x="121215" y="287050"/>
                  </a:lnTo>
                  <a:lnTo>
                    <a:pt x="126354" y="288431"/>
                  </a:lnTo>
                  <a:lnTo>
                    <a:pt x="131534" y="289647"/>
                  </a:lnTo>
                  <a:lnTo>
                    <a:pt x="136751" y="290698"/>
                  </a:lnTo>
                  <a:lnTo>
                    <a:pt x="141998" y="291583"/>
                  </a:lnTo>
                  <a:lnTo>
                    <a:pt x="147271" y="292300"/>
                  </a:lnTo>
                  <a:lnTo>
                    <a:pt x="152563" y="292848"/>
                  </a:lnTo>
                  <a:lnTo>
                    <a:pt x="157871" y="293228"/>
                  </a:lnTo>
                  <a:lnTo>
                    <a:pt x="163188" y="293439"/>
                  </a:lnTo>
                  <a:lnTo>
                    <a:pt x="168509" y="293481"/>
                  </a:lnTo>
                  <a:lnTo>
                    <a:pt x="173829" y="293353"/>
                  </a:lnTo>
                  <a:lnTo>
                    <a:pt x="179142" y="293056"/>
                  </a:lnTo>
                  <a:lnTo>
                    <a:pt x="184443" y="292590"/>
                  </a:lnTo>
                  <a:lnTo>
                    <a:pt x="189726" y="291955"/>
                  </a:lnTo>
                  <a:lnTo>
                    <a:pt x="194986" y="291153"/>
                  </a:lnTo>
                  <a:lnTo>
                    <a:pt x="200219" y="290183"/>
                  </a:lnTo>
                  <a:lnTo>
                    <a:pt x="205417" y="289048"/>
                  </a:lnTo>
                  <a:lnTo>
                    <a:pt x="210577" y="287748"/>
                  </a:lnTo>
                  <a:lnTo>
                    <a:pt x="215693" y="286284"/>
                  </a:lnTo>
                  <a:lnTo>
                    <a:pt x="220760" y="284658"/>
                  </a:lnTo>
                  <a:lnTo>
                    <a:pt x="225772" y="282871"/>
                  </a:lnTo>
                  <a:lnTo>
                    <a:pt x="230725" y="280926"/>
                  </a:lnTo>
                  <a:lnTo>
                    <a:pt x="235614" y="278825"/>
                  </a:lnTo>
                  <a:lnTo>
                    <a:pt x="240433" y="276569"/>
                  </a:lnTo>
                  <a:lnTo>
                    <a:pt x="245178" y="274160"/>
                  </a:lnTo>
                  <a:lnTo>
                    <a:pt x="249844" y="271602"/>
                  </a:lnTo>
                  <a:lnTo>
                    <a:pt x="254426" y="268896"/>
                  </a:lnTo>
                  <a:lnTo>
                    <a:pt x="258920" y="266046"/>
                  </a:lnTo>
                  <a:lnTo>
                    <a:pt x="263321" y="263055"/>
                  </a:lnTo>
                  <a:lnTo>
                    <a:pt x="267624" y="259925"/>
                  </a:lnTo>
                  <a:lnTo>
                    <a:pt x="271826" y="256659"/>
                  </a:lnTo>
                  <a:lnTo>
                    <a:pt x="275921" y="253262"/>
                  </a:lnTo>
                  <a:lnTo>
                    <a:pt x="279906" y="249736"/>
                  </a:lnTo>
                  <a:lnTo>
                    <a:pt x="283777" y="246084"/>
                  </a:lnTo>
                  <a:lnTo>
                    <a:pt x="287530" y="242312"/>
                  </a:lnTo>
                  <a:lnTo>
                    <a:pt x="291161" y="238422"/>
                  </a:lnTo>
                  <a:lnTo>
                    <a:pt x="294666" y="234418"/>
                  </a:lnTo>
                  <a:lnTo>
                    <a:pt x="298042" y="230305"/>
                  </a:lnTo>
                  <a:lnTo>
                    <a:pt x="301285" y="226086"/>
                  </a:lnTo>
                  <a:lnTo>
                    <a:pt x="304393" y="221767"/>
                  </a:lnTo>
                  <a:lnTo>
                    <a:pt x="307361" y="217350"/>
                  </a:lnTo>
                  <a:lnTo>
                    <a:pt x="310187" y="212842"/>
                  </a:lnTo>
                  <a:lnTo>
                    <a:pt x="312869" y="208245"/>
                  </a:lnTo>
                  <a:lnTo>
                    <a:pt x="315402" y="203566"/>
                  </a:lnTo>
                  <a:lnTo>
                    <a:pt x="317786" y="198808"/>
                  </a:lnTo>
                  <a:lnTo>
                    <a:pt x="320017" y="193977"/>
                  </a:lnTo>
                  <a:lnTo>
                    <a:pt x="322093" y="189078"/>
                  </a:lnTo>
                  <a:lnTo>
                    <a:pt x="324012" y="184115"/>
                  </a:lnTo>
                  <a:lnTo>
                    <a:pt x="325772" y="179093"/>
                  </a:lnTo>
                  <a:lnTo>
                    <a:pt x="327371" y="174018"/>
                  </a:lnTo>
                  <a:lnTo>
                    <a:pt x="328808" y="168894"/>
                  </a:lnTo>
                  <a:lnTo>
                    <a:pt x="330081" y="163727"/>
                  </a:lnTo>
                  <a:lnTo>
                    <a:pt x="331189" y="158523"/>
                  </a:lnTo>
                  <a:lnTo>
                    <a:pt x="332131" y="153286"/>
                  </a:lnTo>
                  <a:lnTo>
                    <a:pt x="332906" y="148021"/>
                  </a:lnTo>
                  <a:lnTo>
                    <a:pt x="333513" y="142734"/>
                  </a:lnTo>
                  <a:lnTo>
                    <a:pt x="333951" y="137431"/>
                  </a:lnTo>
                  <a:lnTo>
                    <a:pt x="334220" y="132117"/>
                  </a:lnTo>
                  <a:lnTo>
                    <a:pt x="334320" y="126797"/>
                  </a:lnTo>
                  <a:lnTo>
                    <a:pt x="334251" y="121476"/>
                  </a:lnTo>
                  <a:lnTo>
                    <a:pt x="334012" y="116160"/>
                  </a:lnTo>
                  <a:lnTo>
                    <a:pt x="333604" y="110854"/>
                  </a:lnTo>
                  <a:lnTo>
                    <a:pt x="333027" y="105564"/>
                  </a:lnTo>
                  <a:lnTo>
                    <a:pt x="332283" y="100295"/>
                  </a:lnTo>
                  <a:lnTo>
                    <a:pt x="331371" y="95053"/>
                  </a:lnTo>
                  <a:lnTo>
                    <a:pt x="330293" y="89842"/>
                  </a:lnTo>
                  <a:lnTo>
                    <a:pt x="329049" y="84668"/>
                  </a:lnTo>
                  <a:lnTo>
                    <a:pt x="327641" y="79536"/>
                  </a:lnTo>
                  <a:lnTo>
                    <a:pt x="326071" y="74452"/>
                  </a:lnTo>
                  <a:lnTo>
                    <a:pt x="324340" y="69420"/>
                  </a:lnTo>
                  <a:lnTo>
                    <a:pt x="322449" y="64446"/>
                  </a:lnTo>
                  <a:lnTo>
                    <a:pt x="320401" y="59535"/>
                  </a:lnTo>
                  <a:lnTo>
                    <a:pt x="318198" y="54691"/>
                  </a:lnTo>
                  <a:lnTo>
                    <a:pt x="315842" y="49920"/>
                  </a:lnTo>
                  <a:lnTo>
                    <a:pt x="313335" y="45226"/>
                  </a:lnTo>
                  <a:lnTo>
                    <a:pt x="310680" y="40615"/>
                  </a:lnTo>
                  <a:lnTo>
                    <a:pt x="307879" y="36090"/>
                  </a:lnTo>
                  <a:lnTo>
                    <a:pt x="304936" y="31657"/>
                  </a:lnTo>
                  <a:lnTo>
                    <a:pt x="301853" y="27320"/>
                  </a:lnTo>
                  <a:lnTo>
                    <a:pt x="298634" y="23082"/>
                  </a:lnTo>
                  <a:lnTo>
                    <a:pt x="295282" y="18950"/>
                  </a:lnTo>
                  <a:lnTo>
                    <a:pt x="291800" y="14926"/>
                  </a:lnTo>
                  <a:lnTo>
                    <a:pt x="288191" y="11016"/>
                  </a:lnTo>
                  <a:lnTo>
                    <a:pt x="284460" y="7222"/>
                  </a:lnTo>
                  <a:lnTo>
                    <a:pt x="280610" y="3548"/>
                  </a:lnTo>
                  <a:lnTo>
                    <a:pt x="276645" y="0"/>
                  </a:lnTo>
                  <a:lnTo>
                    <a:pt x="167153" y="1263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109491" cy="167167"/>
            </a:xfrm>
            <a:custGeom>
              <a:avLst/>
              <a:pathLst>
                <a:path w="109491" h="167167">
                  <a:moveTo>
                    <a:pt x="109491" y="40848"/>
                  </a:moveTo>
                  <a:lnTo>
                    <a:pt x="105133" y="37198"/>
                  </a:lnTo>
                  <a:lnTo>
                    <a:pt x="100653" y="33698"/>
                  </a:lnTo>
                  <a:lnTo>
                    <a:pt x="96057" y="30353"/>
                  </a:lnTo>
                  <a:lnTo>
                    <a:pt x="91349" y="27166"/>
                  </a:lnTo>
                  <a:lnTo>
                    <a:pt x="86536" y="24141"/>
                  </a:lnTo>
                  <a:lnTo>
                    <a:pt x="81623" y="21282"/>
                  </a:lnTo>
                  <a:lnTo>
                    <a:pt x="76616" y="18591"/>
                  </a:lnTo>
                  <a:lnTo>
                    <a:pt x="71520" y="16072"/>
                  </a:lnTo>
                  <a:lnTo>
                    <a:pt x="66341" y="13727"/>
                  </a:lnTo>
                  <a:lnTo>
                    <a:pt x="61086" y="11560"/>
                  </a:lnTo>
                  <a:lnTo>
                    <a:pt x="55760" y="9573"/>
                  </a:lnTo>
                  <a:lnTo>
                    <a:pt x="50369" y="7768"/>
                  </a:lnTo>
                  <a:lnTo>
                    <a:pt x="44920" y="6148"/>
                  </a:lnTo>
                  <a:lnTo>
                    <a:pt x="39419" y="4714"/>
                  </a:lnTo>
                  <a:lnTo>
                    <a:pt x="33873" y="3467"/>
                  </a:lnTo>
                  <a:lnTo>
                    <a:pt x="28287" y="2410"/>
                  </a:lnTo>
                  <a:lnTo>
                    <a:pt x="22669" y="1544"/>
                  </a:lnTo>
                  <a:lnTo>
                    <a:pt x="17025" y="869"/>
                  </a:lnTo>
                  <a:lnTo>
                    <a:pt x="11361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990949" y="1681503"/>
              <a:ext cx="95575" cy="167167"/>
            </a:xfrm>
            <a:custGeom>
              <a:avLst/>
              <a:pathLst>
                <a:path w="95575" h="167167">
                  <a:moveTo>
                    <a:pt x="95575" y="0"/>
                  </a:moveTo>
                  <a:lnTo>
                    <a:pt x="89924" y="95"/>
                  </a:lnTo>
                  <a:lnTo>
                    <a:pt x="84279" y="382"/>
                  </a:lnTo>
                  <a:lnTo>
                    <a:pt x="78647" y="859"/>
                  </a:lnTo>
                  <a:lnTo>
                    <a:pt x="73035" y="1526"/>
                  </a:lnTo>
                  <a:lnTo>
                    <a:pt x="67448" y="2383"/>
                  </a:lnTo>
                  <a:lnTo>
                    <a:pt x="61893" y="3428"/>
                  </a:lnTo>
                  <a:lnTo>
                    <a:pt x="56377" y="4660"/>
                  </a:lnTo>
                  <a:lnTo>
                    <a:pt x="50906" y="6078"/>
                  </a:lnTo>
                  <a:lnTo>
                    <a:pt x="45486" y="7680"/>
                  </a:lnTo>
                  <a:lnTo>
                    <a:pt x="40123" y="9465"/>
                  </a:lnTo>
                  <a:lnTo>
                    <a:pt x="34823" y="11429"/>
                  </a:lnTo>
                  <a:lnTo>
                    <a:pt x="29593" y="13572"/>
                  </a:lnTo>
                  <a:lnTo>
                    <a:pt x="24439" y="15890"/>
                  </a:lnTo>
                  <a:lnTo>
                    <a:pt x="19365" y="18382"/>
                  </a:lnTo>
                  <a:lnTo>
                    <a:pt x="14379" y="21043"/>
                  </a:lnTo>
                  <a:lnTo>
                    <a:pt x="9486" y="23871"/>
                  </a:lnTo>
                  <a:lnTo>
                    <a:pt x="4691" y="26864"/>
                  </a:lnTo>
                  <a:lnTo>
                    <a:pt x="0" y="30016"/>
                  </a:lnTo>
                  <a:lnTo>
                    <a:pt x="9557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0949" y="1711520"/>
              <a:ext cx="95575" cy="137150"/>
            </a:xfrm>
            <a:custGeom>
              <a:avLst/>
              <a:pathLst>
                <a:path w="95575" h="137150">
                  <a:moveTo>
                    <a:pt x="0" y="0"/>
                  </a:moveTo>
                  <a:lnTo>
                    <a:pt x="95575" y="1371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19367" y="1681503"/>
              <a:ext cx="334307" cy="334334"/>
            </a:xfrm>
            <a:custGeom>
              <a:avLst/>
              <a:pathLst>
                <a:path w="334307" h="334334">
                  <a:moveTo>
                    <a:pt x="71581" y="30016"/>
                  </a:moveTo>
                  <a:lnTo>
                    <a:pt x="67282" y="33115"/>
                  </a:lnTo>
                  <a:lnTo>
                    <a:pt x="63083" y="36348"/>
                  </a:lnTo>
                  <a:lnTo>
                    <a:pt x="58989" y="39712"/>
                  </a:lnTo>
                  <a:lnTo>
                    <a:pt x="55004" y="43204"/>
                  </a:lnTo>
                  <a:lnTo>
                    <a:pt x="51131" y="46822"/>
                  </a:lnTo>
                  <a:lnTo>
                    <a:pt x="47375" y="50560"/>
                  </a:lnTo>
                  <a:lnTo>
                    <a:pt x="43739" y="54415"/>
                  </a:lnTo>
                  <a:lnTo>
                    <a:pt x="40227" y="58383"/>
                  </a:lnTo>
                  <a:lnTo>
                    <a:pt x="36843" y="62461"/>
                  </a:lnTo>
                  <a:lnTo>
                    <a:pt x="33590" y="66644"/>
                  </a:lnTo>
                  <a:lnTo>
                    <a:pt x="30471" y="70928"/>
                  </a:lnTo>
                  <a:lnTo>
                    <a:pt x="27489" y="75309"/>
                  </a:lnTo>
                  <a:lnTo>
                    <a:pt x="24647" y="79782"/>
                  </a:lnTo>
                  <a:lnTo>
                    <a:pt x="21949" y="84343"/>
                  </a:lnTo>
                  <a:lnTo>
                    <a:pt x="19397" y="88987"/>
                  </a:lnTo>
                  <a:lnTo>
                    <a:pt x="16993" y="93710"/>
                  </a:lnTo>
                  <a:lnTo>
                    <a:pt x="14740" y="98506"/>
                  </a:lnTo>
                  <a:lnTo>
                    <a:pt x="12641" y="103372"/>
                  </a:lnTo>
                  <a:lnTo>
                    <a:pt x="10696" y="108302"/>
                  </a:lnTo>
                  <a:lnTo>
                    <a:pt x="8909" y="113290"/>
                  </a:lnTo>
                  <a:lnTo>
                    <a:pt x="7281" y="118333"/>
                  </a:lnTo>
                  <a:lnTo>
                    <a:pt x="5813" y="123425"/>
                  </a:lnTo>
                  <a:lnTo>
                    <a:pt x="4508" y="128561"/>
                  </a:lnTo>
                  <a:lnTo>
                    <a:pt x="3366" y="133736"/>
                  </a:lnTo>
                  <a:lnTo>
                    <a:pt x="2389" y="138944"/>
                  </a:lnTo>
                  <a:lnTo>
                    <a:pt x="1577" y="144181"/>
                  </a:lnTo>
                  <a:lnTo>
                    <a:pt x="932" y="149441"/>
                  </a:lnTo>
                  <a:lnTo>
                    <a:pt x="453" y="154718"/>
                  </a:lnTo>
                  <a:lnTo>
                    <a:pt x="142" y="160008"/>
                  </a:lnTo>
                  <a:lnTo>
                    <a:pt x="0" y="165306"/>
                  </a:lnTo>
                  <a:lnTo>
                    <a:pt x="24" y="170605"/>
                  </a:lnTo>
                  <a:lnTo>
                    <a:pt x="217" y="175901"/>
                  </a:lnTo>
                  <a:lnTo>
                    <a:pt x="578" y="181188"/>
                  </a:lnTo>
                  <a:lnTo>
                    <a:pt x="1106" y="186460"/>
                  </a:lnTo>
                  <a:lnTo>
                    <a:pt x="1801" y="191714"/>
                  </a:lnTo>
                  <a:lnTo>
                    <a:pt x="2662" y="196943"/>
                  </a:lnTo>
                  <a:lnTo>
                    <a:pt x="3689" y="202142"/>
                  </a:lnTo>
                  <a:lnTo>
                    <a:pt x="4879" y="207305"/>
                  </a:lnTo>
                  <a:lnTo>
                    <a:pt x="6233" y="212429"/>
                  </a:lnTo>
                  <a:lnTo>
                    <a:pt x="7749" y="217507"/>
                  </a:lnTo>
                  <a:lnTo>
                    <a:pt x="9424" y="222534"/>
                  </a:lnTo>
                  <a:lnTo>
                    <a:pt x="11259" y="227506"/>
                  </a:lnTo>
                  <a:lnTo>
                    <a:pt x="13249" y="232417"/>
                  </a:lnTo>
                  <a:lnTo>
                    <a:pt x="15395" y="237262"/>
                  </a:lnTo>
                  <a:lnTo>
                    <a:pt x="17693" y="242037"/>
                  </a:lnTo>
                  <a:lnTo>
                    <a:pt x="20141" y="246737"/>
                  </a:lnTo>
                  <a:lnTo>
                    <a:pt x="22737" y="251357"/>
                  </a:lnTo>
                  <a:lnTo>
                    <a:pt x="25478" y="255892"/>
                  </a:lnTo>
                  <a:lnTo>
                    <a:pt x="28362" y="260338"/>
                  </a:lnTo>
                  <a:lnTo>
                    <a:pt x="31384" y="264691"/>
                  </a:lnTo>
                  <a:lnTo>
                    <a:pt x="34544" y="268945"/>
                  </a:lnTo>
                  <a:lnTo>
                    <a:pt x="37836" y="273097"/>
                  </a:lnTo>
                  <a:lnTo>
                    <a:pt x="41259" y="277143"/>
                  </a:lnTo>
                  <a:lnTo>
                    <a:pt x="44808" y="281078"/>
                  </a:lnTo>
                  <a:lnTo>
                    <a:pt x="48480" y="284899"/>
                  </a:lnTo>
                  <a:lnTo>
                    <a:pt x="52271" y="288601"/>
                  </a:lnTo>
                  <a:lnTo>
                    <a:pt x="56178" y="292182"/>
                  </a:lnTo>
                  <a:lnTo>
                    <a:pt x="60196" y="295637"/>
                  </a:lnTo>
                  <a:lnTo>
                    <a:pt x="64322" y="298962"/>
                  </a:lnTo>
                  <a:lnTo>
                    <a:pt x="68551" y="302156"/>
                  </a:lnTo>
                  <a:lnTo>
                    <a:pt x="72879" y="305213"/>
                  </a:lnTo>
                  <a:lnTo>
                    <a:pt x="77302" y="308132"/>
                  </a:lnTo>
                  <a:lnTo>
                    <a:pt x="81815" y="310909"/>
                  </a:lnTo>
                  <a:lnTo>
                    <a:pt x="86414" y="313542"/>
                  </a:lnTo>
                  <a:lnTo>
                    <a:pt x="91095" y="316028"/>
                  </a:lnTo>
                  <a:lnTo>
                    <a:pt x="95851" y="318364"/>
                  </a:lnTo>
                  <a:lnTo>
                    <a:pt x="100679" y="320548"/>
                  </a:lnTo>
                  <a:lnTo>
                    <a:pt x="105574" y="322578"/>
                  </a:lnTo>
                  <a:lnTo>
                    <a:pt x="110531" y="324452"/>
                  </a:lnTo>
                  <a:lnTo>
                    <a:pt x="115545" y="326168"/>
                  </a:lnTo>
                  <a:lnTo>
                    <a:pt x="120611" y="327724"/>
                  </a:lnTo>
                  <a:lnTo>
                    <a:pt x="125723" y="329118"/>
                  </a:lnTo>
                  <a:lnTo>
                    <a:pt x="130877" y="330350"/>
                  </a:lnTo>
                  <a:lnTo>
                    <a:pt x="136068" y="331418"/>
                  </a:lnTo>
                  <a:lnTo>
                    <a:pt x="141289" y="332321"/>
                  </a:lnTo>
                  <a:lnTo>
                    <a:pt x="146537" y="333058"/>
                  </a:lnTo>
                  <a:lnTo>
                    <a:pt x="151806" y="333628"/>
                  </a:lnTo>
                  <a:lnTo>
                    <a:pt x="157089" y="334031"/>
                  </a:lnTo>
                  <a:lnTo>
                    <a:pt x="162383" y="334266"/>
                  </a:lnTo>
                  <a:lnTo>
                    <a:pt x="167682" y="334334"/>
                  </a:lnTo>
                  <a:lnTo>
                    <a:pt x="172981" y="334233"/>
                  </a:lnTo>
                  <a:lnTo>
                    <a:pt x="178273" y="333964"/>
                  </a:lnTo>
                  <a:lnTo>
                    <a:pt x="183554" y="333528"/>
                  </a:lnTo>
                  <a:lnTo>
                    <a:pt x="188819" y="332925"/>
                  </a:lnTo>
                  <a:lnTo>
                    <a:pt x="194062" y="332155"/>
                  </a:lnTo>
                  <a:lnTo>
                    <a:pt x="199278" y="331219"/>
                  </a:lnTo>
                  <a:lnTo>
                    <a:pt x="204462" y="330119"/>
                  </a:lnTo>
                  <a:lnTo>
                    <a:pt x="209608" y="328854"/>
                  </a:lnTo>
                  <a:lnTo>
                    <a:pt x="214711" y="327428"/>
                  </a:lnTo>
                  <a:lnTo>
                    <a:pt x="219767" y="325840"/>
                  </a:lnTo>
                  <a:lnTo>
                    <a:pt x="224770" y="324093"/>
                  </a:lnTo>
                  <a:lnTo>
                    <a:pt x="229715" y="322188"/>
                  </a:lnTo>
                  <a:lnTo>
                    <a:pt x="234597" y="320127"/>
                  </a:lnTo>
                  <a:lnTo>
                    <a:pt x="239412" y="317912"/>
                  </a:lnTo>
                  <a:lnTo>
                    <a:pt x="244153" y="315546"/>
                  </a:lnTo>
                  <a:lnTo>
                    <a:pt x="248818" y="313031"/>
                  </a:lnTo>
                  <a:lnTo>
                    <a:pt x="253400" y="310370"/>
                  </a:lnTo>
                  <a:lnTo>
                    <a:pt x="257896" y="307564"/>
                  </a:lnTo>
                  <a:lnTo>
                    <a:pt x="262300" y="304618"/>
                  </a:lnTo>
                  <a:lnTo>
                    <a:pt x="266609" y="301533"/>
                  </a:lnTo>
                  <a:lnTo>
                    <a:pt x="270818" y="298313"/>
                  </a:lnTo>
                  <a:lnTo>
                    <a:pt x="274923" y="294961"/>
                  </a:lnTo>
                  <a:lnTo>
                    <a:pt x="278919" y="291481"/>
                  </a:lnTo>
                  <a:lnTo>
                    <a:pt x="282803" y="287877"/>
                  </a:lnTo>
                  <a:lnTo>
                    <a:pt x="286571" y="284150"/>
                  </a:lnTo>
                  <a:lnTo>
                    <a:pt x="290219" y="280307"/>
                  </a:lnTo>
                  <a:lnTo>
                    <a:pt x="293743" y="276349"/>
                  </a:lnTo>
                  <a:lnTo>
                    <a:pt x="297140" y="272282"/>
                  </a:lnTo>
                  <a:lnTo>
                    <a:pt x="300407" y="268109"/>
                  </a:lnTo>
                  <a:lnTo>
                    <a:pt x="303539" y="263835"/>
                  </a:lnTo>
                  <a:lnTo>
                    <a:pt x="306535" y="259464"/>
                  </a:lnTo>
                  <a:lnTo>
                    <a:pt x="309390" y="254999"/>
                  </a:lnTo>
                  <a:lnTo>
                    <a:pt x="312103" y="250447"/>
                  </a:lnTo>
                  <a:lnTo>
                    <a:pt x="314670" y="245811"/>
                  </a:lnTo>
                  <a:lnTo>
                    <a:pt x="317088" y="241096"/>
                  </a:lnTo>
                  <a:lnTo>
                    <a:pt x="319356" y="236306"/>
                  </a:lnTo>
                  <a:lnTo>
                    <a:pt x="321471" y="231447"/>
                  </a:lnTo>
                  <a:lnTo>
                    <a:pt x="323431" y="226524"/>
                  </a:lnTo>
                  <a:lnTo>
                    <a:pt x="325234" y="221541"/>
                  </a:lnTo>
                  <a:lnTo>
                    <a:pt x="326878" y="216503"/>
                  </a:lnTo>
                  <a:lnTo>
                    <a:pt x="328361" y="211416"/>
                  </a:lnTo>
                  <a:lnTo>
                    <a:pt x="329683" y="206284"/>
                  </a:lnTo>
                  <a:lnTo>
                    <a:pt x="330841" y="201113"/>
                  </a:lnTo>
                  <a:lnTo>
                    <a:pt x="331835" y="195908"/>
                  </a:lnTo>
                  <a:lnTo>
                    <a:pt x="332663" y="190674"/>
                  </a:lnTo>
                  <a:lnTo>
                    <a:pt x="333325" y="185416"/>
                  </a:lnTo>
                  <a:lnTo>
                    <a:pt x="333820" y="180140"/>
                  </a:lnTo>
                  <a:lnTo>
                    <a:pt x="334147" y="174851"/>
                  </a:lnTo>
                  <a:lnTo>
                    <a:pt x="334307" y="169554"/>
                  </a:lnTo>
                  <a:lnTo>
                    <a:pt x="334299" y="164255"/>
                  </a:lnTo>
                  <a:lnTo>
                    <a:pt x="334122" y="158958"/>
                  </a:lnTo>
                  <a:lnTo>
                    <a:pt x="333778" y="153670"/>
                  </a:lnTo>
                  <a:lnTo>
                    <a:pt x="333267" y="148396"/>
                  </a:lnTo>
                  <a:lnTo>
                    <a:pt x="332588" y="143140"/>
                  </a:lnTo>
                  <a:lnTo>
                    <a:pt x="331744" y="137909"/>
                  </a:lnTo>
                  <a:lnTo>
                    <a:pt x="330734" y="132706"/>
                  </a:lnTo>
                  <a:lnTo>
                    <a:pt x="329559" y="127539"/>
                  </a:lnTo>
                  <a:lnTo>
                    <a:pt x="328221" y="122411"/>
                  </a:lnTo>
                  <a:lnTo>
                    <a:pt x="326722" y="117329"/>
                  </a:lnTo>
                  <a:lnTo>
                    <a:pt x="325062" y="112296"/>
                  </a:lnTo>
                  <a:lnTo>
                    <a:pt x="323244" y="107319"/>
                  </a:lnTo>
                  <a:lnTo>
                    <a:pt x="321268" y="102401"/>
                  </a:lnTo>
                  <a:lnTo>
                    <a:pt x="319138" y="97549"/>
                  </a:lnTo>
                  <a:lnTo>
                    <a:pt x="316855" y="92767"/>
                  </a:lnTo>
                  <a:lnTo>
                    <a:pt x="314422" y="88060"/>
                  </a:lnTo>
                  <a:lnTo>
                    <a:pt x="311840" y="83432"/>
                  </a:lnTo>
                  <a:lnTo>
                    <a:pt x="309113" y="78888"/>
                  </a:lnTo>
                  <a:lnTo>
                    <a:pt x="306244" y="74433"/>
                  </a:lnTo>
                  <a:lnTo>
                    <a:pt x="303235" y="70071"/>
                  </a:lnTo>
                  <a:lnTo>
                    <a:pt x="300089" y="65806"/>
                  </a:lnTo>
                  <a:lnTo>
                    <a:pt x="296809" y="61644"/>
                  </a:lnTo>
                  <a:lnTo>
                    <a:pt x="293399" y="57587"/>
                  </a:lnTo>
                  <a:lnTo>
                    <a:pt x="289863" y="53641"/>
                  </a:lnTo>
                  <a:lnTo>
                    <a:pt x="286203" y="49809"/>
                  </a:lnTo>
                  <a:lnTo>
                    <a:pt x="282423" y="46094"/>
                  </a:lnTo>
                  <a:lnTo>
                    <a:pt x="278528" y="42502"/>
                  </a:lnTo>
                  <a:lnTo>
                    <a:pt x="274520" y="39034"/>
                  </a:lnTo>
                  <a:lnTo>
                    <a:pt x="270405" y="35696"/>
                  </a:lnTo>
                  <a:lnTo>
                    <a:pt x="266186" y="32489"/>
                  </a:lnTo>
                  <a:lnTo>
                    <a:pt x="261867" y="29418"/>
                  </a:lnTo>
                  <a:lnTo>
                    <a:pt x="257454" y="26485"/>
                  </a:lnTo>
                  <a:lnTo>
                    <a:pt x="252949" y="23694"/>
                  </a:lnTo>
                  <a:lnTo>
                    <a:pt x="248359" y="21046"/>
                  </a:lnTo>
                  <a:lnTo>
                    <a:pt x="243686" y="18546"/>
                  </a:lnTo>
                  <a:lnTo>
                    <a:pt x="238937" y="16195"/>
                  </a:lnTo>
                  <a:lnTo>
                    <a:pt x="234116" y="13996"/>
                  </a:lnTo>
                  <a:lnTo>
                    <a:pt x="229227" y="11950"/>
                  </a:lnTo>
                  <a:lnTo>
                    <a:pt x="224276" y="10061"/>
                  </a:lnTo>
                  <a:lnTo>
                    <a:pt x="219268" y="8329"/>
                  </a:lnTo>
                  <a:lnTo>
                    <a:pt x="214207" y="6757"/>
                  </a:lnTo>
                  <a:lnTo>
                    <a:pt x="209099" y="5347"/>
                  </a:lnTo>
                  <a:lnTo>
                    <a:pt x="203949" y="4099"/>
                  </a:lnTo>
                  <a:lnTo>
                    <a:pt x="198762" y="3014"/>
                  </a:lnTo>
                  <a:lnTo>
                    <a:pt x="193543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8" y="335"/>
                  </a:lnTo>
                  <a:lnTo>
                    <a:pt x="172455" y="83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48114" y="2126963"/>
              <a:ext cx="133172" cy="167167"/>
            </a:xfrm>
            <a:custGeom>
              <a:avLst/>
              <a:pathLst>
                <a:path w="133172" h="167167">
                  <a:moveTo>
                    <a:pt x="133172" y="0"/>
                  </a:moveTo>
                  <a:lnTo>
                    <a:pt x="127670" y="90"/>
                  </a:lnTo>
                  <a:lnTo>
                    <a:pt x="122174" y="362"/>
                  </a:lnTo>
                  <a:lnTo>
                    <a:pt x="116690" y="814"/>
                  </a:lnTo>
                  <a:lnTo>
                    <a:pt x="111224" y="1447"/>
                  </a:lnTo>
                  <a:lnTo>
                    <a:pt x="105782" y="2259"/>
                  </a:lnTo>
                  <a:lnTo>
                    <a:pt x="100369" y="3250"/>
                  </a:lnTo>
                  <a:lnTo>
                    <a:pt x="94992" y="4418"/>
                  </a:lnTo>
                  <a:lnTo>
                    <a:pt x="89656" y="5763"/>
                  </a:lnTo>
                  <a:lnTo>
                    <a:pt x="84367" y="7283"/>
                  </a:lnTo>
                  <a:lnTo>
                    <a:pt x="79132" y="8975"/>
                  </a:lnTo>
                  <a:lnTo>
                    <a:pt x="73954" y="10840"/>
                  </a:lnTo>
                  <a:lnTo>
                    <a:pt x="68841" y="12873"/>
                  </a:lnTo>
                  <a:lnTo>
                    <a:pt x="63798" y="15074"/>
                  </a:lnTo>
                  <a:lnTo>
                    <a:pt x="58830" y="17440"/>
                  </a:lnTo>
                  <a:lnTo>
                    <a:pt x="53942" y="19968"/>
                  </a:lnTo>
                  <a:lnTo>
                    <a:pt x="49140" y="22655"/>
                  </a:lnTo>
                  <a:lnTo>
                    <a:pt x="44430" y="25499"/>
                  </a:lnTo>
                  <a:lnTo>
                    <a:pt x="39815" y="28497"/>
                  </a:lnTo>
                  <a:lnTo>
                    <a:pt x="35302" y="31645"/>
                  </a:lnTo>
                  <a:lnTo>
                    <a:pt x="30894" y="34939"/>
                  </a:lnTo>
                  <a:lnTo>
                    <a:pt x="26598" y="38377"/>
                  </a:lnTo>
                  <a:lnTo>
                    <a:pt x="22417" y="41955"/>
                  </a:lnTo>
                  <a:lnTo>
                    <a:pt x="18356" y="45668"/>
                  </a:lnTo>
                  <a:lnTo>
                    <a:pt x="14419" y="49512"/>
                  </a:lnTo>
                  <a:lnTo>
                    <a:pt x="10611" y="53485"/>
                  </a:lnTo>
                  <a:lnTo>
                    <a:pt x="6936" y="57580"/>
                  </a:lnTo>
                  <a:lnTo>
                    <a:pt x="3397" y="61794"/>
                  </a:lnTo>
                  <a:lnTo>
                    <a:pt x="0" y="66123"/>
                  </a:lnTo>
                  <a:lnTo>
                    <a:pt x="13317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14135" y="2128088"/>
              <a:ext cx="334315" cy="333207"/>
            </a:xfrm>
            <a:custGeom>
              <a:avLst/>
              <a:pathLst>
                <a:path w="334315" h="333207">
                  <a:moveTo>
                    <a:pt x="33979" y="64997"/>
                  </a:moveTo>
                  <a:lnTo>
                    <a:pt x="30835" y="69281"/>
                  </a:lnTo>
                  <a:lnTo>
                    <a:pt x="27828" y="73663"/>
                  </a:lnTo>
                  <a:lnTo>
                    <a:pt x="24963" y="78138"/>
                  </a:lnTo>
                  <a:lnTo>
                    <a:pt x="22240" y="82702"/>
                  </a:lnTo>
                  <a:lnTo>
                    <a:pt x="19665" y="87350"/>
                  </a:lnTo>
                  <a:lnTo>
                    <a:pt x="17238" y="92078"/>
                  </a:lnTo>
                  <a:lnTo>
                    <a:pt x="14963" y="96880"/>
                  </a:lnTo>
                  <a:lnTo>
                    <a:pt x="12841" y="101752"/>
                  </a:lnTo>
                  <a:lnTo>
                    <a:pt x="10876" y="106689"/>
                  </a:lnTo>
                  <a:lnTo>
                    <a:pt x="9068" y="111687"/>
                  </a:lnTo>
                  <a:lnTo>
                    <a:pt x="7421" y="116739"/>
                  </a:lnTo>
                  <a:lnTo>
                    <a:pt x="5934" y="121841"/>
                  </a:lnTo>
                  <a:lnTo>
                    <a:pt x="4611" y="126987"/>
                  </a:lnTo>
                  <a:lnTo>
                    <a:pt x="3452" y="132173"/>
                  </a:lnTo>
                  <a:lnTo>
                    <a:pt x="2458" y="137394"/>
                  </a:lnTo>
                  <a:lnTo>
                    <a:pt x="1630" y="142643"/>
                  </a:lnTo>
                  <a:lnTo>
                    <a:pt x="970" y="147916"/>
                  </a:lnTo>
                  <a:lnTo>
                    <a:pt x="478" y="153207"/>
                  </a:lnTo>
                  <a:lnTo>
                    <a:pt x="154" y="158511"/>
                  </a:lnTo>
                  <a:lnTo>
                    <a:pt x="0" y="163823"/>
                  </a:lnTo>
                  <a:lnTo>
                    <a:pt x="13" y="169137"/>
                  </a:lnTo>
                  <a:lnTo>
                    <a:pt x="196" y="174448"/>
                  </a:lnTo>
                  <a:lnTo>
                    <a:pt x="548" y="179750"/>
                  </a:lnTo>
                  <a:lnTo>
                    <a:pt x="1068" y="185039"/>
                  </a:lnTo>
                  <a:lnTo>
                    <a:pt x="1755" y="190308"/>
                  </a:lnTo>
                  <a:lnTo>
                    <a:pt x="2610" y="195553"/>
                  </a:lnTo>
                  <a:lnTo>
                    <a:pt x="3631" y="200768"/>
                  </a:lnTo>
                  <a:lnTo>
                    <a:pt x="4818" y="205948"/>
                  </a:lnTo>
                  <a:lnTo>
                    <a:pt x="6168" y="211088"/>
                  </a:lnTo>
                  <a:lnTo>
                    <a:pt x="7681" y="216182"/>
                  </a:lnTo>
                  <a:lnTo>
                    <a:pt x="9356" y="221225"/>
                  </a:lnTo>
                  <a:lnTo>
                    <a:pt x="11189" y="226213"/>
                  </a:lnTo>
                  <a:lnTo>
                    <a:pt x="13181" y="231140"/>
                  </a:lnTo>
                  <a:lnTo>
                    <a:pt x="15328" y="236001"/>
                  </a:lnTo>
                  <a:lnTo>
                    <a:pt x="17628" y="240791"/>
                  </a:lnTo>
                  <a:lnTo>
                    <a:pt x="20079" y="245506"/>
                  </a:lnTo>
                  <a:lnTo>
                    <a:pt x="22679" y="250140"/>
                  </a:lnTo>
                  <a:lnTo>
                    <a:pt x="25426" y="254690"/>
                  </a:lnTo>
                  <a:lnTo>
                    <a:pt x="28315" y="259150"/>
                  </a:lnTo>
                  <a:lnTo>
                    <a:pt x="31344" y="263516"/>
                  </a:lnTo>
                  <a:lnTo>
                    <a:pt x="34511" y="267783"/>
                  </a:lnTo>
                  <a:lnTo>
                    <a:pt x="37812" y="271948"/>
                  </a:lnTo>
                  <a:lnTo>
                    <a:pt x="41244" y="276005"/>
                  </a:lnTo>
                  <a:lnTo>
                    <a:pt x="44802" y="279952"/>
                  </a:lnTo>
                  <a:lnTo>
                    <a:pt x="48485" y="283783"/>
                  </a:lnTo>
                  <a:lnTo>
                    <a:pt x="52287" y="287495"/>
                  </a:lnTo>
                  <a:lnTo>
                    <a:pt x="56206" y="291085"/>
                  </a:lnTo>
                  <a:lnTo>
                    <a:pt x="60236" y="294548"/>
                  </a:lnTo>
                  <a:lnTo>
                    <a:pt x="64375" y="297881"/>
                  </a:lnTo>
                  <a:lnTo>
                    <a:pt x="68617" y="301082"/>
                  </a:lnTo>
                  <a:lnTo>
                    <a:pt x="72959" y="304145"/>
                  </a:lnTo>
                  <a:lnTo>
                    <a:pt x="77396" y="307069"/>
                  </a:lnTo>
                  <a:lnTo>
                    <a:pt x="81924" y="309851"/>
                  </a:lnTo>
                  <a:lnTo>
                    <a:pt x="86538" y="312487"/>
                  </a:lnTo>
                  <a:lnTo>
                    <a:pt x="91234" y="314976"/>
                  </a:lnTo>
                  <a:lnTo>
                    <a:pt x="96006" y="317313"/>
                  </a:lnTo>
                  <a:lnTo>
                    <a:pt x="100850" y="319498"/>
                  </a:lnTo>
                  <a:lnTo>
                    <a:pt x="105761" y="321528"/>
                  </a:lnTo>
                  <a:lnTo>
                    <a:pt x="110734" y="323401"/>
                  </a:lnTo>
                  <a:lnTo>
                    <a:pt x="115764" y="325115"/>
                  </a:lnTo>
                  <a:lnTo>
                    <a:pt x="120846" y="326668"/>
                  </a:lnTo>
                  <a:lnTo>
                    <a:pt x="125975" y="328058"/>
                  </a:lnTo>
                  <a:lnTo>
                    <a:pt x="131146" y="329285"/>
                  </a:lnTo>
                  <a:lnTo>
                    <a:pt x="136352" y="330347"/>
                  </a:lnTo>
                  <a:lnTo>
                    <a:pt x="141590" y="331243"/>
                  </a:lnTo>
                  <a:lnTo>
                    <a:pt x="146854" y="331972"/>
                  </a:lnTo>
                  <a:lnTo>
                    <a:pt x="152139" y="332534"/>
                  </a:lnTo>
                  <a:lnTo>
                    <a:pt x="157438" y="332927"/>
                  </a:lnTo>
                  <a:lnTo>
                    <a:pt x="162747" y="333151"/>
                  </a:lnTo>
                  <a:lnTo>
                    <a:pt x="168061" y="333207"/>
                  </a:lnTo>
                  <a:lnTo>
                    <a:pt x="173374" y="333093"/>
                  </a:lnTo>
                  <a:lnTo>
                    <a:pt x="178680" y="332811"/>
                  </a:lnTo>
                  <a:lnTo>
                    <a:pt x="183975" y="332360"/>
                  </a:lnTo>
                  <a:lnTo>
                    <a:pt x="189253" y="331742"/>
                  </a:lnTo>
                  <a:lnTo>
                    <a:pt x="194509" y="330955"/>
                  </a:lnTo>
                  <a:lnTo>
                    <a:pt x="199737" y="330003"/>
                  </a:lnTo>
                  <a:lnTo>
                    <a:pt x="204932" y="328884"/>
                  </a:lnTo>
                  <a:lnTo>
                    <a:pt x="210089" y="327601"/>
                  </a:lnTo>
                  <a:lnTo>
                    <a:pt x="215202" y="326155"/>
                  </a:lnTo>
                  <a:lnTo>
                    <a:pt x="220267" y="324547"/>
                  </a:lnTo>
                  <a:lnTo>
                    <a:pt x="225278" y="322778"/>
                  </a:lnTo>
                  <a:lnTo>
                    <a:pt x="230231" y="320851"/>
                  </a:lnTo>
                  <a:lnTo>
                    <a:pt x="235119" y="318768"/>
                  </a:lnTo>
                  <a:lnTo>
                    <a:pt x="239939" y="316531"/>
                  </a:lnTo>
                  <a:lnTo>
                    <a:pt x="244686" y="314141"/>
                  </a:lnTo>
                  <a:lnTo>
                    <a:pt x="249354" y="311602"/>
                  </a:lnTo>
                  <a:lnTo>
                    <a:pt x="253939" y="308916"/>
                  </a:lnTo>
                  <a:lnTo>
                    <a:pt x="258436" y="306085"/>
                  </a:lnTo>
                  <a:lnTo>
                    <a:pt x="262842" y="303113"/>
                  </a:lnTo>
                  <a:lnTo>
                    <a:pt x="267150" y="300002"/>
                  </a:lnTo>
                  <a:lnTo>
                    <a:pt x="271357" y="296756"/>
                  </a:lnTo>
                  <a:lnTo>
                    <a:pt x="275459" y="293378"/>
                  </a:lnTo>
                  <a:lnTo>
                    <a:pt x="279452" y="289871"/>
                  </a:lnTo>
                  <a:lnTo>
                    <a:pt x="283331" y="286239"/>
                  </a:lnTo>
                  <a:lnTo>
                    <a:pt x="287093" y="282486"/>
                  </a:lnTo>
                  <a:lnTo>
                    <a:pt x="290733" y="278614"/>
                  </a:lnTo>
                  <a:lnTo>
                    <a:pt x="294249" y="274630"/>
                  </a:lnTo>
                  <a:lnTo>
                    <a:pt x="297636" y="270535"/>
                  </a:lnTo>
                  <a:lnTo>
                    <a:pt x="300892" y="266335"/>
                  </a:lnTo>
                  <a:lnTo>
                    <a:pt x="304012" y="262033"/>
                  </a:lnTo>
                  <a:lnTo>
                    <a:pt x="306994" y="257635"/>
                  </a:lnTo>
                  <a:lnTo>
                    <a:pt x="309834" y="253144"/>
                  </a:lnTo>
                  <a:lnTo>
                    <a:pt x="312531" y="248564"/>
                  </a:lnTo>
                  <a:lnTo>
                    <a:pt x="315080" y="243902"/>
                  </a:lnTo>
                  <a:lnTo>
                    <a:pt x="317480" y="239161"/>
                  </a:lnTo>
                  <a:lnTo>
                    <a:pt x="319729" y="234346"/>
                  </a:lnTo>
                  <a:lnTo>
                    <a:pt x="321822" y="229461"/>
                  </a:lnTo>
                  <a:lnTo>
                    <a:pt x="323760" y="224513"/>
                  </a:lnTo>
                  <a:lnTo>
                    <a:pt x="325539" y="219506"/>
                  </a:lnTo>
                  <a:lnTo>
                    <a:pt x="327159" y="214445"/>
                  </a:lnTo>
                  <a:lnTo>
                    <a:pt x="328616" y="209334"/>
                  </a:lnTo>
                  <a:lnTo>
                    <a:pt x="329911" y="204180"/>
                  </a:lnTo>
                  <a:lnTo>
                    <a:pt x="331041" y="198988"/>
                  </a:lnTo>
                  <a:lnTo>
                    <a:pt x="332005" y="193762"/>
                  </a:lnTo>
                  <a:lnTo>
                    <a:pt x="332803" y="188508"/>
                  </a:lnTo>
                  <a:lnTo>
                    <a:pt x="333433" y="183232"/>
                  </a:lnTo>
                  <a:lnTo>
                    <a:pt x="333896" y="177938"/>
                  </a:lnTo>
                  <a:lnTo>
                    <a:pt x="334190" y="172632"/>
                  </a:lnTo>
                  <a:lnTo>
                    <a:pt x="334315" y="167319"/>
                  </a:lnTo>
                  <a:lnTo>
                    <a:pt x="334271" y="162006"/>
                  </a:lnTo>
                  <a:lnTo>
                    <a:pt x="334058" y="156696"/>
                  </a:lnTo>
                  <a:lnTo>
                    <a:pt x="333677" y="151395"/>
                  </a:lnTo>
                  <a:lnTo>
                    <a:pt x="333127" y="146110"/>
                  </a:lnTo>
                  <a:lnTo>
                    <a:pt x="332410" y="140844"/>
                  </a:lnTo>
                  <a:lnTo>
                    <a:pt x="331525" y="135605"/>
                  </a:lnTo>
                  <a:lnTo>
                    <a:pt x="330475" y="130395"/>
                  </a:lnTo>
                  <a:lnTo>
                    <a:pt x="329259" y="125222"/>
                  </a:lnTo>
                  <a:lnTo>
                    <a:pt x="327880" y="120090"/>
                  </a:lnTo>
                  <a:lnTo>
                    <a:pt x="326338" y="115005"/>
                  </a:lnTo>
                  <a:lnTo>
                    <a:pt x="324636" y="109971"/>
                  </a:lnTo>
                  <a:lnTo>
                    <a:pt x="322774" y="104994"/>
                  </a:lnTo>
                  <a:lnTo>
                    <a:pt x="320755" y="100078"/>
                  </a:lnTo>
                  <a:lnTo>
                    <a:pt x="318581" y="95229"/>
                  </a:lnTo>
                  <a:lnTo>
                    <a:pt x="316253" y="90452"/>
                  </a:lnTo>
                  <a:lnTo>
                    <a:pt x="313775" y="85751"/>
                  </a:lnTo>
                  <a:lnTo>
                    <a:pt x="311149" y="81131"/>
                  </a:lnTo>
                  <a:lnTo>
                    <a:pt x="308378" y="76597"/>
                  </a:lnTo>
                  <a:lnTo>
                    <a:pt x="305463" y="72153"/>
                  </a:lnTo>
                  <a:lnTo>
                    <a:pt x="302409" y="67805"/>
                  </a:lnTo>
                  <a:lnTo>
                    <a:pt x="299218" y="63555"/>
                  </a:lnTo>
                  <a:lnTo>
                    <a:pt x="295894" y="59409"/>
                  </a:lnTo>
                  <a:lnTo>
                    <a:pt x="292440" y="55371"/>
                  </a:lnTo>
                  <a:lnTo>
                    <a:pt x="288859" y="51445"/>
                  </a:lnTo>
                  <a:lnTo>
                    <a:pt x="285155" y="47634"/>
                  </a:lnTo>
                  <a:lnTo>
                    <a:pt x="281332" y="43943"/>
                  </a:lnTo>
                  <a:lnTo>
                    <a:pt x="277393" y="40376"/>
                  </a:lnTo>
                  <a:lnTo>
                    <a:pt x="273343" y="36936"/>
                  </a:lnTo>
                  <a:lnTo>
                    <a:pt x="269186" y="33625"/>
                  </a:lnTo>
                  <a:lnTo>
                    <a:pt x="264926" y="30449"/>
                  </a:lnTo>
                  <a:lnTo>
                    <a:pt x="260567" y="27410"/>
                  </a:lnTo>
                  <a:lnTo>
                    <a:pt x="256113" y="24511"/>
                  </a:lnTo>
                  <a:lnTo>
                    <a:pt x="251570" y="21755"/>
                  </a:lnTo>
                  <a:lnTo>
                    <a:pt x="246941" y="19145"/>
                  </a:lnTo>
                  <a:lnTo>
                    <a:pt x="242231" y="16683"/>
                  </a:lnTo>
                  <a:lnTo>
                    <a:pt x="237446" y="14372"/>
                  </a:lnTo>
                  <a:lnTo>
                    <a:pt x="232590" y="12214"/>
                  </a:lnTo>
                  <a:lnTo>
                    <a:pt x="227667" y="10212"/>
                  </a:lnTo>
                  <a:lnTo>
                    <a:pt x="222684" y="8367"/>
                  </a:lnTo>
                  <a:lnTo>
                    <a:pt x="217644" y="6682"/>
                  </a:lnTo>
                  <a:lnTo>
                    <a:pt x="212553" y="5158"/>
                  </a:lnTo>
                  <a:lnTo>
                    <a:pt x="207417" y="3796"/>
                  </a:lnTo>
                  <a:lnTo>
                    <a:pt x="202239" y="2598"/>
                  </a:lnTo>
                  <a:lnTo>
                    <a:pt x="197027" y="1565"/>
                  </a:lnTo>
                  <a:lnTo>
                    <a:pt x="191784" y="699"/>
                  </a:lnTo>
                  <a:lnTo>
                    <a:pt x="186516" y="0"/>
                  </a:lnTo>
                  <a:lnTo>
                    <a:pt x="167152" y="166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19363" cy="167167"/>
            </a:xfrm>
            <a:custGeom>
              <a:avLst/>
              <a:pathLst>
                <a:path w="19363" h="167167">
                  <a:moveTo>
                    <a:pt x="19363" y="1125"/>
                  </a:moveTo>
                  <a:lnTo>
                    <a:pt x="9698" y="28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23593" y="2633064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7415"/>
              <a:ext cx="154916" cy="62815"/>
            </a:xfrm>
            <a:custGeom>
              <a:avLst/>
              <a:pathLst>
                <a:path w="154916" h="62815">
                  <a:moveTo>
                    <a:pt x="154916" y="0"/>
                  </a:moveTo>
                  <a:lnTo>
                    <a:pt x="0" y="628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7686"/>
              <a:ext cx="154916" cy="162545"/>
            </a:xfrm>
            <a:custGeom>
              <a:avLst/>
              <a:pathLst>
                <a:path w="154916" h="162545">
                  <a:moveTo>
                    <a:pt x="154916" y="99729"/>
                  </a:moveTo>
                  <a:lnTo>
                    <a:pt x="152776" y="94689"/>
                  </a:lnTo>
                  <a:lnTo>
                    <a:pt x="150472" y="89723"/>
                  </a:lnTo>
                  <a:lnTo>
                    <a:pt x="148006" y="84834"/>
                  </a:lnTo>
                  <a:lnTo>
                    <a:pt x="145382" y="80029"/>
                  </a:lnTo>
                  <a:lnTo>
                    <a:pt x="142602" y="75312"/>
                  </a:lnTo>
                  <a:lnTo>
                    <a:pt x="139669" y="70689"/>
                  </a:lnTo>
                  <a:lnTo>
                    <a:pt x="136586" y="66164"/>
                  </a:lnTo>
                  <a:lnTo>
                    <a:pt x="133356" y="61743"/>
                  </a:lnTo>
                  <a:lnTo>
                    <a:pt x="129983" y="57430"/>
                  </a:lnTo>
                  <a:lnTo>
                    <a:pt x="126471" y="53229"/>
                  </a:lnTo>
                  <a:lnTo>
                    <a:pt x="122824" y="49146"/>
                  </a:lnTo>
                  <a:lnTo>
                    <a:pt x="119044" y="45185"/>
                  </a:lnTo>
                  <a:lnTo>
                    <a:pt x="115137" y="41349"/>
                  </a:lnTo>
                  <a:lnTo>
                    <a:pt x="111106" y="37644"/>
                  </a:lnTo>
                  <a:lnTo>
                    <a:pt x="106956" y="34072"/>
                  </a:lnTo>
                  <a:lnTo>
                    <a:pt x="102692" y="30639"/>
                  </a:lnTo>
                  <a:lnTo>
                    <a:pt x="98317" y="27346"/>
                  </a:lnTo>
                  <a:lnTo>
                    <a:pt x="93837" y="24199"/>
                  </a:lnTo>
                  <a:lnTo>
                    <a:pt x="89256" y="21200"/>
                  </a:lnTo>
                  <a:lnTo>
                    <a:pt x="84579" y="18353"/>
                  </a:lnTo>
                  <a:lnTo>
                    <a:pt x="79812" y="15661"/>
                  </a:lnTo>
                  <a:lnTo>
                    <a:pt x="74959" y="13126"/>
                  </a:lnTo>
                  <a:lnTo>
                    <a:pt x="70026" y="10751"/>
                  </a:lnTo>
                  <a:lnTo>
                    <a:pt x="65017" y="8539"/>
                  </a:lnTo>
                  <a:lnTo>
                    <a:pt x="59939" y="6493"/>
                  </a:lnTo>
                  <a:lnTo>
                    <a:pt x="54796" y="4613"/>
                  </a:lnTo>
                  <a:lnTo>
                    <a:pt x="49595" y="2904"/>
                  </a:lnTo>
                  <a:lnTo>
                    <a:pt x="44340" y="1365"/>
                  </a:lnTo>
                  <a:lnTo>
                    <a:pt x="39038" y="0"/>
                  </a:lnTo>
                  <a:lnTo>
                    <a:pt x="0" y="1625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39038" cy="167167"/>
            </a:xfrm>
            <a:custGeom>
              <a:avLst/>
              <a:pathLst>
                <a:path w="39038" h="167167">
                  <a:moveTo>
                    <a:pt x="39038" y="4622"/>
                  </a:moveTo>
                  <a:lnTo>
                    <a:pt x="32624" y="3214"/>
                  </a:lnTo>
                  <a:lnTo>
                    <a:pt x="26160" y="2059"/>
                  </a:lnTo>
                  <a:lnTo>
                    <a:pt x="19655" y="1159"/>
                  </a:lnTo>
                  <a:lnTo>
                    <a:pt x="13120" y="515"/>
                  </a:lnTo>
                  <a:lnTo>
                    <a:pt x="6565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358820" y="3170392"/>
              <a:ext cx="334326" cy="334321"/>
            </a:xfrm>
            <a:custGeom>
              <a:avLst/>
              <a:pathLst>
                <a:path w="334326" h="334321">
                  <a:moveTo>
                    <a:pt x="167159" y="0"/>
                  </a:moveTo>
                  <a:lnTo>
                    <a:pt x="161877" y="83"/>
                  </a:lnTo>
                  <a:lnTo>
                    <a:pt x="156599" y="333"/>
                  </a:lnTo>
                  <a:lnTo>
                    <a:pt x="151332" y="750"/>
                  </a:lnTo>
                  <a:lnTo>
                    <a:pt x="146081" y="1334"/>
                  </a:lnTo>
                  <a:lnTo>
                    <a:pt x="140851" y="2083"/>
                  </a:lnTo>
                  <a:lnTo>
                    <a:pt x="135647" y="2996"/>
                  </a:lnTo>
                  <a:lnTo>
                    <a:pt x="130475" y="4074"/>
                  </a:lnTo>
                  <a:lnTo>
                    <a:pt x="125340" y="5315"/>
                  </a:lnTo>
                  <a:lnTo>
                    <a:pt x="120246" y="6717"/>
                  </a:lnTo>
                  <a:lnTo>
                    <a:pt x="115199" y="8280"/>
                  </a:lnTo>
                  <a:lnTo>
                    <a:pt x="110204" y="10001"/>
                  </a:lnTo>
                  <a:lnTo>
                    <a:pt x="105265" y="11880"/>
                  </a:lnTo>
                  <a:lnTo>
                    <a:pt x="100389" y="13913"/>
                  </a:lnTo>
                  <a:lnTo>
                    <a:pt x="95579" y="16100"/>
                  </a:lnTo>
                  <a:lnTo>
                    <a:pt x="90841" y="18437"/>
                  </a:lnTo>
                  <a:lnTo>
                    <a:pt x="86179" y="20923"/>
                  </a:lnTo>
                  <a:lnTo>
                    <a:pt x="81598" y="23556"/>
                  </a:lnTo>
                  <a:lnTo>
                    <a:pt x="77103" y="26331"/>
                  </a:lnTo>
                  <a:lnTo>
                    <a:pt x="72697" y="29247"/>
                  </a:lnTo>
                  <a:lnTo>
                    <a:pt x="68386" y="32301"/>
                  </a:lnTo>
                  <a:lnTo>
                    <a:pt x="64173" y="35490"/>
                  </a:lnTo>
                  <a:lnTo>
                    <a:pt x="60063" y="38810"/>
                  </a:lnTo>
                  <a:lnTo>
                    <a:pt x="56061" y="42259"/>
                  </a:lnTo>
                  <a:lnTo>
                    <a:pt x="52169" y="45832"/>
                  </a:lnTo>
                  <a:lnTo>
                    <a:pt x="48392" y="49527"/>
                  </a:lnTo>
                  <a:lnTo>
                    <a:pt x="44734" y="53339"/>
                  </a:lnTo>
                  <a:lnTo>
                    <a:pt x="41198" y="57264"/>
                  </a:lnTo>
                  <a:lnTo>
                    <a:pt x="37787" y="61300"/>
                  </a:lnTo>
                  <a:lnTo>
                    <a:pt x="34507" y="65441"/>
                  </a:lnTo>
                  <a:lnTo>
                    <a:pt x="31358" y="69684"/>
                  </a:lnTo>
                  <a:lnTo>
                    <a:pt x="28345" y="74024"/>
                  </a:lnTo>
                  <a:lnTo>
                    <a:pt x="25471" y="78457"/>
                  </a:lnTo>
                  <a:lnTo>
                    <a:pt x="22739" y="82979"/>
                  </a:lnTo>
                  <a:lnTo>
                    <a:pt x="20150" y="87585"/>
                  </a:lnTo>
                  <a:lnTo>
                    <a:pt x="17709" y="92270"/>
                  </a:lnTo>
                  <a:lnTo>
                    <a:pt x="15417" y="97031"/>
                  </a:lnTo>
                  <a:lnTo>
                    <a:pt x="13276" y="101861"/>
                  </a:lnTo>
                  <a:lnTo>
                    <a:pt x="11289" y="106757"/>
                  </a:lnTo>
                  <a:lnTo>
                    <a:pt x="9458" y="111712"/>
                  </a:lnTo>
                  <a:lnTo>
                    <a:pt x="7784" y="116724"/>
                  </a:lnTo>
                  <a:lnTo>
                    <a:pt x="6270" y="121785"/>
                  </a:lnTo>
                  <a:lnTo>
                    <a:pt x="4916" y="126892"/>
                  </a:lnTo>
                  <a:lnTo>
                    <a:pt x="3724" y="132040"/>
                  </a:lnTo>
                  <a:lnTo>
                    <a:pt x="2696" y="137222"/>
                  </a:lnTo>
                  <a:lnTo>
                    <a:pt x="1832" y="142434"/>
                  </a:lnTo>
                  <a:lnTo>
                    <a:pt x="1133" y="147671"/>
                  </a:lnTo>
                  <a:lnTo>
                    <a:pt x="599" y="152927"/>
                  </a:lnTo>
                  <a:lnTo>
                    <a:pt x="233" y="158198"/>
                  </a:lnTo>
                  <a:lnTo>
                    <a:pt x="33" y="163478"/>
                  </a:lnTo>
                  <a:lnTo>
                    <a:pt x="0" y="168761"/>
                  </a:lnTo>
                  <a:lnTo>
                    <a:pt x="133" y="174043"/>
                  </a:lnTo>
                  <a:lnTo>
                    <a:pt x="434" y="179317"/>
                  </a:lnTo>
                  <a:lnTo>
                    <a:pt x="901" y="184580"/>
                  </a:lnTo>
                  <a:lnTo>
                    <a:pt x="1535" y="189825"/>
                  </a:lnTo>
                  <a:lnTo>
                    <a:pt x="2333" y="195048"/>
                  </a:lnTo>
                  <a:lnTo>
                    <a:pt x="3297" y="200243"/>
                  </a:lnTo>
                  <a:lnTo>
                    <a:pt x="4424" y="205405"/>
                  </a:lnTo>
                  <a:lnTo>
                    <a:pt x="5714" y="210528"/>
                  </a:lnTo>
                  <a:lnTo>
                    <a:pt x="7164" y="215608"/>
                  </a:lnTo>
                  <a:lnTo>
                    <a:pt x="8775" y="220640"/>
                  </a:lnTo>
                  <a:lnTo>
                    <a:pt x="10544" y="225619"/>
                  </a:lnTo>
                  <a:lnTo>
                    <a:pt x="12469" y="230539"/>
                  </a:lnTo>
                  <a:lnTo>
                    <a:pt x="14549" y="235396"/>
                  </a:lnTo>
                  <a:lnTo>
                    <a:pt x="16782" y="240184"/>
                  </a:lnTo>
                  <a:lnTo>
                    <a:pt x="19164" y="244900"/>
                  </a:lnTo>
                  <a:lnTo>
                    <a:pt x="21695" y="249538"/>
                  </a:lnTo>
                  <a:lnTo>
                    <a:pt x="24370" y="254094"/>
                  </a:lnTo>
                  <a:lnTo>
                    <a:pt x="27189" y="258563"/>
                  </a:lnTo>
                  <a:lnTo>
                    <a:pt x="30147" y="262940"/>
                  </a:lnTo>
                  <a:lnTo>
                    <a:pt x="33242" y="267222"/>
                  </a:lnTo>
                  <a:lnTo>
                    <a:pt x="36471" y="271404"/>
                  </a:lnTo>
                  <a:lnTo>
                    <a:pt x="39830" y="275482"/>
                  </a:lnTo>
                  <a:lnTo>
                    <a:pt x="43316" y="279452"/>
                  </a:lnTo>
                  <a:lnTo>
                    <a:pt x="46927" y="283309"/>
                  </a:lnTo>
                  <a:lnTo>
                    <a:pt x="50657" y="287051"/>
                  </a:lnTo>
                  <a:lnTo>
                    <a:pt x="54504" y="290673"/>
                  </a:lnTo>
                  <a:lnTo>
                    <a:pt x="58463" y="294171"/>
                  </a:lnTo>
                  <a:lnTo>
                    <a:pt x="62531" y="297542"/>
                  </a:lnTo>
                  <a:lnTo>
                    <a:pt x="66703" y="300784"/>
                  </a:lnTo>
                  <a:lnTo>
                    <a:pt x="70976" y="303892"/>
                  </a:lnTo>
                  <a:lnTo>
                    <a:pt x="75344" y="306863"/>
                  </a:lnTo>
                  <a:lnTo>
                    <a:pt x="79805" y="309695"/>
                  </a:lnTo>
                  <a:lnTo>
                    <a:pt x="84352" y="312384"/>
                  </a:lnTo>
                  <a:lnTo>
                    <a:pt x="88983" y="314928"/>
                  </a:lnTo>
                  <a:lnTo>
                    <a:pt x="93691" y="317325"/>
                  </a:lnTo>
                  <a:lnTo>
                    <a:pt x="98473" y="319572"/>
                  </a:lnTo>
                  <a:lnTo>
                    <a:pt x="103324" y="321666"/>
                  </a:lnTo>
                  <a:lnTo>
                    <a:pt x="108238" y="323606"/>
                  </a:lnTo>
                  <a:lnTo>
                    <a:pt x="113211" y="325390"/>
                  </a:lnTo>
                  <a:lnTo>
                    <a:pt x="118238" y="327016"/>
                  </a:lnTo>
                  <a:lnTo>
                    <a:pt x="123314" y="328482"/>
                  </a:lnTo>
                  <a:lnTo>
                    <a:pt x="128434" y="329787"/>
                  </a:lnTo>
                  <a:lnTo>
                    <a:pt x="133592" y="330930"/>
                  </a:lnTo>
                  <a:lnTo>
                    <a:pt x="138784" y="331909"/>
                  </a:lnTo>
                  <a:lnTo>
                    <a:pt x="144004" y="332723"/>
                  </a:lnTo>
                  <a:lnTo>
                    <a:pt x="149248" y="333372"/>
                  </a:lnTo>
                  <a:lnTo>
                    <a:pt x="154509" y="333855"/>
                  </a:lnTo>
                  <a:lnTo>
                    <a:pt x="159783" y="334172"/>
                  </a:lnTo>
                  <a:lnTo>
                    <a:pt x="165064" y="334321"/>
                  </a:lnTo>
                  <a:lnTo>
                    <a:pt x="170347" y="334304"/>
                  </a:lnTo>
                  <a:lnTo>
                    <a:pt x="175627" y="334120"/>
                  </a:lnTo>
                  <a:lnTo>
                    <a:pt x="180899" y="333769"/>
                  </a:lnTo>
                  <a:lnTo>
                    <a:pt x="186157" y="333251"/>
                  </a:lnTo>
                  <a:lnTo>
                    <a:pt x="191396" y="332568"/>
                  </a:lnTo>
                  <a:lnTo>
                    <a:pt x="196611" y="331720"/>
                  </a:lnTo>
                  <a:lnTo>
                    <a:pt x="201796" y="330707"/>
                  </a:lnTo>
                  <a:lnTo>
                    <a:pt x="206947" y="329530"/>
                  </a:lnTo>
                  <a:lnTo>
                    <a:pt x="212058" y="328192"/>
                  </a:lnTo>
                  <a:lnTo>
                    <a:pt x="217124" y="326693"/>
                  </a:lnTo>
                  <a:lnTo>
                    <a:pt x="222141" y="325034"/>
                  </a:lnTo>
                  <a:lnTo>
                    <a:pt x="227102" y="323218"/>
                  </a:lnTo>
                  <a:lnTo>
                    <a:pt x="232003" y="321245"/>
                  </a:lnTo>
                  <a:lnTo>
                    <a:pt x="236840" y="319119"/>
                  </a:lnTo>
                  <a:lnTo>
                    <a:pt x="241607" y="316841"/>
                  </a:lnTo>
                  <a:lnTo>
                    <a:pt x="246300" y="314414"/>
                  </a:lnTo>
                  <a:lnTo>
                    <a:pt x="250914" y="311840"/>
                  </a:lnTo>
                  <a:lnTo>
                    <a:pt x="255444" y="309121"/>
                  </a:lnTo>
                  <a:lnTo>
                    <a:pt x="259886" y="306260"/>
                  </a:lnTo>
                  <a:lnTo>
                    <a:pt x="264235" y="303260"/>
                  </a:lnTo>
                  <a:lnTo>
                    <a:pt x="268487" y="300124"/>
                  </a:lnTo>
                  <a:lnTo>
                    <a:pt x="272638" y="296856"/>
                  </a:lnTo>
                  <a:lnTo>
                    <a:pt x="276684" y="293458"/>
                  </a:lnTo>
                  <a:lnTo>
                    <a:pt x="280620" y="289934"/>
                  </a:lnTo>
                  <a:lnTo>
                    <a:pt x="284443" y="286287"/>
                  </a:lnTo>
                  <a:lnTo>
                    <a:pt x="288149" y="282521"/>
                  </a:lnTo>
                  <a:lnTo>
                    <a:pt x="291734" y="278640"/>
                  </a:lnTo>
                  <a:lnTo>
                    <a:pt x="295194" y="274647"/>
                  </a:lnTo>
                  <a:lnTo>
                    <a:pt x="298527" y="270548"/>
                  </a:lnTo>
                  <a:lnTo>
                    <a:pt x="301728" y="266345"/>
                  </a:lnTo>
                  <a:lnTo>
                    <a:pt x="304795" y="262043"/>
                  </a:lnTo>
                  <a:lnTo>
                    <a:pt x="307724" y="257646"/>
                  </a:lnTo>
                  <a:lnTo>
                    <a:pt x="310513" y="253159"/>
                  </a:lnTo>
                  <a:lnTo>
                    <a:pt x="313159" y="248585"/>
                  </a:lnTo>
                  <a:lnTo>
                    <a:pt x="315659" y="243931"/>
                  </a:lnTo>
                  <a:lnTo>
                    <a:pt x="318011" y="239200"/>
                  </a:lnTo>
                  <a:lnTo>
                    <a:pt x="320212" y="234397"/>
                  </a:lnTo>
                  <a:lnTo>
                    <a:pt x="322260" y="229526"/>
                  </a:lnTo>
                  <a:lnTo>
                    <a:pt x="324153" y="224594"/>
                  </a:lnTo>
                  <a:lnTo>
                    <a:pt x="325890" y="219604"/>
                  </a:lnTo>
                  <a:lnTo>
                    <a:pt x="327467" y="214562"/>
                  </a:lnTo>
                  <a:lnTo>
                    <a:pt x="328885" y="209472"/>
                  </a:lnTo>
                  <a:lnTo>
                    <a:pt x="330141" y="204340"/>
                  </a:lnTo>
                  <a:lnTo>
                    <a:pt x="331235" y="199171"/>
                  </a:lnTo>
                  <a:lnTo>
                    <a:pt x="332164" y="193970"/>
                  </a:lnTo>
                  <a:lnTo>
                    <a:pt x="332929" y="188742"/>
                  </a:lnTo>
                  <a:lnTo>
                    <a:pt x="333528" y="183493"/>
                  </a:lnTo>
                  <a:lnTo>
                    <a:pt x="333960" y="178227"/>
                  </a:lnTo>
                  <a:lnTo>
                    <a:pt x="334227" y="172951"/>
                  </a:lnTo>
                  <a:lnTo>
                    <a:pt x="334326" y="167668"/>
                  </a:lnTo>
                  <a:lnTo>
                    <a:pt x="334258" y="162385"/>
                  </a:lnTo>
                  <a:lnTo>
                    <a:pt x="334024" y="157107"/>
                  </a:lnTo>
                  <a:lnTo>
                    <a:pt x="333623" y="151839"/>
                  </a:lnTo>
                  <a:lnTo>
                    <a:pt x="333055" y="146586"/>
                  </a:lnTo>
                  <a:lnTo>
                    <a:pt x="332322" y="141354"/>
                  </a:lnTo>
                  <a:lnTo>
                    <a:pt x="331424" y="136148"/>
                  </a:lnTo>
                  <a:lnTo>
                    <a:pt x="330361" y="130972"/>
                  </a:lnTo>
                  <a:lnTo>
                    <a:pt x="329136" y="125833"/>
                  </a:lnTo>
                  <a:lnTo>
                    <a:pt x="327749" y="120735"/>
                  </a:lnTo>
                  <a:lnTo>
                    <a:pt x="326201" y="115683"/>
                  </a:lnTo>
                  <a:lnTo>
                    <a:pt x="324495" y="110683"/>
                  </a:lnTo>
                  <a:lnTo>
                    <a:pt x="322631" y="105739"/>
                  </a:lnTo>
                  <a:lnTo>
                    <a:pt x="320613" y="100857"/>
                  </a:lnTo>
                  <a:lnTo>
                    <a:pt x="318440" y="96040"/>
                  </a:lnTo>
                  <a:lnTo>
                    <a:pt x="316117" y="91295"/>
                  </a:lnTo>
                  <a:lnTo>
                    <a:pt x="313645" y="86626"/>
                  </a:lnTo>
                  <a:lnTo>
                    <a:pt x="311027" y="82037"/>
                  </a:lnTo>
                  <a:lnTo>
                    <a:pt x="308265" y="77533"/>
                  </a:lnTo>
                  <a:lnTo>
                    <a:pt x="305362" y="73119"/>
                  </a:lnTo>
                  <a:lnTo>
                    <a:pt x="302321" y="68798"/>
                  </a:lnTo>
                  <a:lnTo>
                    <a:pt x="299144" y="64576"/>
                  </a:lnTo>
                  <a:lnTo>
                    <a:pt x="295837" y="60456"/>
                  </a:lnTo>
                  <a:lnTo>
                    <a:pt x="292400" y="56443"/>
                  </a:lnTo>
                  <a:lnTo>
                    <a:pt x="288838" y="52541"/>
                  </a:lnTo>
                  <a:lnTo>
                    <a:pt x="285155" y="48753"/>
                  </a:lnTo>
                  <a:lnTo>
                    <a:pt x="281354" y="45083"/>
                  </a:lnTo>
                  <a:lnTo>
                    <a:pt x="277439" y="41535"/>
                  </a:lnTo>
                  <a:lnTo>
                    <a:pt x="273414" y="38113"/>
                  </a:lnTo>
                  <a:lnTo>
                    <a:pt x="269283" y="34820"/>
                  </a:lnTo>
                  <a:lnTo>
                    <a:pt x="265049" y="31659"/>
                  </a:lnTo>
                  <a:lnTo>
                    <a:pt x="260718" y="28633"/>
                  </a:lnTo>
                  <a:lnTo>
                    <a:pt x="256294" y="25746"/>
                  </a:lnTo>
                  <a:lnTo>
                    <a:pt x="251780" y="22999"/>
                  </a:lnTo>
                  <a:lnTo>
                    <a:pt x="247182" y="20397"/>
                  </a:lnTo>
                  <a:lnTo>
                    <a:pt x="242504" y="17942"/>
                  </a:lnTo>
                  <a:lnTo>
                    <a:pt x="237750" y="15635"/>
                  </a:lnTo>
                  <a:lnTo>
                    <a:pt x="232927" y="13480"/>
                  </a:lnTo>
                  <a:lnTo>
                    <a:pt x="228037" y="11479"/>
                  </a:lnTo>
                  <a:lnTo>
                    <a:pt x="223087" y="9633"/>
                  </a:lnTo>
                  <a:lnTo>
                    <a:pt x="218080" y="7944"/>
                  </a:lnTo>
                  <a:lnTo>
                    <a:pt x="213023" y="641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4102"/>
              <a:ext cx="45863" cy="163457"/>
            </a:xfrm>
            <a:custGeom>
              <a:avLst/>
              <a:pathLst>
                <a:path w="45863" h="163457">
                  <a:moveTo>
                    <a:pt x="45863" y="2704"/>
                  </a:moveTo>
                  <a:lnTo>
                    <a:pt x="35024" y="0"/>
                  </a:lnTo>
                  <a:lnTo>
                    <a:pt x="0" y="1634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35024" cy="167167"/>
            </a:xfrm>
            <a:custGeom>
              <a:avLst/>
              <a:pathLst>
                <a:path w="35024" h="167167">
                  <a:moveTo>
                    <a:pt x="35024" y="3710"/>
                  </a:moveTo>
                  <a:lnTo>
                    <a:pt x="28094" y="2377"/>
                  </a:lnTo>
                  <a:lnTo>
                    <a:pt x="21114" y="1338"/>
                  </a:lnTo>
                  <a:lnTo>
                    <a:pt x="14097" y="595"/>
                  </a:lnTo>
                  <a:lnTo>
                    <a:pt x="7055" y="14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423593" y="3707720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320005" y="99478"/>
                  </a:lnTo>
                  <a:lnTo>
                    <a:pt x="317785" y="94674"/>
                  </a:lnTo>
                  <a:lnTo>
                    <a:pt x="315415" y="89941"/>
                  </a:lnTo>
                  <a:lnTo>
                    <a:pt x="312896" y="85287"/>
                  </a:lnTo>
                  <a:lnTo>
                    <a:pt x="310231" y="80714"/>
                  </a:lnTo>
                  <a:lnTo>
                    <a:pt x="307422" y="76228"/>
                  </a:lnTo>
                  <a:lnTo>
                    <a:pt x="304473" y="71833"/>
                  </a:lnTo>
                  <a:lnTo>
                    <a:pt x="301386" y="67534"/>
                  </a:lnTo>
                  <a:lnTo>
                    <a:pt x="298165" y="63334"/>
                  </a:lnTo>
                  <a:lnTo>
                    <a:pt x="294812" y="59239"/>
                  </a:lnTo>
                  <a:lnTo>
                    <a:pt x="291331" y="55252"/>
                  </a:lnTo>
                  <a:lnTo>
                    <a:pt x="287726" y="51377"/>
                  </a:lnTo>
                  <a:lnTo>
                    <a:pt x="284000" y="47618"/>
                  </a:lnTo>
                  <a:lnTo>
                    <a:pt x="280157" y="43979"/>
                  </a:lnTo>
                  <a:lnTo>
                    <a:pt x="276201" y="40463"/>
                  </a:lnTo>
                  <a:lnTo>
                    <a:pt x="272135" y="37075"/>
                  </a:lnTo>
                  <a:lnTo>
                    <a:pt x="267964" y="33817"/>
                  </a:lnTo>
                  <a:lnTo>
                    <a:pt x="263692" y="30692"/>
                  </a:lnTo>
                  <a:lnTo>
                    <a:pt x="259323" y="27704"/>
                  </a:lnTo>
                  <a:lnTo>
                    <a:pt x="254862" y="24857"/>
                  </a:lnTo>
                  <a:lnTo>
                    <a:pt x="250313" y="22151"/>
                  </a:lnTo>
                  <a:lnTo>
                    <a:pt x="245681" y="19591"/>
                  </a:lnTo>
                  <a:lnTo>
                    <a:pt x="240970" y="17179"/>
                  </a:lnTo>
                  <a:lnTo>
                    <a:pt x="236185" y="14918"/>
                  </a:lnTo>
                  <a:lnTo>
                    <a:pt x="231330" y="12809"/>
                  </a:lnTo>
                  <a:lnTo>
                    <a:pt x="226412" y="10855"/>
                  </a:lnTo>
                  <a:lnTo>
                    <a:pt x="221433" y="9057"/>
                  </a:lnTo>
                  <a:lnTo>
                    <a:pt x="216401" y="7418"/>
                  </a:lnTo>
                  <a:lnTo>
                    <a:pt x="211319" y="5939"/>
                  </a:lnTo>
                  <a:lnTo>
                    <a:pt x="206193" y="4622"/>
                  </a:lnTo>
                  <a:lnTo>
                    <a:pt x="201028" y="3467"/>
                  </a:lnTo>
                  <a:lnTo>
                    <a:pt x="195829" y="2477"/>
                  </a:lnTo>
                  <a:lnTo>
                    <a:pt x="190601" y="1652"/>
                  </a:lnTo>
                  <a:lnTo>
                    <a:pt x="185349" y="993"/>
                  </a:lnTo>
                  <a:lnTo>
                    <a:pt x="180080" y="500"/>
                  </a:lnTo>
                  <a:lnTo>
                    <a:pt x="174797" y="174"/>
                  </a:lnTo>
                  <a:lnTo>
                    <a:pt x="169507" y="1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614132" y="4213821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6" y="335"/>
                  </a:lnTo>
                  <a:lnTo>
                    <a:pt x="151299" y="753"/>
                  </a:lnTo>
                  <a:lnTo>
                    <a:pt x="146039" y="1338"/>
                  </a:lnTo>
                  <a:lnTo>
                    <a:pt x="140800" y="2090"/>
                  </a:lnTo>
                  <a:lnTo>
                    <a:pt x="135588" y="3007"/>
                  </a:lnTo>
                  <a:lnTo>
                    <a:pt x="130407" y="4089"/>
                  </a:lnTo>
                  <a:lnTo>
                    <a:pt x="125263" y="5334"/>
                  </a:lnTo>
                  <a:lnTo>
                    <a:pt x="120160" y="6741"/>
                  </a:lnTo>
                  <a:lnTo>
                    <a:pt x="115105" y="8309"/>
                  </a:lnTo>
                  <a:lnTo>
                    <a:pt x="110102" y="10036"/>
                  </a:lnTo>
                  <a:lnTo>
                    <a:pt x="105157" y="11921"/>
                  </a:lnTo>
                  <a:lnTo>
                    <a:pt x="100273" y="13962"/>
                  </a:lnTo>
                  <a:lnTo>
                    <a:pt x="95457" y="16156"/>
                  </a:lnTo>
                  <a:lnTo>
                    <a:pt x="90712" y="18501"/>
                  </a:lnTo>
                  <a:lnTo>
                    <a:pt x="86044" y="20995"/>
                  </a:lnTo>
                  <a:lnTo>
                    <a:pt x="81457" y="23636"/>
                  </a:lnTo>
                  <a:lnTo>
                    <a:pt x="76957" y="26421"/>
                  </a:lnTo>
                  <a:lnTo>
                    <a:pt x="72546" y="29347"/>
                  </a:lnTo>
                  <a:lnTo>
                    <a:pt x="68231" y="32411"/>
                  </a:lnTo>
                  <a:lnTo>
                    <a:pt x="64014" y="35610"/>
                  </a:lnTo>
                  <a:lnTo>
                    <a:pt x="59901" y="38941"/>
                  </a:lnTo>
                  <a:lnTo>
                    <a:pt x="55896" y="42401"/>
                  </a:lnTo>
                  <a:lnTo>
                    <a:pt x="52002" y="45986"/>
                  </a:lnTo>
                  <a:lnTo>
                    <a:pt x="48224" y="49692"/>
                  </a:lnTo>
                  <a:lnTo>
                    <a:pt x="44564" y="53516"/>
                  </a:lnTo>
                  <a:lnTo>
                    <a:pt x="41028" y="57453"/>
                  </a:lnTo>
                  <a:lnTo>
                    <a:pt x="37618" y="61501"/>
                  </a:lnTo>
                  <a:lnTo>
                    <a:pt x="34338" y="65655"/>
                  </a:lnTo>
                  <a:lnTo>
                    <a:pt x="31191" y="69910"/>
                  </a:lnTo>
                  <a:lnTo>
                    <a:pt x="28180" y="74263"/>
                  </a:lnTo>
                  <a:lnTo>
                    <a:pt x="25309" y="78709"/>
                  </a:lnTo>
                  <a:lnTo>
                    <a:pt x="22579" y="83244"/>
                  </a:lnTo>
                  <a:lnTo>
                    <a:pt x="19995" y="87863"/>
                  </a:lnTo>
                  <a:lnTo>
                    <a:pt x="17558" y="92561"/>
                  </a:lnTo>
                  <a:lnTo>
                    <a:pt x="15272" y="97334"/>
                  </a:lnTo>
                  <a:lnTo>
                    <a:pt x="13137" y="102177"/>
                  </a:lnTo>
                  <a:lnTo>
                    <a:pt x="11157" y="107086"/>
                  </a:lnTo>
                  <a:lnTo>
                    <a:pt x="9333" y="112054"/>
                  </a:lnTo>
                  <a:lnTo>
                    <a:pt x="7667" y="117078"/>
                  </a:lnTo>
                  <a:lnTo>
                    <a:pt x="6162" y="122152"/>
                  </a:lnTo>
                  <a:lnTo>
                    <a:pt x="4817" y="127271"/>
                  </a:lnTo>
                  <a:lnTo>
                    <a:pt x="3636" y="132430"/>
                  </a:lnTo>
                  <a:lnTo>
                    <a:pt x="2618" y="137624"/>
                  </a:lnTo>
                  <a:lnTo>
                    <a:pt x="1765" y="142847"/>
                  </a:lnTo>
                  <a:lnTo>
                    <a:pt x="1078" y="148095"/>
                  </a:lnTo>
                  <a:lnTo>
                    <a:pt x="558" y="153362"/>
                  </a:lnTo>
                  <a:lnTo>
                    <a:pt x="204" y="158643"/>
                  </a:lnTo>
                  <a:lnTo>
                    <a:pt x="18" y="163933"/>
                  </a:lnTo>
                  <a:lnTo>
                    <a:pt x="0" y="169225"/>
                  </a:lnTo>
                  <a:lnTo>
                    <a:pt x="148" y="174516"/>
                  </a:lnTo>
                  <a:lnTo>
                    <a:pt x="465" y="179799"/>
                  </a:lnTo>
                  <a:lnTo>
                    <a:pt x="948" y="185070"/>
                  </a:lnTo>
                  <a:lnTo>
                    <a:pt x="1598" y="190322"/>
                  </a:lnTo>
                  <a:lnTo>
                    <a:pt x="2414" y="195552"/>
                  </a:lnTo>
                  <a:lnTo>
                    <a:pt x="3395" y="200752"/>
                  </a:lnTo>
                  <a:lnTo>
                    <a:pt x="4541" y="205920"/>
                  </a:lnTo>
                  <a:lnTo>
                    <a:pt x="5849" y="211048"/>
                  </a:lnTo>
                  <a:lnTo>
                    <a:pt x="7319" y="216133"/>
                  </a:lnTo>
                  <a:lnTo>
                    <a:pt x="8949" y="221168"/>
                  </a:lnTo>
                  <a:lnTo>
                    <a:pt x="10738" y="226149"/>
                  </a:lnTo>
                  <a:lnTo>
                    <a:pt x="12684" y="231071"/>
                  </a:lnTo>
                  <a:lnTo>
                    <a:pt x="14784" y="235929"/>
                  </a:lnTo>
                  <a:lnTo>
                    <a:pt x="17037" y="240718"/>
                  </a:lnTo>
                  <a:lnTo>
                    <a:pt x="19441" y="245434"/>
                  </a:lnTo>
                  <a:lnTo>
                    <a:pt x="21993" y="250071"/>
                  </a:lnTo>
                  <a:lnTo>
                    <a:pt x="24690" y="254624"/>
                  </a:lnTo>
                  <a:lnTo>
                    <a:pt x="27530" y="259091"/>
                  </a:lnTo>
                  <a:lnTo>
                    <a:pt x="30510" y="263465"/>
                  </a:lnTo>
                  <a:lnTo>
                    <a:pt x="33627" y="267742"/>
                  </a:lnTo>
                  <a:lnTo>
                    <a:pt x="36878" y="271919"/>
                  </a:lnTo>
                  <a:lnTo>
                    <a:pt x="40259" y="275990"/>
                  </a:lnTo>
                  <a:lnTo>
                    <a:pt x="43768" y="279953"/>
                  </a:lnTo>
                  <a:lnTo>
                    <a:pt x="47400" y="283803"/>
                  </a:lnTo>
                  <a:lnTo>
                    <a:pt x="51152" y="287535"/>
                  </a:lnTo>
                  <a:lnTo>
                    <a:pt x="55021" y="291147"/>
                  </a:lnTo>
                  <a:lnTo>
                    <a:pt x="59002" y="294635"/>
                  </a:lnTo>
                  <a:lnTo>
                    <a:pt x="63091" y="297995"/>
                  </a:lnTo>
                  <a:lnTo>
                    <a:pt x="67285" y="301223"/>
                  </a:lnTo>
                  <a:lnTo>
                    <a:pt x="71579" y="304318"/>
                  </a:lnTo>
                  <a:lnTo>
                    <a:pt x="75969" y="307275"/>
                  </a:lnTo>
                  <a:lnTo>
                    <a:pt x="80450" y="310091"/>
                  </a:lnTo>
                  <a:lnTo>
                    <a:pt x="85018" y="312764"/>
                  </a:lnTo>
                  <a:lnTo>
                    <a:pt x="89668" y="315291"/>
                  </a:lnTo>
                  <a:lnTo>
                    <a:pt x="94396" y="317670"/>
                  </a:lnTo>
                  <a:lnTo>
                    <a:pt x="99197" y="319898"/>
                  </a:lnTo>
                  <a:lnTo>
                    <a:pt x="104066" y="321973"/>
                  </a:lnTo>
                  <a:lnTo>
                    <a:pt x="108998" y="323892"/>
                  </a:lnTo>
                  <a:lnTo>
                    <a:pt x="113989" y="325655"/>
                  </a:lnTo>
                  <a:lnTo>
                    <a:pt x="119033" y="327258"/>
                  </a:lnTo>
                  <a:lnTo>
                    <a:pt x="124125" y="328702"/>
                  </a:lnTo>
                  <a:lnTo>
                    <a:pt x="129260" y="329983"/>
                  </a:lnTo>
                  <a:lnTo>
                    <a:pt x="134433" y="331101"/>
                  </a:lnTo>
                  <a:lnTo>
                    <a:pt x="139639" y="332054"/>
                  </a:lnTo>
                  <a:lnTo>
                    <a:pt x="144873" y="332843"/>
                  </a:lnTo>
                  <a:lnTo>
                    <a:pt x="150129" y="333465"/>
                  </a:lnTo>
                  <a:lnTo>
                    <a:pt x="155402" y="333921"/>
                  </a:lnTo>
                  <a:lnTo>
                    <a:pt x="160687" y="334209"/>
                  </a:lnTo>
                  <a:lnTo>
                    <a:pt x="165978" y="334330"/>
                  </a:lnTo>
                  <a:lnTo>
                    <a:pt x="171271" y="334284"/>
                  </a:lnTo>
                  <a:lnTo>
                    <a:pt x="176559" y="334070"/>
                  </a:lnTo>
                  <a:lnTo>
                    <a:pt x="181838" y="333688"/>
                  </a:lnTo>
                  <a:lnTo>
                    <a:pt x="187102" y="333140"/>
                  </a:lnTo>
                  <a:lnTo>
                    <a:pt x="192346" y="332425"/>
                  </a:lnTo>
                  <a:lnTo>
                    <a:pt x="197565" y="331545"/>
                  </a:lnTo>
                  <a:lnTo>
                    <a:pt x="202754" y="330500"/>
                  </a:lnTo>
                  <a:lnTo>
                    <a:pt x="207906" y="329291"/>
                  </a:lnTo>
                  <a:lnTo>
                    <a:pt x="213018" y="327920"/>
                  </a:lnTo>
                  <a:lnTo>
                    <a:pt x="218084" y="326387"/>
                  </a:lnTo>
                  <a:lnTo>
                    <a:pt x="223099" y="324695"/>
                  </a:lnTo>
                  <a:lnTo>
                    <a:pt x="228058" y="322845"/>
                  </a:lnTo>
                  <a:lnTo>
                    <a:pt x="232956" y="320839"/>
                  </a:lnTo>
                  <a:lnTo>
                    <a:pt x="237787" y="318679"/>
                  </a:lnTo>
                  <a:lnTo>
                    <a:pt x="242548" y="316367"/>
                  </a:lnTo>
                  <a:lnTo>
                    <a:pt x="247234" y="313906"/>
                  </a:lnTo>
                  <a:lnTo>
                    <a:pt x="251839" y="311297"/>
                  </a:lnTo>
                  <a:lnTo>
                    <a:pt x="256359" y="308544"/>
                  </a:lnTo>
                  <a:lnTo>
                    <a:pt x="260790" y="305649"/>
                  </a:lnTo>
                  <a:lnTo>
                    <a:pt x="265127" y="302615"/>
                  </a:lnTo>
                  <a:lnTo>
                    <a:pt x="269366" y="299446"/>
                  </a:lnTo>
                  <a:lnTo>
                    <a:pt x="273502" y="296144"/>
                  </a:lnTo>
                  <a:lnTo>
                    <a:pt x="277532" y="292713"/>
                  </a:lnTo>
                  <a:lnTo>
                    <a:pt x="281451" y="289156"/>
                  </a:lnTo>
                  <a:lnTo>
                    <a:pt x="285255" y="285476"/>
                  </a:lnTo>
                  <a:lnTo>
                    <a:pt x="288942" y="281678"/>
                  </a:lnTo>
                  <a:lnTo>
                    <a:pt x="292506" y="277765"/>
                  </a:lnTo>
                  <a:lnTo>
                    <a:pt x="295944" y="273742"/>
                  </a:lnTo>
                  <a:lnTo>
                    <a:pt x="299253" y="269611"/>
                  </a:lnTo>
                  <a:lnTo>
                    <a:pt x="302430" y="265378"/>
                  </a:lnTo>
                  <a:lnTo>
                    <a:pt x="305471" y="261046"/>
                  </a:lnTo>
                  <a:lnTo>
                    <a:pt x="308374" y="256621"/>
                  </a:lnTo>
                  <a:lnTo>
                    <a:pt x="311135" y="252105"/>
                  </a:lnTo>
                  <a:lnTo>
                    <a:pt x="313752" y="247505"/>
                  </a:lnTo>
                  <a:lnTo>
                    <a:pt x="316222" y="242823"/>
                  </a:lnTo>
                  <a:lnTo>
                    <a:pt x="318542" y="238067"/>
                  </a:lnTo>
                  <a:lnTo>
                    <a:pt x="320710" y="233239"/>
                  </a:lnTo>
                  <a:lnTo>
                    <a:pt x="322725" y="228344"/>
                  </a:lnTo>
                  <a:lnTo>
                    <a:pt x="324584" y="223389"/>
                  </a:lnTo>
                  <a:lnTo>
                    <a:pt x="326285" y="218377"/>
                  </a:lnTo>
                  <a:lnTo>
                    <a:pt x="327826" y="213314"/>
                  </a:lnTo>
                  <a:lnTo>
                    <a:pt x="329206" y="208204"/>
                  </a:lnTo>
                  <a:lnTo>
                    <a:pt x="330424" y="203053"/>
                  </a:lnTo>
                  <a:lnTo>
                    <a:pt x="331479" y="197867"/>
                  </a:lnTo>
                  <a:lnTo>
                    <a:pt x="332368" y="192649"/>
                  </a:lnTo>
                  <a:lnTo>
                    <a:pt x="333092" y="187407"/>
                  </a:lnTo>
                  <a:lnTo>
                    <a:pt x="333649" y="182143"/>
                  </a:lnTo>
                  <a:lnTo>
                    <a:pt x="334040" y="176865"/>
                  </a:lnTo>
                  <a:lnTo>
                    <a:pt x="334264" y="171577"/>
                  </a:lnTo>
                  <a:lnTo>
                    <a:pt x="334319" y="166285"/>
                  </a:lnTo>
                  <a:lnTo>
                    <a:pt x="334208" y="160993"/>
                  </a:lnTo>
                  <a:lnTo>
                    <a:pt x="333929" y="155708"/>
                  </a:lnTo>
                  <a:lnTo>
                    <a:pt x="333482" y="150434"/>
                  </a:lnTo>
                  <a:lnTo>
                    <a:pt x="332869" y="145177"/>
                  </a:lnTo>
                  <a:lnTo>
                    <a:pt x="332090" y="139942"/>
                  </a:lnTo>
                  <a:lnTo>
                    <a:pt x="331145" y="134734"/>
                  </a:lnTo>
                  <a:lnTo>
                    <a:pt x="330036" y="129559"/>
                  </a:lnTo>
                  <a:lnTo>
                    <a:pt x="328764" y="124422"/>
                  </a:lnTo>
                  <a:lnTo>
                    <a:pt x="327330" y="119327"/>
                  </a:lnTo>
                  <a:lnTo>
                    <a:pt x="325735" y="114280"/>
                  </a:lnTo>
                  <a:lnTo>
                    <a:pt x="323982" y="109287"/>
                  </a:lnTo>
                  <a:lnTo>
                    <a:pt x="322071" y="104351"/>
                  </a:lnTo>
                  <a:lnTo>
                    <a:pt x="320005" y="99478"/>
                  </a:lnTo>
                  <a:lnTo>
                    <a:pt x="317785" y="94674"/>
                  </a:lnTo>
                  <a:lnTo>
                    <a:pt x="315415" y="89941"/>
                  </a:lnTo>
                  <a:lnTo>
                    <a:pt x="312896" y="85287"/>
                  </a:lnTo>
                  <a:lnTo>
                    <a:pt x="310231" y="80714"/>
                  </a:lnTo>
                  <a:lnTo>
                    <a:pt x="307422" y="76228"/>
                  </a:lnTo>
                  <a:lnTo>
                    <a:pt x="304473" y="71833"/>
                  </a:lnTo>
                  <a:lnTo>
                    <a:pt x="301386" y="67534"/>
                  </a:lnTo>
                  <a:lnTo>
                    <a:pt x="298165" y="63334"/>
                  </a:lnTo>
                  <a:lnTo>
                    <a:pt x="294812" y="59239"/>
                  </a:lnTo>
                  <a:lnTo>
                    <a:pt x="291331" y="55252"/>
                  </a:lnTo>
                  <a:lnTo>
                    <a:pt x="287726" y="51377"/>
                  </a:lnTo>
                  <a:lnTo>
                    <a:pt x="284000" y="47618"/>
                  </a:lnTo>
                  <a:lnTo>
                    <a:pt x="280157" y="43979"/>
                  </a:lnTo>
                  <a:lnTo>
                    <a:pt x="276201" y="40463"/>
                  </a:lnTo>
                  <a:lnTo>
                    <a:pt x="272135" y="37075"/>
                  </a:lnTo>
                  <a:lnTo>
                    <a:pt x="267964" y="33817"/>
                  </a:lnTo>
                  <a:lnTo>
                    <a:pt x="263692" y="30692"/>
                  </a:lnTo>
                  <a:lnTo>
                    <a:pt x="259323" y="27704"/>
                  </a:lnTo>
                  <a:lnTo>
                    <a:pt x="254862" y="24857"/>
                  </a:lnTo>
                  <a:lnTo>
                    <a:pt x="250313" y="22151"/>
                  </a:lnTo>
                  <a:lnTo>
                    <a:pt x="245681" y="19591"/>
                  </a:lnTo>
                  <a:lnTo>
                    <a:pt x="240970" y="17179"/>
                  </a:lnTo>
                  <a:lnTo>
                    <a:pt x="236185" y="14918"/>
                  </a:lnTo>
                  <a:lnTo>
                    <a:pt x="231330" y="12809"/>
                  </a:lnTo>
                  <a:lnTo>
                    <a:pt x="226412" y="10855"/>
                  </a:lnTo>
                  <a:lnTo>
                    <a:pt x="221433" y="9057"/>
                  </a:lnTo>
                  <a:lnTo>
                    <a:pt x="216401" y="7418"/>
                  </a:lnTo>
                  <a:lnTo>
                    <a:pt x="211319" y="5939"/>
                  </a:lnTo>
                  <a:lnTo>
                    <a:pt x="206193" y="4622"/>
                  </a:lnTo>
                  <a:lnTo>
                    <a:pt x="201028" y="3467"/>
                  </a:lnTo>
                  <a:lnTo>
                    <a:pt x="195829" y="2477"/>
                  </a:lnTo>
                  <a:lnTo>
                    <a:pt x="190601" y="1652"/>
                  </a:lnTo>
                  <a:lnTo>
                    <a:pt x="185349" y="993"/>
                  </a:lnTo>
                  <a:lnTo>
                    <a:pt x="180080" y="500"/>
                  </a:lnTo>
                  <a:lnTo>
                    <a:pt x="174797" y="174"/>
                  </a:lnTo>
                  <a:lnTo>
                    <a:pt x="169507" y="1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37"/>
              <a:ext cx="2352" cy="167150"/>
            </a:xfrm>
            <a:custGeom>
              <a:avLst/>
              <a:pathLst>
                <a:path w="2352" h="167150">
                  <a:moveTo>
                    <a:pt x="2352" y="0"/>
                  </a:moveTo>
                  <a:lnTo>
                    <a:pt x="0" y="1671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2352" cy="167167"/>
            </a:xfrm>
            <a:custGeom>
              <a:avLst/>
              <a:pathLst>
                <a:path w="2352" h="167167">
                  <a:moveTo>
                    <a:pt x="2352" y="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19362" y="4659281"/>
              <a:ext cx="167162" cy="182143"/>
            </a:xfrm>
            <a:custGeom>
              <a:avLst/>
              <a:pathLst>
                <a:path w="167162" h="182143">
                  <a:moveTo>
                    <a:pt x="167162" y="0"/>
                  </a:moveTo>
                  <a:lnTo>
                    <a:pt x="161720" y="88"/>
                  </a:lnTo>
                  <a:lnTo>
                    <a:pt x="156284" y="354"/>
                  </a:lnTo>
                  <a:lnTo>
                    <a:pt x="150859" y="796"/>
                  </a:lnTo>
                  <a:lnTo>
                    <a:pt x="145452" y="1415"/>
                  </a:lnTo>
                  <a:lnTo>
                    <a:pt x="140068" y="2210"/>
                  </a:lnTo>
                  <a:lnTo>
                    <a:pt x="134712" y="3179"/>
                  </a:lnTo>
                  <a:lnTo>
                    <a:pt x="129391" y="4322"/>
                  </a:lnTo>
                  <a:lnTo>
                    <a:pt x="124110" y="5638"/>
                  </a:lnTo>
                  <a:lnTo>
                    <a:pt x="118875" y="7125"/>
                  </a:lnTo>
                  <a:lnTo>
                    <a:pt x="113690" y="8782"/>
                  </a:lnTo>
                  <a:lnTo>
                    <a:pt x="108563" y="10607"/>
                  </a:lnTo>
                  <a:lnTo>
                    <a:pt x="103497" y="12597"/>
                  </a:lnTo>
                  <a:lnTo>
                    <a:pt x="98499" y="14752"/>
                  </a:lnTo>
                  <a:lnTo>
                    <a:pt x="93574" y="17068"/>
                  </a:lnTo>
                  <a:lnTo>
                    <a:pt x="88727" y="19543"/>
                  </a:lnTo>
                  <a:lnTo>
                    <a:pt x="83963" y="22174"/>
                  </a:lnTo>
                  <a:lnTo>
                    <a:pt x="79287" y="24959"/>
                  </a:lnTo>
                  <a:lnTo>
                    <a:pt x="74704" y="27895"/>
                  </a:lnTo>
                  <a:lnTo>
                    <a:pt x="70219" y="30979"/>
                  </a:lnTo>
                  <a:lnTo>
                    <a:pt x="65837" y="34207"/>
                  </a:lnTo>
                  <a:lnTo>
                    <a:pt x="61563" y="37576"/>
                  </a:lnTo>
                  <a:lnTo>
                    <a:pt x="57400" y="41082"/>
                  </a:lnTo>
                  <a:lnTo>
                    <a:pt x="53354" y="44722"/>
                  </a:lnTo>
                  <a:lnTo>
                    <a:pt x="49428" y="48492"/>
                  </a:lnTo>
                  <a:lnTo>
                    <a:pt x="45627" y="52387"/>
                  </a:lnTo>
                  <a:lnTo>
                    <a:pt x="41955" y="56404"/>
                  </a:lnTo>
                  <a:lnTo>
                    <a:pt x="38416" y="60539"/>
                  </a:lnTo>
                  <a:lnTo>
                    <a:pt x="35013" y="64787"/>
                  </a:lnTo>
                  <a:lnTo>
                    <a:pt x="31750" y="69143"/>
                  </a:lnTo>
                  <a:lnTo>
                    <a:pt x="28631" y="73603"/>
                  </a:lnTo>
                  <a:lnTo>
                    <a:pt x="25659" y="78162"/>
                  </a:lnTo>
                  <a:lnTo>
                    <a:pt x="22836" y="82815"/>
                  </a:lnTo>
                  <a:lnTo>
                    <a:pt x="20167" y="87558"/>
                  </a:lnTo>
                  <a:lnTo>
                    <a:pt x="17653" y="92386"/>
                  </a:lnTo>
                  <a:lnTo>
                    <a:pt x="15298" y="97292"/>
                  </a:lnTo>
                  <a:lnTo>
                    <a:pt x="13104" y="102273"/>
                  </a:lnTo>
                  <a:lnTo>
                    <a:pt x="11073" y="107322"/>
                  </a:lnTo>
                  <a:lnTo>
                    <a:pt x="9208" y="112435"/>
                  </a:lnTo>
                  <a:lnTo>
                    <a:pt x="7510" y="117606"/>
                  </a:lnTo>
                  <a:lnTo>
                    <a:pt x="5981" y="122830"/>
                  </a:lnTo>
                  <a:lnTo>
                    <a:pt x="4623" y="128100"/>
                  </a:lnTo>
                  <a:lnTo>
                    <a:pt x="3438" y="133412"/>
                  </a:lnTo>
                  <a:lnTo>
                    <a:pt x="2426" y="138760"/>
                  </a:lnTo>
                  <a:lnTo>
                    <a:pt x="1588" y="144137"/>
                  </a:lnTo>
                  <a:lnTo>
                    <a:pt x="926" y="149540"/>
                  </a:lnTo>
                  <a:lnTo>
                    <a:pt x="440" y="154960"/>
                  </a:lnTo>
                  <a:lnTo>
                    <a:pt x="131" y="160394"/>
                  </a:lnTo>
                  <a:lnTo>
                    <a:pt x="0" y="165835"/>
                  </a:lnTo>
                  <a:lnTo>
                    <a:pt x="45" y="171277"/>
                  </a:lnTo>
                  <a:lnTo>
                    <a:pt x="267" y="176715"/>
                  </a:lnTo>
                  <a:lnTo>
                    <a:pt x="666" y="18214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0029" y="4826449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0029" y="4826449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0029" y="4826449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0029" y="4826449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0029" y="4826449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0029" y="4826449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0029" y="4826449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0029" y="4826449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0029" y="4826449"/>
              <a:ext cx="166495" cy="14976"/>
            </a:xfrm>
            <a:custGeom>
              <a:avLst/>
              <a:pathLst>
                <a:path w="166495" h="14976">
                  <a:moveTo>
                    <a:pt x="0" y="14976"/>
                  </a:moveTo>
                  <a:lnTo>
                    <a:pt x="1664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0029" y="4826449"/>
              <a:ext cx="166495" cy="28963"/>
            </a:xfrm>
            <a:custGeom>
              <a:avLst/>
              <a:pathLst>
                <a:path w="166495" h="28963">
                  <a:moveTo>
                    <a:pt x="0" y="14976"/>
                  </a:moveTo>
                  <a:lnTo>
                    <a:pt x="1856" y="28963"/>
                  </a:lnTo>
                  <a:lnTo>
                    <a:pt x="16649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1885" y="4659281"/>
              <a:ext cx="331785" cy="334334"/>
            </a:xfrm>
            <a:custGeom>
              <a:avLst/>
              <a:pathLst>
                <a:path w="331785" h="334334">
                  <a:moveTo>
                    <a:pt x="0" y="196131"/>
                  </a:moveTo>
                  <a:lnTo>
                    <a:pt x="1001" y="201340"/>
                  </a:lnTo>
                  <a:lnTo>
                    <a:pt x="2168" y="206516"/>
                  </a:lnTo>
                  <a:lnTo>
                    <a:pt x="3499" y="211651"/>
                  </a:lnTo>
                  <a:lnTo>
                    <a:pt x="4991" y="216742"/>
                  </a:lnTo>
                  <a:lnTo>
                    <a:pt x="6645" y="221782"/>
                  </a:lnTo>
                  <a:lnTo>
                    <a:pt x="8457" y="226768"/>
                  </a:lnTo>
                  <a:lnTo>
                    <a:pt x="10427" y="231694"/>
                  </a:lnTo>
                  <a:lnTo>
                    <a:pt x="12552" y="236555"/>
                  </a:lnTo>
                  <a:lnTo>
                    <a:pt x="14830" y="241346"/>
                  </a:lnTo>
                  <a:lnTo>
                    <a:pt x="17260" y="246062"/>
                  </a:lnTo>
                  <a:lnTo>
                    <a:pt x="19837" y="250698"/>
                  </a:lnTo>
                  <a:lnTo>
                    <a:pt x="22561" y="255251"/>
                  </a:lnTo>
                  <a:lnTo>
                    <a:pt x="25427" y="259715"/>
                  </a:lnTo>
                  <a:lnTo>
                    <a:pt x="28434" y="264086"/>
                  </a:lnTo>
                  <a:lnTo>
                    <a:pt x="31578" y="268359"/>
                  </a:lnTo>
                  <a:lnTo>
                    <a:pt x="34856" y="272530"/>
                  </a:lnTo>
                  <a:lnTo>
                    <a:pt x="38264" y="276595"/>
                  </a:lnTo>
                  <a:lnTo>
                    <a:pt x="41800" y="280550"/>
                  </a:lnTo>
                  <a:lnTo>
                    <a:pt x="45460" y="284390"/>
                  </a:lnTo>
                  <a:lnTo>
                    <a:pt x="49239" y="288113"/>
                  </a:lnTo>
                  <a:lnTo>
                    <a:pt x="53135" y="291714"/>
                  </a:lnTo>
                  <a:lnTo>
                    <a:pt x="57143" y="295189"/>
                  </a:lnTo>
                  <a:lnTo>
                    <a:pt x="61259" y="298536"/>
                  </a:lnTo>
                  <a:lnTo>
                    <a:pt x="65480" y="301750"/>
                  </a:lnTo>
                  <a:lnTo>
                    <a:pt x="69800" y="304828"/>
                  </a:lnTo>
                  <a:lnTo>
                    <a:pt x="74216" y="307768"/>
                  </a:lnTo>
                  <a:lnTo>
                    <a:pt x="78723" y="310567"/>
                  </a:lnTo>
                  <a:lnTo>
                    <a:pt x="83316" y="313221"/>
                  </a:lnTo>
                  <a:lnTo>
                    <a:pt x="87992" y="315727"/>
                  </a:lnTo>
                  <a:lnTo>
                    <a:pt x="92744" y="318085"/>
                  </a:lnTo>
                  <a:lnTo>
                    <a:pt x="97569" y="320290"/>
                  </a:lnTo>
                  <a:lnTo>
                    <a:pt x="102462" y="322341"/>
                  </a:lnTo>
                  <a:lnTo>
                    <a:pt x="107417" y="324236"/>
                  </a:lnTo>
                  <a:lnTo>
                    <a:pt x="112429" y="325972"/>
                  </a:lnTo>
                  <a:lnTo>
                    <a:pt x="117495" y="327549"/>
                  </a:lnTo>
                  <a:lnTo>
                    <a:pt x="122608" y="328964"/>
                  </a:lnTo>
                  <a:lnTo>
                    <a:pt x="127763" y="330216"/>
                  </a:lnTo>
                  <a:lnTo>
                    <a:pt x="132955" y="331304"/>
                  </a:lnTo>
                  <a:lnTo>
                    <a:pt x="138179" y="332227"/>
                  </a:lnTo>
                  <a:lnTo>
                    <a:pt x="143430" y="332984"/>
                  </a:lnTo>
                  <a:lnTo>
                    <a:pt x="148702" y="333573"/>
                  </a:lnTo>
                  <a:lnTo>
                    <a:pt x="153990" y="333995"/>
                  </a:lnTo>
                  <a:lnTo>
                    <a:pt x="159289" y="334249"/>
                  </a:lnTo>
                  <a:lnTo>
                    <a:pt x="164593" y="334334"/>
                  </a:lnTo>
                  <a:lnTo>
                    <a:pt x="169898" y="334252"/>
                  </a:lnTo>
                  <a:lnTo>
                    <a:pt x="175197" y="334001"/>
                  </a:lnTo>
                  <a:lnTo>
                    <a:pt x="180485" y="333582"/>
                  </a:lnTo>
                  <a:lnTo>
                    <a:pt x="185758" y="332995"/>
                  </a:lnTo>
                  <a:lnTo>
                    <a:pt x="191009" y="332241"/>
                  </a:lnTo>
                  <a:lnTo>
                    <a:pt x="196234" y="331321"/>
                  </a:lnTo>
                  <a:lnTo>
                    <a:pt x="201426" y="330236"/>
                  </a:lnTo>
                  <a:lnTo>
                    <a:pt x="206582" y="328987"/>
                  </a:lnTo>
                  <a:lnTo>
                    <a:pt x="211696" y="327575"/>
                  </a:lnTo>
                  <a:lnTo>
                    <a:pt x="216762" y="326001"/>
                  </a:lnTo>
                  <a:lnTo>
                    <a:pt x="221775" y="324267"/>
                  </a:lnTo>
                  <a:lnTo>
                    <a:pt x="226732" y="322375"/>
                  </a:lnTo>
                  <a:lnTo>
                    <a:pt x="231625" y="320326"/>
                  </a:lnTo>
                  <a:lnTo>
                    <a:pt x="236451" y="318124"/>
                  </a:lnTo>
                  <a:lnTo>
                    <a:pt x="241205" y="315769"/>
                  </a:lnTo>
                  <a:lnTo>
                    <a:pt x="245882" y="313265"/>
                  </a:lnTo>
                  <a:lnTo>
                    <a:pt x="250477" y="310613"/>
                  </a:lnTo>
                  <a:lnTo>
                    <a:pt x="254985" y="307817"/>
                  </a:lnTo>
                  <a:lnTo>
                    <a:pt x="259402" y="304880"/>
                  </a:lnTo>
                  <a:lnTo>
                    <a:pt x="263724" y="301803"/>
                  </a:lnTo>
                  <a:lnTo>
                    <a:pt x="267947" y="298591"/>
                  </a:lnTo>
                  <a:lnTo>
                    <a:pt x="272065" y="295247"/>
                  </a:lnTo>
                  <a:lnTo>
                    <a:pt x="276075" y="291774"/>
                  </a:lnTo>
                  <a:lnTo>
                    <a:pt x="279973" y="288175"/>
                  </a:lnTo>
                  <a:lnTo>
                    <a:pt x="283754" y="284455"/>
                  </a:lnTo>
                  <a:lnTo>
                    <a:pt x="287416" y="280616"/>
                  </a:lnTo>
                  <a:lnTo>
                    <a:pt x="290954" y="276663"/>
                  </a:lnTo>
                  <a:lnTo>
                    <a:pt x="294365" y="272600"/>
                  </a:lnTo>
                  <a:lnTo>
                    <a:pt x="297645" y="268431"/>
                  </a:lnTo>
                  <a:lnTo>
                    <a:pt x="300791" y="264159"/>
                  </a:lnTo>
                  <a:lnTo>
                    <a:pt x="303800" y="259790"/>
                  </a:lnTo>
                  <a:lnTo>
                    <a:pt x="306669" y="255328"/>
                  </a:lnTo>
                  <a:lnTo>
                    <a:pt x="309395" y="250777"/>
                  </a:lnTo>
                  <a:lnTo>
                    <a:pt x="311975" y="246141"/>
                  </a:lnTo>
                  <a:lnTo>
                    <a:pt x="314407" y="241427"/>
                  </a:lnTo>
                  <a:lnTo>
                    <a:pt x="316688" y="236637"/>
                  </a:lnTo>
                  <a:lnTo>
                    <a:pt x="318815" y="231777"/>
                  </a:lnTo>
                  <a:lnTo>
                    <a:pt x="320788" y="226853"/>
                  </a:lnTo>
                  <a:lnTo>
                    <a:pt x="322603" y="221868"/>
                  </a:lnTo>
                  <a:lnTo>
                    <a:pt x="324259" y="216828"/>
                  </a:lnTo>
                  <a:lnTo>
                    <a:pt x="325755" y="211738"/>
                  </a:lnTo>
                  <a:lnTo>
                    <a:pt x="327088" y="206603"/>
                  </a:lnTo>
                  <a:lnTo>
                    <a:pt x="328257" y="201429"/>
                  </a:lnTo>
                  <a:lnTo>
                    <a:pt x="329262" y="196220"/>
                  </a:lnTo>
                  <a:lnTo>
                    <a:pt x="330101" y="190982"/>
                  </a:lnTo>
                  <a:lnTo>
                    <a:pt x="330773" y="185720"/>
                  </a:lnTo>
                  <a:lnTo>
                    <a:pt x="331278" y="180439"/>
                  </a:lnTo>
                  <a:lnTo>
                    <a:pt x="331616" y="175144"/>
                  </a:lnTo>
                  <a:lnTo>
                    <a:pt x="331785" y="169842"/>
                  </a:lnTo>
                  <a:lnTo>
                    <a:pt x="331785" y="164537"/>
                  </a:lnTo>
                  <a:lnTo>
                    <a:pt x="331618" y="159235"/>
                  </a:lnTo>
                  <a:lnTo>
                    <a:pt x="331282" y="153940"/>
                  </a:lnTo>
                  <a:lnTo>
                    <a:pt x="330778" y="148659"/>
                  </a:lnTo>
                  <a:lnTo>
                    <a:pt x="330107" y="143397"/>
                  </a:lnTo>
                  <a:lnTo>
                    <a:pt x="329270" y="138158"/>
                  </a:lnTo>
                  <a:lnTo>
                    <a:pt x="328267" y="132949"/>
                  </a:lnTo>
                  <a:lnTo>
                    <a:pt x="327098" y="127774"/>
                  </a:lnTo>
                  <a:lnTo>
                    <a:pt x="325767" y="122639"/>
                  </a:lnTo>
                  <a:lnTo>
                    <a:pt x="324273" y="117549"/>
                  </a:lnTo>
                  <a:lnTo>
                    <a:pt x="322618" y="112509"/>
                  </a:lnTo>
                  <a:lnTo>
                    <a:pt x="320804" y="107523"/>
                  </a:lnTo>
                  <a:lnTo>
                    <a:pt x="318833" y="102598"/>
                  </a:lnTo>
                  <a:lnTo>
                    <a:pt x="316706" y="97738"/>
                  </a:lnTo>
                  <a:lnTo>
                    <a:pt x="314427" y="92948"/>
                  </a:lnTo>
                  <a:lnTo>
                    <a:pt x="311996" y="88232"/>
                  </a:lnTo>
                  <a:lnTo>
                    <a:pt x="309417" y="83596"/>
                  </a:lnTo>
                  <a:lnTo>
                    <a:pt x="306693" y="79044"/>
                  </a:lnTo>
                  <a:lnTo>
                    <a:pt x="303825" y="74581"/>
                  </a:lnTo>
                  <a:lnTo>
                    <a:pt x="300817" y="70211"/>
                  </a:lnTo>
                  <a:lnTo>
                    <a:pt x="297672" y="65939"/>
                  </a:lnTo>
                  <a:lnTo>
                    <a:pt x="294393" y="61769"/>
                  </a:lnTo>
                  <a:lnTo>
                    <a:pt x="290983" y="57705"/>
                  </a:lnTo>
                  <a:lnTo>
                    <a:pt x="287447" y="53751"/>
                  </a:lnTo>
                  <a:lnTo>
                    <a:pt x="283786" y="49911"/>
                  </a:lnTo>
                  <a:lnTo>
                    <a:pt x="280005" y="46190"/>
                  </a:lnTo>
                  <a:lnTo>
                    <a:pt x="276109" y="42590"/>
                  </a:lnTo>
                  <a:lnTo>
                    <a:pt x="272099" y="39116"/>
                  </a:lnTo>
                  <a:lnTo>
                    <a:pt x="267982" y="35770"/>
                  </a:lnTo>
                  <a:lnTo>
                    <a:pt x="263761" y="32557"/>
                  </a:lnTo>
                  <a:lnTo>
                    <a:pt x="259440" y="29480"/>
                  </a:lnTo>
                  <a:lnTo>
                    <a:pt x="255023" y="26541"/>
                  </a:lnTo>
                  <a:lnTo>
                    <a:pt x="250515" y="23744"/>
                  </a:lnTo>
                  <a:lnTo>
                    <a:pt x="245921" y="21091"/>
                  </a:lnTo>
                  <a:lnTo>
                    <a:pt x="241245" y="18586"/>
                  </a:lnTo>
                  <a:lnTo>
                    <a:pt x="236492" y="16230"/>
                  </a:lnTo>
                  <a:lnTo>
                    <a:pt x="231667" y="14026"/>
                  </a:lnTo>
                  <a:lnTo>
                    <a:pt x="226774" y="11976"/>
                  </a:lnTo>
                  <a:lnTo>
                    <a:pt x="221818" y="10083"/>
                  </a:lnTo>
                  <a:lnTo>
                    <a:pt x="216805" y="8347"/>
                  </a:lnTo>
                  <a:lnTo>
                    <a:pt x="211739" y="6772"/>
                  </a:lnTo>
                  <a:lnTo>
                    <a:pt x="206626" y="5358"/>
                  </a:lnTo>
                  <a:lnTo>
                    <a:pt x="201470" y="4108"/>
                  </a:lnTo>
                  <a:lnTo>
                    <a:pt x="196278" y="3021"/>
                  </a:lnTo>
                  <a:lnTo>
                    <a:pt x="191054" y="2100"/>
                  </a:lnTo>
                  <a:lnTo>
                    <a:pt x="185803" y="1345"/>
                  </a:lnTo>
                  <a:lnTo>
                    <a:pt x="180530" y="757"/>
                  </a:lnTo>
                  <a:lnTo>
                    <a:pt x="175242" y="336"/>
                  </a:lnTo>
                  <a:lnTo>
                    <a:pt x="169943" y="84"/>
                  </a:lnTo>
                  <a:lnTo>
                    <a:pt x="164639" y="0"/>
                  </a:lnTo>
                  <a:lnTo>
                    <a:pt x="1646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1665" y="5018213"/>
              <a:ext cx="7055" cy="167167"/>
            </a:xfrm>
            <a:custGeom>
              <a:avLst/>
              <a:pathLst>
                <a:path w="7055" h="167167">
                  <a:moveTo>
                    <a:pt x="7055" y="0"/>
                  </a:moveTo>
                  <a:lnTo>
                    <a:pt x="0" y="148"/>
                  </a:lnTo>
                  <a:lnTo>
                    <a:pt x="705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1665" y="5018362"/>
              <a:ext cx="7055" cy="167018"/>
            </a:xfrm>
            <a:custGeom>
              <a:avLst/>
              <a:pathLst>
                <a:path w="7055" h="167018">
                  <a:moveTo>
                    <a:pt x="0" y="0"/>
                  </a:moveTo>
                  <a:lnTo>
                    <a:pt x="7055" y="1670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321555" y="5018250"/>
              <a:ext cx="334330" cy="334288"/>
            </a:xfrm>
            <a:custGeom>
              <a:avLst/>
              <a:pathLst>
                <a:path w="334330" h="334288">
                  <a:moveTo>
                    <a:pt x="160109" y="111"/>
                  </a:moveTo>
                  <a:lnTo>
                    <a:pt x="154814" y="419"/>
                  </a:lnTo>
                  <a:lnTo>
                    <a:pt x="149530" y="895"/>
                  </a:lnTo>
                  <a:lnTo>
                    <a:pt x="144265" y="1538"/>
                  </a:lnTo>
                  <a:lnTo>
                    <a:pt x="139022" y="2348"/>
                  </a:lnTo>
                  <a:lnTo>
                    <a:pt x="133808" y="3324"/>
                  </a:lnTo>
                  <a:lnTo>
                    <a:pt x="128628" y="4465"/>
                  </a:lnTo>
                  <a:lnTo>
                    <a:pt x="123486" y="5769"/>
                  </a:lnTo>
                  <a:lnTo>
                    <a:pt x="118388" y="7237"/>
                  </a:lnTo>
                  <a:lnTo>
                    <a:pt x="113340" y="8865"/>
                  </a:lnTo>
                  <a:lnTo>
                    <a:pt x="108345" y="10652"/>
                  </a:lnTo>
                  <a:lnTo>
                    <a:pt x="103410" y="12597"/>
                  </a:lnTo>
                  <a:lnTo>
                    <a:pt x="98539" y="14698"/>
                  </a:lnTo>
                  <a:lnTo>
                    <a:pt x="93737" y="16952"/>
                  </a:lnTo>
                  <a:lnTo>
                    <a:pt x="89009" y="19357"/>
                  </a:lnTo>
                  <a:lnTo>
                    <a:pt x="84360" y="21911"/>
                  </a:lnTo>
                  <a:lnTo>
                    <a:pt x="79794" y="24612"/>
                  </a:lnTo>
                  <a:lnTo>
                    <a:pt x="75316" y="27456"/>
                  </a:lnTo>
                  <a:lnTo>
                    <a:pt x="70931" y="30440"/>
                  </a:lnTo>
                  <a:lnTo>
                    <a:pt x="66642" y="33563"/>
                  </a:lnTo>
                  <a:lnTo>
                    <a:pt x="62455" y="36819"/>
                  </a:lnTo>
                  <a:lnTo>
                    <a:pt x="58373" y="40207"/>
                  </a:lnTo>
                  <a:lnTo>
                    <a:pt x="54401" y="43723"/>
                  </a:lnTo>
                  <a:lnTo>
                    <a:pt x="50542" y="47363"/>
                  </a:lnTo>
                  <a:lnTo>
                    <a:pt x="46801" y="51123"/>
                  </a:lnTo>
                  <a:lnTo>
                    <a:pt x="43180" y="55001"/>
                  </a:lnTo>
                  <a:lnTo>
                    <a:pt x="39685" y="58991"/>
                  </a:lnTo>
                  <a:lnTo>
                    <a:pt x="36318" y="63090"/>
                  </a:lnTo>
                  <a:lnTo>
                    <a:pt x="33083" y="67294"/>
                  </a:lnTo>
                  <a:lnTo>
                    <a:pt x="29983" y="71599"/>
                  </a:lnTo>
                  <a:lnTo>
                    <a:pt x="27021" y="75999"/>
                  </a:lnTo>
                  <a:lnTo>
                    <a:pt x="24200" y="80492"/>
                  </a:lnTo>
                  <a:lnTo>
                    <a:pt x="21523" y="85072"/>
                  </a:lnTo>
                  <a:lnTo>
                    <a:pt x="18993" y="89734"/>
                  </a:lnTo>
                  <a:lnTo>
                    <a:pt x="16612" y="94474"/>
                  </a:lnTo>
                  <a:lnTo>
                    <a:pt x="14382" y="99288"/>
                  </a:lnTo>
                  <a:lnTo>
                    <a:pt x="12307" y="104169"/>
                  </a:lnTo>
                  <a:lnTo>
                    <a:pt x="10387" y="109114"/>
                  </a:lnTo>
                  <a:lnTo>
                    <a:pt x="8625" y="114118"/>
                  </a:lnTo>
                  <a:lnTo>
                    <a:pt x="7023" y="119175"/>
                  </a:lnTo>
                  <a:lnTo>
                    <a:pt x="5582" y="124280"/>
                  </a:lnTo>
                  <a:lnTo>
                    <a:pt x="4304" y="129428"/>
                  </a:lnTo>
                  <a:lnTo>
                    <a:pt x="3190" y="134615"/>
                  </a:lnTo>
                  <a:lnTo>
                    <a:pt x="2241" y="139834"/>
                  </a:lnTo>
                  <a:lnTo>
                    <a:pt x="1458" y="145080"/>
                  </a:lnTo>
                  <a:lnTo>
                    <a:pt x="841" y="150349"/>
                  </a:lnTo>
                  <a:lnTo>
                    <a:pt x="393" y="155635"/>
                  </a:lnTo>
                  <a:lnTo>
                    <a:pt x="112" y="160932"/>
                  </a:lnTo>
                  <a:lnTo>
                    <a:pt x="0" y="166236"/>
                  </a:lnTo>
                  <a:lnTo>
                    <a:pt x="55" y="171540"/>
                  </a:lnTo>
                  <a:lnTo>
                    <a:pt x="279" y="176840"/>
                  </a:lnTo>
                  <a:lnTo>
                    <a:pt x="671" y="182130"/>
                  </a:lnTo>
                  <a:lnTo>
                    <a:pt x="1231" y="187405"/>
                  </a:lnTo>
                  <a:lnTo>
                    <a:pt x="1958" y="192660"/>
                  </a:lnTo>
                  <a:lnTo>
                    <a:pt x="2851" y="197889"/>
                  </a:lnTo>
                  <a:lnTo>
                    <a:pt x="3910" y="203087"/>
                  </a:lnTo>
                  <a:lnTo>
                    <a:pt x="5133" y="208248"/>
                  </a:lnTo>
                  <a:lnTo>
                    <a:pt x="6519" y="213369"/>
                  </a:lnTo>
                  <a:lnTo>
                    <a:pt x="8067" y="218442"/>
                  </a:lnTo>
                  <a:lnTo>
                    <a:pt x="9775" y="223465"/>
                  </a:lnTo>
                  <a:lnTo>
                    <a:pt x="11642" y="228430"/>
                  </a:lnTo>
                  <a:lnTo>
                    <a:pt x="13665" y="233334"/>
                  </a:lnTo>
                  <a:lnTo>
                    <a:pt x="15843" y="238171"/>
                  </a:lnTo>
                  <a:lnTo>
                    <a:pt x="18173" y="242936"/>
                  </a:lnTo>
                  <a:lnTo>
                    <a:pt x="20654" y="247625"/>
                  </a:lnTo>
                  <a:lnTo>
                    <a:pt x="23281" y="252233"/>
                  </a:lnTo>
                  <a:lnTo>
                    <a:pt x="26054" y="256756"/>
                  </a:lnTo>
                  <a:lnTo>
                    <a:pt x="28969" y="261188"/>
                  </a:lnTo>
                  <a:lnTo>
                    <a:pt x="32023" y="265525"/>
                  </a:lnTo>
                  <a:lnTo>
                    <a:pt x="35213" y="269763"/>
                  </a:lnTo>
                  <a:lnTo>
                    <a:pt x="38536" y="273898"/>
                  </a:lnTo>
                  <a:lnTo>
                    <a:pt x="41988" y="277926"/>
                  </a:lnTo>
                  <a:lnTo>
                    <a:pt x="45566" y="281842"/>
                  </a:lnTo>
                  <a:lnTo>
                    <a:pt x="49267" y="285642"/>
                  </a:lnTo>
                  <a:lnTo>
                    <a:pt x="53087" y="289323"/>
                  </a:lnTo>
                  <a:lnTo>
                    <a:pt x="57021" y="292881"/>
                  </a:lnTo>
                  <a:lnTo>
                    <a:pt x="61067" y="296313"/>
                  </a:lnTo>
                  <a:lnTo>
                    <a:pt x="65219" y="299614"/>
                  </a:lnTo>
                  <a:lnTo>
                    <a:pt x="69474" y="302782"/>
                  </a:lnTo>
                  <a:lnTo>
                    <a:pt x="73827" y="305813"/>
                  </a:lnTo>
                  <a:lnTo>
                    <a:pt x="78274" y="308705"/>
                  </a:lnTo>
                  <a:lnTo>
                    <a:pt x="82811" y="311454"/>
                  </a:lnTo>
                  <a:lnTo>
                    <a:pt x="87433" y="314058"/>
                  </a:lnTo>
                  <a:lnTo>
                    <a:pt x="92135" y="316513"/>
                  </a:lnTo>
                  <a:lnTo>
                    <a:pt x="96912" y="318819"/>
                  </a:lnTo>
                  <a:lnTo>
                    <a:pt x="101761" y="320971"/>
                  </a:lnTo>
                  <a:lnTo>
                    <a:pt x="106675" y="322969"/>
                  </a:lnTo>
                  <a:lnTo>
                    <a:pt x="111650" y="324810"/>
                  </a:lnTo>
                  <a:lnTo>
                    <a:pt x="116681" y="326492"/>
                  </a:lnTo>
                  <a:lnTo>
                    <a:pt x="121762" y="328014"/>
                  </a:lnTo>
                  <a:lnTo>
                    <a:pt x="126890" y="329373"/>
                  </a:lnTo>
                  <a:lnTo>
                    <a:pt x="132058" y="330569"/>
                  </a:lnTo>
                  <a:lnTo>
                    <a:pt x="137261" y="331601"/>
                  </a:lnTo>
                  <a:lnTo>
                    <a:pt x="142495" y="332467"/>
                  </a:lnTo>
                  <a:lnTo>
                    <a:pt x="147753" y="333166"/>
                  </a:lnTo>
                  <a:lnTo>
                    <a:pt x="153031" y="333699"/>
                  </a:lnTo>
                  <a:lnTo>
                    <a:pt x="158323" y="334063"/>
                  </a:lnTo>
                  <a:lnTo>
                    <a:pt x="163624" y="334260"/>
                  </a:lnTo>
                  <a:lnTo>
                    <a:pt x="168929" y="334288"/>
                  </a:lnTo>
                  <a:lnTo>
                    <a:pt x="174232" y="334148"/>
                  </a:lnTo>
                  <a:lnTo>
                    <a:pt x="179527" y="333839"/>
                  </a:lnTo>
                  <a:lnTo>
                    <a:pt x="184811" y="333363"/>
                  </a:lnTo>
                  <a:lnTo>
                    <a:pt x="190076" y="332720"/>
                  </a:lnTo>
                  <a:lnTo>
                    <a:pt x="195318" y="331909"/>
                  </a:lnTo>
                  <a:lnTo>
                    <a:pt x="200533" y="330933"/>
                  </a:lnTo>
                  <a:lnTo>
                    <a:pt x="205713" y="329792"/>
                  </a:lnTo>
                  <a:lnTo>
                    <a:pt x="210855" y="328487"/>
                  </a:lnTo>
                  <a:lnTo>
                    <a:pt x="215952" y="327019"/>
                  </a:lnTo>
                  <a:lnTo>
                    <a:pt x="221001" y="325391"/>
                  </a:lnTo>
                  <a:lnTo>
                    <a:pt x="225995" y="323603"/>
                  </a:lnTo>
                  <a:lnTo>
                    <a:pt x="230930" y="321658"/>
                  </a:lnTo>
                  <a:lnTo>
                    <a:pt x="235801" y="319557"/>
                  </a:lnTo>
                  <a:lnTo>
                    <a:pt x="240603" y="317302"/>
                  </a:lnTo>
                  <a:lnTo>
                    <a:pt x="245331" y="314896"/>
                  </a:lnTo>
                  <a:lnTo>
                    <a:pt x="249980" y="312342"/>
                  </a:lnTo>
                  <a:lnTo>
                    <a:pt x="254545" y="309641"/>
                  </a:lnTo>
                  <a:lnTo>
                    <a:pt x="259023" y="306797"/>
                  </a:lnTo>
                  <a:lnTo>
                    <a:pt x="263408" y="303812"/>
                  </a:lnTo>
                  <a:lnTo>
                    <a:pt x="267697" y="300690"/>
                  </a:lnTo>
                  <a:lnTo>
                    <a:pt x="271884" y="297433"/>
                  </a:lnTo>
                  <a:lnTo>
                    <a:pt x="275965" y="294044"/>
                  </a:lnTo>
                  <a:lnTo>
                    <a:pt x="279937" y="290528"/>
                  </a:lnTo>
                  <a:lnTo>
                    <a:pt x="283796" y="286888"/>
                  </a:lnTo>
                  <a:lnTo>
                    <a:pt x="287537" y="283127"/>
                  </a:lnTo>
                  <a:lnTo>
                    <a:pt x="291157" y="279250"/>
                  </a:lnTo>
                  <a:lnTo>
                    <a:pt x="294652" y="275259"/>
                  </a:lnTo>
                  <a:lnTo>
                    <a:pt x="298018" y="271160"/>
                  </a:lnTo>
                  <a:lnTo>
                    <a:pt x="301253" y="266956"/>
                  </a:lnTo>
                  <a:lnTo>
                    <a:pt x="304353" y="262651"/>
                  </a:lnTo>
                  <a:lnTo>
                    <a:pt x="307315" y="258250"/>
                  </a:lnTo>
                  <a:lnTo>
                    <a:pt x="310135" y="253757"/>
                  </a:lnTo>
                  <a:lnTo>
                    <a:pt x="312812" y="249177"/>
                  </a:lnTo>
                  <a:lnTo>
                    <a:pt x="315342" y="244515"/>
                  </a:lnTo>
                  <a:lnTo>
                    <a:pt x="317722" y="239774"/>
                  </a:lnTo>
                  <a:lnTo>
                    <a:pt x="319952" y="234961"/>
                  </a:lnTo>
                  <a:lnTo>
                    <a:pt x="322027" y="230079"/>
                  </a:lnTo>
                  <a:lnTo>
                    <a:pt x="323946" y="225134"/>
                  </a:lnTo>
                  <a:lnTo>
                    <a:pt x="325708" y="220130"/>
                  </a:lnTo>
                  <a:lnTo>
                    <a:pt x="327309" y="215073"/>
                  </a:lnTo>
                  <a:lnTo>
                    <a:pt x="328750" y="209968"/>
                  </a:lnTo>
                  <a:lnTo>
                    <a:pt x="330028" y="204819"/>
                  </a:lnTo>
                  <a:lnTo>
                    <a:pt x="331142" y="199633"/>
                  </a:lnTo>
                  <a:lnTo>
                    <a:pt x="332090" y="194414"/>
                  </a:lnTo>
                  <a:lnTo>
                    <a:pt x="332873" y="189167"/>
                  </a:lnTo>
                  <a:lnTo>
                    <a:pt x="333489" y="183898"/>
                  </a:lnTo>
                  <a:lnTo>
                    <a:pt x="333937" y="178613"/>
                  </a:lnTo>
                  <a:lnTo>
                    <a:pt x="334218" y="173315"/>
                  </a:lnTo>
                  <a:lnTo>
                    <a:pt x="334330" y="168012"/>
                  </a:lnTo>
                  <a:lnTo>
                    <a:pt x="334273" y="162707"/>
                  </a:lnTo>
                  <a:lnTo>
                    <a:pt x="334049" y="157408"/>
                  </a:lnTo>
                  <a:lnTo>
                    <a:pt x="333657" y="152117"/>
                  </a:lnTo>
                  <a:lnTo>
                    <a:pt x="333096" y="146842"/>
                  </a:lnTo>
                  <a:lnTo>
                    <a:pt x="332369" y="141588"/>
                  </a:lnTo>
                  <a:lnTo>
                    <a:pt x="331476" y="136359"/>
                  </a:lnTo>
                  <a:lnTo>
                    <a:pt x="330417" y="131161"/>
                  </a:lnTo>
                  <a:lnTo>
                    <a:pt x="329193" y="125999"/>
                  </a:lnTo>
                  <a:lnTo>
                    <a:pt x="327807" y="120879"/>
                  </a:lnTo>
                  <a:lnTo>
                    <a:pt x="326258" y="115806"/>
                  </a:lnTo>
                  <a:lnTo>
                    <a:pt x="324550" y="110784"/>
                  </a:lnTo>
                  <a:lnTo>
                    <a:pt x="322683" y="105818"/>
                  </a:lnTo>
                  <a:lnTo>
                    <a:pt x="320659" y="100915"/>
                  </a:lnTo>
                  <a:lnTo>
                    <a:pt x="318481" y="96078"/>
                  </a:lnTo>
                  <a:lnTo>
                    <a:pt x="316150" y="91313"/>
                  </a:lnTo>
                  <a:lnTo>
                    <a:pt x="313670" y="86624"/>
                  </a:lnTo>
                  <a:lnTo>
                    <a:pt x="311042" y="82016"/>
                  </a:lnTo>
                  <a:lnTo>
                    <a:pt x="308269" y="77494"/>
                  </a:lnTo>
                  <a:lnTo>
                    <a:pt x="305353" y="73062"/>
                  </a:lnTo>
                  <a:lnTo>
                    <a:pt x="302299" y="68725"/>
                  </a:lnTo>
                  <a:lnTo>
                    <a:pt x="299109" y="64486"/>
                  </a:lnTo>
                  <a:lnTo>
                    <a:pt x="295786" y="60352"/>
                  </a:lnTo>
                  <a:lnTo>
                    <a:pt x="292333" y="56325"/>
                  </a:lnTo>
                  <a:lnTo>
                    <a:pt x="288754" y="52409"/>
                  </a:lnTo>
                  <a:lnTo>
                    <a:pt x="285053" y="48609"/>
                  </a:lnTo>
                  <a:lnTo>
                    <a:pt x="281233" y="44928"/>
                  </a:lnTo>
                  <a:lnTo>
                    <a:pt x="277299" y="41370"/>
                  </a:lnTo>
                  <a:lnTo>
                    <a:pt x="273253" y="37939"/>
                  </a:lnTo>
                  <a:lnTo>
                    <a:pt x="269101" y="34638"/>
                  </a:lnTo>
                  <a:lnTo>
                    <a:pt x="264845" y="31471"/>
                  </a:lnTo>
                  <a:lnTo>
                    <a:pt x="260492" y="28440"/>
                  </a:lnTo>
                  <a:lnTo>
                    <a:pt x="256045" y="25548"/>
                  </a:lnTo>
                  <a:lnTo>
                    <a:pt x="251508" y="22800"/>
                  </a:lnTo>
                  <a:lnTo>
                    <a:pt x="246886" y="20196"/>
                  </a:lnTo>
                  <a:lnTo>
                    <a:pt x="242184" y="17741"/>
                  </a:lnTo>
                  <a:lnTo>
                    <a:pt x="237406" y="15436"/>
                  </a:lnTo>
                  <a:lnTo>
                    <a:pt x="232557" y="13283"/>
                  </a:lnTo>
                  <a:lnTo>
                    <a:pt x="227643" y="11286"/>
                  </a:lnTo>
                  <a:lnTo>
                    <a:pt x="222668" y="9445"/>
                  </a:lnTo>
                  <a:lnTo>
                    <a:pt x="217637" y="7764"/>
                  </a:lnTo>
                  <a:lnTo>
                    <a:pt x="212555" y="6243"/>
                  </a:lnTo>
                  <a:lnTo>
                    <a:pt x="207428" y="4883"/>
                  </a:lnTo>
                  <a:lnTo>
                    <a:pt x="202259" y="3688"/>
                  </a:lnTo>
                  <a:lnTo>
                    <a:pt x="197056" y="2656"/>
                  </a:lnTo>
                  <a:lnTo>
                    <a:pt x="191822" y="1791"/>
                  </a:lnTo>
                  <a:lnTo>
                    <a:pt x="186564" y="1092"/>
                  </a:lnTo>
                  <a:lnTo>
                    <a:pt x="181286" y="560"/>
                  </a:lnTo>
                  <a:lnTo>
                    <a:pt x="175994" y="196"/>
                  </a:lnTo>
                  <a:lnTo>
                    <a:pt x="170693" y="0"/>
                  </a:lnTo>
                  <a:lnTo>
                    <a:pt x="167165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797349" y="5269756"/>
              <a:ext cx="167151" cy="185654"/>
            </a:xfrm>
            <a:custGeom>
              <a:avLst/>
              <a:pathLst>
                <a:path w="167151" h="185654">
                  <a:moveTo>
                    <a:pt x="167151" y="0"/>
                  </a:moveTo>
                  <a:lnTo>
                    <a:pt x="161746" y="87"/>
                  </a:lnTo>
                  <a:lnTo>
                    <a:pt x="156347" y="349"/>
                  </a:lnTo>
                  <a:lnTo>
                    <a:pt x="150959" y="786"/>
                  </a:lnTo>
                  <a:lnTo>
                    <a:pt x="145587" y="1396"/>
                  </a:lnTo>
                  <a:lnTo>
                    <a:pt x="140239" y="2180"/>
                  </a:lnTo>
                  <a:lnTo>
                    <a:pt x="134918" y="3136"/>
                  </a:lnTo>
                  <a:lnTo>
                    <a:pt x="129632" y="4264"/>
                  </a:lnTo>
                  <a:lnTo>
                    <a:pt x="124384" y="5563"/>
                  </a:lnTo>
                  <a:lnTo>
                    <a:pt x="119181" y="7030"/>
                  </a:lnTo>
                  <a:lnTo>
                    <a:pt x="114029" y="8665"/>
                  </a:lnTo>
                  <a:lnTo>
                    <a:pt x="108931" y="10465"/>
                  </a:lnTo>
                  <a:lnTo>
                    <a:pt x="103895" y="12430"/>
                  </a:lnTo>
                  <a:lnTo>
                    <a:pt x="98925" y="14556"/>
                  </a:lnTo>
                  <a:lnTo>
                    <a:pt x="94026" y="16841"/>
                  </a:lnTo>
                  <a:lnTo>
                    <a:pt x="89204" y="19284"/>
                  </a:lnTo>
                  <a:lnTo>
                    <a:pt x="84463" y="21882"/>
                  </a:lnTo>
                  <a:lnTo>
                    <a:pt x="79809" y="24631"/>
                  </a:lnTo>
                  <a:lnTo>
                    <a:pt x="75246" y="27530"/>
                  </a:lnTo>
                  <a:lnTo>
                    <a:pt x="70779" y="30575"/>
                  </a:lnTo>
                  <a:lnTo>
                    <a:pt x="66413" y="33762"/>
                  </a:lnTo>
                  <a:lnTo>
                    <a:pt x="62153" y="37089"/>
                  </a:lnTo>
                  <a:lnTo>
                    <a:pt x="58002" y="40552"/>
                  </a:lnTo>
                  <a:lnTo>
                    <a:pt x="53965" y="44147"/>
                  </a:lnTo>
                  <a:lnTo>
                    <a:pt x="50046" y="47871"/>
                  </a:lnTo>
                  <a:lnTo>
                    <a:pt x="46250" y="51720"/>
                  </a:lnTo>
                  <a:lnTo>
                    <a:pt x="42581" y="55689"/>
                  </a:lnTo>
                  <a:lnTo>
                    <a:pt x="39042" y="59775"/>
                  </a:lnTo>
                  <a:lnTo>
                    <a:pt x="35636" y="63974"/>
                  </a:lnTo>
                  <a:lnTo>
                    <a:pt x="32369" y="68280"/>
                  </a:lnTo>
                  <a:lnTo>
                    <a:pt x="29242" y="72690"/>
                  </a:lnTo>
                  <a:lnTo>
                    <a:pt x="26259" y="77198"/>
                  </a:lnTo>
                  <a:lnTo>
                    <a:pt x="23424" y="81801"/>
                  </a:lnTo>
                  <a:lnTo>
                    <a:pt x="20739" y="86492"/>
                  </a:lnTo>
                  <a:lnTo>
                    <a:pt x="18207" y="91268"/>
                  </a:lnTo>
                  <a:lnTo>
                    <a:pt x="15831" y="96124"/>
                  </a:lnTo>
                  <a:lnTo>
                    <a:pt x="13613" y="101054"/>
                  </a:lnTo>
                  <a:lnTo>
                    <a:pt x="11555" y="106053"/>
                  </a:lnTo>
                  <a:lnTo>
                    <a:pt x="9661" y="111116"/>
                  </a:lnTo>
                  <a:lnTo>
                    <a:pt x="7931" y="116237"/>
                  </a:lnTo>
                  <a:lnTo>
                    <a:pt x="6367" y="121412"/>
                  </a:lnTo>
                  <a:lnTo>
                    <a:pt x="4972" y="126634"/>
                  </a:lnTo>
                  <a:lnTo>
                    <a:pt x="3746" y="131899"/>
                  </a:lnTo>
                  <a:lnTo>
                    <a:pt x="2691" y="137201"/>
                  </a:lnTo>
                  <a:lnTo>
                    <a:pt x="1808" y="142534"/>
                  </a:lnTo>
                  <a:lnTo>
                    <a:pt x="1098" y="147893"/>
                  </a:lnTo>
                  <a:lnTo>
                    <a:pt x="562" y="153272"/>
                  </a:lnTo>
                  <a:lnTo>
                    <a:pt x="200" y="158666"/>
                  </a:lnTo>
                  <a:lnTo>
                    <a:pt x="12" y="164068"/>
                  </a:lnTo>
                  <a:lnTo>
                    <a:pt x="0" y="169474"/>
                  </a:lnTo>
                  <a:lnTo>
                    <a:pt x="161" y="174877"/>
                  </a:lnTo>
                  <a:lnTo>
                    <a:pt x="498" y="180273"/>
                  </a:lnTo>
                  <a:lnTo>
                    <a:pt x="1009" y="18565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798359" y="5269756"/>
              <a:ext cx="333288" cy="334334"/>
            </a:xfrm>
            <a:custGeom>
              <a:avLst/>
              <a:pathLst>
                <a:path w="333288" h="334334">
                  <a:moveTo>
                    <a:pt x="0" y="185654"/>
                  </a:moveTo>
                  <a:lnTo>
                    <a:pt x="670" y="190916"/>
                  </a:lnTo>
                  <a:lnTo>
                    <a:pt x="1507" y="196155"/>
                  </a:lnTo>
                  <a:lnTo>
                    <a:pt x="2509" y="201364"/>
                  </a:lnTo>
                  <a:lnTo>
                    <a:pt x="3677" y="206539"/>
                  </a:lnTo>
                  <a:lnTo>
                    <a:pt x="5008" y="211674"/>
                  </a:lnTo>
                  <a:lnTo>
                    <a:pt x="6501" y="216764"/>
                  </a:lnTo>
                  <a:lnTo>
                    <a:pt x="8155" y="221805"/>
                  </a:lnTo>
                  <a:lnTo>
                    <a:pt x="9968" y="226790"/>
                  </a:lnTo>
                  <a:lnTo>
                    <a:pt x="11939" y="231715"/>
                  </a:lnTo>
                  <a:lnTo>
                    <a:pt x="14065" y="236576"/>
                  </a:lnTo>
                  <a:lnTo>
                    <a:pt x="16343" y="241366"/>
                  </a:lnTo>
                  <a:lnTo>
                    <a:pt x="18773" y="246082"/>
                  </a:lnTo>
                  <a:lnTo>
                    <a:pt x="21351" y="250718"/>
                  </a:lnTo>
                  <a:lnTo>
                    <a:pt x="24075" y="255270"/>
                  </a:lnTo>
                  <a:lnTo>
                    <a:pt x="26942" y="259733"/>
                  </a:lnTo>
                  <a:lnTo>
                    <a:pt x="29950" y="264103"/>
                  </a:lnTo>
                  <a:lnTo>
                    <a:pt x="33094" y="268376"/>
                  </a:lnTo>
                  <a:lnTo>
                    <a:pt x="36372" y="272547"/>
                  </a:lnTo>
                  <a:lnTo>
                    <a:pt x="39781" y="276611"/>
                  </a:lnTo>
                  <a:lnTo>
                    <a:pt x="43317" y="280565"/>
                  </a:lnTo>
                  <a:lnTo>
                    <a:pt x="46977" y="284405"/>
                  </a:lnTo>
                  <a:lnTo>
                    <a:pt x="50757" y="288127"/>
                  </a:lnTo>
                  <a:lnTo>
                    <a:pt x="54653" y="291728"/>
                  </a:lnTo>
                  <a:lnTo>
                    <a:pt x="58662" y="295202"/>
                  </a:lnTo>
                  <a:lnTo>
                    <a:pt x="62778" y="298548"/>
                  </a:lnTo>
                  <a:lnTo>
                    <a:pt x="66999" y="301762"/>
                  </a:lnTo>
                  <a:lnTo>
                    <a:pt x="71320" y="304840"/>
                  </a:lnTo>
                  <a:lnTo>
                    <a:pt x="75736" y="307779"/>
                  </a:lnTo>
                  <a:lnTo>
                    <a:pt x="80243" y="310577"/>
                  </a:lnTo>
                  <a:lnTo>
                    <a:pt x="84836" y="313230"/>
                  </a:lnTo>
                  <a:lnTo>
                    <a:pt x="89512" y="315736"/>
                  </a:lnTo>
                  <a:lnTo>
                    <a:pt x="94265" y="318093"/>
                  </a:lnTo>
                  <a:lnTo>
                    <a:pt x="99090" y="320298"/>
                  </a:lnTo>
                  <a:lnTo>
                    <a:pt x="103982" y="322348"/>
                  </a:lnTo>
                  <a:lnTo>
                    <a:pt x="108937" y="324242"/>
                  </a:lnTo>
                  <a:lnTo>
                    <a:pt x="113950" y="325978"/>
                  </a:lnTo>
                  <a:lnTo>
                    <a:pt x="119015" y="327554"/>
                  </a:lnTo>
                  <a:lnTo>
                    <a:pt x="124128" y="328969"/>
                  </a:lnTo>
                  <a:lnTo>
                    <a:pt x="129283" y="330220"/>
                  </a:lnTo>
                  <a:lnTo>
                    <a:pt x="134475" y="331308"/>
                  </a:lnTo>
                  <a:lnTo>
                    <a:pt x="139699" y="332230"/>
                  </a:lnTo>
                  <a:lnTo>
                    <a:pt x="144950" y="332986"/>
                  </a:lnTo>
                  <a:lnTo>
                    <a:pt x="150222" y="333575"/>
                  </a:lnTo>
                  <a:lnTo>
                    <a:pt x="155510" y="333996"/>
                  </a:lnTo>
                  <a:lnTo>
                    <a:pt x="160809" y="334249"/>
                  </a:lnTo>
                  <a:lnTo>
                    <a:pt x="166113" y="334334"/>
                  </a:lnTo>
                  <a:lnTo>
                    <a:pt x="171417" y="334251"/>
                  </a:lnTo>
                  <a:lnTo>
                    <a:pt x="176716" y="334000"/>
                  </a:lnTo>
                  <a:lnTo>
                    <a:pt x="182004" y="333580"/>
                  </a:lnTo>
                  <a:lnTo>
                    <a:pt x="187277" y="332993"/>
                  </a:lnTo>
                  <a:lnTo>
                    <a:pt x="192528" y="332239"/>
                  </a:lnTo>
                  <a:lnTo>
                    <a:pt x="197752" y="331318"/>
                  </a:lnTo>
                  <a:lnTo>
                    <a:pt x="202945" y="330233"/>
                  </a:lnTo>
                  <a:lnTo>
                    <a:pt x="208100" y="328983"/>
                  </a:lnTo>
                  <a:lnTo>
                    <a:pt x="213213" y="327570"/>
                  </a:lnTo>
                  <a:lnTo>
                    <a:pt x="218279" y="325996"/>
                  </a:lnTo>
                  <a:lnTo>
                    <a:pt x="223292" y="324262"/>
                  </a:lnTo>
                  <a:lnTo>
                    <a:pt x="228248" y="322369"/>
                  </a:lnTo>
                  <a:lnTo>
                    <a:pt x="233141" y="320320"/>
                  </a:lnTo>
                  <a:lnTo>
                    <a:pt x="237967" y="318117"/>
                  </a:lnTo>
                  <a:lnTo>
                    <a:pt x="242721" y="315762"/>
                  </a:lnTo>
                  <a:lnTo>
                    <a:pt x="247397" y="313258"/>
                  </a:lnTo>
                  <a:lnTo>
                    <a:pt x="251991" y="310606"/>
                  </a:lnTo>
                  <a:lnTo>
                    <a:pt x="256500" y="307810"/>
                  </a:lnTo>
                  <a:lnTo>
                    <a:pt x="260917" y="304872"/>
                  </a:lnTo>
                  <a:lnTo>
                    <a:pt x="265238" y="301795"/>
                  </a:lnTo>
                  <a:lnTo>
                    <a:pt x="269460" y="298583"/>
                  </a:lnTo>
                  <a:lnTo>
                    <a:pt x="273578" y="295239"/>
                  </a:lnTo>
                  <a:lnTo>
                    <a:pt x="277587" y="291765"/>
                  </a:lnTo>
                  <a:lnTo>
                    <a:pt x="281485" y="288167"/>
                  </a:lnTo>
                  <a:lnTo>
                    <a:pt x="285266" y="284446"/>
                  </a:lnTo>
                  <a:lnTo>
                    <a:pt x="288927" y="280607"/>
                  </a:lnTo>
                  <a:lnTo>
                    <a:pt x="292465" y="276654"/>
                  </a:lnTo>
                  <a:lnTo>
                    <a:pt x="295875" y="272591"/>
                  </a:lnTo>
                  <a:lnTo>
                    <a:pt x="299155" y="268421"/>
                  </a:lnTo>
                  <a:lnTo>
                    <a:pt x="302301" y="264150"/>
                  </a:lnTo>
                  <a:lnTo>
                    <a:pt x="305309" y="259781"/>
                  </a:lnTo>
                  <a:lnTo>
                    <a:pt x="308178" y="255318"/>
                  </a:lnTo>
                  <a:lnTo>
                    <a:pt x="310903" y="250767"/>
                  </a:lnTo>
                  <a:lnTo>
                    <a:pt x="313483" y="246132"/>
                  </a:lnTo>
                  <a:lnTo>
                    <a:pt x="315914" y="241417"/>
                  </a:lnTo>
                  <a:lnTo>
                    <a:pt x="318195" y="236627"/>
                  </a:lnTo>
                  <a:lnTo>
                    <a:pt x="320322" y="231768"/>
                  </a:lnTo>
                  <a:lnTo>
                    <a:pt x="322294" y="226843"/>
                  </a:lnTo>
                  <a:lnTo>
                    <a:pt x="324109" y="221858"/>
                  </a:lnTo>
                  <a:lnTo>
                    <a:pt x="325765" y="216819"/>
                  </a:lnTo>
                  <a:lnTo>
                    <a:pt x="327260" y="211729"/>
                  </a:lnTo>
                  <a:lnTo>
                    <a:pt x="328593" y="206594"/>
                  </a:lnTo>
                  <a:lnTo>
                    <a:pt x="329762" y="201420"/>
                  </a:lnTo>
                  <a:lnTo>
                    <a:pt x="330767" y="196211"/>
                  </a:lnTo>
                  <a:lnTo>
                    <a:pt x="331605" y="190973"/>
                  </a:lnTo>
                  <a:lnTo>
                    <a:pt x="332277" y="185711"/>
                  </a:lnTo>
                  <a:lnTo>
                    <a:pt x="332782" y="180430"/>
                  </a:lnTo>
                  <a:lnTo>
                    <a:pt x="333119" y="175136"/>
                  </a:lnTo>
                  <a:lnTo>
                    <a:pt x="333288" y="169834"/>
                  </a:lnTo>
                  <a:lnTo>
                    <a:pt x="333288" y="164529"/>
                  </a:lnTo>
                  <a:lnTo>
                    <a:pt x="333120" y="159227"/>
                  </a:lnTo>
                  <a:lnTo>
                    <a:pt x="332784" y="153932"/>
                  </a:lnTo>
                  <a:lnTo>
                    <a:pt x="332280" y="148652"/>
                  </a:lnTo>
                  <a:lnTo>
                    <a:pt x="331609" y="143389"/>
                  </a:lnTo>
                  <a:lnTo>
                    <a:pt x="330772" y="138151"/>
                  </a:lnTo>
                  <a:lnTo>
                    <a:pt x="329768" y="132942"/>
                  </a:lnTo>
                  <a:lnTo>
                    <a:pt x="328600" y="127767"/>
                  </a:lnTo>
                  <a:lnTo>
                    <a:pt x="327268" y="122633"/>
                  </a:lnTo>
                  <a:lnTo>
                    <a:pt x="325774" y="117542"/>
                  </a:lnTo>
                  <a:lnTo>
                    <a:pt x="324119" y="112502"/>
                  </a:lnTo>
                  <a:lnTo>
                    <a:pt x="322305" y="107517"/>
                  </a:lnTo>
                  <a:lnTo>
                    <a:pt x="320333" y="102592"/>
                  </a:lnTo>
                  <a:lnTo>
                    <a:pt x="318207" y="97732"/>
                  </a:lnTo>
                  <a:lnTo>
                    <a:pt x="315927" y="92942"/>
                  </a:lnTo>
                  <a:lnTo>
                    <a:pt x="313496" y="88227"/>
                  </a:lnTo>
                  <a:lnTo>
                    <a:pt x="310918" y="83591"/>
                  </a:lnTo>
                  <a:lnTo>
                    <a:pt x="308193" y="79040"/>
                  </a:lnTo>
                  <a:lnTo>
                    <a:pt x="305325" y="74577"/>
                  </a:lnTo>
                  <a:lnTo>
                    <a:pt x="302317" y="70207"/>
                  </a:lnTo>
                  <a:lnTo>
                    <a:pt x="299172" y="65935"/>
                  </a:lnTo>
                  <a:lnTo>
                    <a:pt x="295893" y="61765"/>
                  </a:lnTo>
                  <a:lnTo>
                    <a:pt x="292483" y="57701"/>
                  </a:lnTo>
                  <a:lnTo>
                    <a:pt x="288946" y="53748"/>
                  </a:lnTo>
                  <a:lnTo>
                    <a:pt x="285286" y="49908"/>
                  </a:lnTo>
                  <a:lnTo>
                    <a:pt x="281505" y="46187"/>
                  </a:lnTo>
                  <a:lnTo>
                    <a:pt x="277609" y="42587"/>
                  </a:lnTo>
                  <a:lnTo>
                    <a:pt x="273600" y="39113"/>
                  </a:lnTo>
                  <a:lnTo>
                    <a:pt x="269482" y="35768"/>
                  </a:lnTo>
                  <a:lnTo>
                    <a:pt x="265261" y="32555"/>
                  </a:lnTo>
                  <a:lnTo>
                    <a:pt x="260940" y="29478"/>
                  </a:lnTo>
                  <a:lnTo>
                    <a:pt x="256523" y="26540"/>
                  </a:lnTo>
                  <a:lnTo>
                    <a:pt x="252016" y="23743"/>
                  </a:lnTo>
                  <a:lnTo>
                    <a:pt x="247422" y="21090"/>
                  </a:lnTo>
                  <a:lnTo>
                    <a:pt x="242746" y="18585"/>
                  </a:lnTo>
                  <a:lnTo>
                    <a:pt x="237993" y="16229"/>
                  </a:lnTo>
                  <a:lnTo>
                    <a:pt x="233167" y="14025"/>
                  </a:lnTo>
                  <a:lnTo>
                    <a:pt x="228275" y="11975"/>
                  </a:lnTo>
                  <a:lnTo>
                    <a:pt x="223319" y="10082"/>
                  </a:lnTo>
                  <a:lnTo>
                    <a:pt x="218306" y="8347"/>
                  </a:lnTo>
                  <a:lnTo>
                    <a:pt x="213241" y="6772"/>
                  </a:lnTo>
                  <a:lnTo>
                    <a:pt x="208128" y="5358"/>
                  </a:lnTo>
                  <a:lnTo>
                    <a:pt x="202972" y="4107"/>
                  </a:lnTo>
                  <a:lnTo>
                    <a:pt x="197780" y="3021"/>
                  </a:lnTo>
                  <a:lnTo>
                    <a:pt x="192556" y="2100"/>
                  </a:lnTo>
                  <a:lnTo>
                    <a:pt x="187305" y="1345"/>
                  </a:lnTo>
                  <a:lnTo>
                    <a:pt x="182033" y="757"/>
                  </a:lnTo>
                  <a:lnTo>
                    <a:pt x="176745" y="336"/>
                  </a:lnTo>
                  <a:lnTo>
                    <a:pt x="171446" y="84"/>
                  </a:lnTo>
                  <a:lnTo>
                    <a:pt x="166142" y="0"/>
                  </a:lnTo>
                  <a:lnTo>
                    <a:pt x="1661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59281" y="5399291"/>
              <a:ext cx="26934" cy="167167"/>
            </a:xfrm>
            <a:custGeom>
              <a:avLst/>
              <a:pathLst>
                <a:path w="26934" h="167167">
                  <a:moveTo>
                    <a:pt x="26934" y="0"/>
                  </a:moveTo>
                  <a:lnTo>
                    <a:pt x="20173" y="136"/>
                  </a:lnTo>
                  <a:lnTo>
                    <a:pt x="13423" y="546"/>
                  </a:lnTo>
                  <a:lnTo>
                    <a:pt x="6694" y="1229"/>
                  </a:lnTo>
                  <a:lnTo>
                    <a:pt x="0" y="2184"/>
                  </a:lnTo>
                  <a:lnTo>
                    <a:pt x="2693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59281" y="5401475"/>
              <a:ext cx="26934" cy="164983"/>
            </a:xfrm>
            <a:custGeom>
              <a:avLst/>
              <a:pathLst>
                <a:path w="26934" h="164983">
                  <a:moveTo>
                    <a:pt x="0" y="0"/>
                  </a:moveTo>
                  <a:lnTo>
                    <a:pt x="26934" y="1649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59281" y="5401475"/>
              <a:ext cx="26934" cy="164983"/>
            </a:xfrm>
            <a:custGeom>
              <a:avLst/>
              <a:pathLst>
                <a:path w="26934" h="164983">
                  <a:moveTo>
                    <a:pt x="0" y="0"/>
                  </a:moveTo>
                  <a:lnTo>
                    <a:pt x="26934" y="1649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9281" y="5401475"/>
              <a:ext cx="26934" cy="164983"/>
            </a:xfrm>
            <a:custGeom>
              <a:avLst/>
              <a:pathLst>
                <a:path w="26934" h="164983">
                  <a:moveTo>
                    <a:pt x="0" y="0"/>
                  </a:moveTo>
                  <a:lnTo>
                    <a:pt x="26934" y="1649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9281" y="5401475"/>
              <a:ext cx="26934" cy="164983"/>
            </a:xfrm>
            <a:custGeom>
              <a:avLst/>
              <a:pathLst>
                <a:path w="26934" h="164983">
                  <a:moveTo>
                    <a:pt x="0" y="0"/>
                  </a:moveTo>
                  <a:lnTo>
                    <a:pt x="26934" y="1649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9281" y="5401475"/>
              <a:ext cx="26934" cy="164983"/>
            </a:xfrm>
            <a:custGeom>
              <a:avLst/>
              <a:pathLst>
                <a:path w="26934" h="164983">
                  <a:moveTo>
                    <a:pt x="0" y="0"/>
                  </a:moveTo>
                  <a:lnTo>
                    <a:pt x="26934" y="1649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9281" y="5401475"/>
              <a:ext cx="26934" cy="164983"/>
            </a:xfrm>
            <a:custGeom>
              <a:avLst/>
              <a:pathLst>
                <a:path w="26934" h="164983">
                  <a:moveTo>
                    <a:pt x="0" y="0"/>
                  </a:moveTo>
                  <a:lnTo>
                    <a:pt x="26934" y="1649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319067" y="5400783"/>
              <a:ext cx="334305" cy="332843"/>
            </a:xfrm>
            <a:custGeom>
              <a:avLst/>
              <a:pathLst>
                <a:path w="334305" h="332843">
                  <a:moveTo>
                    <a:pt x="140213" y="692"/>
                  </a:moveTo>
                  <a:lnTo>
                    <a:pt x="135001" y="1628"/>
                  </a:lnTo>
                  <a:lnTo>
                    <a:pt x="129821" y="2729"/>
                  </a:lnTo>
                  <a:lnTo>
                    <a:pt x="124678" y="3993"/>
                  </a:lnTo>
                  <a:lnTo>
                    <a:pt x="119578" y="5419"/>
                  </a:lnTo>
                  <a:lnTo>
                    <a:pt x="114526" y="7006"/>
                  </a:lnTo>
                  <a:lnTo>
                    <a:pt x="109526" y="8753"/>
                  </a:lnTo>
                  <a:lnTo>
                    <a:pt x="104585" y="10657"/>
                  </a:lnTo>
                  <a:lnTo>
                    <a:pt x="99706" y="12716"/>
                  </a:lnTo>
                  <a:lnTo>
                    <a:pt x="94895" y="14929"/>
                  </a:lnTo>
                  <a:lnTo>
                    <a:pt x="90156" y="17294"/>
                  </a:lnTo>
                  <a:lnTo>
                    <a:pt x="85494" y="19807"/>
                  </a:lnTo>
                  <a:lnTo>
                    <a:pt x="80915" y="22466"/>
                  </a:lnTo>
                  <a:lnTo>
                    <a:pt x="76422" y="25270"/>
                  </a:lnTo>
                  <a:lnTo>
                    <a:pt x="72020" y="28214"/>
                  </a:lnTo>
                  <a:lnTo>
                    <a:pt x="67714" y="31296"/>
                  </a:lnTo>
                  <a:lnTo>
                    <a:pt x="63507" y="34513"/>
                  </a:lnTo>
                  <a:lnTo>
                    <a:pt x="59404" y="37862"/>
                  </a:lnTo>
                  <a:lnTo>
                    <a:pt x="55410" y="41339"/>
                  </a:lnTo>
                  <a:lnTo>
                    <a:pt x="51528" y="44941"/>
                  </a:lnTo>
                  <a:lnTo>
                    <a:pt x="47761" y="48664"/>
                  </a:lnTo>
                  <a:lnTo>
                    <a:pt x="44115" y="52504"/>
                  </a:lnTo>
                  <a:lnTo>
                    <a:pt x="40592" y="56458"/>
                  </a:lnTo>
                  <a:lnTo>
                    <a:pt x="37196" y="60522"/>
                  </a:lnTo>
                  <a:lnTo>
                    <a:pt x="33930" y="64691"/>
                  </a:lnTo>
                  <a:lnTo>
                    <a:pt x="30798" y="68961"/>
                  </a:lnTo>
                  <a:lnTo>
                    <a:pt x="27803" y="73328"/>
                  </a:lnTo>
                  <a:lnTo>
                    <a:pt x="24948" y="77789"/>
                  </a:lnTo>
                  <a:lnTo>
                    <a:pt x="22235" y="82337"/>
                  </a:lnTo>
                  <a:lnTo>
                    <a:pt x="19668" y="86969"/>
                  </a:lnTo>
                  <a:lnTo>
                    <a:pt x="17249" y="91680"/>
                  </a:lnTo>
                  <a:lnTo>
                    <a:pt x="14981" y="96465"/>
                  </a:lnTo>
                  <a:lnTo>
                    <a:pt x="12865" y="101320"/>
                  </a:lnTo>
                  <a:lnTo>
                    <a:pt x="10904" y="106239"/>
                  </a:lnTo>
                  <a:lnTo>
                    <a:pt x="9099" y="111218"/>
                  </a:lnTo>
                  <a:lnTo>
                    <a:pt x="7454" y="116252"/>
                  </a:lnTo>
                  <a:lnTo>
                    <a:pt x="5968" y="121335"/>
                  </a:lnTo>
                  <a:lnTo>
                    <a:pt x="4645" y="126463"/>
                  </a:lnTo>
                  <a:lnTo>
                    <a:pt x="3484" y="131630"/>
                  </a:lnTo>
                  <a:lnTo>
                    <a:pt x="2488" y="136831"/>
                  </a:lnTo>
                  <a:lnTo>
                    <a:pt x="1657" y="142061"/>
                  </a:lnTo>
                  <a:lnTo>
                    <a:pt x="992" y="147315"/>
                  </a:lnTo>
                  <a:lnTo>
                    <a:pt x="494" y="152587"/>
                  </a:lnTo>
                  <a:lnTo>
                    <a:pt x="163" y="157873"/>
                  </a:lnTo>
                  <a:lnTo>
                    <a:pt x="0" y="163166"/>
                  </a:lnTo>
                  <a:lnTo>
                    <a:pt x="4" y="168462"/>
                  </a:lnTo>
                  <a:lnTo>
                    <a:pt x="176" y="173755"/>
                  </a:lnTo>
                  <a:lnTo>
                    <a:pt x="516" y="179040"/>
                  </a:lnTo>
                  <a:lnTo>
                    <a:pt x="1023" y="184311"/>
                  </a:lnTo>
                  <a:lnTo>
                    <a:pt x="1696" y="189564"/>
                  </a:lnTo>
                  <a:lnTo>
                    <a:pt x="2536" y="194793"/>
                  </a:lnTo>
                  <a:lnTo>
                    <a:pt x="3541" y="199992"/>
                  </a:lnTo>
                  <a:lnTo>
                    <a:pt x="4710" y="205157"/>
                  </a:lnTo>
                  <a:lnTo>
                    <a:pt x="6042" y="210283"/>
                  </a:lnTo>
                  <a:lnTo>
                    <a:pt x="7536" y="215363"/>
                  </a:lnTo>
                  <a:lnTo>
                    <a:pt x="9190" y="220394"/>
                  </a:lnTo>
                  <a:lnTo>
                    <a:pt x="11002" y="225370"/>
                  </a:lnTo>
                  <a:lnTo>
                    <a:pt x="12972" y="230286"/>
                  </a:lnTo>
                  <a:lnTo>
                    <a:pt x="15096" y="235138"/>
                  </a:lnTo>
                  <a:lnTo>
                    <a:pt x="17372" y="239919"/>
                  </a:lnTo>
                  <a:lnTo>
                    <a:pt x="19799" y="244626"/>
                  </a:lnTo>
                  <a:lnTo>
                    <a:pt x="22374" y="249254"/>
                  </a:lnTo>
                  <a:lnTo>
                    <a:pt x="25094" y="253798"/>
                  </a:lnTo>
                  <a:lnTo>
                    <a:pt x="27956" y="258253"/>
                  </a:lnTo>
                  <a:lnTo>
                    <a:pt x="30959" y="262616"/>
                  </a:lnTo>
                  <a:lnTo>
                    <a:pt x="34098" y="266881"/>
                  </a:lnTo>
                  <a:lnTo>
                    <a:pt x="37370" y="271044"/>
                  </a:lnTo>
                  <a:lnTo>
                    <a:pt x="40773" y="275102"/>
                  </a:lnTo>
                  <a:lnTo>
                    <a:pt x="44302" y="279050"/>
                  </a:lnTo>
                  <a:lnTo>
                    <a:pt x="47955" y="282885"/>
                  </a:lnTo>
                  <a:lnTo>
                    <a:pt x="51728" y="286601"/>
                  </a:lnTo>
                  <a:lnTo>
                    <a:pt x="55616" y="290197"/>
                  </a:lnTo>
                  <a:lnTo>
                    <a:pt x="59616" y="293667"/>
                  </a:lnTo>
                  <a:lnTo>
                    <a:pt x="63724" y="297009"/>
                  </a:lnTo>
                  <a:lnTo>
                    <a:pt x="67936" y="300219"/>
                  </a:lnTo>
                  <a:lnTo>
                    <a:pt x="72248" y="303294"/>
                  </a:lnTo>
                  <a:lnTo>
                    <a:pt x="76655" y="306231"/>
                  </a:lnTo>
                  <a:lnTo>
                    <a:pt x="81152" y="309027"/>
                  </a:lnTo>
                  <a:lnTo>
                    <a:pt x="85736" y="311679"/>
                  </a:lnTo>
                  <a:lnTo>
                    <a:pt x="90402" y="314184"/>
                  </a:lnTo>
                  <a:lnTo>
                    <a:pt x="95144" y="316541"/>
                  </a:lnTo>
                  <a:lnTo>
                    <a:pt x="99959" y="318746"/>
                  </a:lnTo>
                  <a:lnTo>
                    <a:pt x="104842" y="320797"/>
                  </a:lnTo>
                  <a:lnTo>
                    <a:pt x="109786" y="322693"/>
                  </a:lnTo>
                  <a:lnTo>
                    <a:pt x="114789" y="324431"/>
                  </a:lnTo>
                  <a:lnTo>
                    <a:pt x="119844" y="326010"/>
                  </a:lnTo>
                  <a:lnTo>
                    <a:pt x="124946" y="327428"/>
                  </a:lnTo>
                  <a:lnTo>
                    <a:pt x="130091" y="328684"/>
                  </a:lnTo>
                  <a:lnTo>
                    <a:pt x="135273" y="329776"/>
                  </a:lnTo>
                  <a:lnTo>
                    <a:pt x="140487" y="330703"/>
                  </a:lnTo>
                  <a:lnTo>
                    <a:pt x="145728" y="331465"/>
                  </a:lnTo>
                  <a:lnTo>
                    <a:pt x="150990" y="332060"/>
                  </a:lnTo>
                  <a:lnTo>
                    <a:pt x="156268" y="332488"/>
                  </a:lnTo>
                  <a:lnTo>
                    <a:pt x="161558" y="332749"/>
                  </a:lnTo>
                  <a:lnTo>
                    <a:pt x="166853" y="332843"/>
                  </a:lnTo>
                  <a:lnTo>
                    <a:pt x="172148" y="332768"/>
                  </a:lnTo>
                  <a:lnTo>
                    <a:pt x="177438" y="332526"/>
                  </a:lnTo>
                  <a:lnTo>
                    <a:pt x="182718" y="332116"/>
                  </a:lnTo>
                  <a:lnTo>
                    <a:pt x="187982" y="331539"/>
                  </a:lnTo>
                  <a:lnTo>
                    <a:pt x="193226" y="330796"/>
                  </a:lnTo>
                  <a:lnTo>
                    <a:pt x="198443" y="329887"/>
                  </a:lnTo>
                  <a:lnTo>
                    <a:pt x="203629" y="328814"/>
                  </a:lnTo>
                  <a:lnTo>
                    <a:pt x="208778" y="327576"/>
                  </a:lnTo>
                  <a:lnTo>
                    <a:pt x="213885" y="326176"/>
                  </a:lnTo>
                  <a:lnTo>
                    <a:pt x="218946" y="324616"/>
                  </a:lnTo>
                  <a:lnTo>
                    <a:pt x="223954" y="322895"/>
                  </a:lnTo>
                  <a:lnTo>
                    <a:pt x="228906" y="321017"/>
                  </a:lnTo>
                  <a:lnTo>
                    <a:pt x="233795" y="318983"/>
                  </a:lnTo>
                  <a:lnTo>
                    <a:pt x="238618" y="316795"/>
                  </a:lnTo>
                  <a:lnTo>
                    <a:pt x="243369" y="314455"/>
                  </a:lnTo>
                  <a:lnTo>
                    <a:pt x="248043" y="311966"/>
                  </a:lnTo>
                  <a:lnTo>
                    <a:pt x="252636" y="309330"/>
                  </a:lnTo>
                  <a:lnTo>
                    <a:pt x="257144" y="306550"/>
                  </a:lnTo>
                  <a:lnTo>
                    <a:pt x="261561" y="303629"/>
                  </a:lnTo>
                  <a:lnTo>
                    <a:pt x="265883" y="300569"/>
                  </a:lnTo>
                  <a:lnTo>
                    <a:pt x="270107" y="297374"/>
                  </a:lnTo>
                  <a:lnTo>
                    <a:pt x="274227" y="294047"/>
                  </a:lnTo>
                  <a:lnTo>
                    <a:pt x="278239" y="290590"/>
                  </a:lnTo>
                  <a:lnTo>
                    <a:pt x="282140" y="287009"/>
                  </a:lnTo>
                  <a:lnTo>
                    <a:pt x="285926" y="283306"/>
                  </a:lnTo>
                  <a:lnTo>
                    <a:pt x="289592" y="279484"/>
                  </a:lnTo>
                  <a:lnTo>
                    <a:pt x="293136" y="275549"/>
                  </a:lnTo>
                  <a:lnTo>
                    <a:pt x="296553" y="271503"/>
                  </a:lnTo>
                  <a:lnTo>
                    <a:pt x="299840" y="267351"/>
                  </a:lnTo>
                  <a:lnTo>
                    <a:pt x="302994" y="263097"/>
                  </a:lnTo>
                  <a:lnTo>
                    <a:pt x="306012" y="258745"/>
                  </a:lnTo>
                  <a:lnTo>
                    <a:pt x="308890" y="254299"/>
                  </a:lnTo>
                  <a:lnTo>
                    <a:pt x="311626" y="249765"/>
                  </a:lnTo>
                  <a:lnTo>
                    <a:pt x="314217" y="245147"/>
                  </a:lnTo>
                  <a:lnTo>
                    <a:pt x="316661" y="240448"/>
                  </a:lnTo>
                  <a:lnTo>
                    <a:pt x="318954" y="235675"/>
                  </a:lnTo>
                  <a:lnTo>
                    <a:pt x="321095" y="230831"/>
                  </a:lnTo>
                  <a:lnTo>
                    <a:pt x="323082" y="225922"/>
                  </a:lnTo>
                  <a:lnTo>
                    <a:pt x="324912" y="220953"/>
                  </a:lnTo>
                  <a:lnTo>
                    <a:pt x="326584" y="215928"/>
                  </a:lnTo>
                  <a:lnTo>
                    <a:pt x="328095" y="210852"/>
                  </a:lnTo>
                  <a:lnTo>
                    <a:pt x="329446" y="205731"/>
                  </a:lnTo>
                  <a:lnTo>
                    <a:pt x="330633" y="200571"/>
                  </a:lnTo>
                  <a:lnTo>
                    <a:pt x="331656" y="195375"/>
                  </a:lnTo>
                  <a:lnTo>
                    <a:pt x="332514" y="190149"/>
                  </a:lnTo>
                  <a:lnTo>
                    <a:pt x="333207" y="184898"/>
                  </a:lnTo>
                  <a:lnTo>
                    <a:pt x="333732" y="179629"/>
                  </a:lnTo>
                  <a:lnTo>
                    <a:pt x="334091" y="174345"/>
                  </a:lnTo>
                  <a:lnTo>
                    <a:pt x="334281" y="169053"/>
                  </a:lnTo>
                  <a:lnTo>
                    <a:pt x="334305" y="163757"/>
                  </a:lnTo>
                  <a:lnTo>
                    <a:pt x="334160" y="158463"/>
                  </a:lnTo>
                  <a:lnTo>
                    <a:pt x="333848" y="153177"/>
                  </a:lnTo>
                  <a:lnTo>
                    <a:pt x="333368" y="147903"/>
                  </a:lnTo>
                  <a:lnTo>
                    <a:pt x="332722" y="142647"/>
                  </a:lnTo>
                  <a:lnTo>
                    <a:pt x="331909" y="137413"/>
                  </a:lnTo>
                  <a:lnTo>
                    <a:pt x="330931" y="132209"/>
                  </a:lnTo>
                  <a:lnTo>
                    <a:pt x="329789" y="127038"/>
                  </a:lnTo>
                  <a:lnTo>
                    <a:pt x="328484" y="121905"/>
                  </a:lnTo>
                  <a:lnTo>
                    <a:pt x="327016" y="116817"/>
                  </a:lnTo>
                  <a:lnTo>
                    <a:pt x="325388" y="111777"/>
                  </a:lnTo>
                  <a:lnTo>
                    <a:pt x="323602" y="106792"/>
                  </a:lnTo>
                  <a:lnTo>
                    <a:pt x="321658" y="101866"/>
                  </a:lnTo>
                  <a:lnTo>
                    <a:pt x="319559" y="97004"/>
                  </a:lnTo>
                  <a:lnTo>
                    <a:pt x="317308" y="92211"/>
                  </a:lnTo>
                  <a:lnTo>
                    <a:pt x="314905" y="87491"/>
                  </a:lnTo>
                  <a:lnTo>
                    <a:pt x="312355" y="82850"/>
                  </a:lnTo>
                  <a:lnTo>
                    <a:pt x="309658" y="78292"/>
                  </a:lnTo>
                  <a:lnTo>
                    <a:pt x="306819" y="73822"/>
                  </a:lnTo>
                  <a:lnTo>
                    <a:pt x="303839" y="69444"/>
                  </a:lnTo>
                  <a:lnTo>
                    <a:pt x="300722" y="65162"/>
                  </a:lnTo>
                  <a:lnTo>
                    <a:pt x="297472" y="60982"/>
                  </a:lnTo>
                  <a:lnTo>
                    <a:pt x="294090" y="56906"/>
                  </a:lnTo>
                  <a:lnTo>
                    <a:pt x="290581" y="52940"/>
                  </a:lnTo>
                  <a:lnTo>
                    <a:pt x="286948" y="49087"/>
                  </a:lnTo>
                  <a:lnTo>
                    <a:pt x="283195" y="45350"/>
                  </a:lnTo>
                  <a:lnTo>
                    <a:pt x="279325" y="41735"/>
                  </a:lnTo>
                  <a:lnTo>
                    <a:pt x="275343" y="38244"/>
                  </a:lnTo>
                  <a:lnTo>
                    <a:pt x="271252" y="34881"/>
                  </a:lnTo>
                  <a:lnTo>
                    <a:pt x="267057" y="31649"/>
                  </a:lnTo>
                  <a:lnTo>
                    <a:pt x="262762" y="28551"/>
                  </a:lnTo>
                  <a:lnTo>
                    <a:pt x="258370" y="25592"/>
                  </a:lnTo>
                  <a:lnTo>
                    <a:pt x="253887" y="22772"/>
                  </a:lnTo>
                  <a:lnTo>
                    <a:pt x="249317" y="20097"/>
                  </a:lnTo>
                  <a:lnTo>
                    <a:pt x="244665" y="17567"/>
                  </a:lnTo>
                  <a:lnTo>
                    <a:pt x="239934" y="15186"/>
                  </a:lnTo>
                  <a:lnTo>
                    <a:pt x="235131" y="12956"/>
                  </a:lnTo>
                  <a:lnTo>
                    <a:pt x="230259" y="10879"/>
                  </a:lnTo>
                  <a:lnTo>
                    <a:pt x="225324" y="8958"/>
                  </a:lnTo>
                  <a:lnTo>
                    <a:pt x="220331" y="7193"/>
                  </a:lnTo>
                  <a:lnTo>
                    <a:pt x="215285" y="5588"/>
                  </a:lnTo>
                  <a:lnTo>
                    <a:pt x="210190" y="4144"/>
                  </a:lnTo>
                  <a:lnTo>
                    <a:pt x="205051" y="2862"/>
                  </a:lnTo>
                  <a:lnTo>
                    <a:pt x="199875" y="1743"/>
                  </a:lnTo>
                  <a:lnTo>
                    <a:pt x="194666" y="788"/>
                  </a:lnTo>
                  <a:lnTo>
                    <a:pt x="189429" y="0"/>
                  </a:lnTo>
                  <a:lnTo>
                    <a:pt x="167148" y="1656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22281" cy="167167"/>
            </a:xfrm>
            <a:custGeom>
              <a:avLst/>
              <a:pathLst>
                <a:path w="22281" h="167167">
                  <a:moveTo>
                    <a:pt x="22281" y="1491"/>
                  </a:moveTo>
                  <a:lnTo>
                    <a:pt x="14878" y="663"/>
                  </a:lnTo>
                  <a:lnTo>
                    <a:pt x="7446" y="16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856379" y="5399291"/>
              <a:ext cx="167165" cy="286304"/>
            </a:xfrm>
            <a:custGeom>
              <a:avLst/>
              <a:pathLst>
                <a:path w="167165" h="286304">
                  <a:moveTo>
                    <a:pt x="167165" y="0"/>
                  </a:moveTo>
                  <a:lnTo>
                    <a:pt x="161825" y="85"/>
                  </a:lnTo>
                  <a:lnTo>
                    <a:pt x="156491" y="341"/>
                  </a:lnTo>
                  <a:lnTo>
                    <a:pt x="151167" y="767"/>
                  </a:lnTo>
                  <a:lnTo>
                    <a:pt x="145860" y="1363"/>
                  </a:lnTo>
                  <a:lnTo>
                    <a:pt x="140575" y="2128"/>
                  </a:lnTo>
                  <a:lnTo>
                    <a:pt x="135317" y="3061"/>
                  </a:lnTo>
                  <a:lnTo>
                    <a:pt x="130091" y="4162"/>
                  </a:lnTo>
                  <a:lnTo>
                    <a:pt x="124904" y="5430"/>
                  </a:lnTo>
                  <a:lnTo>
                    <a:pt x="119759" y="6862"/>
                  </a:lnTo>
                  <a:lnTo>
                    <a:pt x="114663" y="8458"/>
                  </a:lnTo>
                  <a:lnTo>
                    <a:pt x="109620" y="10216"/>
                  </a:lnTo>
                  <a:lnTo>
                    <a:pt x="104636" y="12134"/>
                  </a:lnTo>
                  <a:lnTo>
                    <a:pt x="99716" y="14211"/>
                  </a:lnTo>
                  <a:lnTo>
                    <a:pt x="94865" y="16443"/>
                  </a:lnTo>
                  <a:lnTo>
                    <a:pt x="90087" y="18829"/>
                  </a:lnTo>
                  <a:lnTo>
                    <a:pt x="85388" y="21367"/>
                  </a:lnTo>
                  <a:lnTo>
                    <a:pt x="80773" y="24054"/>
                  </a:lnTo>
                  <a:lnTo>
                    <a:pt x="76246" y="26886"/>
                  </a:lnTo>
                  <a:lnTo>
                    <a:pt x="71811" y="29862"/>
                  </a:lnTo>
                  <a:lnTo>
                    <a:pt x="67474" y="32978"/>
                  </a:lnTo>
                  <a:lnTo>
                    <a:pt x="63239" y="36231"/>
                  </a:lnTo>
                  <a:lnTo>
                    <a:pt x="59109" y="39617"/>
                  </a:lnTo>
                  <a:lnTo>
                    <a:pt x="55090" y="43134"/>
                  </a:lnTo>
                  <a:lnTo>
                    <a:pt x="51185" y="46777"/>
                  </a:lnTo>
                  <a:lnTo>
                    <a:pt x="47399" y="50543"/>
                  </a:lnTo>
                  <a:lnTo>
                    <a:pt x="43735" y="54428"/>
                  </a:lnTo>
                  <a:lnTo>
                    <a:pt x="40197" y="58428"/>
                  </a:lnTo>
                  <a:lnTo>
                    <a:pt x="36788" y="62539"/>
                  </a:lnTo>
                  <a:lnTo>
                    <a:pt x="33513" y="66757"/>
                  </a:lnTo>
                  <a:lnTo>
                    <a:pt x="30374" y="71077"/>
                  </a:lnTo>
                  <a:lnTo>
                    <a:pt x="27374" y="75496"/>
                  </a:lnTo>
                  <a:lnTo>
                    <a:pt x="24517" y="80008"/>
                  </a:lnTo>
                  <a:lnTo>
                    <a:pt x="21806" y="84609"/>
                  </a:lnTo>
                  <a:lnTo>
                    <a:pt x="19243" y="89294"/>
                  </a:lnTo>
                  <a:lnTo>
                    <a:pt x="16831" y="94058"/>
                  </a:lnTo>
                  <a:lnTo>
                    <a:pt x="14573" y="98898"/>
                  </a:lnTo>
                  <a:lnTo>
                    <a:pt x="12470" y="103806"/>
                  </a:lnTo>
                  <a:lnTo>
                    <a:pt x="10525" y="108780"/>
                  </a:lnTo>
                  <a:lnTo>
                    <a:pt x="8740" y="113813"/>
                  </a:lnTo>
                  <a:lnTo>
                    <a:pt x="7117" y="118901"/>
                  </a:lnTo>
                  <a:lnTo>
                    <a:pt x="5657" y="124038"/>
                  </a:lnTo>
                  <a:lnTo>
                    <a:pt x="4361" y="129219"/>
                  </a:lnTo>
                  <a:lnTo>
                    <a:pt x="3232" y="134438"/>
                  </a:lnTo>
                  <a:lnTo>
                    <a:pt x="2270" y="139691"/>
                  </a:lnTo>
                  <a:lnTo>
                    <a:pt x="1477" y="144972"/>
                  </a:lnTo>
                  <a:lnTo>
                    <a:pt x="853" y="150276"/>
                  </a:lnTo>
                  <a:lnTo>
                    <a:pt x="398" y="155597"/>
                  </a:lnTo>
                  <a:lnTo>
                    <a:pt x="113" y="160930"/>
                  </a:lnTo>
                  <a:lnTo>
                    <a:pt x="0" y="166269"/>
                  </a:lnTo>
                  <a:lnTo>
                    <a:pt x="56" y="171609"/>
                  </a:lnTo>
                  <a:lnTo>
                    <a:pt x="283" y="176944"/>
                  </a:lnTo>
                  <a:lnTo>
                    <a:pt x="681" y="182270"/>
                  </a:lnTo>
                  <a:lnTo>
                    <a:pt x="1248" y="187580"/>
                  </a:lnTo>
                  <a:lnTo>
                    <a:pt x="1985" y="192869"/>
                  </a:lnTo>
                  <a:lnTo>
                    <a:pt x="2890" y="198132"/>
                  </a:lnTo>
                  <a:lnTo>
                    <a:pt x="3963" y="203364"/>
                  </a:lnTo>
                  <a:lnTo>
                    <a:pt x="5202" y="208558"/>
                  </a:lnTo>
                  <a:lnTo>
                    <a:pt x="6607" y="213711"/>
                  </a:lnTo>
                  <a:lnTo>
                    <a:pt x="8176" y="218815"/>
                  </a:lnTo>
                  <a:lnTo>
                    <a:pt x="9907" y="223868"/>
                  </a:lnTo>
                  <a:lnTo>
                    <a:pt x="11798" y="228862"/>
                  </a:lnTo>
                  <a:lnTo>
                    <a:pt x="13848" y="233793"/>
                  </a:lnTo>
                  <a:lnTo>
                    <a:pt x="16054" y="238656"/>
                  </a:lnTo>
                  <a:lnTo>
                    <a:pt x="18415" y="243446"/>
                  </a:lnTo>
                  <a:lnTo>
                    <a:pt x="20928" y="248159"/>
                  </a:lnTo>
                  <a:lnTo>
                    <a:pt x="23589" y="252789"/>
                  </a:lnTo>
                  <a:lnTo>
                    <a:pt x="26397" y="257331"/>
                  </a:lnTo>
                  <a:lnTo>
                    <a:pt x="29349" y="261781"/>
                  </a:lnTo>
                  <a:lnTo>
                    <a:pt x="32442" y="266135"/>
                  </a:lnTo>
                  <a:lnTo>
                    <a:pt x="35672" y="270388"/>
                  </a:lnTo>
                  <a:lnTo>
                    <a:pt x="39036" y="274536"/>
                  </a:lnTo>
                  <a:lnTo>
                    <a:pt x="42531" y="278573"/>
                  </a:lnTo>
                  <a:lnTo>
                    <a:pt x="46153" y="282498"/>
                  </a:lnTo>
                  <a:lnTo>
                    <a:pt x="49899" y="28630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4906278" y="5566459"/>
              <a:ext cx="117265" cy="119137"/>
            </a:xfrm>
            <a:custGeom>
              <a:avLst/>
              <a:pathLst>
                <a:path w="117265" h="119137">
                  <a:moveTo>
                    <a:pt x="0" y="119137"/>
                  </a:moveTo>
                  <a:lnTo>
                    <a:pt x="1172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4906278" y="5566459"/>
              <a:ext cx="117265" cy="119137"/>
            </a:xfrm>
            <a:custGeom>
              <a:avLst/>
              <a:pathLst>
                <a:path w="117265" h="119137">
                  <a:moveTo>
                    <a:pt x="0" y="119137"/>
                  </a:moveTo>
                  <a:lnTo>
                    <a:pt x="1172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906278" y="5566459"/>
              <a:ext cx="117265" cy="119137"/>
            </a:xfrm>
            <a:custGeom>
              <a:avLst/>
              <a:pathLst>
                <a:path w="117265" h="119137">
                  <a:moveTo>
                    <a:pt x="0" y="119137"/>
                  </a:moveTo>
                  <a:lnTo>
                    <a:pt x="11726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06278" y="5566459"/>
              <a:ext cx="117265" cy="119137"/>
            </a:xfrm>
            <a:custGeom>
              <a:avLst/>
              <a:pathLst>
                <a:path w="117265" h="119137">
                  <a:moveTo>
                    <a:pt x="0" y="119137"/>
                  </a:moveTo>
                  <a:lnTo>
                    <a:pt x="11726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06278" y="5566459"/>
              <a:ext cx="117265" cy="119137"/>
            </a:xfrm>
            <a:custGeom>
              <a:avLst/>
              <a:pathLst>
                <a:path w="117265" h="119137">
                  <a:moveTo>
                    <a:pt x="0" y="119137"/>
                  </a:moveTo>
                  <a:lnTo>
                    <a:pt x="11726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06278" y="5566459"/>
              <a:ext cx="117265" cy="153672"/>
            </a:xfrm>
            <a:custGeom>
              <a:avLst/>
              <a:pathLst>
                <a:path w="117265" h="153672">
                  <a:moveTo>
                    <a:pt x="0" y="119137"/>
                  </a:moveTo>
                  <a:lnTo>
                    <a:pt x="4523" y="123426"/>
                  </a:lnTo>
                  <a:lnTo>
                    <a:pt x="9203" y="127543"/>
                  </a:lnTo>
                  <a:lnTo>
                    <a:pt x="14033" y="131483"/>
                  </a:lnTo>
                  <a:lnTo>
                    <a:pt x="19007" y="135241"/>
                  </a:lnTo>
                  <a:lnTo>
                    <a:pt x="24117" y="138810"/>
                  </a:lnTo>
                  <a:lnTo>
                    <a:pt x="29357" y="142186"/>
                  </a:lnTo>
                  <a:lnTo>
                    <a:pt x="34719" y="145365"/>
                  </a:lnTo>
                  <a:lnTo>
                    <a:pt x="40196" y="148341"/>
                  </a:lnTo>
                  <a:lnTo>
                    <a:pt x="45780" y="151112"/>
                  </a:lnTo>
                  <a:lnTo>
                    <a:pt x="51464" y="153672"/>
                  </a:lnTo>
                  <a:lnTo>
                    <a:pt x="11726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57742" y="5399291"/>
              <a:ext cx="232966" cy="334325"/>
            </a:xfrm>
            <a:custGeom>
              <a:avLst/>
              <a:pathLst>
                <a:path w="232966" h="334325">
                  <a:moveTo>
                    <a:pt x="0" y="320839"/>
                  </a:moveTo>
                  <a:lnTo>
                    <a:pt x="4942" y="322863"/>
                  </a:lnTo>
                  <a:lnTo>
                    <a:pt x="9946" y="324727"/>
                  </a:lnTo>
                  <a:lnTo>
                    <a:pt x="15007" y="326431"/>
                  </a:lnTo>
                  <a:lnTo>
                    <a:pt x="20120" y="327972"/>
                  </a:lnTo>
                  <a:lnTo>
                    <a:pt x="25280" y="329349"/>
                  </a:lnTo>
                  <a:lnTo>
                    <a:pt x="30481" y="330561"/>
                  </a:lnTo>
                  <a:lnTo>
                    <a:pt x="35718" y="331605"/>
                  </a:lnTo>
                  <a:lnTo>
                    <a:pt x="40986" y="332482"/>
                  </a:lnTo>
                  <a:lnTo>
                    <a:pt x="46279" y="333191"/>
                  </a:lnTo>
                  <a:lnTo>
                    <a:pt x="51592" y="333729"/>
                  </a:lnTo>
                  <a:lnTo>
                    <a:pt x="56920" y="334098"/>
                  </a:lnTo>
                  <a:lnTo>
                    <a:pt x="62257" y="334297"/>
                  </a:lnTo>
                  <a:lnTo>
                    <a:pt x="67597" y="334325"/>
                  </a:lnTo>
                  <a:lnTo>
                    <a:pt x="72935" y="334182"/>
                  </a:lnTo>
                  <a:lnTo>
                    <a:pt x="78267" y="333869"/>
                  </a:lnTo>
                  <a:lnTo>
                    <a:pt x="83585" y="333386"/>
                  </a:lnTo>
                  <a:lnTo>
                    <a:pt x="88885" y="332733"/>
                  </a:lnTo>
                  <a:lnTo>
                    <a:pt x="94162" y="331911"/>
                  </a:lnTo>
                  <a:lnTo>
                    <a:pt x="99410" y="330921"/>
                  </a:lnTo>
                  <a:lnTo>
                    <a:pt x="104623" y="329764"/>
                  </a:lnTo>
                  <a:lnTo>
                    <a:pt x="109797" y="328441"/>
                  </a:lnTo>
                  <a:lnTo>
                    <a:pt x="114926" y="326953"/>
                  </a:lnTo>
                  <a:lnTo>
                    <a:pt x="120005" y="325303"/>
                  </a:lnTo>
                  <a:lnTo>
                    <a:pt x="125028" y="323491"/>
                  </a:lnTo>
                  <a:lnTo>
                    <a:pt x="129991" y="321519"/>
                  </a:lnTo>
                  <a:lnTo>
                    <a:pt x="134889" y="319390"/>
                  </a:lnTo>
                  <a:lnTo>
                    <a:pt x="139716" y="317105"/>
                  </a:lnTo>
                  <a:lnTo>
                    <a:pt x="144468" y="314668"/>
                  </a:lnTo>
                  <a:lnTo>
                    <a:pt x="149139" y="312080"/>
                  </a:lnTo>
                  <a:lnTo>
                    <a:pt x="153725" y="309344"/>
                  </a:lnTo>
                  <a:lnTo>
                    <a:pt x="158222" y="306463"/>
                  </a:lnTo>
                  <a:lnTo>
                    <a:pt x="162624" y="303440"/>
                  </a:lnTo>
                  <a:lnTo>
                    <a:pt x="166927" y="300277"/>
                  </a:lnTo>
                  <a:lnTo>
                    <a:pt x="171128" y="296979"/>
                  </a:lnTo>
                  <a:lnTo>
                    <a:pt x="175220" y="293549"/>
                  </a:lnTo>
                  <a:lnTo>
                    <a:pt x="179201" y="289989"/>
                  </a:lnTo>
                  <a:lnTo>
                    <a:pt x="183067" y="286304"/>
                  </a:lnTo>
                  <a:lnTo>
                    <a:pt x="186812" y="282498"/>
                  </a:lnTo>
                  <a:lnTo>
                    <a:pt x="190435" y="278573"/>
                  </a:lnTo>
                  <a:lnTo>
                    <a:pt x="193930" y="274536"/>
                  </a:lnTo>
                  <a:lnTo>
                    <a:pt x="197294" y="270388"/>
                  </a:lnTo>
                  <a:lnTo>
                    <a:pt x="200524" y="266135"/>
                  </a:lnTo>
                  <a:lnTo>
                    <a:pt x="203616" y="261781"/>
                  </a:lnTo>
                  <a:lnTo>
                    <a:pt x="206568" y="257331"/>
                  </a:lnTo>
                  <a:lnTo>
                    <a:pt x="209376" y="252789"/>
                  </a:lnTo>
                  <a:lnTo>
                    <a:pt x="212038" y="248159"/>
                  </a:lnTo>
                  <a:lnTo>
                    <a:pt x="214550" y="243446"/>
                  </a:lnTo>
                  <a:lnTo>
                    <a:pt x="216911" y="238656"/>
                  </a:lnTo>
                  <a:lnTo>
                    <a:pt x="219117" y="233793"/>
                  </a:lnTo>
                  <a:lnTo>
                    <a:pt x="221167" y="228862"/>
                  </a:lnTo>
                  <a:lnTo>
                    <a:pt x="223059" y="223868"/>
                  </a:lnTo>
                  <a:lnTo>
                    <a:pt x="224790" y="218815"/>
                  </a:lnTo>
                  <a:lnTo>
                    <a:pt x="226358" y="213711"/>
                  </a:lnTo>
                  <a:lnTo>
                    <a:pt x="227763" y="208558"/>
                  </a:lnTo>
                  <a:lnTo>
                    <a:pt x="229002" y="203364"/>
                  </a:lnTo>
                  <a:lnTo>
                    <a:pt x="230075" y="198132"/>
                  </a:lnTo>
                  <a:lnTo>
                    <a:pt x="230981" y="192869"/>
                  </a:lnTo>
                  <a:lnTo>
                    <a:pt x="231717" y="187580"/>
                  </a:lnTo>
                  <a:lnTo>
                    <a:pt x="232285" y="182270"/>
                  </a:lnTo>
                  <a:lnTo>
                    <a:pt x="232682" y="176944"/>
                  </a:lnTo>
                  <a:lnTo>
                    <a:pt x="232909" y="171609"/>
                  </a:lnTo>
                  <a:lnTo>
                    <a:pt x="232966" y="166269"/>
                  </a:lnTo>
                  <a:lnTo>
                    <a:pt x="232852" y="160930"/>
                  </a:lnTo>
                  <a:lnTo>
                    <a:pt x="232567" y="155597"/>
                  </a:lnTo>
                  <a:lnTo>
                    <a:pt x="232113" y="150276"/>
                  </a:lnTo>
                  <a:lnTo>
                    <a:pt x="231488" y="144972"/>
                  </a:lnTo>
                  <a:lnTo>
                    <a:pt x="230695" y="139691"/>
                  </a:lnTo>
                  <a:lnTo>
                    <a:pt x="229733" y="134438"/>
                  </a:lnTo>
                  <a:lnTo>
                    <a:pt x="228604" y="129219"/>
                  </a:lnTo>
                  <a:lnTo>
                    <a:pt x="227309" y="124038"/>
                  </a:lnTo>
                  <a:lnTo>
                    <a:pt x="225849" y="118901"/>
                  </a:lnTo>
                  <a:lnTo>
                    <a:pt x="224225" y="113813"/>
                  </a:lnTo>
                  <a:lnTo>
                    <a:pt x="222440" y="108780"/>
                  </a:lnTo>
                  <a:lnTo>
                    <a:pt x="220495" y="103806"/>
                  </a:lnTo>
                  <a:lnTo>
                    <a:pt x="218393" y="98898"/>
                  </a:lnTo>
                  <a:lnTo>
                    <a:pt x="216134" y="94058"/>
                  </a:lnTo>
                  <a:lnTo>
                    <a:pt x="213722" y="89294"/>
                  </a:lnTo>
                  <a:lnTo>
                    <a:pt x="211159" y="84609"/>
                  </a:lnTo>
                  <a:lnTo>
                    <a:pt x="208448" y="80008"/>
                  </a:lnTo>
                  <a:lnTo>
                    <a:pt x="205591" y="75496"/>
                  </a:lnTo>
                  <a:lnTo>
                    <a:pt x="202592" y="71077"/>
                  </a:lnTo>
                  <a:lnTo>
                    <a:pt x="199453" y="66757"/>
                  </a:lnTo>
                  <a:lnTo>
                    <a:pt x="196177" y="62539"/>
                  </a:lnTo>
                  <a:lnTo>
                    <a:pt x="192769" y="58428"/>
                  </a:lnTo>
                  <a:lnTo>
                    <a:pt x="189230" y="54428"/>
                  </a:lnTo>
                  <a:lnTo>
                    <a:pt x="185566" y="50543"/>
                  </a:lnTo>
                  <a:lnTo>
                    <a:pt x="181780" y="46777"/>
                  </a:lnTo>
                  <a:lnTo>
                    <a:pt x="177875" y="43134"/>
                  </a:lnTo>
                  <a:lnTo>
                    <a:pt x="173856" y="39617"/>
                  </a:lnTo>
                  <a:lnTo>
                    <a:pt x="169727" y="36231"/>
                  </a:lnTo>
                  <a:lnTo>
                    <a:pt x="165492" y="32978"/>
                  </a:lnTo>
                  <a:lnTo>
                    <a:pt x="161154" y="29862"/>
                  </a:lnTo>
                  <a:lnTo>
                    <a:pt x="156720" y="26886"/>
                  </a:lnTo>
                  <a:lnTo>
                    <a:pt x="152193" y="24054"/>
                  </a:lnTo>
                  <a:lnTo>
                    <a:pt x="147577" y="21367"/>
                  </a:lnTo>
                  <a:lnTo>
                    <a:pt x="142878" y="18829"/>
                  </a:lnTo>
                  <a:lnTo>
                    <a:pt x="138101" y="16443"/>
                  </a:lnTo>
                  <a:lnTo>
                    <a:pt x="133250" y="14211"/>
                  </a:lnTo>
                  <a:lnTo>
                    <a:pt x="128329" y="12134"/>
                  </a:lnTo>
                  <a:lnTo>
                    <a:pt x="123345" y="10216"/>
                  </a:lnTo>
                  <a:lnTo>
                    <a:pt x="118303" y="8458"/>
                  </a:lnTo>
                  <a:lnTo>
                    <a:pt x="113207" y="6862"/>
                  </a:lnTo>
                  <a:lnTo>
                    <a:pt x="108062" y="5430"/>
                  </a:lnTo>
                  <a:lnTo>
                    <a:pt x="102874" y="4162"/>
                  </a:lnTo>
                  <a:lnTo>
                    <a:pt x="97648" y="3061"/>
                  </a:lnTo>
                  <a:lnTo>
                    <a:pt x="92390" y="2128"/>
                  </a:lnTo>
                  <a:lnTo>
                    <a:pt x="87105" y="1363"/>
                  </a:lnTo>
                  <a:lnTo>
                    <a:pt x="81798" y="767"/>
                  </a:lnTo>
                  <a:lnTo>
                    <a:pt x="76475" y="341"/>
                  </a:lnTo>
                  <a:lnTo>
                    <a:pt x="71141" y="85"/>
                  </a:lnTo>
                  <a:lnTo>
                    <a:pt x="65801" y="0"/>
                  </a:lnTo>
                  <a:lnTo>
                    <a:pt x="6580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379052" y="5269756"/>
              <a:ext cx="166206" cy="167167"/>
            </a:xfrm>
            <a:custGeom>
              <a:avLst/>
              <a:pathLst>
                <a:path w="166206" h="167167">
                  <a:moveTo>
                    <a:pt x="166206" y="0"/>
                  </a:moveTo>
                  <a:lnTo>
                    <a:pt x="160770" y="88"/>
                  </a:lnTo>
                  <a:lnTo>
                    <a:pt x="155340" y="353"/>
                  </a:lnTo>
                  <a:lnTo>
                    <a:pt x="149921" y="795"/>
                  </a:lnTo>
                  <a:lnTo>
                    <a:pt x="144520" y="1412"/>
                  </a:lnTo>
                  <a:lnTo>
                    <a:pt x="139142" y="2205"/>
                  </a:lnTo>
                  <a:lnTo>
                    <a:pt x="133792" y="3172"/>
                  </a:lnTo>
                  <a:lnTo>
                    <a:pt x="128477" y="4313"/>
                  </a:lnTo>
                  <a:lnTo>
                    <a:pt x="123201" y="5626"/>
                  </a:lnTo>
                  <a:lnTo>
                    <a:pt x="117971" y="7109"/>
                  </a:lnTo>
                  <a:lnTo>
                    <a:pt x="112792" y="8762"/>
                  </a:lnTo>
                  <a:lnTo>
                    <a:pt x="107670" y="10583"/>
                  </a:lnTo>
                  <a:lnTo>
                    <a:pt x="102609" y="12569"/>
                  </a:lnTo>
                  <a:lnTo>
                    <a:pt x="97616" y="14719"/>
                  </a:lnTo>
                  <a:lnTo>
                    <a:pt x="92695" y="17030"/>
                  </a:lnTo>
                  <a:lnTo>
                    <a:pt x="87852" y="19499"/>
                  </a:lnTo>
                  <a:lnTo>
                    <a:pt x="83092" y="22125"/>
                  </a:lnTo>
                  <a:lnTo>
                    <a:pt x="78420" y="24905"/>
                  </a:lnTo>
                  <a:lnTo>
                    <a:pt x="73840" y="27834"/>
                  </a:lnTo>
                  <a:lnTo>
                    <a:pt x="69358" y="30911"/>
                  </a:lnTo>
                  <a:lnTo>
                    <a:pt x="64979" y="34132"/>
                  </a:lnTo>
                  <a:lnTo>
                    <a:pt x="60707" y="37494"/>
                  </a:lnTo>
                  <a:lnTo>
                    <a:pt x="56546" y="40993"/>
                  </a:lnTo>
                  <a:lnTo>
                    <a:pt x="52501" y="44626"/>
                  </a:lnTo>
                  <a:lnTo>
                    <a:pt x="48577" y="48388"/>
                  </a:lnTo>
                  <a:lnTo>
                    <a:pt x="44777" y="52276"/>
                  </a:lnTo>
                  <a:lnTo>
                    <a:pt x="41105" y="56285"/>
                  </a:lnTo>
                  <a:lnTo>
                    <a:pt x="37566" y="60411"/>
                  </a:lnTo>
                  <a:lnTo>
                    <a:pt x="34163" y="64651"/>
                  </a:lnTo>
                  <a:lnTo>
                    <a:pt x="30899" y="68998"/>
                  </a:lnTo>
                  <a:lnTo>
                    <a:pt x="27778" y="73450"/>
                  </a:lnTo>
                  <a:lnTo>
                    <a:pt x="24804" y="78001"/>
                  </a:lnTo>
                  <a:lnTo>
                    <a:pt x="21980" y="82646"/>
                  </a:lnTo>
                  <a:lnTo>
                    <a:pt x="19308" y="87380"/>
                  </a:lnTo>
                  <a:lnTo>
                    <a:pt x="16791" y="92199"/>
                  </a:lnTo>
                  <a:lnTo>
                    <a:pt x="14432" y="97097"/>
                  </a:lnTo>
                  <a:lnTo>
                    <a:pt x="12234" y="102069"/>
                  </a:lnTo>
                  <a:lnTo>
                    <a:pt x="10199" y="107110"/>
                  </a:lnTo>
                  <a:lnTo>
                    <a:pt x="8328" y="112215"/>
                  </a:lnTo>
                  <a:lnTo>
                    <a:pt x="6625" y="117377"/>
                  </a:lnTo>
                  <a:lnTo>
                    <a:pt x="5090" y="122593"/>
                  </a:lnTo>
                  <a:lnTo>
                    <a:pt x="3726" y="127855"/>
                  </a:lnTo>
                  <a:lnTo>
                    <a:pt x="2534" y="133159"/>
                  </a:lnTo>
                  <a:lnTo>
                    <a:pt x="1515" y="138499"/>
                  </a:lnTo>
                  <a:lnTo>
                    <a:pt x="670" y="143869"/>
                  </a:lnTo>
                  <a:lnTo>
                    <a:pt x="0" y="149264"/>
                  </a:lnTo>
                  <a:lnTo>
                    <a:pt x="16620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379052" y="5419021"/>
              <a:ext cx="166206" cy="17902"/>
            </a:xfrm>
            <a:custGeom>
              <a:avLst/>
              <a:pathLst>
                <a:path w="166206" h="17902">
                  <a:moveTo>
                    <a:pt x="0" y="0"/>
                  </a:moveTo>
                  <a:lnTo>
                    <a:pt x="166206" y="17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379052" y="5419021"/>
              <a:ext cx="166206" cy="17902"/>
            </a:xfrm>
            <a:custGeom>
              <a:avLst/>
              <a:pathLst>
                <a:path w="166206" h="17902">
                  <a:moveTo>
                    <a:pt x="0" y="0"/>
                  </a:moveTo>
                  <a:lnTo>
                    <a:pt x="166206" y="179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9052" y="5419021"/>
              <a:ext cx="166206" cy="17902"/>
            </a:xfrm>
            <a:custGeom>
              <a:avLst/>
              <a:pathLst>
                <a:path w="166206" h="17902">
                  <a:moveTo>
                    <a:pt x="0" y="0"/>
                  </a:moveTo>
                  <a:lnTo>
                    <a:pt x="166206" y="179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9052" y="5419021"/>
              <a:ext cx="166206" cy="17902"/>
            </a:xfrm>
            <a:custGeom>
              <a:avLst/>
              <a:pathLst>
                <a:path w="166206" h="17902">
                  <a:moveTo>
                    <a:pt x="0" y="0"/>
                  </a:moveTo>
                  <a:lnTo>
                    <a:pt x="166206" y="179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8091" y="5419021"/>
              <a:ext cx="167167" cy="42222"/>
            </a:xfrm>
            <a:custGeom>
              <a:avLst/>
              <a:pathLst>
                <a:path w="167167" h="42222">
                  <a:moveTo>
                    <a:pt x="961" y="0"/>
                  </a:moveTo>
                  <a:lnTo>
                    <a:pt x="422" y="6024"/>
                  </a:lnTo>
                  <a:lnTo>
                    <a:pt x="101" y="12064"/>
                  </a:lnTo>
                  <a:lnTo>
                    <a:pt x="0" y="18112"/>
                  </a:lnTo>
                  <a:lnTo>
                    <a:pt x="117" y="24160"/>
                  </a:lnTo>
                  <a:lnTo>
                    <a:pt x="452" y="30199"/>
                  </a:lnTo>
                  <a:lnTo>
                    <a:pt x="1006" y="36222"/>
                  </a:lnTo>
                  <a:lnTo>
                    <a:pt x="1778" y="42222"/>
                  </a:lnTo>
                  <a:lnTo>
                    <a:pt x="167167" y="179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9869" y="5269756"/>
              <a:ext cx="332538" cy="334334"/>
            </a:xfrm>
            <a:custGeom>
              <a:avLst/>
              <a:pathLst>
                <a:path w="332538" h="334334">
                  <a:moveTo>
                    <a:pt x="0" y="191486"/>
                  </a:moveTo>
                  <a:lnTo>
                    <a:pt x="854" y="196718"/>
                  </a:lnTo>
                  <a:lnTo>
                    <a:pt x="1873" y="201920"/>
                  </a:lnTo>
                  <a:lnTo>
                    <a:pt x="3057" y="207087"/>
                  </a:lnTo>
                  <a:lnTo>
                    <a:pt x="4405" y="212213"/>
                  </a:lnTo>
                  <a:lnTo>
                    <a:pt x="5914" y="217295"/>
                  </a:lnTo>
                  <a:lnTo>
                    <a:pt x="7583" y="222326"/>
                  </a:lnTo>
                  <a:lnTo>
                    <a:pt x="9412" y="227302"/>
                  </a:lnTo>
                  <a:lnTo>
                    <a:pt x="11397" y="232217"/>
                  </a:lnTo>
                  <a:lnTo>
                    <a:pt x="13537" y="237066"/>
                  </a:lnTo>
                  <a:lnTo>
                    <a:pt x="15829" y="241846"/>
                  </a:lnTo>
                  <a:lnTo>
                    <a:pt x="18272" y="246550"/>
                  </a:lnTo>
                  <a:lnTo>
                    <a:pt x="20863" y="251175"/>
                  </a:lnTo>
                  <a:lnTo>
                    <a:pt x="23599" y="255715"/>
                  </a:lnTo>
                  <a:lnTo>
                    <a:pt x="26478" y="260166"/>
                  </a:lnTo>
                  <a:lnTo>
                    <a:pt x="29496" y="264523"/>
                  </a:lnTo>
                  <a:lnTo>
                    <a:pt x="32651" y="268783"/>
                  </a:lnTo>
                  <a:lnTo>
                    <a:pt x="35940" y="272940"/>
                  </a:lnTo>
                  <a:lnTo>
                    <a:pt x="39359" y="276991"/>
                  </a:lnTo>
                  <a:lnTo>
                    <a:pt x="42904" y="280932"/>
                  </a:lnTo>
                  <a:lnTo>
                    <a:pt x="46573" y="284758"/>
                  </a:lnTo>
                  <a:lnTo>
                    <a:pt x="50361" y="288466"/>
                  </a:lnTo>
                  <a:lnTo>
                    <a:pt x="54264" y="292052"/>
                  </a:lnTo>
                  <a:lnTo>
                    <a:pt x="58280" y="295513"/>
                  </a:lnTo>
                  <a:lnTo>
                    <a:pt x="62403" y="298844"/>
                  </a:lnTo>
                  <a:lnTo>
                    <a:pt x="66630" y="302043"/>
                  </a:lnTo>
                  <a:lnTo>
                    <a:pt x="70956" y="305107"/>
                  </a:lnTo>
                  <a:lnTo>
                    <a:pt x="75377" y="308032"/>
                  </a:lnTo>
                  <a:lnTo>
                    <a:pt x="79888" y="310815"/>
                  </a:lnTo>
                  <a:lnTo>
                    <a:pt x="84486" y="313453"/>
                  </a:lnTo>
                  <a:lnTo>
                    <a:pt x="89164" y="315945"/>
                  </a:lnTo>
                  <a:lnTo>
                    <a:pt x="93920" y="318287"/>
                  </a:lnTo>
                  <a:lnTo>
                    <a:pt x="98747" y="320477"/>
                  </a:lnTo>
                  <a:lnTo>
                    <a:pt x="103641" y="322513"/>
                  </a:lnTo>
                  <a:lnTo>
                    <a:pt x="108598" y="324392"/>
                  </a:lnTo>
                  <a:lnTo>
                    <a:pt x="113611" y="326114"/>
                  </a:lnTo>
                  <a:lnTo>
                    <a:pt x="118677" y="327675"/>
                  </a:lnTo>
                  <a:lnTo>
                    <a:pt x="123789" y="329076"/>
                  </a:lnTo>
                  <a:lnTo>
                    <a:pt x="128944" y="330313"/>
                  </a:lnTo>
                  <a:lnTo>
                    <a:pt x="134135" y="331387"/>
                  </a:lnTo>
                  <a:lnTo>
                    <a:pt x="139357" y="332295"/>
                  </a:lnTo>
                  <a:lnTo>
                    <a:pt x="144606" y="333037"/>
                  </a:lnTo>
                  <a:lnTo>
                    <a:pt x="149875" y="333613"/>
                  </a:lnTo>
                  <a:lnTo>
                    <a:pt x="155160" y="334021"/>
                  </a:lnTo>
                  <a:lnTo>
                    <a:pt x="160456" y="334262"/>
                  </a:lnTo>
                  <a:lnTo>
                    <a:pt x="165756" y="334334"/>
                  </a:lnTo>
                  <a:lnTo>
                    <a:pt x="171056" y="334238"/>
                  </a:lnTo>
                  <a:lnTo>
                    <a:pt x="176350" y="333975"/>
                  </a:lnTo>
                  <a:lnTo>
                    <a:pt x="181634" y="333543"/>
                  </a:lnTo>
                  <a:lnTo>
                    <a:pt x="186900" y="332944"/>
                  </a:lnTo>
                  <a:lnTo>
                    <a:pt x="192146" y="332179"/>
                  </a:lnTo>
                  <a:lnTo>
                    <a:pt x="197364" y="331248"/>
                  </a:lnTo>
                  <a:lnTo>
                    <a:pt x="202550" y="330151"/>
                  </a:lnTo>
                  <a:lnTo>
                    <a:pt x="207699" y="328891"/>
                  </a:lnTo>
                  <a:lnTo>
                    <a:pt x="212806" y="327468"/>
                  </a:lnTo>
                  <a:lnTo>
                    <a:pt x="217864" y="325884"/>
                  </a:lnTo>
                  <a:lnTo>
                    <a:pt x="222870" y="324141"/>
                  </a:lnTo>
                  <a:lnTo>
                    <a:pt x="227818" y="322239"/>
                  </a:lnTo>
                  <a:lnTo>
                    <a:pt x="232703" y="320182"/>
                  </a:lnTo>
                  <a:lnTo>
                    <a:pt x="237521" y="317971"/>
                  </a:lnTo>
                  <a:lnTo>
                    <a:pt x="242266" y="315608"/>
                  </a:lnTo>
                  <a:lnTo>
                    <a:pt x="246934" y="313096"/>
                  </a:lnTo>
                  <a:lnTo>
                    <a:pt x="251520" y="310437"/>
                  </a:lnTo>
                  <a:lnTo>
                    <a:pt x="256019" y="307634"/>
                  </a:lnTo>
                  <a:lnTo>
                    <a:pt x="260427" y="304690"/>
                  </a:lnTo>
                  <a:lnTo>
                    <a:pt x="264739" y="301608"/>
                  </a:lnTo>
                  <a:lnTo>
                    <a:pt x="268952" y="298390"/>
                  </a:lnTo>
                  <a:lnTo>
                    <a:pt x="273060" y="295041"/>
                  </a:lnTo>
                  <a:lnTo>
                    <a:pt x="277061" y="291563"/>
                  </a:lnTo>
                  <a:lnTo>
                    <a:pt x="280949" y="287959"/>
                  </a:lnTo>
                  <a:lnTo>
                    <a:pt x="284720" y="284235"/>
                  </a:lnTo>
                  <a:lnTo>
                    <a:pt x="288372" y="280392"/>
                  </a:lnTo>
                  <a:lnTo>
                    <a:pt x="291900" y="276436"/>
                  </a:lnTo>
                  <a:lnTo>
                    <a:pt x="295301" y="272370"/>
                  </a:lnTo>
                  <a:lnTo>
                    <a:pt x="298571" y="268198"/>
                  </a:lnTo>
                  <a:lnTo>
                    <a:pt x="301708" y="263925"/>
                  </a:lnTo>
                  <a:lnTo>
                    <a:pt x="304707" y="259554"/>
                  </a:lnTo>
                  <a:lnTo>
                    <a:pt x="307566" y="255090"/>
                  </a:lnTo>
                  <a:lnTo>
                    <a:pt x="310282" y="250538"/>
                  </a:lnTo>
                  <a:lnTo>
                    <a:pt x="312853" y="245902"/>
                  </a:lnTo>
                  <a:lnTo>
                    <a:pt x="315275" y="241187"/>
                  </a:lnTo>
                  <a:lnTo>
                    <a:pt x="317546" y="236398"/>
                  </a:lnTo>
                  <a:lnTo>
                    <a:pt x="319665" y="231539"/>
                  </a:lnTo>
                  <a:lnTo>
                    <a:pt x="321628" y="226615"/>
                  </a:lnTo>
                  <a:lnTo>
                    <a:pt x="323435" y="221631"/>
                  </a:lnTo>
                  <a:lnTo>
                    <a:pt x="325082" y="216593"/>
                  </a:lnTo>
                  <a:lnTo>
                    <a:pt x="326569" y="211505"/>
                  </a:lnTo>
                  <a:lnTo>
                    <a:pt x="327894" y="206372"/>
                  </a:lnTo>
                  <a:lnTo>
                    <a:pt x="329055" y="201200"/>
                  </a:lnTo>
                  <a:lnTo>
                    <a:pt x="330052" y="195994"/>
                  </a:lnTo>
                  <a:lnTo>
                    <a:pt x="330883" y="190759"/>
                  </a:lnTo>
                  <a:lnTo>
                    <a:pt x="331548" y="185500"/>
                  </a:lnTo>
                  <a:lnTo>
                    <a:pt x="332045" y="180222"/>
                  </a:lnTo>
                  <a:lnTo>
                    <a:pt x="332375" y="174932"/>
                  </a:lnTo>
                  <a:lnTo>
                    <a:pt x="332538" y="169634"/>
                  </a:lnTo>
                  <a:lnTo>
                    <a:pt x="332532" y="164333"/>
                  </a:lnTo>
                  <a:lnTo>
                    <a:pt x="332358" y="159035"/>
                  </a:lnTo>
                  <a:lnTo>
                    <a:pt x="332016" y="153745"/>
                  </a:lnTo>
                  <a:lnTo>
                    <a:pt x="331507" y="148469"/>
                  </a:lnTo>
                  <a:lnTo>
                    <a:pt x="330831" y="143211"/>
                  </a:lnTo>
                  <a:lnTo>
                    <a:pt x="329988" y="137978"/>
                  </a:lnTo>
                  <a:lnTo>
                    <a:pt x="328980" y="132774"/>
                  </a:lnTo>
                  <a:lnTo>
                    <a:pt x="327807" y="127604"/>
                  </a:lnTo>
                  <a:lnTo>
                    <a:pt x="326471" y="122474"/>
                  </a:lnTo>
                  <a:lnTo>
                    <a:pt x="324973" y="117390"/>
                  </a:lnTo>
                  <a:lnTo>
                    <a:pt x="323314" y="112355"/>
                  </a:lnTo>
                  <a:lnTo>
                    <a:pt x="321497" y="107375"/>
                  </a:lnTo>
                  <a:lnTo>
                    <a:pt x="319523" y="102456"/>
                  </a:lnTo>
                  <a:lnTo>
                    <a:pt x="317394" y="97602"/>
                  </a:lnTo>
                  <a:lnTo>
                    <a:pt x="315112" y="92817"/>
                  </a:lnTo>
                  <a:lnTo>
                    <a:pt x="312679" y="88107"/>
                  </a:lnTo>
                  <a:lnTo>
                    <a:pt x="310098" y="83477"/>
                  </a:lnTo>
                  <a:lnTo>
                    <a:pt x="307372" y="78931"/>
                  </a:lnTo>
                  <a:lnTo>
                    <a:pt x="304503" y="74474"/>
                  </a:lnTo>
                  <a:lnTo>
                    <a:pt x="301494" y="70110"/>
                  </a:lnTo>
                  <a:lnTo>
                    <a:pt x="298349" y="65843"/>
                  </a:lnTo>
                  <a:lnTo>
                    <a:pt x="295069" y="61678"/>
                  </a:lnTo>
                  <a:lnTo>
                    <a:pt x="291660" y="57620"/>
                  </a:lnTo>
                  <a:lnTo>
                    <a:pt x="288123" y="53671"/>
                  </a:lnTo>
                  <a:lnTo>
                    <a:pt x="284463" y="49837"/>
                  </a:lnTo>
                  <a:lnTo>
                    <a:pt x="280683" y="46121"/>
                  </a:lnTo>
                  <a:lnTo>
                    <a:pt x="276787" y="42526"/>
                  </a:lnTo>
                  <a:lnTo>
                    <a:pt x="272779" y="39057"/>
                  </a:lnTo>
                  <a:lnTo>
                    <a:pt x="268663" y="35716"/>
                  </a:lnTo>
                  <a:lnTo>
                    <a:pt x="264444" y="32508"/>
                  </a:lnTo>
                  <a:lnTo>
                    <a:pt x="260124" y="29435"/>
                  </a:lnTo>
                  <a:lnTo>
                    <a:pt x="255710" y="26501"/>
                  </a:lnTo>
                  <a:lnTo>
                    <a:pt x="251204" y="23708"/>
                  </a:lnTo>
                  <a:lnTo>
                    <a:pt x="246613" y="21059"/>
                  </a:lnTo>
                  <a:lnTo>
                    <a:pt x="241940" y="18557"/>
                  </a:lnTo>
                  <a:lnTo>
                    <a:pt x="237189" y="16205"/>
                  </a:lnTo>
                  <a:lnTo>
                    <a:pt x="232367" y="14004"/>
                  </a:lnTo>
                  <a:lnTo>
                    <a:pt x="227477" y="11957"/>
                  </a:lnTo>
                  <a:lnTo>
                    <a:pt x="222525" y="10067"/>
                  </a:lnTo>
                  <a:lnTo>
                    <a:pt x="217515" y="8334"/>
                  </a:lnTo>
                  <a:lnTo>
                    <a:pt x="212453" y="6762"/>
                  </a:lnTo>
                  <a:lnTo>
                    <a:pt x="207344" y="5350"/>
                  </a:lnTo>
                  <a:lnTo>
                    <a:pt x="202192" y="4101"/>
                  </a:lnTo>
                  <a:lnTo>
                    <a:pt x="197003" y="3016"/>
                  </a:lnTo>
                  <a:lnTo>
                    <a:pt x="191783" y="2096"/>
                  </a:lnTo>
                  <a:lnTo>
                    <a:pt x="186536" y="1343"/>
                  </a:lnTo>
                  <a:lnTo>
                    <a:pt x="181268" y="755"/>
                  </a:lnTo>
                  <a:lnTo>
                    <a:pt x="175983" y="336"/>
                  </a:lnTo>
                  <a:lnTo>
                    <a:pt x="170689" y="84"/>
                  </a:lnTo>
                  <a:lnTo>
                    <a:pt x="165388" y="0"/>
                  </a:lnTo>
                  <a:lnTo>
                    <a:pt x="16538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5893381" y="5018213"/>
              <a:ext cx="127657" cy="167167"/>
            </a:xfrm>
            <a:custGeom>
              <a:avLst/>
              <a:pathLst>
                <a:path w="127657" h="167167">
                  <a:moveTo>
                    <a:pt x="127657" y="0"/>
                  </a:moveTo>
                  <a:lnTo>
                    <a:pt x="122071" y="93"/>
                  </a:lnTo>
                  <a:lnTo>
                    <a:pt x="116492" y="373"/>
                  </a:lnTo>
                  <a:lnTo>
                    <a:pt x="110925" y="839"/>
                  </a:lnTo>
                  <a:lnTo>
                    <a:pt x="105376" y="1491"/>
                  </a:lnTo>
                  <a:lnTo>
                    <a:pt x="99852" y="2328"/>
                  </a:lnTo>
                  <a:lnTo>
                    <a:pt x="94360" y="3349"/>
                  </a:lnTo>
                  <a:lnTo>
                    <a:pt x="88905" y="4553"/>
                  </a:lnTo>
                  <a:lnTo>
                    <a:pt x="83492" y="5939"/>
                  </a:lnTo>
                  <a:lnTo>
                    <a:pt x="78130" y="7505"/>
                  </a:lnTo>
                  <a:lnTo>
                    <a:pt x="72822" y="9249"/>
                  </a:lnTo>
                  <a:lnTo>
                    <a:pt x="67576" y="11170"/>
                  </a:lnTo>
                  <a:lnTo>
                    <a:pt x="62397" y="13264"/>
                  </a:lnTo>
                  <a:lnTo>
                    <a:pt x="57291" y="15531"/>
                  </a:lnTo>
                  <a:lnTo>
                    <a:pt x="52263" y="17967"/>
                  </a:lnTo>
                  <a:lnTo>
                    <a:pt x="47320" y="20569"/>
                  </a:lnTo>
                  <a:lnTo>
                    <a:pt x="42466" y="23336"/>
                  </a:lnTo>
                  <a:lnTo>
                    <a:pt x="37707" y="26263"/>
                  </a:lnTo>
                  <a:lnTo>
                    <a:pt x="33049" y="29347"/>
                  </a:lnTo>
                  <a:lnTo>
                    <a:pt x="28497" y="32585"/>
                  </a:lnTo>
                  <a:lnTo>
                    <a:pt x="24055" y="35974"/>
                  </a:lnTo>
                  <a:lnTo>
                    <a:pt x="19729" y="39509"/>
                  </a:lnTo>
                  <a:lnTo>
                    <a:pt x="15524" y="43187"/>
                  </a:lnTo>
                  <a:lnTo>
                    <a:pt x="11444" y="47003"/>
                  </a:lnTo>
                  <a:lnTo>
                    <a:pt x="7493" y="50953"/>
                  </a:lnTo>
                  <a:lnTo>
                    <a:pt x="3677" y="55034"/>
                  </a:lnTo>
                  <a:lnTo>
                    <a:pt x="0" y="59239"/>
                  </a:lnTo>
                  <a:lnTo>
                    <a:pt x="1276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5893381" y="5077452"/>
              <a:ext cx="127657" cy="107927"/>
            </a:xfrm>
            <a:custGeom>
              <a:avLst/>
              <a:pathLst>
                <a:path w="127657" h="107927">
                  <a:moveTo>
                    <a:pt x="0" y="0"/>
                  </a:moveTo>
                  <a:lnTo>
                    <a:pt x="127657" y="1079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5893381" y="5077452"/>
              <a:ext cx="127657" cy="107927"/>
            </a:xfrm>
            <a:custGeom>
              <a:avLst/>
              <a:pathLst>
                <a:path w="127657" h="107927">
                  <a:moveTo>
                    <a:pt x="0" y="0"/>
                  </a:moveTo>
                  <a:lnTo>
                    <a:pt x="127657" y="1079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93381" y="5077452"/>
              <a:ext cx="127657" cy="107927"/>
            </a:xfrm>
            <a:custGeom>
              <a:avLst/>
              <a:pathLst>
                <a:path w="127657" h="107927">
                  <a:moveTo>
                    <a:pt x="0" y="0"/>
                  </a:moveTo>
                  <a:lnTo>
                    <a:pt x="127657" y="1079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81092" y="5077452"/>
              <a:ext cx="139946" cy="107927"/>
            </a:xfrm>
            <a:custGeom>
              <a:avLst/>
              <a:pathLst>
                <a:path w="139946" h="107927">
                  <a:moveTo>
                    <a:pt x="12289" y="0"/>
                  </a:moveTo>
                  <a:lnTo>
                    <a:pt x="5890" y="8058"/>
                  </a:lnTo>
                  <a:lnTo>
                    <a:pt x="0" y="16496"/>
                  </a:lnTo>
                  <a:lnTo>
                    <a:pt x="139946" y="1079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53877" y="5018213"/>
              <a:ext cx="334314" cy="334332"/>
            </a:xfrm>
            <a:custGeom>
              <a:avLst/>
              <a:pathLst>
                <a:path w="334314" h="334332">
                  <a:moveTo>
                    <a:pt x="27214" y="75735"/>
                  </a:moveTo>
                  <a:lnTo>
                    <a:pt x="24388" y="80214"/>
                  </a:lnTo>
                  <a:lnTo>
                    <a:pt x="21705" y="84781"/>
                  </a:lnTo>
                  <a:lnTo>
                    <a:pt x="19168" y="89430"/>
                  </a:lnTo>
                  <a:lnTo>
                    <a:pt x="16780" y="94157"/>
                  </a:lnTo>
                  <a:lnTo>
                    <a:pt x="14543" y="98957"/>
                  </a:lnTo>
                  <a:lnTo>
                    <a:pt x="12458" y="103826"/>
                  </a:lnTo>
                  <a:lnTo>
                    <a:pt x="10530" y="108758"/>
                  </a:lnTo>
                  <a:lnTo>
                    <a:pt x="8758" y="113750"/>
                  </a:lnTo>
                  <a:lnTo>
                    <a:pt x="7145" y="118794"/>
                  </a:lnTo>
                  <a:lnTo>
                    <a:pt x="5693" y="123888"/>
                  </a:lnTo>
                  <a:lnTo>
                    <a:pt x="4403" y="129024"/>
                  </a:lnTo>
                  <a:lnTo>
                    <a:pt x="3277" y="134199"/>
                  </a:lnTo>
                  <a:lnTo>
                    <a:pt x="2315" y="139407"/>
                  </a:lnTo>
                  <a:lnTo>
                    <a:pt x="1518" y="144643"/>
                  </a:lnTo>
                  <a:lnTo>
                    <a:pt x="888" y="149902"/>
                  </a:lnTo>
                  <a:lnTo>
                    <a:pt x="424" y="155178"/>
                  </a:lnTo>
                  <a:lnTo>
                    <a:pt x="128" y="160465"/>
                  </a:lnTo>
                  <a:lnTo>
                    <a:pt x="0" y="165760"/>
                  </a:lnTo>
                  <a:lnTo>
                    <a:pt x="39" y="171056"/>
                  </a:lnTo>
                  <a:lnTo>
                    <a:pt x="246" y="176348"/>
                  </a:lnTo>
                  <a:lnTo>
                    <a:pt x="621" y="181631"/>
                  </a:lnTo>
                  <a:lnTo>
                    <a:pt x="1162" y="186900"/>
                  </a:lnTo>
                  <a:lnTo>
                    <a:pt x="1871" y="192148"/>
                  </a:lnTo>
                  <a:lnTo>
                    <a:pt x="2745" y="197372"/>
                  </a:lnTo>
                  <a:lnTo>
                    <a:pt x="3784" y="202565"/>
                  </a:lnTo>
                  <a:lnTo>
                    <a:pt x="4988" y="207723"/>
                  </a:lnTo>
                  <a:lnTo>
                    <a:pt x="6354" y="212840"/>
                  </a:lnTo>
                  <a:lnTo>
                    <a:pt x="7881" y="217911"/>
                  </a:lnTo>
                  <a:lnTo>
                    <a:pt x="9569" y="222931"/>
                  </a:lnTo>
                  <a:lnTo>
                    <a:pt x="11414" y="227895"/>
                  </a:lnTo>
                  <a:lnTo>
                    <a:pt x="13416" y="232798"/>
                  </a:lnTo>
                  <a:lnTo>
                    <a:pt x="15572" y="237636"/>
                  </a:lnTo>
                  <a:lnTo>
                    <a:pt x="17881" y="242402"/>
                  </a:lnTo>
                  <a:lnTo>
                    <a:pt x="20339" y="247094"/>
                  </a:lnTo>
                  <a:lnTo>
                    <a:pt x="22945" y="251704"/>
                  </a:lnTo>
                  <a:lnTo>
                    <a:pt x="25695" y="256230"/>
                  </a:lnTo>
                  <a:lnTo>
                    <a:pt x="28587" y="260667"/>
                  </a:lnTo>
                  <a:lnTo>
                    <a:pt x="31619" y="265010"/>
                  </a:lnTo>
                  <a:lnTo>
                    <a:pt x="34786" y="269255"/>
                  </a:lnTo>
                  <a:lnTo>
                    <a:pt x="38087" y="273397"/>
                  </a:lnTo>
                  <a:lnTo>
                    <a:pt x="41517" y="277432"/>
                  </a:lnTo>
                  <a:lnTo>
                    <a:pt x="45073" y="281357"/>
                  </a:lnTo>
                  <a:lnTo>
                    <a:pt x="48751" y="285167"/>
                  </a:lnTo>
                  <a:lnTo>
                    <a:pt x="52549" y="288859"/>
                  </a:lnTo>
                  <a:lnTo>
                    <a:pt x="56461" y="292429"/>
                  </a:lnTo>
                  <a:lnTo>
                    <a:pt x="60485" y="295872"/>
                  </a:lnTo>
                  <a:lnTo>
                    <a:pt x="64615" y="299187"/>
                  </a:lnTo>
                  <a:lnTo>
                    <a:pt x="68849" y="302369"/>
                  </a:lnTo>
                  <a:lnTo>
                    <a:pt x="73181" y="305416"/>
                  </a:lnTo>
                  <a:lnTo>
                    <a:pt x="77608" y="308323"/>
                  </a:lnTo>
                  <a:lnTo>
                    <a:pt x="82124" y="311090"/>
                  </a:lnTo>
                  <a:lnTo>
                    <a:pt x="86726" y="313711"/>
                  </a:lnTo>
                  <a:lnTo>
                    <a:pt x="91409" y="316186"/>
                  </a:lnTo>
                  <a:lnTo>
                    <a:pt x="96167" y="318510"/>
                  </a:lnTo>
                  <a:lnTo>
                    <a:pt x="100997" y="320683"/>
                  </a:lnTo>
                  <a:lnTo>
                    <a:pt x="105894" y="322702"/>
                  </a:lnTo>
                  <a:lnTo>
                    <a:pt x="110851" y="324565"/>
                  </a:lnTo>
                  <a:lnTo>
                    <a:pt x="115866" y="326270"/>
                  </a:lnTo>
                  <a:lnTo>
                    <a:pt x="120931" y="327815"/>
                  </a:lnTo>
                  <a:lnTo>
                    <a:pt x="126044" y="329199"/>
                  </a:lnTo>
                  <a:lnTo>
                    <a:pt x="131197" y="330420"/>
                  </a:lnTo>
                  <a:lnTo>
                    <a:pt x="136387" y="331477"/>
                  </a:lnTo>
                  <a:lnTo>
                    <a:pt x="141607" y="332370"/>
                  </a:lnTo>
                  <a:lnTo>
                    <a:pt x="146853" y="333096"/>
                  </a:lnTo>
                  <a:lnTo>
                    <a:pt x="152120" y="333656"/>
                  </a:lnTo>
                  <a:lnTo>
                    <a:pt x="157401" y="334049"/>
                  </a:lnTo>
                  <a:lnTo>
                    <a:pt x="162693" y="334275"/>
                  </a:lnTo>
                  <a:lnTo>
                    <a:pt x="167989" y="334332"/>
                  </a:lnTo>
                  <a:lnTo>
                    <a:pt x="173284" y="334222"/>
                  </a:lnTo>
                  <a:lnTo>
                    <a:pt x="178573" y="333944"/>
                  </a:lnTo>
                  <a:lnTo>
                    <a:pt x="183850" y="333499"/>
                  </a:lnTo>
                  <a:lnTo>
                    <a:pt x="189111" y="332887"/>
                  </a:lnTo>
                  <a:lnTo>
                    <a:pt x="194349" y="332109"/>
                  </a:lnTo>
                  <a:lnTo>
                    <a:pt x="199561" y="331165"/>
                  </a:lnTo>
                  <a:lnTo>
                    <a:pt x="204740" y="330056"/>
                  </a:lnTo>
                  <a:lnTo>
                    <a:pt x="209881" y="328784"/>
                  </a:lnTo>
                  <a:lnTo>
                    <a:pt x="214979" y="327349"/>
                  </a:lnTo>
                  <a:lnTo>
                    <a:pt x="220029" y="325754"/>
                  </a:lnTo>
                  <a:lnTo>
                    <a:pt x="225026" y="324000"/>
                  </a:lnTo>
                  <a:lnTo>
                    <a:pt x="229965" y="322088"/>
                  </a:lnTo>
                  <a:lnTo>
                    <a:pt x="234842" y="320021"/>
                  </a:lnTo>
                  <a:lnTo>
                    <a:pt x="239650" y="317800"/>
                  </a:lnTo>
                  <a:lnTo>
                    <a:pt x="244385" y="315428"/>
                  </a:lnTo>
                  <a:lnTo>
                    <a:pt x="249043" y="312908"/>
                  </a:lnTo>
                  <a:lnTo>
                    <a:pt x="253619" y="310241"/>
                  </a:lnTo>
                  <a:lnTo>
                    <a:pt x="258107" y="307430"/>
                  </a:lnTo>
                  <a:lnTo>
                    <a:pt x="262505" y="304479"/>
                  </a:lnTo>
                  <a:lnTo>
                    <a:pt x="266807" y="301389"/>
                  </a:lnTo>
                  <a:lnTo>
                    <a:pt x="271009" y="298165"/>
                  </a:lnTo>
                  <a:lnTo>
                    <a:pt x="275106" y="294810"/>
                  </a:lnTo>
                  <a:lnTo>
                    <a:pt x="279096" y="291326"/>
                  </a:lnTo>
                  <a:lnTo>
                    <a:pt x="282973" y="287718"/>
                  </a:lnTo>
                  <a:lnTo>
                    <a:pt x="286733" y="283989"/>
                  </a:lnTo>
                  <a:lnTo>
                    <a:pt x="290374" y="280143"/>
                  </a:lnTo>
                  <a:lnTo>
                    <a:pt x="293891" y="276183"/>
                  </a:lnTo>
                  <a:lnTo>
                    <a:pt x="297281" y="272114"/>
                  </a:lnTo>
                  <a:lnTo>
                    <a:pt x="300540" y="267939"/>
                  </a:lnTo>
                  <a:lnTo>
                    <a:pt x="303665" y="263663"/>
                  </a:lnTo>
                  <a:lnTo>
                    <a:pt x="306654" y="259291"/>
                  </a:lnTo>
                  <a:lnTo>
                    <a:pt x="309502" y="254825"/>
                  </a:lnTo>
                  <a:lnTo>
                    <a:pt x="312207" y="250272"/>
                  </a:lnTo>
                  <a:lnTo>
                    <a:pt x="314767" y="245636"/>
                  </a:lnTo>
                  <a:lnTo>
                    <a:pt x="317179" y="240921"/>
                  </a:lnTo>
                  <a:lnTo>
                    <a:pt x="319440" y="236131"/>
                  </a:lnTo>
                  <a:lnTo>
                    <a:pt x="321548" y="231273"/>
                  </a:lnTo>
                  <a:lnTo>
                    <a:pt x="323501" y="226350"/>
                  </a:lnTo>
                  <a:lnTo>
                    <a:pt x="325298" y="221368"/>
                  </a:lnTo>
                  <a:lnTo>
                    <a:pt x="326935" y="216331"/>
                  </a:lnTo>
                  <a:lnTo>
                    <a:pt x="328413" y="211245"/>
                  </a:lnTo>
                  <a:lnTo>
                    <a:pt x="329728" y="206115"/>
                  </a:lnTo>
                  <a:lnTo>
                    <a:pt x="330880" y="200946"/>
                  </a:lnTo>
                  <a:lnTo>
                    <a:pt x="331868" y="195742"/>
                  </a:lnTo>
                  <a:lnTo>
                    <a:pt x="332691" y="190510"/>
                  </a:lnTo>
                  <a:lnTo>
                    <a:pt x="333347" y="185255"/>
                  </a:lnTo>
                  <a:lnTo>
                    <a:pt x="333837" y="179982"/>
                  </a:lnTo>
                  <a:lnTo>
                    <a:pt x="334159" y="174695"/>
                  </a:lnTo>
                  <a:lnTo>
                    <a:pt x="334314" y="169401"/>
                  </a:lnTo>
                  <a:lnTo>
                    <a:pt x="334300" y="164105"/>
                  </a:lnTo>
                  <a:lnTo>
                    <a:pt x="334120" y="158812"/>
                  </a:lnTo>
                  <a:lnTo>
                    <a:pt x="333771" y="153527"/>
                  </a:lnTo>
                  <a:lnTo>
                    <a:pt x="333255" y="148256"/>
                  </a:lnTo>
                  <a:lnTo>
                    <a:pt x="332573" y="143004"/>
                  </a:lnTo>
                  <a:lnTo>
                    <a:pt x="331725" y="137776"/>
                  </a:lnTo>
                  <a:lnTo>
                    <a:pt x="330711" y="132578"/>
                  </a:lnTo>
                  <a:lnTo>
                    <a:pt x="329533" y="127415"/>
                  </a:lnTo>
                  <a:lnTo>
                    <a:pt x="328192" y="122291"/>
                  </a:lnTo>
                  <a:lnTo>
                    <a:pt x="326690" y="117212"/>
                  </a:lnTo>
                  <a:lnTo>
                    <a:pt x="325027" y="112184"/>
                  </a:lnTo>
                  <a:lnTo>
                    <a:pt x="323206" y="107211"/>
                  </a:lnTo>
                  <a:lnTo>
                    <a:pt x="321229" y="102297"/>
                  </a:lnTo>
                  <a:lnTo>
                    <a:pt x="319097" y="97449"/>
                  </a:lnTo>
                  <a:lnTo>
                    <a:pt x="316812" y="92671"/>
                  </a:lnTo>
                  <a:lnTo>
                    <a:pt x="314377" y="87968"/>
                  </a:lnTo>
                  <a:lnTo>
                    <a:pt x="311794" y="83344"/>
                  </a:lnTo>
                  <a:lnTo>
                    <a:pt x="309066" y="78805"/>
                  </a:lnTo>
                  <a:lnTo>
                    <a:pt x="306196" y="74354"/>
                  </a:lnTo>
                  <a:lnTo>
                    <a:pt x="303186" y="69996"/>
                  </a:lnTo>
                  <a:lnTo>
                    <a:pt x="300040" y="65736"/>
                  </a:lnTo>
                  <a:lnTo>
                    <a:pt x="296760" y="61578"/>
                  </a:lnTo>
                  <a:lnTo>
                    <a:pt x="293350" y="57525"/>
                  </a:lnTo>
                  <a:lnTo>
                    <a:pt x="289813" y="53583"/>
                  </a:lnTo>
                  <a:lnTo>
                    <a:pt x="286154" y="49754"/>
                  </a:lnTo>
                  <a:lnTo>
                    <a:pt x="282374" y="46044"/>
                  </a:lnTo>
                  <a:lnTo>
                    <a:pt x="278480" y="42455"/>
                  </a:lnTo>
                  <a:lnTo>
                    <a:pt x="274473" y="38991"/>
                  </a:lnTo>
                  <a:lnTo>
                    <a:pt x="270359" y="35656"/>
                  </a:lnTo>
                  <a:lnTo>
                    <a:pt x="266141" y="32453"/>
                  </a:lnTo>
                  <a:lnTo>
                    <a:pt x="261824" y="29385"/>
                  </a:lnTo>
                  <a:lnTo>
                    <a:pt x="257412" y="26455"/>
                  </a:lnTo>
                  <a:lnTo>
                    <a:pt x="252909" y="23667"/>
                  </a:lnTo>
                  <a:lnTo>
                    <a:pt x="248320" y="21023"/>
                  </a:lnTo>
                  <a:lnTo>
                    <a:pt x="243650" y="18525"/>
                  </a:lnTo>
                  <a:lnTo>
                    <a:pt x="238903" y="16177"/>
                  </a:lnTo>
                  <a:lnTo>
                    <a:pt x="234084" y="13980"/>
                  </a:lnTo>
                  <a:lnTo>
                    <a:pt x="229198" y="11937"/>
                  </a:lnTo>
                  <a:lnTo>
                    <a:pt x="224249" y="10050"/>
                  </a:lnTo>
                  <a:lnTo>
                    <a:pt x="219243" y="8320"/>
                  </a:lnTo>
                  <a:lnTo>
                    <a:pt x="214185" y="6750"/>
                  </a:lnTo>
                  <a:lnTo>
                    <a:pt x="209080" y="5341"/>
                  </a:lnTo>
                  <a:lnTo>
                    <a:pt x="203933" y="4094"/>
                  </a:lnTo>
                  <a:lnTo>
                    <a:pt x="198748" y="3011"/>
                  </a:lnTo>
                  <a:lnTo>
                    <a:pt x="193532" y="2093"/>
                  </a:lnTo>
                  <a:lnTo>
                    <a:pt x="188290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256085" y="4659281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7" y="758"/>
                  </a:lnTo>
                  <a:lnTo>
                    <a:pt x="145971" y="1346"/>
                  </a:lnTo>
                  <a:lnTo>
                    <a:pt x="140717" y="2102"/>
                  </a:lnTo>
                  <a:lnTo>
                    <a:pt x="135489" y="3025"/>
                  </a:lnTo>
                  <a:lnTo>
                    <a:pt x="130293" y="4113"/>
                  </a:lnTo>
                  <a:lnTo>
                    <a:pt x="125135" y="5365"/>
                  </a:lnTo>
                  <a:lnTo>
                    <a:pt x="120019" y="6781"/>
                  </a:lnTo>
                  <a:lnTo>
                    <a:pt x="114950" y="8358"/>
                  </a:lnTo>
                  <a:lnTo>
                    <a:pt x="109934" y="10096"/>
                  </a:lnTo>
                  <a:lnTo>
                    <a:pt x="104975" y="11991"/>
                  </a:lnTo>
                  <a:lnTo>
                    <a:pt x="100080" y="14044"/>
                  </a:lnTo>
                  <a:lnTo>
                    <a:pt x="95252" y="16251"/>
                  </a:lnTo>
                  <a:lnTo>
                    <a:pt x="90496" y="18609"/>
                  </a:lnTo>
                  <a:lnTo>
                    <a:pt x="85818" y="21118"/>
                  </a:lnTo>
                  <a:lnTo>
                    <a:pt x="81222" y="23774"/>
                  </a:lnTo>
                  <a:lnTo>
                    <a:pt x="76712" y="26575"/>
                  </a:lnTo>
                  <a:lnTo>
                    <a:pt x="72294" y="29517"/>
                  </a:lnTo>
                  <a:lnTo>
                    <a:pt x="67971" y="32598"/>
                  </a:lnTo>
                  <a:lnTo>
                    <a:pt x="63748" y="35815"/>
                  </a:lnTo>
                  <a:lnTo>
                    <a:pt x="59630" y="39165"/>
                  </a:lnTo>
                  <a:lnTo>
                    <a:pt x="55620" y="42643"/>
                  </a:lnTo>
                  <a:lnTo>
                    <a:pt x="51722" y="46247"/>
                  </a:lnTo>
                  <a:lnTo>
                    <a:pt x="47941" y="49973"/>
                  </a:lnTo>
                  <a:lnTo>
                    <a:pt x="44280" y="53817"/>
                  </a:lnTo>
                  <a:lnTo>
                    <a:pt x="40743" y="57775"/>
                  </a:lnTo>
                  <a:lnTo>
                    <a:pt x="37333" y="61844"/>
                  </a:lnTo>
                  <a:lnTo>
                    <a:pt x="34055" y="66019"/>
                  </a:lnTo>
                  <a:lnTo>
                    <a:pt x="30910" y="70296"/>
                  </a:lnTo>
                  <a:lnTo>
                    <a:pt x="27903" y="74670"/>
                  </a:lnTo>
                  <a:lnTo>
                    <a:pt x="25037" y="79138"/>
                  </a:lnTo>
                  <a:lnTo>
                    <a:pt x="22313" y="83695"/>
                  </a:lnTo>
                  <a:lnTo>
                    <a:pt x="19736" y="88336"/>
                  </a:lnTo>
                  <a:lnTo>
                    <a:pt x="17307" y="93056"/>
                  </a:lnTo>
                  <a:lnTo>
                    <a:pt x="15030" y="97851"/>
                  </a:lnTo>
                  <a:lnTo>
                    <a:pt x="12905" y="102716"/>
                  </a:lnTo>
                  <a:lnTo>
                    <a:pt x="10937" y="107646"/>
                  </a:lnTo>
                  <a:lnTo>
                    <a:pt x="9126" y="112636"/>
                  </a:lnTo>
                  <a:lnTo>
                    <a:pt x="7474" y="117681"/>
                  </a:lnTo>
                  <a:lnTo>
                    <a:pt x="5983" y="122776"/>
                  </a:lnTo>
                  <a:lnTo>
                    <a:pt x="4655" y="127915"/>
                  </a:lnTo>
                  <a:lnTo>
                    <a:pt x="3491" y="133094"/>
                  </a:lnTo>
                  <a:lnTo>
                    <a:pt x="2491" y="138308"/>
                  </a:lnTo>
                  <a:lnTo>
                    <a:pt x="1658" y="143551"/>
                  </a:lnTo>
                  <a:lnTo>
                    <a:pt x="992" y="148817"/>
                  </a:lnTo>
                  <a:lnTo>
                    <a:pt x="493" y="154102"/>
                  </a:lnTo>
                  <a:lnTo>
                    <a:pt x="162" y="159400"/>
                  </a:lnTo>
                  <a:lnTo>
                    <a:pt x="0" y="164706"/>
                  </a:lnTo>
                  <a:lnTo>
                    <a:pt x="6" y="170015"/>
                  </a:lnTo>
                  <a:lnTo>
                    <a:pt x="180" y="175320"/>
                  </a:lnTo>
                  <a:lnTo>
                    <a:pt x="523" y="180617"/>
                  </a:lnTo>
                  <a:lnTo>
                    <a:pt x="1034" y="185901"/>
                  </a:lnTo>
                  <a:lnTo>
                    <a:pt x="1713" y="191166"/>
                  </a:lnTo>
                  <a:lnTo>
                    <a:pt x="2558" y="196407"/>
                  </a:lnTo>
                  <a:lnTo>
                    <a:pt x="3570" y="201618"/>
                  </a:lnTo>
                  <a:lnTo>
                    <a:pt x="4746" y="206795"/>
                  </a:lnTo>
                  <a:lnTo>
                    <a:pt x="6086" y="211931"/>
                  </a:lnTo>
                  <a:lnTo>
                    <a:pt x="7589" y="217022"/>
                  </a:lnTo>
                  <a:lnTo>
                    <a:pt x="9252" y="222064"/>
                  </a:lnTo>
                  <a:lnTo>
                    <a:pt x="11075" y="227049"/>
                  </a:lnTo>
                  <a:lnTo>
                    <a:pt x="13055" y="231975"/>
                  </a:lnTo>
                  <a:lnTo>
                    <a:pt x="15190" y="236835"/>
                  </a:lnTo>
                  <a:lnTo>
                    <a:pt x="17479" y="241624"/>
                  </a:lnTo>
                  <a:lnTo>
                    <a:pt x="19919" y="246339"/>
                  </a:lnTo>
                  <a:lnTo>
                    <a:pt x="22507" y="250974"/>
                  </a:lnTo>
                  <a:lnTo>
                    <a:pt x="25241" y="255524"/>
                  </a:lnTo>
                  <a:lnTo>
                    <a:pt x="28118" y="259985"/>
                  </a:lnTo>
                  <a:lnTo>
                    <a:pt x="31135" y="264353"/>
                  </a:lnTo>
                  <a:lnTo>
                    <a:pt x="34289" y="268623"/>
                  </a:lnTo>
                  <a:lnTo>
                    <a:pt x="37578" y="272790"/>
                  </a:lnTo>
                  <a:lnTo>
                    <a:pt x="40997" y="276851"/>
                  </a:lnTo>
                  <a:lnTo>
                    <a:pt x="44543" y="280801"/>
                  </a:lnTo>
                  <a:lnTo>
                    <a:pt x="48213" y="284637"/>
                  </a:lnTo>
                  <a:lnTo>
                    <a:pt x="52002" y="288354"/>
                  </a:lnTo>
                  <a:lnTo>
                    <a:pt x="55908" y="291949"/>
                  </a:lnTo>
                  <a:lnTo>
                    <a:pt x="59926" y="295418"/>
                  </a:lnTo>
                  <a:lnTo>
                    <a:pt x="64052" y="298758"/>
                  </a:lnTo>
                  <a:lnTo>
                    <a:pt x="68283" y="301965"/>
                  </a:lnTo>
                  <a:lnTo>
                    <a:pt x="72613" y="305036"/>
                  </a:lnTo>
                  <a:lnTo>
                    <a:pt x="77038" y="307968"/>
                  </a:lnTo>
                  <a:lnTo>
                    <a:pt x="81554" y="310758"/>
                  </a:lnTo>
                  <a:lnTo>
                    <a:pt x="86156" y="313404"/>
                  </a:lnTo>
                  <a:lnTo>
                    <a:pt x="90840" y="315901"/>
                  </a:lnTo>
                  <a:lnTo>
                    <a:pt x="95601" y="318249"/>
                  </a:lnTo>
                  <a:lnTo>
                    <a:pt x="100434" y="320445"/>
                  </a:lnTo>
                  <a:lnTo>
                    <a:pt x="105335" y="322486"/>
                  </a:lnTo>
                  <a:lnTo>
                    <a:pt x="110297" y="324370"/>
                  </a:lnTo>
                  <a:lnTo>
                    <a:pt x="115317" y="326096"/>
                  </a:lnTo>
                  <a:lnTo>
                    <a:pt x="120390" y="327662"/>
                  </a:lnTo>
                  <a:lnTo>
                    <a:pt x="125509" y="329065"/>
                  </a:lnTo>
                  <a:lnTo>
                    <a:pt x="130671" y="330306"/>
                  </a:lnTo>
                  <a:lnTo>
                    <a:pt x="135869" y="331382"/>
                  </a:lnTo>
                  <a:lnTo>
                    <a:pt x="141099" y="332292"/>
                  </a:lnTo>
                  <a:lnTo>
                    <a:pt x="146355" y="333036"/>
                  </a:lnTo>
                  <a:lnTo>
                    <a:pt x="151632" y="333613"/>
                  </a:lnTo>
                  <a:lnTo>
                    <a:pt x="156925" y="334021"/>
                  </a:lnTo>
                  <a:lnTo>
                    <a:pt x="162228" y="334262"/>
                  </a:lnTo>
                  <a:lnTo>
                    <a:pt x="167536" y="334334"/>
                  </a:lnTo>
                  <a:lnTo>
                    <a:pt x="172843" y="334237"/>
                  </a:lnTo>
                  <a:lnTo>
                    <a:pt x="178145" y="333972"/>
                  </a:lnTo>
                  <a:lnTo>
                    <a:pt x="183436" y="333539"/>
                  </a:lnTo>
                  <a:lnTo>
                    <a:pt x="188710" y="332938"/>
                  </a:lnTo>
                  <a:lnTo>
                    <a:pt x="193963" y="332170"/>
                  </a:lnTo>
                  <a:lnTo>
                    <a:pt x="199188" y="331235"/>
                  </a:lnTo>
                  <a:lnTo>
                    <a:pt x="204381" y="330135"/>
                  </a:lnTo>
                  <a:lnTo>
                    <a:pt x="209537" y="328871"/>
                  </a:lnTo>
                  <a:lnTo>
                    <a:pt x="214650" y="327444"/>
                  </a:lnTo>
                  <a:lnTo>
                    <a:pt x="219715" y="325854"/>
                  </a:lnTo>
                  <a:lnTo>
                    <a:pt x="224727" y="324105"/>
                  </a:lnTo>
                  <a:lnTo>
                    <a:pt x="229681" y="322198"/>
                  </a:lnTo>
                  <a:lnTo>
                    <a:pt x="234572" y="320134"/>
                  </a:lnTo>
                  <a:lnTo>
                    <a:pt x="239395" y="317917"/>
                  </a:lnTo>
                  <a:lnTo>
                    <a:pt x="244145" y="315547"/>
                  </a:lnTo>
                  <a:lnTo>
                    <a:pt x="248817" y="313027"/>
                  </a:lnTo>
                  <a:lnTo>
                    <a:pt x="253408" y="310360"/>
                  </a:lnTo>
                  <a:lnTo>
                    <a:pt x="257911" y="307549"/>
                  </a:lnTo>
                  <a:lnTo>
                    <a:pt x="262322" y="304597"/>
                  </a:lnTo>
                  <a:lnTo>
                    <a:pt x="266638" y="301506"/>
                  </a:lnTo>
                  <a:lnTo>
                    <a:pt x="270853" y="298279"/>
                  </a:lnTo>
                  <a:lnTo>
                    <a:pt x="274964" y="294920"/>
                  </a:lnTo>
                  <a:lnTo>
                    <a:pt x="278966" y="291433"/>
                  </a:lnTo>
                  <a:lnTo>
                    <a:pt x="282855" y="287820"/>
                  </a:lnTo>
                  <a:lnTo>
                    <a:pt x="286627" y="284085"/>
                  </a:lnTo>
                  <a:lnTo>
                    <a:pt x="290279" y="280232"/>
                  </a:lnTo>
                  <a:lnTo>
                    <a:pt x="293807" y="276266"/>
                  </a:lnTo>
                  <a:lnTo>
                    <a:pt x="297208" y="272189"/>
                  </a:lnTo>
                  <a:lnTo>
                    <a:pt x="300477" y="268007"/>
                  </a:lnTo>
                  <a:lnTo>
                    <a:pt x="303611" y="263723"/>
                  </a:lnTo>
                  <a:lnTo>
                    <a:pt x="306608" y="259341"/>
                  </a:lnTo>
                  <a:lnTo>
                    <a:pt x="309464" y="254867"/>
                  </a:lnTo>
                  <a:lnTo>
                    <a:pt x="312177" y="250304"/>
                  </a:lnTo>
                  <a:lnTo>
                    <a:pt x="314744" y="245657"/>
                  </a:lnTo>
                  <a:lnTo>
                    <a:pt x="317162" y="240931"/>
                  </a:lnTo>
                  <a:lnTo>
                    <a:pt x="319428" y="236131"/>
                  </a:lnTo>
                  <a:lnTo>
                    <a:pt x="321541" y="231261"/>
                  </a:lnTo>
                  <a:lnTo>
                    <a:pt x="323498" y="226326"/>
                  </a:lnTo>
                  <a:lnTo>
                    <a:pt x="325298" y="221332"/>
                  </a:lnTo>
                  <a:lnTo>
                    <a:pt x="326938" y="216284"/>
                  </a:lnTo>
                  <a:lnTo>
                    <a:pt x="328417" y="211185"/>
                  </a:lnTo>
                  <a:lnTo>
                    <a:pt x="329733" y="206043"/>
                  </a:lnTo>
                  <a:lnTo>
                    <a:pt x="330885" y="200861"/>
                  </a:lnTo>
                  <a:lnTo>
                    <a:pt x="331873" y="195645"/>
                  </a:lnTo>
                  <a:lnTo>
                    <a:pt x="332694" y="190400"/>
                  </a:lnTo>
                  <a:lnTo>
                    <a:pt x="333348" y="185132"/>
                  </a:lnTo>
                  <a:lnTo>
                    <a:pt x="333835" y="179846"/>
                  </a:lnTo>
                  <a:lnTo>
                    <a:pt x="334153" y="174547"/>
                  </a:lnTo>
                  <a:lnTo>
                    <a:pt x="334303" y="169241"/>
                  </a:lnTo>
                  <a:lnTo>
                    <a:pt x="334285" y="16393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823214"/>
              <a:ext cx="167136" cy="3234"/>
            </a:xfrm>
            <a:custGeom>
              <a:avLst/>
              <a:pathLst>
                <a:path w="167136" h="3234">
                  <a:moveTo>
                    <a:pt x="167136" y="0"/>
                  </a:moveTo>
                  <a:lnTo>
                    <a:pt x="0" y="32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823214"/>
              <a:ext cx="167136" cy="3234"/>
            </a:xfrm>
            <a:custGeom>
              <a:avLst/>
              <a:pathLst>
                <a:path w="167136" h="3234">
                  <a:moveTo>
                    <a:pt x="167136" y="0"/>
                  </a:moveTo>
                  <a:lnTo>
                    <a:pt x="0" y="32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745596"/>
              <a:ext cx="167136" cy="80852"/>
            </a:xfrm>
            <a:custGeom>
              <a:avLst/>
              <a:pathLst>
                <a:path w="167136" h="80852">
                  <a:moveTo>
                    <a:pt x="167136" y="77618"/>
                  </a:moveTo>
                  <a:lnTo>
                    <a:pt x="166923" y="71825"/>
                  </a:lnTo>
                  <a:lnTo>
                    <a:pt x="166510" y="66043"/>
                  </a:lnTo>
                  <a:lnTo>
                    <a:pt x="165896" y="60279"/>
                  </a:lnTo>
                  <a:lnTo>
                    <a:pt x="165083" y="54540"/>
                  </a:lnTo>
                  <a:lnTo>
                    <a:pt x="164072" y="48832"/>
                  </a:lnTo>
                  <a:lnTo>
                    <a:pt x="162863" y="43163"/>
                  </a:lnTo>
                  <a:lnTo>
                    <a:pt x="161458" y="37539"/>
                  </a:lnTo>
                  <a:lnTo>
                    <a:pt x="159859" y="31967"/>
                  </a:lnTo>
                  <a:lnTo>
                    <a:pt x="158068" y="26454"/>
                  </a:lnTo>
                  <a:lnTo>
                    <a:pt x="156087" y="21006"/>
                  </a:lnTo>
                  <a:lnTo>
                    <a:pt x="153919" y="15631"/>
                  </a:lnTo>
                  <a:lnTo>
                    <a:pt x="151565" y="10333"/>
                  </a:lnTo>
                  <a:lnTo>
                    <a:pt x="149029" y="5121"/>
                  </a:lnTo>
                  <a:lnTo>
                    <a:pt x="146313" y="0"/>
                  </a:lnTo>
                  <a:lnTo>
                    <a:pt x="0" y="808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146313" cy="167167"/>
            </a:xfrm>
            <a:custGeom>
              <a:avLst/>
              <a:pathLst>
                <a:path w="146313" h="167167">
                  <a:moveTo>
                    <a:pt x="146313" y="86314"/>
                  </a:moveTo>
                  <a:lnTo>
                    <a:pt x="143539" y="81486"/>
                  </a:lnTo>
                  <a:lnTo>
                    <a:pt x="140606" y="76753"/>
                  </a:lnTo>
                  <a:lnTo>
                    <a:pt x="137517" y="72120"/>
                  </a:lnTo>
                  <a:lnTo>
                    <a:pt x="134275" y="67593"/>
                  </a:lnTo>
                  <a:lnTo>
                    <a:pt x="130884" y="63176"/>
                  </a:lnTo>
                  <a:lnTo>
                    <a:pt x="127348" y="58875"/>
                  </a:lnTo>
                  <a:lnTo>
                    <a:pt x="123671" y="54693"/>
                  </a:lnTo>
                  <a:lnTo>
                    <a:pt x="119856" y="50637"/>
                  </a:lnTo>
                  <a:lnTo>
                    <a:pt x="115909" y="46710"/>
                  </a:lnTo>
                  <a:lnTo>
                    <a:pt x="111833" y="42916"/>
                  </a:lnTo>
                  <a:lnTo>
                    <a:pt x="107632" y="39260"/>
                  </a:lnTo>
                  <a:lnTo>
                    <a:pt x="103313" y="35747"/>
                  </a:lnTo>
                  <a:lnTo>
                    <a:pt x="98879" y="32379"/>
                  </a:lnTo>
                  <a:lnTo>
                    <a:pt x="94335" y="29160"/>
                  </a:lnTo>
                  <a:lnTo>
                    <a:pt x="89686" y="26095"/>
                  </a:lnTo>
                  <a:lnTo>
                    <a:pt x="84938" y="23186"/>
                  </a:lnTo>
                  <a:lnTo>
                    <a:pt x="80095" y="20437"/>
                  </a:lnTo>
                  <a:lnTo>
                    <a:pt x="75164" y="17851"/>
                  </a:lnTo>
                  <a:lnTo>
                    <a:pt x="70149" y="15430"/>
                  </a:lnTo>
                  <a:lnTo>
                    <a:pt x="65057" y="13178"/>
                  </a:lnTo>
                  <a:lnTo>
                    <a:pt x="59892" y="11097"/>
                  </a:lnTo>
                  <a:lnTo>
                    <a:pt x="54661" y="9189"/>
                  </a:lnTo>
                  <a:lnTo>
                    <a:pt x="49369" y="7456"/>
                  </a:lnTo>
                  <a:lnTo>
                    <a:pt x="44023" y="5900"/>
                  </a:lnTo>
                  <a:lnTo>
                    <a:pt x="38627" y="4524"/>
                  </a:lnTo>
                  <a:lnTo>
                    <a:pt x="33189" y="3327"/>
                  </a:lnTo>
                  <a:lnTo>
                    <a:pt x="27714" y="2313"/>
                  </a:lnTo>
                  <a:lnTo>
                    <a:pt x="22208" y="1481"/>
                  </a:lnTo>
                  <a:lnTo>
                    <a:pt x="16677" y="834"/>
                  </a:lnTo>
                  <a:lnTo>
                    <a:pt x="11128" y="370"/>
                  </a:lnTo>
                  <a:lnTo>
                    <a:pt x="5567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561308" y="4213821"/>
              <a:ext cx="167163" cy="265853"/>
            </a:xfrm>
            <a:custGeom>
              <a:avLst/>
              <a:pathLst>
                <a:path w="167163" h="265853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9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1" y="10197"/>
                  </a:lnTo>
                  <a:lnTo>
                    <a:pt x="104691" y="12112"/>
                  </a:lnTo>
                  <a:lnTo>
                    <a:pt x="99775" y="14184"/>
                  </a:lnTo>
                  <a:lnTo>
                    <a:pt x="94927" y="16412"/>
                  </a:lnTo>
                  <a:lnTo>
                    <a:pt x="90153" y="18794"/>
                  </a:lnTo>
                  <a:lnTo>
                    <a:pt x="85457" y="21328"/>
                  </a:lnTo>
                  <a:lnTo>
                    <a:pt x="80845" y="24009"/>
                  </a:lnTo>
                  <a:lnTo>
                    <a:pt x="76321" y="26837"/>
                  </a:lnTo>
                  <a:lnTo>
                    <a:pt x="71889" y="29807"/>
                  </a:lnTo>
                  <a:lnTo>
                    <a:pt x="67554" y="32917"/>
                  </a:lnTo>
                  <a:lnTo>
                    <a:pt x="63320" y="36164"/>
                  </a:lnTo>
                  <a:lnTo>
                    <a:pt x="59193" y="39545"/>
                  </a:lnTo>
                  <a:lnTo>
                    <a:pt x="55175" y="43055"/>
                  </a:lnTo>
                  <a:lnTo>
                    <a:pt x="51272" y="46692"/>
                  </a:lnTo>
                  <a:lnTo>
                    <a:pt x="47486" y="50452"/>
                  </a:lnTo>
                  <a:lnTo>
                    <a:pt x="43822" y="54331"/>
                  </a:lnTo>
                  <a:lnTo>
                    <a:pt x="40284" y="58324"/>
                  </a:lnTo>
                  <a:lnTo>
                    <a:pt x="36876" y="62428"/>
                  </a:lnTo>
                  <a:lnTo>
                    <a:pt x="33600" y="66639"/>
                  </a:lnTo>
                  <a:lnTo>
                    <a:pt x="30460" y="70953"/>
                  </a:lnTo>
                  <a:lnTo>
                    <a:pt x="27459" y="75364"/>
                  </a:lnTo>
                  <a:lnTo>
                    <a:pt x="24601" y="79869"/>
                  </a:lnTo>
                  <a:lnTo>
                    <a:pt x="21887" y="84463"/>
                  </a:lnTo>
                  <a:lnTo>
                    <a:pt x="19322" y="89141"/>
                  </a:lnTo>
                  <a:lnTo>
                    <a:pt x="16907" y="93899"/>
                  </a:lnTo>
                  <a:lnTo>
                    <a:pt x="14646" y="98731"/>
                  </a:lnTo>
                  <a:lnTo>
                    <a:pt x="12540" y="103633"/>
                  </a:lnTo>
                  <a:lnTo>
                    <a:pt x="10591" y="108600"/>
                  </a:lnTo>
                  <a:lnTo>
                    <a:pt x="8802" y="113626"/>
                  </a:lnTo>
                  <a:lnTo>
                    <a:pt x="7174" y="118707"/>
                  </a:lnTo>
                  <a:lnTo>
                    <a:pt x="5709" y="123837"/>
                  </a:lnTo>
                  <a:lnTo>
                    <a:pt x="4408" y="129011"/>
                  </a:lnTo>
                  <a:lnTo>
                    <a:pt x="3274" y="134225"/>
                  </a:lnTo>
                  <a:lnTo>
                    <a:pt x="2306" y="139471"/>
                  </a:lnTo>
                  <a:lnTo>
                    <a:pt x="1506" y="144746"/>
                  </a:lnTo>
                  <a:lnTo>
                    <a:pt x="875" y="150044"/>
                  </a:lnTo>
                  <a:lnTo>
                    <a:pt x="413" y="155359"/>
                  </a:lnTo>
                  <a:lnTo>
                    <a:pt x="121" y="160687"/>
                  </a:lnTo>
                  <a:lnTo>
                    <a:pt x="0" y="166021"/>
                  </a:lnTo>
                  <a:lnTo>
                    <a:pt x="48" y="171356"/>
                  </a:lnTo>
                  <a:lnTo>
                    <a:pt x="267" y="176686"/>
                  </a:lnTo>
                  <a:lnTo>
                    <a:pt x="656" y="182008"/>
                  </a:lnTo>
                  <a:lnTo>
                    <a:pt x="1214" y="187313"/>
                  </a:lnTo>
                  <a:lnTo>
                    <a:pt x="1941" y="192599"/>
                  </a:lnTo>
                  <a:lnTo>
                    <a:pt x="2837" y="197858"/>
                  </a:lnTo>
                  <a:lnTo>
                    <a:pt x="3900" y="203087"/>
                  </a:lnTo>
                  <a:lnTo>
                    <a:pt x="5130" y="208278"/>
                  </a:lnTo>
                  <a:lnTo>
                    <a:pt x="6524" y="213428"/>
                  </a:lnTo>
                  <a:lnTo>
                    <a:pt x="8082" y="218531"/>
                  </a:lnTo>
                  <a:lnTo>
                    <a:pt x="9802" y="223581"/>
                  </a:lnTo>
                  <a:lnTo>
                    <a:pt x="11683" y="228574"/>
                  </a:lnTo>
                  <a:lnTo>
                    <a:pt x="13722" y="233505"/>
                  </a:lnTo>
                  <a:lnTo>
                    <a:pt x="15917" y="238367"/>
                  </a:lnTo>
                  <a:lnTo>
                    <a:pt x="18266" y="243158"/>
                  </a:lnTo>
                  <a:lnTo>
                    <a:pt x="20767" y="247871"/>
                  </a:lnTo>
                  <a:lnTo>
                    <a:pt x="23417" y="252501"/>
                  </a:lnTo>
                  <a:lnTo>
                    <a:pt x="26213" y="257045"/>
                  </a:lnTo>
                  <a:lnTo>
                    <a:pt x="29153" y="261497"/>
                  </a:lnTo>
                  <a:lnTo>
                    <a:pt x="32233" y="265853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593542" y="4380988"/>
              <a:ext cx="134929" cy="98686"/>
            </a:xfrm>
            <a:custGeom>
              <a:avLst/>
              <a:pathLst>
                <a:path w="134929" h="98686">
                  <a:moveTo>
                    <a:pt x="0" y="98686"/>
                  </a:moveTo>
                  <a:lnTo>
                    <a:pt x="1349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593542" y="4380988"/>
              <a:ext cx="134929" cy="128225"/>
            </a:xfrm>
            <a:custGeom>
              <a:avLst/>
              <a:pathLst>
                <a:path w="134929" h="128225">
                  <a:moveTo>
                    <a:pt x="0" y="98686"/>
                  </a:moveTo>
                  <a:lnTo>
                    <a:pt x="4101" y="104062"/>
                  </a:lnTo>
                  <a:lnTo>
                    <a:pt x="8417" y="109269"/>
                  </a:lnTo>
                  <a:lnTo>
                    <a:pt x="12940" y="114296"/>
                  </a:lnTo>
                  <a:lnTo>
                    <a:pt x="17663" y="119137"/>
                  </a:lnTo>
                  <a:lnTo>
                    <a:pt x="22578" y="123782"/>
                  </a:lnTo>
                  <a:lnTo>
                    <a:pt x="27676" y="128225"/>
                  </a:lnTo>
                  <a:lnTo>
                    <a:pt x="1349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621219" y="4213821"/>
              <a:ext cx="274400" cy="334334"/>
            </a:xfrm>
            <a:custGeom>
              <a:avLst/>
              <a:pathLst>
                <a:path w="274400" h="334334">
                  <a:moveTo>
                    <a:pt x="0" y="295392"/>
                  </a:moveTo>
                  <a:lnTo>
                    <a:pt x="4120" y="298730"/>
                  </a:lnTo>
                  <a:lnTo>
                    <a:pt x="8345" y="301934"/>
                  </a:lnTo>
                  <a:lnTo>
                    <a:pt x="12668" y="305003"/>
                  </a:lnTo>
                  <a:lnTo>
                    <a:pt x="17087" y="307934"/>
                  </a:lnTo>
                  <a:lnTo>
                    <a:pt x="21597" y="310722"/>
                  </a:lnTo>
                  <a:lnTo>
                    <a:pt x="26193" y="313367"/>
                  </a:lnTo>
                  <a:lnTo>
                    <a:pt x="30871" y="315864"/>
                  </a:lnTo>
                  <a:lnTo>
                    <a:pt x="35625" y="318212"/>
                  </a:lnTo>
                  <a:lnTo>
                    <a:pt x="40451" y="320407"/>
                  </a:lnTo>
                  <a:lnTo>
                    <a:pt x="45345" y="322449"/>
                  </a:lnTo>
                  <a:lnTo>
                    <a:pt x="50301" y="324334"/>
                  </a:lnTo>
                  <a:lnTo>
                    <a:pt x="55314" y="326061"/>
                  </a:lnTo>
                  <a:lnTo>
                    <a:pt x="60380" y="327628"/>
                  </a:lnTo>
                  <a:lnTo>
                    <a:pt x="65492" y="329034"/>
                  </a:lnTo>
                  <a:lnTo>
                    <a:pt x="70647" y="330277"/>
                  </a:lnTo>
                  <a:lnTo>
                    <a:pt x="75838" y="331356"/>
                  </a:lnTo>
                  <a:lnTo>
                    <a:pt x="81061" y="332270"/>
                  </a:lnTo>
                  <a:lnTo>
                    <a:pt x="86311" y="333018"/>
                  </a:lnTo>
                  <a:lnTo>
                    <a:pt x="91581" y="333598"/>
                  </a:lnTo>
                  <a:lnTo>
                    <a:pt x="96868" y="334012"/>
                  </a:lnTo>
                  <a:lnTo>
                    <a:pt x="102164" y="334257"/>
                  </a:lnTo>
                  <a:lnTo>
                    <a:pt x="107466" y="334334"/>
                  </a:lnTo>
                  <a:lnTo>
                    <a:pt x="112768" y="334243"/>
                  </a:lnTo>
                  <a:lnTo>
                    <a:pt x="118064" y="333984"/>
                  </a:lnTo>
                  <a:lnTo>
                    <a:pt x="123349" y="333558"/>
                  </a:lnTo>
                  <a:lnTo>
                    <a:pt x="128618" y="332963"/>
                  </a:lnTo>
                  <a:lnTo>
                    <a:pt x="133865" y="332202"/>
                  </a:lnTo>
                  <a:lnTo>
                    <a:pt x="139086" y="331275"/>
                  </a:lnTo>
                  <a:lnTo>
                    <a:pt x="144275" y="330183"/>
                  </a:lnTo>
                  <a:lnTo>
                    <a:pt x="149426" y="328927"/>
                  </a:lnTo>
                  <a:lnTo>
                    <a:pt x="154535" y="327508"/>
                  </a:lnTo>
                  <a:lnTo>
                    <a:pt x="159597" y="325928"/>
                  </a:lnTo>
                  <a:lnTo>
                    <a:pt x="164606" y="324188"/>
                  </a:lnTo>
                  <a:lnTo>
                    <a:pt x="169557" y="322290"/>
                  </a:lnTo>
                  <a:lnTo>
                    <a:pt x="174445" y="320236"/>
                  </a:lnTo>
                  <a:lnTo>
                    <a:pt x="179266" y="318028"/>
                  </a:lnTo>
                  <a:lnTo>
                    <a:pt x="184014" y="315668"/>
                  </a:lnTo>
                  <a:lnTo>
                    <a:pt x="188685" y="313159"/>
                  </a:lnTo>
                  <a:lnTo>
                    <a:pt x="193274" y="310503"/>
                  </a:lnTo>
                  <a:lnTo>
                    <a:pt x="197777" y="307702"/>
                  </a:lnTo>
                  <a:lnTo>
                    <a:pt x="202189" y="304761"/>
                  </a:lnTo>
                  <a:lnTo>
                    <a:pt x="206505" y="301681"/>
                  </a:lnTo>
                  <a:lnTo>
                    <a:pt x="210721" y="298465"/>
                  </a:lnTo>
                  <a:lnTo>
                    <a:pt x="214833" y="295118"/>
                  </a:lnTo>
                  <a:lnTo>
                    <a:pt x="218837" y="291641"/>
                  </a:lnTo>
                  <a:lnTo>
                    <a:pt x="222728" y="288040"/>
                  </a:lnTo>
                  <a:lnTo>
                    <a:pt x="226504" y="284317"/>
                  </a:lnTo>
                  <a:lnTo>
                    <a:pt x="230159" y="280476"/>
                  </a:lnTo>
                  <a:lnTo>
                    <a:pt x="233691" y="276521"/>
                  </a:lnTo>
                  <a:lnTo>
                    <a:pt x="237095" y="272456"/>
                  </a:lnTo>
                  <a:lnTo>
                    <a:pt x="240369" y="268285"/>
                  </a:lnTo>
                  <a:lnTo>
                    <a:pt x="243509" y="264012"/>
                  </a:lnTo>
                  <a:lnTo>
                    <a:pt x="246512" y="259642"/>
                  </a:lnTo>
                  <a:lnTo>
                    <a:pt x="249375" y="255179"/>
                  </a:lnTo>
                  <a:lnTo>
                    <a:pt x="252095" y="250627"/>
                  </a:lnTo>
                  <a:lnTo>
                    <a:pt x="254669" y="245991"/>
                  </a:lnTo>
                  <a:lnTo>
                    <a:pt x="257095" y="241277"/>
                  </a:lnTo>
                  <a:lnTo>
                    <a:pt x="259370" y="236487"/>
                  </a:lnTo>
                  <a:lnTo>
                    <a:pt x="261492" y="231628"/>
                  </a:lnTo>
                  <a:lnTo>
                    <a:pt x="263458" y="226704"/>
                  </a:lnTo>
                  <a:lnTo>
                    <a:pt x="265268" y="221720"/>
                  </a:lnTo>
                  <a:lnTo>
                    <a:pt x="266919" y="216681"/>
                  </a:lnTo>
                  <a:lnTo>
                    <a:pt x="268409" y="211592"/>
                  </a:lnTo>
                  <a:lnTo>
                    <a:pt x="269737" y="206458"/>
                  </a:lnTo>
                  <a:lnTo>
                    <a:pt x="270901" y="201286"/>
                  </a:lnTo>
                  <a:lnTo>
                    <a:pt x="271901" y="196078"/>
                  </a:lnTo>
                  <a:lnTo>
                    <a:pt x="272735" y="190842"/>
                  </a:lnTo>
                  <a:lnTo>
                    <a:pt x="273402" y="185582"/>
                  </a:lnTo>
                  <a:lnTo>
                    <a:pt x="273903" y="180303"/>
                  </a:lnTo>
                  <a:lnTo>
                    <a:pt x="274236" y="175011"/>
                  </a:lnTo>
                  <a:lnTo>
                    <a:pt x="274400" y="169711"/>
                  </a:lnTo>
                  <a:lnTo>
                    <a:pt x="274397" y="164409"/>
                  </a:lnTo>
                  <a:lnTo>
                    <a:pt x="274225" y="159109"/>
                  </a:lnTo>
                  <a:lnTo>
                    <a:pt x="273886" y="153818"/>
                  </a:lnTo>
                  <a:lnTo>
                    <a:pt x="273379" y="148540"/>
                  </a:lnTo>
                  <a:lnTo>
                    <a:pt x="272704" y="143280"/>
                  </a:lnTo>
                  <a:lnTo>
                    <a:pt x="271864" y="138045"/>
                  </a:lnTo>
                  <a:lnTo>
                    <a:pt x="270857" y="132839"/>
                  </a:lnTo>
                  <a:lnTo>
                    <a:pt x="269686" y="127668"/>
                  </a:lnTo>
                  <a:lnTo>
                    <a:pt x="268352" y="122536"/>
                  </a:lnTo>
                  <a:lnTo>
                    <a:pt x="266855" y="117449"/>
                  </a:lnTo>
                  <a:lnTo>
                    <a:pt x="265198" y="112412"/>
                  </a:lnTo>
                  <a:lnTo>
                    <a:pt x="263382" y="107431"/>
                  </a:lnTo>
                  <a:lnTo>
                    <a:pt x="261409" y="102509"/>
                  </a:lnTo>
                  <a:lnTo>
                    <a:pt x="259281" y="97652"/>
                  </a:lnTo>
                  <a:lnTo>
                    <a:pt x="257000" y="92866"/>
                  </a:lnTo>
                  <a:lnTo>
                    <a:pt x="254568" y="88154"/>
                  </a:lnTo>
                  <a:lnTo>
                    <a:pt x="251988" y="83521"/>
                  </a:lnTo>
                  <a:lnTo>
                    <a:pt x="249262" y="78973"/>
                  </a:lnTo>
                  <a:lnTo>
                    <a:pt x="246394" y="74514"/>
                  </a:lnTo>
                  <a:lnTo>
                    <a:pt x="243385" y="70148"/>
                  </a:lnTo>
                  <a:lnTo>
                    <a:pt x="240240" y="65879"/>
                  </a:lnTo>
                  <a:lnTo>
                    <a:pt x="236961" y="61712"/>
                  </a:lnTo>
                  <a:lnTo>
                    <a:pt x="233551" y="57651"/>
                  </a:lnTo>
                  <a:lnTo>
                    <a:pt x="230014" y="53701"/>
                  </a:lnTo>
                  <a:lnTo>
                    <a:pt x="226354" y="49865"/>
                  </a:lnTo>
                  <a:lnTo>
                    <a:pt x="222574" y="46146"/>
                  </a:lnTo>
                  <a:lnTo>
                    <a:pt x="218677" y="42550"/>
                  </a:lnTo>
                  <a:lnTo>
                    <a:pt x="214669" y="39079"/>
                  </a:lnTo>
                  <a:lnTo>
                    <a:pt x="210553" y="35736"/>
                  </a:lnTo>
                  <a:lnTo>
                    <a:pt x="206332" y="32526"/>
                  </a:lnTo>
                  <a:lnTo>
                    <a:pt x="202012" y="29452"/>
                  </a:lnTo>
                  <a:lnTo>
                    <a:pt x="197597" y="26516"/>
                  </a:lnTo>
                  <a:lnTo>
                    <a:pt x="193091" y="23721"/>
                  </a:lnTo>
                  <a:lnTo>
                    <a:pt x="188498" y="21071"/>
                  </a:lnTo>
                  <a:lnTo>
                    <a:pt x="183824" y="18568"/>
                  </a:lnTo>
                  <a:lnTo>
                    <a:pt x="179073" y="16214"/>
                  </a:lnTo>
                  <a:lnTo>
                    <a:pt x="174249" y="14012"/>
                  </a:lnTo>
                  <a:lnTo>
                    <a:pt x="169358" y="11964"/>
                  </a:lnTo>
                  <a:lnTo>
                    <a:pt x="164405" y="10073"/>
                  </a:lnTo>
                  <a:lnTo>
                    <a:pt x="159394" y="8339"/>
                  </a:lnTo>
                  <a:lnTo>
                    <a:pt x="154330" y="6765"/>
                  </a:lnTo>
                  <a:lnTo>
                    <a:pt x="149219" y="5353"/>
                  </a:lnTo>
                  <a:lnTo>
                    <a:pt x="144066" y="4104"/>
                  </a:lnTo>
                  <a:lnTo>
                    <a:pt x="138876" y="3018"/>
                  </a:lnTo>
                  <a:lnTo>
                    <a:pt x="133654" y="2098"/>
                  </a:lnTo>
                  <a:lnTo>
                    <a:pt x="128406" y="1343"/>
                  </a:lnTo>
                  <a:lnTo>
                    <a:pt x="123136" y="756"/>
                  </a:lnTo>
                  <a:lnTo>
                    <a:pt x="117850" y="336"/>
                  </a:lnTo>
                  <a:lnTo>
                    <a:pt x="112554" y="84"/>
                  </a:lnTo>
                  <a:lnTo>
                    <a:pt x="107252" y="0"/>
                  </a:lnTo>
                  <a:lnTo>
                    <a:pt x="1072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751844" y="3707720"/>
              <a:ext cx="208488" cy="334331"/>
            </a:xfrm>
            <a:custGeom>
              <a:avLst/>
              <a:pathLst>
                <a:path w="208488" h="334331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1" y="1367"/>
                  </a:lnTo>
                  <a:lnTo>
                    <a:pt x="140538" y="2134"/>
                  </a:lnTo>
                  <a:lnTo>
                    <a:pt x="135273" y="3070"/>
                  </a:lnTo>
                  <a:lnTo>
                    <a:pt x="130040" y="4174"/>
                  </a:lnTo>
                  <a:lnTo>
                    <a:pt x="124845" y="5445"/>
                  </a:lnTo>
                  <a:lnTo>
                    <a:pt x="119693" y="6882"/>
                  </a:lnTo>
                  <a:lnTo>
                    <a:pt x="114590" y="8483"/>
                  </a:lnTo>
                  <a:lnTo>
                    <a:pt x="109541" y="10246"/>
                  </a:lnTo>
                  <a:lnTo>
                    <a:pt x="104551" y="12169"/>
                  </a:lnTo>
                  <a:lnTo>
                    <a:pt x="99625" y="14252"/>
                  </a:lnTo>
                  <a:lnTo>
                    <a:pt x="94768" y="16490"/>
                  </a:lnTo>
                  <a:lnTo>
                    <a:pt x="89985" y="18883"/>
                  </a:lnTo>
                  <a:lnTo>
                    <a:pt x="85281" y="21428"/>
                  </a:lnTo>
                  <a:lnTo>
                    <a:pt x="80661" y="24122"/>
                  </a:lnTo>
                  <a:lnTo>
                    <a:pt x="76129" y="26963"/>
                  </a:lnTo>
                  <a:lnTo>
                    <a:pt x="71691" y="29946"/>
                  </a:lnTo>
                  <a:lnTo>
                    <a:pt x="67350" y="33071"/>
                  </a:lnTo>
                  <a:lnTo>
                    <a:pt x="63112" y="36332"/>
                  </a:lnTo>
                  <a:lnTo>
                    <a:pt x="58980" y="39728"/>
                  </a:lnTo>
                  <a:lnTo>
                    <a:pt x="54959" y="43254"/>
                  </a:lnTo>
                  <a:lnTo>
                    <a:pt x="51052" y="46907"/>
                  </a:lnTo>
                  <a:lnTo>
                    <a:pt x="47265" y="50683"/>
                  </a:lnTo>
                  <a:lnTo>
                    <a:pt x="43600" y="54578"/>
                  </a:lnTo>
                  <a:lnTo>
                    <a:pt x="40062" y="58588"/>
                  </a:lnTo>
                  <a:lnTo>
                    <a:pt x="36653" y="62709"/>
                  </a:lnTo>
                  <a:lnTo>
                    <a:pt x="33379" y="66938"/>
                  </a:lnTo>
                  <a:lnTo>
                    <a:pt x="30241" y="71269"/>
                  </a:lnTo>
                  <a:lnTo>
                    <a:pt x="27243" y="75698"/>
                  </a:lnTo>
                  <a:lnTo>
                    <a:pt x="24389" y="80221"/>
                  </a:lnTo>
                  <a:lnTo>
                    <a:pt x="21681" y="84832"/>
                  </a:lnTo>
                  <a:lnTo>
                    <a:pt x="19122" y="89528"/>
                  </a:lnTo>
                  <a:lnTo>
                    <a:pt x="16714" y="94304"/>
                  </a:lnTo>
                  <a:lnTo>
                    <a:pt x="14460" y="99154"/>
                  </a:lnTo>
                  <a:lnTo>
                    <a:pt x="12362" y="104074"/>
                  </a:lnTo>
                  <a:lnTo>
                    <a:pt x="10423" y="109058"/>
                  </a:lnTo>
                  <a:lnTo>
                    <a:pt x="8645" y="114102"/>
                  </a:lnTo>
                  <a:lnTo>
                    <a:pt x="7028" y="119200"/>
                  </a:lnTo>
                  <a:lnTo>
                    <a:pt x="5576" y="124347"/>
                  </a:lnTo>
                  <a:lnTo>
                    <a:pt x="4289" y="129538"/>
                  </a:lnTo>
                  <a:lnTo>
                    <a:pt x="3169" y="134767"/>
                  </a:lnTo>
                  <a:lnTo>
                    <a:pt x="2216" y="140030"/>
                  </a:lnTo>
                  <a:lnTo>
                    <a:pt x="1432" y="145320"/>
                  </a:lnTo>
                  <a:lnTo>
                    <a:pt x="818" y="150633"/>
                  </a:lnTo>
                  <a:lnTo>
                    <a:pt x="375" y="155963"/>
                  </a:lnTo>
                  <a:lnTo>
                    <a:pt x="102" y="161304"/>
                  </a:lnTo>
                  <a:lnTo>
                    <a:pt x="0" y="166651"/>
                  </a:lnTo>
                  <a:lnTo>
                    <a:pt x="69" y="171999"/>
                  </a:lnTo>
                  <a:lnTo>
                    <a:pt x="309" y="177341"/>
                  </a:lnTo>
                  <a:lnTo>
                    <a:pt x="719" y="182674"/>
                  </a:lnTo>
                  <a:lnTo>
                    <a:pt x="1301" y="187990"/>
                  </a:lnTo>
                  <a:lnTo>
                    <a:pt x="2052" y="193285"/>
                  </a:lnTo>
                  <a:lnTo>
                    <a:pt x="2972" y="198554"/>
                  </a:lnTo>
                  <a:lnTo>
                    <a:pt x="4060" y="203790"/>
                  </a:lnTo>
                  <a:lnTo>
                    <a:pt x="5315" y="208989"/>
                  </a:lnTo>
                  <a:lnTo>
                    <a:pt x="6735" y="214145"/>
                  </a:lnTo>
                  <a:lnTo>
                    <a:pt x="8320" y="219253"/>
                  </a:lnTo>
                  <a:lnTo>
                    <a:pt x="10068" y="224307"/>
                  </a:lnTo>
                  <a:lnTo>
                    <a:pt x="11976" y="229304"/>
                  </a:lnTo>
                  <a:lnTo>
                    <a:pt x="14043" y="234236"/>
                  </a:lnTo>
                  <a:lnTo>
                    <a:pt x="16267" y="239100"/>
                  </a:lnTo>
                  <a:lnTo>
                    <a:pt x="18645" y="243890"/>
                  </a:lnTo>
                  <a:lnTo>
                    <a:pt x="21175" y="248602"/>
                  </a:lnTo>
                  <a:lnTo>
                    <a:pt x="23855" y="253230"/>
                  </a:lnTo>
                  <a:lnTo>
                    <a:pt x="26681" y="257771"/>
                  </a:lnTo>
                  <a:lnTo>
                    <a:pt x="29652" y="262218"/>
                  </a:lnTo>
                  <a:lnTo>
                    <a:pt x="32763" y="266568"/>
                  </a:lnTo>
                  <a:lnTo>
                    <a:pt x="36011" y="270817"/>
                  </a:lnTo>
                  <a:lnTo>
                    <a:pt x="39394" y="274959"/>
                  </a:lnTo>
                  <a:lnTo>
                    <a:pt x="42907" y="278991"/>
                  </a:lnTo>
                  <a:lnTo>
                    <a:pt x="46548" y="282909"/>
                  </a:lnTo>
                  <a:lnTo>
                    <a:pt x="50312" y="286708"/>
                  </a:lnTo>
                  <a:lnTo>
                    <a:pt x="54196" y="290385"/>
                  </a:lnTo>
                  <a:lnTo>
                    <a:pt x="58195" y="293936"/>
                  </a:lnTo>
                  <a:lnTo>
                    <a:pt x="62306" y="297357"/>
                  </a:lnTo>
                  <a:lnTo>
                    <a:pt x="66525" y="300644"/>
                  </a:lnTo>
                  <a:lnTo>
                    <a:pt x="70846" y="303795"/>
                  </a:lnTo>
                  <a:lnTo>
                    <a:pt x="75266" y="306807"/>
                  </a:lnTo>
                  <a:lnTo>
                    <a:pt x="79780" y="309675"/>
                  </a:lnTo>
                  <a:lnTo>
                    <a:pt x="84383" y="312397"/>
                  </a:lnTo>
                  <a:lnTo>
                    <a:pt x="89071" y="314971"/>
                  </a:lnTo>
                  <a:lnTo>
                    <a:pt x="93839" y="317394"/>
                  </a:lnTo>
                  <a:lnTo>
                    <a:pt x="98682" y="319662"/>
                  </a:lnTo>
                  <a:lnTo>
                    <a:pt x="103595" y="321775"/>
                  </a:lnTo>
                  <a:lnTo>
                    <a:pt x="108573" y="323730"/>
                  </a:lnTo>
                  <a:lnTo>
                    <a:pt x="113612" y="325524"/>
                  </a:lnTo>
                  <a:lnTo>
                    <a:pt x="118705" y="327156"/>
                  </a:lnTo>
                  <a:lnTo>
                    <a:pt x="123847" y="328624"/>
                  </a:lnTo>
                  <a:lnTo>
                    <a:pt x="129034" y="329927"/>
                  </a:lnTo>
                  <a:lnTo>
                    <a:pt x="134260" y="331064"/>
                  </a:lnTo>
                  <a:lnTo>
                    <a:pt x="139520" y="332032"/>
                  </a:lnTo>
                  <a:lnTo>
                    <a:pt x="144808" y="332832"/>
                  </a:lnTo>
                  <a:lnTo>
                    <a:pt x="150119" y="333463"/>
                  </a:lnTo>
                  <a:lnTo>
                    <a:pt x="155447" y="333923"/>
                  </a:lnTo>
                  <a:lnTo>
                    <a:pt x="160787" y="334213"/>
                  </a:lnTo>
                  <a:lnTo>
                    <a:pt x="166134" y="334331"/>
                  </a:lnTo>
                  <a:lnTo>
                    <a:pt x="171482" y="334279"/>
                  </a:lnTo>
                  <a:lnTo>
                    <a:pt x="176826" y="334055"/>
                  </a:lnTo>
                  <a:lnTo>
                    <a:pt x="182159" y="333661"/>
                  </a:lnTo>
                  <a:lnTo>
                    <a:pt x="187477" y="333096"/>
                  </a:lnTo>
                  <a:lnTo>
                    <a:pt x="192775" y="332361"/>
                  </a:lnTo>
                  <a:lnTo>
                    <a:pt x="198046" y="331457"/>
                  </a:lnTo>
                  <a:lnTo>
                    <a:pt x="203286" y="330386"/>
                  </a:lnTo>
                  <a:lnTo>
                    <a:pt x="208488" y="32914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30"/>
              <a:ext cx="167161" cy="329137"/>
            </a:xfrm>
            <a:custGeom>
              <a:avLst/>
              <a:pathLst>
                <a:path w="167161" h="329137">
                  <a:moveTo>
                    <a:pt x="41322" y="329137"/>
                  </a:moveTo>
                  <a:lnTo>
                    <a:pt x="46485" y="327732"/>
                  </a:lnTo>
                  <a:lnTo>
                    <a:pt x="51601" y="326161"/>
                  </a:lnTo>
                  <a:lnTo>
                    <a:pt x="56664" y="324428"/>
                  </a:lnTo>
                  <a:lnTo>
                    <a:pt x="61669" y="322534"/>
                  </a:lnTo>
                  <a:lnTo>
                    <a:pt x="66611" y="320480"/>
                  </a:lnTo>
                  <a:lnTo>
                    <a:pt x="71484" y="318270"/>
                  </a:lnTo>
                  <a:lnTo>
                    <a:pt x="76285" y="315904"/>
                  </a:lnTo>
                  <a:lnTo>
                    <a:pt x="81007" y="313386"/>
                  </a:lnTo>
                  <a:lnTo>
                    <a:pt x="85646" y="310718"/>
                  </a:lnTo>
                  <a:lnTo>
                    <a:pt x="90197" y="307903"/>
                  </a:lnTo>
                  <a:lnTo>
                    <a:pt x="94656" y="304944"/>
                  </a:lnTo>
                  <a:lnTo>
                    <a:pt x="99018" y="301844"/>
                  </a:lnTo>
                  <a:lnTo>
                    <a:pt x="103278" y="298605"/>
                  </a:lnTo>
                  <a:lnTo>
                    <a:pt x="107433" y="295232"/>
                  </a:lnTo>
                  <a:lnTo>
                    <a:pt x="111477" y="291728"/>
                  </a:lnTo>
                  <a:lnTo>
                    <a:pt x="115407" y="288096"/>
                  </a:lnTo>
                  <a:lnTo>
                    <a:pt x="119219" y="284340"/>
                  </a:lnTo>
                  <a:lnTo>
                    <a:pt x="122909" y="280464"/>
                  </a:lnTo>
                  <a:lnTo>
                    <a:pt x="126473" y="276471"/>
                  </a:lnTo>
                  <a:lnTo>
                    <a:pt x="129907" y="272367"/>
                  </a:lnTo>
                  <a:lnTo>
                    <a:pt x="133208" y="268155"/>
                  </a:lnTo>
                  <a:lnTo>
                    <a:pt x="136372" y="263840"/>
                  </a:lnTo>
                  <a:lnTo>
                    <a:pt x="139397" y="259425"/>
                  </a:lnTo>
                  <a:lnTo>
                    <a:pt x="142279" y="254916"/>
                  </a:lnTo>
                  <a:lnTo>
                    <a:pt x="145015" y="250317"/>
                  </a:lnTo>
                  <a:lnTo>
                    <a:pt x="147603" y="245632"/>
                  </a:lnTo>
                  <a:lnTo>
                    <a:pt x="150039" y="240867"/>
                  </a:lnTo>
                  <a:lnTo>
                    <a:pt x="152321" y="236027"/>
                  </a:lnTo>
                  <a:lnTo>
                    <a:pt x="154448" y="231116"/>
                  </a:lnTo>
                  <a:lnTo>
                    <a:pt x="156416" y="226140"/>
                  </a:lnTo>
                  <a:lnTo>
                    <a:pt x="158224" y="221103"/>
                  </a:lnTo>
                  <a:lnTo>
                    <a:pt x="159869" y="216011"/>
                  </a:lnTo>
                  <a:lnTo>
                    <a:pt x="161351" y="210869"/>
                  </a:lnTo>
                  <a:lnTo>
                    <a:pt x="162667" y="205682"/>
                  </a:lnTo>
                  <a:lnTo>
                    <a:pt x="163817" y="200455"/>
                  </a:lnTo>
                  <a:lnTo>
                    <a:pt x="164799" y="195194"/>
                  </a:lnTo>
                  <a:lnTo>
                    <a:pt x="165612" y="189905"/>
                  </a:lnTo>
                  <a:lnTo>
                    <a:pt x="166255" y="184592"/>
                  </a:lnTo>
                  <a:lnTo>
                    <a:pt x="166728" y="179262"/>
                  </a:lnTo>
                  <a:lnTo>
                    <a:pt x="167030" y="173919"/>
                  </a:lnTo>
                  <a:lnTo>
                    <a:pt x="167161" y="168569"/>
                  </a:lnTo>
                  <a:lnTo>
                    <a:pt x="167121" y="163218"/>
                  </a:lnTo>
                  <a:lnTo>
                    <a:pt x="166909" y="157870"/>
                  </a:lnTo>
                  <a:lnTo>
                    <a:pt x="166526" y="152533"/>
                  </a:lnTo>
                  <a:lnTo>
                    <a:pt x="165973" y="147210"/>
                  </a:lnTo>
                  <a:lnTo>
                    <a:pt x="165249" y="141908"/>
                  </a:lnTo>
                  <a:lnTo>
                    <a:pt x="164356" y="136631"/>
                  </a:lnTo>
                  <a:lnTo>
                    <a:pt x="163295" y="131386"/>
                  </a:lnTo>
                  <a:lnTo>
                    <a:pt x="162066" y="126177"/>
                  </a:lnTo>
                  <a:lnTo>
                    <a:pt x="160671" y="121011"/>
                  </a:lnTo>
                  <a:lnTo>
                    <a:pt x="159112" y="115892"/>
                  </a:lnTo>
                  <a:lnTo>
                    <a:pt x="157389" y="110825"/>
                  </a:lnTo>
                  <a:lnTo>
                    <a:pt x="155506" y="105816"/>
                  </a:lnTo>
                  <a:lnTo>
                    <a:pt x="153463" y="100870"/>
                  </a:lnTo>
                  <a:lnTo>
                    <a:pt x="151262" y="95992"/>
                  </a:lnTo>
                  <a:lnTo>
                    <a:pt x="148907" y="91187"/>
                  </a:lnTo>
                  <a:lnTo>
                    <a:pt x="146399" y="86459"/>
                  </a:lnTo>
                  <a:lnTo>
                    <a:pt x="143741" y="81815"/>
                  </a:lnTo>
                  <a:lnTo>
                    <a:pt x="140935" y="77257"/>
                  </a:lnTo>
                  <a:lnTo>
                    <a:pt x="137985" y="72792"/>
                  </a:lnTo>
                  <a:lnTo>
                    <a:pt x="134894" y="68424"/>
                  </a:lnTo>
                  <a:lnTo>
                    <a:pt x="131665" y="64157"/>
                  </a:lnTo>
                  <a:lnTo>
                    <a:pt x="128300" y="59995"/>
                  </a:lnTo>
                  <a:lnTo>
                    <a:pt x="124805" y="55943"/>
                  </a:lnTo>
                  <a:lnTo>
                    <a:pt x="121181" y="52005"/>
                  </a:lnTo>
                  <a:lnTo>
                    <a:pt x="117433" y="48186"/>
                  </a:lnTo>
                  <a:lnTo>
                    <a:pt x="113565" y="44488"/>
                  </a:lnTo>
                  <a:lnTo>
                    <a:pt x="109580" y="40915"/>
                  </a:lnTo>
                  <a:lnTo>
                    <a:pt x="105483" y="37473"/>
                  </a:lnTo>
                  <a:lnTo>
                    <a:pt x="101278" y="34163"/>
                  </a:lnTo>
                  <a:lnTo>
                    <a:pt x="96969" y="30989"/>
                  </a:lnTo>
                  <a:lnTo>
                    <a:pt x="92561" y="27955"/>
                  </a:lnTo>
                  <a:lnTo>
                    <a:pt x="88058" y="25064"/>
                  </a:lnTo>
                  <a:lnTo>
                    <a:pt x="83464" y="22318"/>
                  </a:lnTo>
                  <a:lnTo>
                    <a:pt x="78785" y="19720"/>
                  </a:lnTo>
                  <a:lnTo>
                    <a:pt x="74026" y="17274"/>
                  </a:lnTo>
                  <a:lnTo>
                    <a:pt x="69190" y="14981"/>
                  </a:lnTo>
                  <a:lnTo>
                    <a:pt x="64284" y="12845"/>
                  </a:lnTo>
                  <a:lnTo>
                    <a:pt x="59312" y="10866"/>
                  </a:lnTo>
                  <a:lnTo>
                    <a:pt x="54279" y="9048"/>
                  </a:lnTo>
                  <a:lnTo>
                    <a:pt x="49190" y="7391"/>
                  </a:lnTo>
                  <a:lnTo>
                    <a:pt x="44051" y="5899"/>
                  </a:lnTo>
                  <a:lnTo>
                    <a:pt x="38867" y="4571"/>
                  </a:lnTo>
                  <a:lnTo>
                    <a:pt x="33643" y="3411"/>
                  </a:lnTo>
                  <a:lnTo>
                    <a:pt x="28384" y="2418"/>
                  </a:lnTo>
                  <a:lnTo>
                    <a:pt x="23096" y="1593"/>
                  </a:lnTo>
                  <a:lnTo>
                    <a:pt x="17785" y="939"/>
                  </a:lnTo>
                  <a:lnTo>
                    <a:pt x="12456" y="455"/>
                  </a:lnTo>
                  <a:lnTo>
                    <a:pt x="7113" y="142"/>
                  </a:lnTo>
                  <a:lnTo>
                    <a:pt x="1764" y="0"/>
                  </a:lnTo>
                  <a:lnTo>
                    <a:pt x="0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1764" cy="167167"/>
            </a:xfrm>
            <a:custGeom>
              <a:avLst/>
              <a:pathLst>
                <a:path w="1764" h="167167">
                  <a:moveTo>
                    <a:pt x="1764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tx803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2025-06-05T14:09:26Z</dcterms:modified>
  <cp:category/>
</cp:coreProperties>
</file>