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34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26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07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0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73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3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4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3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94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65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9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71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3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39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47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07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94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3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5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82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2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4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6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3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4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71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3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4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19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74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3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34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75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34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73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4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7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26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75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93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9765" y="3170392"/>
              <a:ext cx="54014" cy="167167"/>
            </a:xfrm>
            <a:custGeom>
              <a:avLst/>
              <a:pathLst>
                <a:path w="54014" h="167167">
                  <a:moveTo>
                    <a:pt x="54014" y="0"/>
                  </a:moveTo>
                  <a:lnTo>
                    <a:pt x="47904" y="111"/>
                  </a:lnTo>
                  <a:lnTo>
                    <a:pt x="41802" y="446"/>
                  </a:lnTo>
                  <a:lnTo>
                    <a:pt x="35717" y="1004"/>
                  </a:lnTo>
                  <a:lnTo>
                    <a:pt x="29656" y="1784"/>
                  </a:lnTo>
                  <a:lnTo>
                    <a:pt x="23627" y="2784"/>
                  </a:lnTo>
                  <a:lnTo>
                    <a:pt x="17640" y="4005"/>
                  </a:lnTo>
                  <a:lnTo>
                    <a:pt x="11700" y="5443"/>
                  </a:lnTo>
                  <a:lnTo>
                    <a:pt x="5818" y="7098"/>
                  </a:lnTo>
                  <a:lnTo>
                    <a:pt x="0" y="8966"/>
                  </a:lnTo>
                  <a:lnTo>
                    <a:pt x="5401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9765" y="3179359"/>
              <a:ext cx="54014" cy="158200"/>
            </a:xfrm>
            <a:custGeom>
              <a:avLst/>
              <a:pathLst>
                <a:path w="54014" h="158200">
                  <a:moveTo>
                    <a:pt x="0" y="0"/>
                  </a:moveTo>
                  <a:lnTo>
                    <a:pt x="54014" y="1582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816614" y="3170677"/>
              <a:ext cx="334325" cy="334044"/>
            </a:xfrm>
            <a:custGeom>
              <a:avLst/>
              <a:pathLst>
                <a:path w="334325" h="334044">
                  <a:moveTo>
                    <a:pt x="113150" y="8682"/>
                  </a:moveTo>
                  <a:lnTo>
                    <a:pt x="108164" y="10473"/>
                  </a:lnTo>
                  <a:lnTo>
                    <a:pt x="103236" y="12421"/>
                  </a:lnTo>
                  <a:lnTo>
                    <a:pt x="98373" y="14525"/>
                  </a:lnTo>
                  <a:lnTo>
                    <a:pt x="93579" y="16782"/>
                  </a:lnTo>
                  <a:lnTo>
                    <a:pt x="88859" y="19189"/>
                  </a:lnTo>
                  <a:lnTo>
                    <a:pt x="84218" y="21745"/>
                  </a:lnTo>
                  <a:lnTo>
                    <a:pt x="79659" y="24447"/>
                  </a:lnTo>
                  <a:lnTo>
                    <a:pt x="75189" y="27292"/>
                  </a:lnTo>
                  <a:lnTo>
                    <a:pt x="70811" y="30277"/>
                  </a:lnTo>
                  <a:lnTo>
                    <a:pt x="66531" y="33399"/>
                  </a:lnTo>
                  <a:lnTo>
                    <a:pt x="62351" y="36655"/>
                  </a:lnTo>
                  <a:lnTo>
                    <a:pt x="58276" y="40043"/>
                  </a:lnTo>
                  <a:lnTo>
                    <a:pt x="54311" y="43557"/>
                  </a:lnTo>
                  <a:lnTo>
                    <a:pt x="50459" y="47196"/>
                  </a:lnTo>
                  <a:lnTo>
                    <a:pt x="46725" y="50955"/>
                  </a:lnTo>
                  <a:lnTo>
                    <a:pt x="43111" y="54830"/>
                  </a:lnTo>
                  <a:lnTo>
                    <a:pt x="39622" y="58818"/>
                  </a:lnTo>
                  <a:lnTo>
                    <a:pt x="36261" y="62914"/>
                  </a:lnTo>
                  <a:lnTo>
                    <a:pt x="33032" y="67115"/>
                  </a:lnTo>
                  <a:lnTo>
                    <a:pt x="29938" y="71416"/>
                  </a:lnTo>
                  <a:lnTo>
                    <a:pt x="26981" y="75813"/>
                  </a:lnTo>
                  <a:lnTo>
                    <a:pt x="24165" y="80302"/>
                  </a:lnTo>
                  <a:lnTo>
                    <a:pt x="21493" y="84877"/>
                  </a:lnTo>
                  <a:lnTo>
                    <a:pt x="18967" y="89535"/>
                  </a:lnTo>
                  <a:lnTo>
                    <a:pt x="16590" y="94271"/>
                  </a:lnTo>
                  <a:lnTo>
                    <a:pt x="14365" y="99079"/>
                  </a:lnTo>
                  <a:lnTo>
                    <a:pt x="12293" y="103956"/>
                  </a:lnTo>
                  <a:lnTo>
                    <a:pt x="10376" y="108896"/>
                  </a:lnTo>
                  <a:lnTo>
                    <a:pt x="8617" y="113894"/>
                  </a:lnTo>
                  <a:lnTo>
                    <a:pt x="7018" y="118945"/>
                  </a:lnTo>
                  <a:lnTo>
                    <a:pt x="5579" y="124045"/>
                  </a:lnTo>
                  <a:lnTo>
                    <a:pt x="4302" y="129187"/>
                  </a:lnTo>
                  <a:lnTo>
                    <a:pt x="3189" y="134368"/>
                  </a:lnTo>
                  <a:lnTo>
                    <a:pt x="2241" y="139581"/>
                  </a:lnTo>
                  <a:lnTo>
                    <a:pt x="1459" y="144821"/>
                  </a:lnTo>
                  <a:lnTo>
                    <a:pt x="843" y="150084"/>
                  </a:lnTo>
                  <a:lnTo>
                    <a:pt x="394" y="155364"/>
                  </a:lnTo>
                  <a:lnTo>
                    <a:pt x="113" y="160655"/>
                  </a:lnTo>
                  <a:lnTo>
                    <a:pt x="0" y="165952"/>
                  </a:lnTo>
                  <a:lnTo>
                    <a:pt x="54" y="171251"/>
                  </a:lnTo>
                  <a:lnTo>
                    <a:pt x="276" y="176544"/>
                  </a:lnTo>
                  <a:lnTo>
                    <a:pt x="666" y="181829"/>
                  </a:lnTo>
                  <a:lnTo>
                    <a:pt x="1224" y="187098"/>
                  </a:lnTo>
                  <a:lnTo>
                    <a:pt x="1948" y="192347"/>
                  </a:lnTo>
                  <a:lnTo>
                    <a:pt x="2838" y="197570"/>
                  </a:lnTo>
                  <a:lnTo>
                    <a:pt x="3893" y="202763"/>
                  </a:lnTo>
                  <a:lnTo>
                    <a:pt x="5112" y="207919"/>
                  </a:lnTo>
                  <a:lnTo>
                    <a:pt x="6494" y="213034"/>
                  </a:lnTo>
                  <a:lnTo>
                    <a:pt x="8037" y="218103"/>
                  </a:lnTo>
                  <a:lnTo>
                    <a:pt x="9741" y="223121"/>
                  </a:lnTo>
                  <a:lnTo>
                    <a:pt x="11602" y="228082"/>
                  </a:lnTo>
                  <a:lnTo>
                    <a:pt x="13620" y="232981"/>
                  </a:lnTo>
                  <a:lnTo>
                    <a:pt x="15792" y="237814"/>
                  </a:lnTo>
                  <a:lnTo>
                    <a:pt x="18116" y="242576"/>
                  </a:lnTo>
                  <a:lnTo>
                    <a:pt x="20590" y="247261"/>
                  </a:lnTo>
                  <a:lnTo>
                    <a:pt x="23211" y="251866"/>
                  </a:lnTo>
                  <a:lnTo>
                    <a:pt x="25976" y="256386"/>
                  </a:lnTo>
                  <a:lnTo>
                    <a:pt x="28884" y="260816"/>
                  </a:lnTo>
                  <a:lnTo>
                    <a:pt x="31930" y="265151"/>
                  </a:lnTo>
                  <a:lnTo>
                    <a:pt x="35113" y="269387"/>
                  </a:lnTo>
                  <a:lnTo>
                    <a:pt x="38428" y="273521"/>
                  </a:lnTo>
                  <a:lnTo>
                    <a:pt x="41872" y="277547"/>
                  </a:lnTo>
                  <a:lnTo>
                    <a:pt x="45442" y="281463"/>
                  </a:lnTo>
                  <a:lnTo>
                    <a:pt x="49135" y="285263"/>
                  </a:lnTo>
                  <a:lnTo>
                    <a:pt x="52946" y="288944"/>
                  </a:lnTo>
                  <a:lnTo>
                    <a:pt x="56872" y="292502"/>
                  </a:lnTo>
                  <a:lnTo>
                    <a:pt x="60908" y="295935"/>
                  </a:lnTo>
                  <a:lnTo>
                    <a:pt x="65052" y="299237"/>
                  </a:lnTo>
                  <a:lnTo>
                    <a:pt x="69297" y="302407"/>
                  </a:lnTo>
                  <a:lnTo>
                    <a:pt x="73642" y="305441"/>
                  </a:lnTo>
                  <a:lnTo>
                    <a:pt x="78080" y="308335"/>
                  </a:lnTo>
                  <a:lnTo>
                    <a:pt x="82608" y="311087"/>
                  </a:lnTo>
                  <a:lnTo>
                    <a:pt x="87220" y="313695"/>
                  </a:lnTo>
                  <a:lnTo>
                    <a:pt x="91913" y="316155"/>
                  </a:lnTo>
                  <a:lnTo>
                    <a:pt x="96682" y="318465"/>
                  </a:lnTo>
                  <a:lnTo>
                    <a:pt x="101522" y="320622"/>
                  </a:lnTo>
                  <a:lnTo>
                    <a:pt x="106427" y="322625"/>
                  </a:lnTo>
                  <a:lnTo>
                    <a:pt x="111393" y="324472"/>
                  </a:lnTo>
                  <a:lnTo>
                    <a:pt x="116416" y="326160"/>
                  </a:lnTo>
                  <a:lnTo>
                    <a:pt x="121489" y="327689"/>
                  </a:lnTo>
                  <a:lnTo>
                    <a:pt x="126608" y="329055"/>
                  </a:lnTo>
                  <a:lnTo>
                    <a:pt x="131768" y="330259"/>
                  </a:lnTo>
                  <a:lnTo>
                    <a:pt x="136964" y="331299"/>
                  </a:lnTo>
                  <a:lnTo>
                    <a:pt x="142190" y="332174"/>
                  </a:lnTo>
                  <a:lnTo>
                    <a:pt x="147441" y="332882"/>
                  </a:lnTo>
                  <a:lnTo>
                    <a:pt x="152712" y="333424"/>
                  </a:lnTo>
                  <a:lnTo>
                    <a:pt x="157997" y="333798"/>
                  </a:lnTo>
                  <a:lnTo>
                    <a:pt x="163292" y="334005"/>
                  </a:lnTo>
                  <a:lnTo>
                    <a:pt x="168590" y="334044"/>
                  </a:lnTo>
                  <a:lnTo>
                    <a:pt x="173887" y="333914"/>
                  </a:lnTo>
                  <a:lnTo>
                    <a:pt x="179178" y="333617"/>
                  </a:lnTo>
                  <a:lnTo>
                    <a:pt x="184456" y="333153"/>
                  </a:lnTo>
                  <a:lnTo>
                    <a:pt x="189717" y="332521"/>
                  </a:lnTo>
                  <a:lnTo>
                    <a:pt x="194955" y="331723"/>
                  </a:lnTo>
                  <a:lnTo>
                    <a:pt x="200165" y="330760"/>
                  </a:lnTo>
                  <a:lnTo>
                    <a:pt x="205342" y="329632"/>
                  </a:lnTo>
                  <a:lnTo>
                    <a:pt x="210481" y="328340"/>
                  </a:lnTo>
                  <a:lnTo>
                    <a:pt x="215576" y="326886"/>
                  </a:lnTo>
                  <a:lnTo>
                    <a:pt x="220623" y="325271"/>
                  </a:lnTo>
                  <a:lnTo>
                    <a:pt x="225616" y="323498"/>
                  </a:lnTo>
                  <a:lnTo>
                    <a:pt x="230550" y="321566"/>
                  </a:lnTo>
                  <a:lnTo>
                    <a:pt x="235421" y="319480"/>
                  </a:lnTo>
                  <a:lnTo>
                    <a:pt x="240222" y="317240"/>
                  </a:lnTo>
                  <a:lnTo>
                    <a:pt x="244951" y="314849"/>
                  </a:lnTo>
                  <a:lnTo>
                    <a:pt x="249601" y="312309"/>
                  </a:lnTo>
                  <a:lnTo>
                    <a:pt x="254169" y="309624"/>
                  </a:lnTo>
                  <a:lnTo>
                    <a:pt x="258649" y="306795"/>
                  </a:lnTo>
                  <a:lnTo>
                    <a:pt x="263037" y="303825"/>
                  </a:lnTo>
                  <a:lnTo>
                    <a:pt x="267329" y="300718"/>
                  </a:lnTo>
                  <a:lnTo>
                    <a:pt x="271520" y="297476"/>
                  </a:lnTo>
                  <a:lnTo>
                    <a:pt x="275607" y="294103"/>
                  </a:lnTo>
                  <a:lnTo>
                    <a:pt x="279584" y="290602"/>
                  </a:lnTo>
                  <a:lnTo>
                    <a:pt x="283449" y="286977"/>
                  </a:lnTo>
                  <a:lnTo>
                    <a:pt x="287197" y="283232"/>
                  </a:lnTo>
                  <a:lnTo>
                    <a:pt x="290824" y="279369"/>
                  </a:lnTo>
                  <a:lnTo>
                    <a:pt x="294327" y="275394"/>
                  </a:lnTo>
                  <a:lnTo>
                    <a:pt x="297702" y="271309"/>
                  </a:lnTo>
                  <a:lnTo>
                    <a:pt x="300946" y="267120"/>
                  </a:lnTo>
                  <a:lnTo>
                    <a:pt x="304055" y="262829"/>
                  </a:lnTo>
                  <a:lnTo>
                    <a:pt x="307027" y="258443"/>
                  </a:lnTo>
                  <a:lnTo>
                    <a:pt x="309859" y="253964"/>
                  </a:lnTo>
                  <a:lnTo>
                    <a:pt x="312547" y="249398"/>
                  </a:lnTo>
                  <a:lnTo>
                    <a:pt x="315089" y="244749"/>
                  </a:lnTo>
                  <a:lnTo>
                    <a:pt x="317483" y="240022"/>
                  </a:lnTo>
                  <a:lnTo>
                    <a:pt x="319725" y="235221"/>
                  </a:lnTo>
                  <a:lnTo>
                    <a:pt x="321814" y="230352"/>
                  </a:lnTo>
                  <a:lnTo>
                    <a:pt x="323748" y="225419"/>
                  </a:lnTo>
                  <a:lnTo>
                    <a:pt x="325525" y="220427"/>
                  </a:lnTo>
                  <a:lnTo>
                    <a:pt x="327142" y="215381"/>
                  </a:lnTo>
                  <a:lnTo>
                    <a:pt x="328599" y="210287"/>
                  </a:lnTo>
                  <a:lnTo>
                    <a:pt x="329893" y="205148"/>
                  </a:lnTo>
                  <a:lnTo>
                    <a:pt x="331024" y="199972"/>
                  </a:lnTo>
                  <a:lnTo>
                    <a:pt x="331991" y="194762"/>
                  </a:lnTo>
                  <a:lnTo>
                    <a:pt x="332791" y="189524"/>
                  </a:lnTo>
                  <a:lnTo>
                    <a:pt x="333426" y="184264"/>
                  </a:lnTo>
                  <a:lnTo>
                    <a:pt x="333893" y="178986"/>
                  </a:lnTo>
                  <a:lnTo>
                    <a:pt x="334193" y="173696"/>
                  </a:lnTo>
                  <a:lnTo>
                    <a:pt x="334325" y="168399"/>
                  </a:lnTo>
                  <a:lnTo>
                    <a:pt x="334289" y="163100"/>
                  </a:lnTo>
                  <a:lnTo>
                    <a:pt x="334085" y="157806"/>
                  </a:lnTo>
                  <a:lnTo>
                    <a:pt x="333714" y="152520"/>
                  </a:lnTo>
                  <a:lnTo>
                    <a:pt x="333175" y="147249"/>
                  </a:lnTo>
                  <a:lnTo>
                    <a:pt x="332469" y="141998"/>
                  </a:lnTo>
                  <a:lnTo>
                    <a:pt x="331598" y="136771"/>
                  </a:lnTo>
                  <a:lnTo>
                    <a:pt x="330561" y="131575"/>
                  </a:lnTo>
                  <a:lnTo>
                    <a:pt x="329360" y="126414"/>
                  </a:lnTo>
                  <a:lnTo>
                    <a:pt x="327996" y="121294"/>
                  </a:lnTo>
                  <a:lnTo>
                    <a:pt x="326470" y="116220"/>
                  </a:lnTo>
                  <a:lnTo>
                    <a:pt x="324784" y="111197"/>
                  </a:lnTo>
                  <a:lnTo>
                    <a:pt x="322940" y="106229"/>
                  </a:lnTo>
                  <a:lnTo>
                    <a:pt x="320940" y="101323"/>
                  </a:lnTo>
                  <a:lnTo>
                    <a:pt x="318785" y="96482"/>
                  </a:lnTo>
                  <a:lnTo>
                    <a:pt x="316478" y="91712"/>
                  </a:lnTo>
                  <a:lnTo>
                    <a:pt x="314020" y="87018"/>
                  </a:lnTo>
                  <a:lnTo>
                    <a:pt x="311415" y="82404"/>
                  </a:lnTo>
                  <a:lnTo>
                    <a:pt x="308666" y="77875"/>
                  </a:lnTo>
                  <a:lnTo>
                    <a:pt x="305774" y="73435"/>
                  </a:lnTo>
                  <a:lnTo>
                    <a:pt x="302742" y="69089"/>
                  </a:lnTo>
                  <a:lnTo>
                    <a:pt x="299575" y="64841"/>
                  </a:lnTo>
                  <a:lnTo>
                    <a:pt x="296275" y="60696"/>
                  </a:lnTo>
                  <a:lnTo>
                    <a:pt x="292844" y="56657"/>
                  </a:lnTo>
                  <a:lnTo>
                    <a:pt x="289288" y="52730"/>
                  </a:lnTo>
                  <a:lnTo>
                    <a:pt x="285609" y="48917"/>
                  </a:lnTo>
                  <a:lnTo>
                    <a:pt x="281811" y="45222"/>
                  </a:lnTo>
                  <a:lnTo>
                    <a:pt x="277897" y="41650"/>
                  </a:lnTo>
                  <a:lnTo>
                    <a:pt x="273873" y="38203"/>
                  </a:lnTo>
                  <a:lnTo>
                    <a:pt x="269741" y="34886"/>
                  </a:lnTo>
                  <a:lnTo>
                    <a:pt x="265506" y="31701"/>
                  </a:lnTo>
                  <a:lnTo>
                    <a:pt x="261173" y="28653"/>
                  </a:lnTo>
                  <a:lnTo>
                    <a:pt x="256745" y="25743"/>
                  </a:lnTo>
                  <a:lnTo>
                    <a:pt x="252226" y="22975"/>
                  </a:lnTo>
                  <a:lnTo>
                    <a:pt x="247623" y="20351"/>
                  </a:lnTo>
                  <a:lnTo>
                    <a:pt x="242939" y="17875"/>
                  </a:lnTo>
                  <a:lnTo>
                    <a:pt x="238178" y="15548"/>
                  </a:lnTo>
                  <a:lnTo>
                    <a:pt x="233346" y="13374"/>
                  </a:lnTo>
                  <a:lnTo>
                    <a:pt x="228448" y="11353"/>
                  </a:lnTo>
                  <a:lnTo>
                    <a:pt x="223488" y="9489"/>
                  </a:lnTo>
                  <a:lnTo>
                    <a:pt x="218472" y="7783"/>
                  </a:lnTo>
                  <a:lnTo>
                    <a:pt x="213404" y="6237"/>
                  </a:lnTo>
                  <a:lnTo>
                    <a:pt x="208289" y="4852"/>
                  </a:lnTo>
                  <a:lnTo>
                    <a:pt x="203133" y="3630"/>
                  </a:lnTo>
                  <a:lnTo>
                    <a:pt x="197941" y="2572"/>
                  </a:lnTo>
                  <a:lnTo>
                    <a:pt x="192719" y="1679"/>
                  </a:lnTo>
                  <a:lnTo>
                    <a:pt x="187470" y="953"/>
                  </a:lnTo>
                  <a:lnTo>
                    <a:pt x="182201" y="392"/>
                  </a:lnTo>
                  <a:lnTo>
                    <a:pt x="176917" y="0"/>
                  </a:lnTo>
                  <a:lnTo>
                    <a:pt x="167164" y="1668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83779" y="3170392"/>
              <a:ext cx="9752" cy="167167"/>
            </a:xfrm>
            <a:custGeom>
              <a:avLst/>
              <a:pathLst>
                <a:path w="9752" h="167167">
                  <a:moveTo>
                    <a:pt x="9752" y="28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863" y="2633064"/>
              <a:ext cx="167148" cy="207570"/>
            </a:xfrm>
            <a:custGeom>
              <a:avLst/>
              <a:pathLst>
                <a:path w="167148" h="207570">
                  <a:moveTo>
                    <a:pt x="167148" y="0"/>
                  </a:moveTo>
                  <a:lnTo>
                    <a:pt x="161731" y="87"/>
                  </a:lnTo>
                  <a:lnTo>
                    <a:pt x="156320" y="351"/>
                  </a:lnTo>
                  <a:lnTo>
                    <a:pt x="150920" y="789"/>
                  </a:lnTo>
                  <a:lnTo>
                    <a:pt x="145537" y="1402"/>
                  </a:lnTo>
                  <a:lnTo>
                    <a:pt x="140177" y="2189"/>
                  </a:lnTo>
                  <a:lnTo>
                    <a:pt x="134846" y="3150"/>
                  </a:lnTo>
                  <a:lnTo>
                    <a:pt x="129548" y="4283"/>
                  </a:lnTo>
                  <a:lnTo>
                    <a:pt x="124290" y="5587"/>
                  </a:lnTo>
                  <a:lnTo>
                    <a:pt x="119077" y="7060"/>
                  </a:lnTo>
                  <a:lnTo>
                    <a:pt x="113914" y="8702"/>
                  </a:lnTo>
                  <a:lnTo>
                    <a:pt x="108807" y="10510"/>
                  </a:lnTo>
                  <a:lnTo>
                    <a:pt x="103761" y="12483"/>
                  </a:lnTo>
                  <a:lnTo>
                    <a:pt x="98782" y="14618"/>
                  </a:lnTo>
                  <a:lnTo>
                    <a:pt x="93875" y="16914"/>
                  </a:lnTo>
                  <a:lnTo>
                    <a:pt x="89045" y="19367"/>
                  </a:lnTo>
                  <a:lnTo>
                    <a:pt x="84297" y="21975"/>
                  </a:lnTo>
                  <a:lnTo>
                    <a:pt x="79636" y="24736"/>
                  </a:lnTo>
                  <a:lnTo>
                    <a:pt x="75066" y="27646"/>
                  </a:lnTo>
                  <a:lnTo>
                    <a:pt x="70594" y="30704"/>
                  </a:lnTo>
                  <a:lnTo>
                    <a:pt x="66223" y="33904"/>
                  </a:lnTo>
                  <a:lnTo>
                    <a:pt x="61957" y="37244"/>
                  </a:lnTo>
                  <a:lnTo>
                    <a:pt x="57803" y="40721"/>
                  </a:lnTo>
                  <a:lnTo>
                    <a:pt x="53763" y="44330"/>
                  </a:lnTo>
                  <a:lnTo>
                    <a:pt x="49842" y="48069"/>
                  </a:lnTo>
                  <a:lnTo>
                    <a:pt x="46044" y="51933"/>
                  </a:lnTo>
                  <a:lnTo>
                    <a:pt x="42374" y="55917"/>
                  </a:lnTo>
                  <a:lnTo>
                    <a:pt x="38835" y="60019"/>
                  </a:lnTo>
                  <a:lnTo>
                    <a:pt x="35430" y="64233"/>
                  </a:lnTo>
                  <a:lnTo>
                    <a:pt x="32164" y="68555"/>
                  </a:lnTo>
                  <a:lnTo>
                    <a:pt x="29039" y="72981"/>
                  </a:lnTo>
                  <a:lnTo>
                    <a:pt x="26060" y="77505"/>
                  </a:lnTo>
                  <a:lnTo>
                    <a:pt x="23229" y="82124"/>
                  </a:lnTo>
                  <a:lnTo>
                    <a:pt x="20549" y="86832"/>
                  </a:lnTo>
                  <a:lnTo>
                    <a:pt x="18023" y="91625"/>
                  </a:lnTo>
                  <a:lnTo>
                    <a:pt x="15653" y="96497"/>
                  </a:lnTo>
                  <a:lnTo>
                    <a:pt x="13443" y="101443"/>
                  </a:lnTo>
                  <a:lnTo>
                    <a:pt x="11394" y="106458"/>
                  </a:lnTo>
                  <a:lnTo>
                    <a:pt x="9508" y="111537"/>
                  </a:lnTo>
                  <a:lnTo>
                    <a:pt x="7788" y="116674"/>
                  </a:lnTo>
                  <a:lnTo>
                    <a:pt x="6236" y="121864"/>
                  </a:lnTo>
                  <a:lnTo>
                    <a:pt x="4852" y="127102"/>
                  </a:lnTo>
                  <a:lnTo>
                    <a:pt x="3639" y="132382"/>
                  </a:lnTo>
                  <a:lnTo>
                    <a:pt x="2598" y="137698"/>
                  </a:lnTo>
                  <a:lnTo>
                    <a:pt x="1730" y="143046"/>
                  </a:lnTo>
                  <a:lnTo>
                    <a:pt x="1035" y="148419"/>
                  </a:lnTo>
                  <a:lnTo>
                    <a:pt x="515" y="153811"/>
                  </a:lnTo>
                  <a:lnTo>
                    <a:pt x="169" y="159218"/>
                  </a:lnTo>
                  <a:lnTo>
                    <a:pt x="0" y="164632"/>
                  </a:lnTo>
                  <a:lnTo>
                    <a:pt x="5" y="170050"/>
                  </a:lnTo>
                  <a:lnTo>
                    <a:pt x="186" y="175464"/>
                  </a:lnTo>
                  <a:lnTo>
                    <a:pt x="543" y="180870"/>
                  </a:lnTo>
                  <a:lnTo>
                    <a:pt x="1074" y="186262"/>
                  </a:lnTo>
                  <a:lnTo>
                    <a:pt x="1780" y="191633"/>
                  </a:lnTo>
                  <a:lnTo>
                    <a:pt x="2660" y="196978"/>
                  </a:lnTo>
                  <a:lnTo>
                    <a:pt x="3712" y="202293"/>
                  </a:lnTo>
                  <a:lnTo>
                    <a:pt x="4936" y="20757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6800" y="2800231"/>
              <a:ext cx="162211" cy="40403"/>
            </a:xfrm>
            <a:custGeom>
              <a:avLst/>
              <a:pathLst>
                <a:path w="162211" h="40403">
                  <a:moveTo>
                    <a:pt x="0" y="40403"/>
                  </a:moveTo>
                  <a:lnTo>
                    <a:pt x="1622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6800" y="2675923"/>
              <a:ext cx="329373" cy="291458"/>
            </a:xfrm>
            <a:custGeom>
              <a:avLst/>
              <a:pathLst>
                <a:path w="329373" h="291458">
                  <a:moveTo>
                    <a:pt x="0" y="164711"/>
                  </a:moveTo>
                  <a:lnTo>
                    <a:pt x="1372" y="169870"/>
                  </a:lnTo>
                  <a:lnTo>
                    <a:pt x="2909" y="174981"/>
                  </a:lnTo>
                  <a:lnTo>
                    <a:pt x="4608" y="180041"/>
                  </a:lnTo>
                  <a:lnTo>
                    <a:pt x="6467" y="185044"/>
                  </a:lnTo>
                  <a:lnTo>
                    <a:pt x="8486" y="189986"/>
                  </a:lnTo>
                  <a:lnTo>
                    <a:pt x="10661" y="194860"/>
                  </a:lnTo>
                  <a:lnTo>
                    <a:pt x="12991" y="199662"/>
                  </a:lnTo>
                  <a:lnTo>
                    <a:pt x="15472" y="204388"/>
                  </a:lnTo>
                  <a:lnTo>
                    <a:pt x="18104" y="209032"/>
                  </a:lnTo>
                  <a:lnTo>
                    <a:pt x="20882" y="213589"/>
                  </a:lnTo>
                  <a:lnTo>
                    <a:pt x="23805" y="218056"/>
                  </a:lnTo>
                  <a:lnTo>
                    <a:pt x="26868" y="222427"/>
                  </a:lnTo>
                  <a:lnTo>
                    <a:pt x="30070" y="226698"/>
                  </a:lnTo>
                  <a:lnTo>
                    <a:pt x="33406" y="230864"/>
                  </a:lnTo>
                  <a:lnTo>
                    <a:pt x="36873" y="234922"/>
                  </a:lnTo>
                  <a:lnTo>
                    <a:pt x="40469" y="238867"/>
                  </a:lnTo>
                  <a:lnTo>
                    <a:pt x="44188" y="242696"/>
                  </a:lnTo>
                  <a:lnTo>
                    <a:pt x="48028" y="246403"/>
                  </a:lnTo>
                  <a:lnTo>
                    <a:pt x="51984" y="249986"/>
                  </a:lnTo>
                  <a:lnTo>
                    <a:pt x="56053" y="253441"/>
                  </a:lnTo>
                  <a:lnTo>
                    <a:pt x="60229" y="256765"/>
                  </a:lnTo>
                  <a:lnTo>
                    <a:pt x="64510" y="259953"/>
                  </a:lnTo>
                  <a:lnTo>
                    <a:pt x="68891" y="263003"/>
                  </a:lnTo>
                  <a:lnTo>
                    <a:pt x="73366" y="265912"/>
                  </a:lnTo>
                  <a:lnTo>
                    <a:pt x="77932" y="268676"/>
                  </a:lnTo>
                  <a:lnTo>
                    <a:pt x="82584" y="271293"/>
                  </a:lnTo>
                  <a:lnTo>
                    <a:pt x="87317" y="273760"/>
                  </a:lnTo>
                  <a:lnTo>
                    <a:pt x="92127" y="276075"/>
                  </a:lnTo>
                  <a:lnTo>
                    <a:pt x="97008" y="278235"/>
                  </a:lnTo>
                  <a:lnTo>
                    <a:pt x="101955" y="280238"/>
                  </a:lnTo>
                  <a:lnTo>
                    <a:pt x="106964" y="282083"/>
                  </a:lnTo>
                  <a:lnTo>
                    <a:pt x="112029" y="283766"/>
                  </a:lnTo>
                  <a:lnTo>
                    <a:pt x="117146" y="285287"/>
                  </a:lnTo>
                  <a:lnTo>
                    <a:pt x="122308" y="286643"/>
                  </a:lnTo>
                  <a:lnTo>
                    <a:pt x="127511" y="287835"/>
                  </a:lnTo>
                  <a:lnTo>
                    <a:pt x="132750" y="288859"/>
                  </a:lnTo>
                  <a:lnTo>
                    <a:pt x="138018" y="289716"/>
                  </a:lnTo>
                  <a:lnTo>
                    <a:pt x="143311" y="290404"/>
                  </a:lnTo>
                  <a:lnTo>
                    <a:pt x="148623" y="290923"/>
                  </a:lnTo>
                  <a:lnTo>
                    <a:pt x="153950" y="291271"/>
                  </a:lnTo>
                  <a:lnTo>
                    <a:pt x="159284" y="291450"/>
                  </a:lnTo>
                  <a:lnTo>
                    <a:pt x="164622" y="291458"/>
                  </a:lnTo>
                  <a:lnTo>
                    <a:pt x="169957" y="291296"/>
                  </a:lnTo>
                  <a:lnTo>
                    <a:pt x="175284" y="290964"/>
                  </a:lnTo>
                  <a:lnTo>
                    <a:pt x="180598" y="290461"/>
                  </a:lnTo>
                  <a:lnTo>
                    <a:pt x="185893" y="289790"/>
                  </a:lnTo>
                  <a:lnTo>
                    <a:pt x="191165" y="288949"/>
                  </a:lnTo>
                  <a:lnTo>
                    <a:pt x="196406" y="287941"/>
                  </a:lnTo>
                  <a:lnTo>
                    <a:pt x="201613" y="286766"/>
                  </a:lnTo>
                  <a:lnTo>
                    <a:pt x="206779" y="285425"/>
                  </a:lnTo>
                  <a:lnTo>
                    <a:pt x="211900" y="283920"/>
                  </a:lnTo>
                  <a:lnTo>
                    <a:pt x="216971" y="282252"/>
                  </a:lnTo>
                  <a:lnTo>
                    <a:pt x="221985" y="280424"/>
                  </a:lnTo>
                  <a:lnTo>
                    <a:pt x="226939" y="278436"/>
                  </a:lnTo>
                  <a:lnTo>
                    <a:pt x="231827" y="276291"/>
                  </a:lnTo>
                  <a:lnTo>
                    <a:pt x="236643" y="273991"/>
                  </a:lnTo>
                  <a:lnTo>
                    <a:pt x="241384" y="271538"/>
                  </a:lnTo>
                  <a:lnTo>
                    <a:pt x="246044" y="268935"/>
                  </a:lnTo>
                  <a:lnTo>
                    <a:pt x="250619" y="266185"/>
                  </a:lnTo>
                  <a:lnTo>
                    <a:pt x="255103" y="263290"/>
                  </a:lnTo>
                  <a:lnTo>
                    <a:pt x="259493" y="260254"/>
                  </a:lnTo>
                  <a:lnTo>
                    <a:pt x="263783" y="257079"/>
                  </a:lnTo>
                  <a:lnTo>
                    <a:pt x="267970" y="253768"/>
                  </a:lnTo>
                  <a:lnTo>
                    <a:pt x="272050" y="250326"/>
                  </a:lnTo>
                  <a:lnTo>
                    <a:pt x="276017" y="246755"/>
                  </a:lnTo>
                  <a:lnTo>
                    <a:pt x="279868" y="243059"/>
                  </a:lnTo>
                  <a:lnTo>
                    <a:pt x="283599" y="239242"/>
                  </a:lnTo>
                  <a:lnTo>
                    <a:pt x="287207" y="235308"/>
                  </a:lnTo>
                  <a:lnTo>
                    <a:pt x="290687" y="231261"/>
                  </a:lnTo>
                  <a:lnTo>
                    <a:pt x="294036" y="227105"/>
                  </a:lnTo>
                  <a:lnTo>
                    <a:pt x="297250" y="222844"/>
                  </a:lnTo>
                  <a:lnTo>
                    <a:pt x="300327" y="218482"/>
                  </a:lnTo>
                  <a:lnTo>
                    <a:pt x="303264" y="214025"/>
                  </a:lnTo>
                  <a:lnTo>
                    <a:pt x="306056" y="209476"/>
                  </a:lnTo>
                  <a:lnTo>
                    <a:pt x="308702" y="204840"/>
                  </a:lnTo>
                  <a:lnTo>
                    <a:pt x="311198" y="200122"/>
                  </a:lnTo>
                  <a:lnTo>
                    <a:pt x="313543" y="195327"/>
                  </a:lnTo>
                  <a:lnTo>
                    <a:pt x="315733" y="190460"/>
                  </a:lnTo>
                  <a:lnTo>
                    <a:pt x="317766" y="185525"/>
                  </a:lnTo>
                  <a:lnTo>
                    <a:pt x="319641" y="180527"/>
                  </a:lnTo>
                  <a:lnTo>
                    <a:pt x="321356" y="175472"/>
                  </a:lnTo>
                  <a:lnTo>
                    <a:pt x="322908" y="170365"/>
                  </a:lnTo>
                  <a:lnTo>
                    <a:pt x="324297" y="165212"/>
                  </a:lnTo>
                  <a:lnTo>
                    <a:pt x="325520" y="160016"/>
                  </a:lnTo>
                  <a:lnTo>
                    <a:pt x="326577" y="154784"/>
                  </a:lnTo>
                  <a:lnTo>
                    <a:pt x="327466" y="149521"/>
                  </a:lnTo>
                  <a:lnTo>
                    <a:pt x="328187" y="144232"/>
                  </a:lnTo>
                  <a:lnTo>
                    <a:pt x="328738" y="138923"/>
                  </a:lnTo>
                  <a:lnTo>
                    <a:pt x="329120" y="133599"/>
                  </a:lnTo>
                  <a:lnTo>
                    <a:pt x="329331" y="128266"/>
                  </a:lnTo>
                  <a:lnTo>
                    <a:pt x="329373" y="122928"/>
                  </a:lnTo>
                  <a:lnTo>
                    <a:pt x="329243" y="117592"/>
                  </a:lnTo>
                  <a:lnTo>
                    <a:pt x="328944" y="112263"/>
                  </a:lnTo>
                  <a:lnTo>
                    <a:pt x="328474" y="106946"/>
                  </a:lnTo>
                  <a:lnTo>
                    <a:pt x="327835" y="101647"/>
                  </a:lnTo>
                  <a:lnTo>
                    <a:pt x="327027" y="96371"/>
                  </a:lnTo>
                  <a:lnTo>
                    <a:pt x="326051" y="91123"/>
                  </a:lnTo>
                  <a:lnTo>
                    <a:pt x="324908" y="85909"/>
                  </a:lnTo>
                  <a:lnTo>
                    <a:pt x="323600" y="80735"/>
                  </a:lnTo>
                  <a:lnTo>
                    <a:pt x="322126" y="75604"/>
                  </a:lnTo>
                  <a:lnTo>
                    <a:pt x="320490" y="70524"/>
                  </a:lnTo>
                  <a:lnTo>
                    <a:pt x="318692" y="65498"/>
                  </a:lnTo>
                  <a:lnTo>
                    <a:pt x="316735" y="60532"/>
                  </a:lnTo>
                  <a:lnTo>
                    <a:pt x="314620" y="55631"/>
                  </a:lnTo>
                  <a:lnTo>
                    <a:pt x="312349" y="50801"/>
                  </a:lnTo>
                  <a:lnTo>
                    <a:pt x="309926" y="46045"/>
                  </a:lnTo>
                  <a:lnTo>
                    <a:pt x="307352" y="41369"/>
                  </a:lnTo>
                  <a:lnTo>
                    <a:pt x="304630" y="36777"/>
                  </a:lnTo>
                  <a:lnTo>
                    <a:pt x="301763" y="32275"/>
                  </a:lnTo>
                  <a:lnTo>
                    <a:pt x="298754" y="27867"/>
                  </a:lnTo>
                  <a:lnTo>
                    <a:pt x="295605" y="23557"/>
                  </a:lnTo>
                  <a:lnTo>
                    <a:pt x="292321" y="19349"/>
                  </a:lnTo>
                  <a:lnTo>
                    <a:pt x="288904" y="15249"/>
                  </a:lnTo>
                  <a:lnTo>
                    <a:pt x="285357" y="11260"/>
                  </a:lnTo>
                  <a:lnTo>
                    <a:pt x="281685" y="7386"/>
                  </a:lnTo>
                  <a:lnTo>
                    <a:pt x="277891" y="3631"/>
                  </a:lnTo>
                  <a:lnTo>
                    <a:pt x="273980" y="0"/>
                  </a:lnTo>
                  <a:lnTo>
                    <a:pt x="162211" y="1243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919011" y="2633064"/>
              <a:ext cx="111768" cy="167167"/>
            </a:xfrm>
            <a:custGeom>
              <a:avLst/>
              <a:pathLst>
                <a:path w="111768" h="167167">
                  <a:moveTo>
                    <a:pt x="111768" y="42858"/>
                  </a:moveTo>
                  <a:lnTo>
                    <a:pt x="107569" y="39207"/>
                  </a:lnTo>
                  <a:lnTo>
                    <a:pt x="103251" y="35698"/>
                  </a:lnTo>
                  <a:lnTo>
                    <a:pt x="98818" y="32334"/>
                  </a:lnTo>
                  <a:lnTo>
                    <a:pt x="94276" y="29120"/>
                  </a:lnTo>
                  <a:lnTo>
                    <a:pt x="89629" y="26059"/>
                  </a:lnTo>
                  <a:lnTo>
                    <a:pt x="84884" y="23154"/>
                  </a:lnTo>
                  <a:lnTo>
                    <a:pt x="80044" y="20409"/>
                  </a:lnTo>
                  <a:lnTo>
                    <a:pt x="75115" y="17826"/>
                  </a:lnTo>
                  <a:lnTo>
                    <a:pt x="70103" y="15409"/>
                  </a:lnTo>
                  <a:lnTo>
                    <a:pt x="65013" y="13160"/>
                  </a:lnTo>
                  <a:lnTo>
                    <a:pt x="59852" y="11082"/>
                  </a:lnTo>
                  <a:lnTo>
                    <a:pt x="54624" y="9176"/>
                  </a:lnTo>
                  <a:lnTo>
                    <a:pt x="49335" y="7446"/>
                  </a:lnTo>
                  <a:lnTo>
                    <a:pt x="43992" y="5892"/>
                  </a:lnTo>
                  <a:lnTo>
                    <a:pt x="38600" y="4517"/>
                  </a:lnTo>
                  <a:lnTo>
                    <a:pt x="33166" y="3323"/>
                  </a:lnTo>
                  <a:lnTo>
                    <a:pt x="27694" y="2310"/>
                  </a:lnTo>
                  <a:lnTo>
                    <a:pt x="22192" y="1479"/>
                  </a:lnTo>
                  <a:lnTo>
                    <a:pt x="16666" y="832"/>
                  </a:lnTo>
                  <a:lnTo>
                    <a:pt x="11121" y="370"/>
                  </a:lnTo>
                  <a:lnTo>
                    <a:pt x="5563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34129" y="212696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4129" y="215612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561321" y="2156129"/>
              <a:ext cx="245561" cy="305160"/>
            </a:xfrm>
            <a:custGeom>
              <a:avLst/>
              <a:pathLst>
                <a:path w="245561" h="305160">
                  <a:moveTo>
                    <a:pt x="72807" y="0"/>
                  </a:moveTo>
                  <a:lnTo>
                    <a:pt x="68454" y="3078"/>
                  </a:lnTo>
                  <a:lnTo>
                    <a:pt x="64201" y="6295"/>
                  </a:lnTo>
                  <a:lnTo>
                    <a:pt x="60053" y="9645"/>
                  </a:lnTo>
                  <a:lnTo>
                    <a:pt x="56014" y="13125"/>
                  </a:lnTo>
                  <a:lnTo>
                    <a:pt x="52089" y="16733"/>
                  </a:lnTo>
                  <a:lnTo>
                    <a:pt x="48280" y="20464"/>
                  </a:lnTo>
                  <a:lnTo>
                    <a:pt x="44592" y="24315"/>
                  </a:lnTo>
                  <a:lnTo>
                    <a:pt x="41029" y="28281"/>
                  </a:lnTo>
                  <a:lnTo>
                    <a:pt x="37594" y="32359"/>
                  </a:lnTo>
                  <a:lnTo>
                    <a:pt x="34291" y="36544"/>
                  </a:lnTo>
                  <a:lnTo>
                    <a:pt x="31123" y="40833"/>
                  </a:lnTo>
                  <a:lnTo>
                    <a:pt x="28093" y="45221"/>
                  </a:lnTo>
                  <a:lnTo>
                    <a:pt x="25205" y="49702"/>
                  </a:lnTo>
                  <a:lnTo>
                    <a:pt x="22461" y="54274"/>
                  </a:lnTo>
                  <a:lnTo>
                    <a:pt x="19865" y="58931"/>
                  </a:lnTo>
                  <a:lnTo>
                    <a:pt x="17418" y="63668"/>
                  </a:lnTo>
                  <a:lnTo>
                    <a:pt x="15124" y="68481"/>
                  </a:lnTo>
                  <a:lnTo>
                    <a:pt x="12984" y="73365"/>
                  </a:lnTo>
                  <a:lnTo>
                    <a:pt x="11001" y="78314"/>
                  </a:lnTo>
                  <a:lnTo>
                    <a:pt x="9177" y="83324"/>
                  </a:lnTo>
                  <a:lnTo>
                    <a:pt x="7514" y="88390"/>
                  </a:lnTo>
                  <a:lnTo>
                    <a:pt x="6013" y="93506"/>
                  </a:lnTo>
                  <a:lnTo>
                    <a:pt x="4676" y="98668"/>
                  </a:lnTo>
                  <a:lnTo>
                    <a:pt x="3504" y="103869"/>
                  </a:lnTo>
                  <a:lnTo>
                    <a:pt x="2499" y="109105"/>
                  </a:lnTo>
                  <a:lnTo>
                    <a:pt x="1661" y="114371"/>
                  </a:lnTo>
                  <a:lnTo>
                    <a:pt x="992" y="119660"/>
                  </a:lnTo>
                  <a:lnTo>
                    <a:pt x="491" y="124969"/>
                  </a:lnTo>
                  <a:lnTo>
                    <a:pt x="160" y="130290"/>
                  </a:lnTo>
                  <a:lnTo>
                    <a:pt x="0" y="135620"/>
                  </a:lnTo>
                  <a:lnTo>
                    <a:pt x="9" y="140951"/>
                  </a:lnTo>
                  <a:lnTo>
                    <a:pt x="188" y="146280"/>
                  </a:lnTo>
                  <a:lnTo>
                    <a:pt x="537" y="151600"/>
                  </a:lnTo>
                  <a:lnTo>
                    <a:pt x="1055" y="156907"/>
                  </a:lnTo>
                  <a:lnTo>
                    <a:pt x="1743" y="162194"/>
                  </a:lnTo>
                  <a:lnTo>
                    <a:pt x="2598" y="167457"/>
                  </a:lnTo>
                  <a:lnTo>
                    <a:pt x="3621" y="172690"/>
                  </a:lnTo>
                  <a:lnTo>
                    <a:pt x="4811" y="177887"/>
                  </a:lnTo>
                  <a:lnTo>
                    <a:pt x="6165" y="183044"/>
                  </a:lnTo>
                  <a:lnTo>
                    <a:pt x="7684" y="188155"/>
                  </a:lnTo>
                  <a:lnTo>
                    <a:pt x="9364" y="193215"/>
                  </a:lnTo>
                  <a:lnTo>
                    <a:pt x="11205" y="198219"/>
                  </a:lnTo>
                  <a:lnTo>
                    <a:pt x="13205" y="203161"/>
                  </a:lnTo>
                  <a:lnTo>
                    <a:pt x="15361" y="208038"/>
                  </a:lnTo>
                  <a:lnTo>
                    <a:pt x="17672" y="212843"/>
                  </a:lnTo>
                  <a:lnTo>
                    <a:pt x="20135" y="217572"/>
                  </a:lnTo>
                  <a:lnTo>
                    <a:pt x="22747" y="222220"/>
                  </a:lnTo>
                  <a:lnTo>
                    <a:pt x="25507" y="226782"/>
                  </a:lnTo>
                  <a:lnTo>
                    <a:pt x="28410" y="231254"/>
                  </a:lnTo>
                  <a:lnTo>
                    <a:pt x="31455" y="235631"/>
                  </a:lnTo>
                  <a:lnTo>
                    <a:pt x="34637" y="239909"/>
                  </a:lnTo>
                  <a:lnTo>
                    <a:pt x="37954" y="244083"/>
                  </a:lnTo>
                  <a:lnTo>
                    <a:pt x="41403" y="248149"/>
                  </a:lnTo>
                  <a:lnTo>
                    <a:pt x="44980" y="252103"/>
                  </a:lnTo>
                  <a:lnTo>
                    <a:pt x="48681" y="255941"/>
                  </a:lnTo>
                  <a:lnTo>
                    <a:pt x="52502" y="259660"/>
                  </a:lnTo>
                  <a:lnTo>
                    <a:pt x="56441" y="263254"/>
                  </a:lnTo>
                  <a:lnTo>
                    <a:pt x="60491" y="266721"/>
                  </a:lnTo>
                  <a:lnTo>
                    <a:pt x="64651" y="270057"/>
                  </a:lnTo>
                  <a:lnTo>
                    <a:pt x="68914" y="273258"/>
                  </a:lnTo>
                  <a:lnTo>
                    <a:pt x="73278" y="276322"/>
                  </a:lnTo>
                  <a:lnTo>
                    <a:pt x="77737" y="279246"/>
                  </a:lnTo>
                  <a:lnTo>
                    <a:pt x="82286" y="282025"/>
                  </a:lnTo>
                  <a:lnTo>
                    <a:pt x="86923" y="284659"/>
                  </a:lnTo>
                  <a:lnTo>
                    <a:pt x="91641" y="287142"/>
                  </a:lnTo>
                  <a:lnTo>
                    <a:pt x="96435" y="289475"/>
                  </a:lnTo>
                  <a:lnTo>
                    <a:pt x="101302" y="291653"/>
                  </a:lnTo>
                  <a:lnTo>
                    <a:pt x="106235" y="293675"/>
                  </a:lnTo>
                  <a:lnTo>
                    <a:pt x="111231" y="295538"/>
                  </a:lnTo>
                  <a:lnTo>
                    <a:pt x="116283" y="297241"/>
                  </a:lnTo>
                  <a:lnTo>
                    <a:pt x="121388" y="298782"/>
                  </a:lnTo>
                  <a:lnTo>
                    <a:pt x="126538" y="300160"/>
                  </a:lnTo>
                  <a:lnTo>
                    <a:pt x="131730" y="301373"/>
                  </a:lnTo>
                  <a:lnTo>
                    <a:pt x="136959" y="302419"/>
                  </a:lnTo>
                  <a:lnTo>
                    <a:pt x="142217" y="303298"/>
                  </a:lnTo>
                  <a:lnTo>
                    <a:pt x="147502" y="304009"/>
                  </a:lnTo>
                  <a:lnTo>
                    <a:pt x="152806" y="304552"/>
                  </a:lnTo>
                  <a:lnTo>
                    <a:pt x="158124" y="304924"/>
                  </a:lnTo>
                  <a:lnTo>
                    <a:pt x="163452" y="305127"/>
                  </a:lnTo>
                  <a:lnTo>
                    <a:pt x="168784" y="305160"/>
                  </a:lnTo>
                  <a:lnTo>
                    <a:pt x="174114" y="305023"/>
                  </a:lnTo>
                  <a:lnTo>
                    <a:pt x="179437" y="304716"/>
                  </a:lnTo>
                  <a:lnTo>
                    <a:pt x="184748" y="304239"/>
                  </a:lnTo>
                  <a:lnTo>
                    <a:pt x="190040" y="303593"/>
                  </a:lnTo>
                  <a:lnTo>
                    <a:pt x="195309" y="302779"/>
                  </a:lnTo>
                  <a:lnTo>
                    <a:pt x="200550" y="301797"/>
                  </a:lnTo>
                  <a:lnTo>
                    <a:pt x="205757" y="300649"/>
                  </a:lnTo>
                  <a:lnTo>
                    <a:pt x="210924" y="299335"/>
                  </a:lnTo>
                  <a:lnTo>
                    <a:pt x="216047" y="297857"/>
                  </a:lnTo>
                  <a:lnTo>
                    <a:pt x="221120" y="296216"/>
                  </a:lnTo>
                  <a:lnTo>
                    <a:pt x="226138" y="294415"/>
                  </a:lnTo>
                  <a:lnTo>
                    <a:pt x="231096" y="292454"/>
                  </a:lnTo>
                  <a:lnTo>
                    <a:pt x="235989" y="290336"/>
                  </a:lnTo>
                  <a:lnTo>
                    <a:pt x="240813" y="288063"/>
                  </a:lnTo>
                  <a:lnTo>
                    <a:pt x="245561" y="285638"/>
                  </a:lnTo>
                  <a:lnTo>
                    <a:pt x="167150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728472" y="2126963"/>
              <a:ext cx="167165" cy="314804"/>
            </a:xfrm>
            <a:custGeom>
              <a:avLst/>
              <a:pathLst>
                <a:path w="167165" h="314804">
                  <a:moveTo>
                    <a:pt x="78410" y="314804"/>
                  </a:moveTo>
                  <a:lnTo>
                    <a:pt x="83089" y="312222"/>
                  </a:lnTo>
                  <a:lnTo>
                    <a:pt x="87683" y="309492"/>
                  </a:lnTo>
                  <a:lnTo>
                    <a:pt x="92187" y="306617"/>
                  </a:lnTo>
                  <a:lnTo>
                    <a:pt x="96597" y="303599"/>
                  </a:lnTo>
                  <a:lnTo>
                    <a:pt x="100909" y="300442"/>
                  </a:lnTo>
                  <a:lnTo>
                    <a:pt x="105117" y="297149"/>
                  </a:lnTo>
                  <a:lnTo>
                    <a:pt x="109218" y="293722"/>
                  </a:lnTo>
                  <a:lnTo>
                    <a:pt x="113207" y="290167"/>
                  </a:lnTo>
                  <a:lnTo>
                    <a:pt x="117081" y="286485"/>
                  </a:lnTo>
                  <a:lnTo>
                    <a:pt x="120835" y="282682"/>
                  </a:lnTo>
                  <a:lnTo>
                    <a:pt x="124465" y="278761"/>
                  </a:lnTo>
                  <a:lnTo>
                    <a:pt x="127969" y="274726"/>
                  </a:lnTo>
                  <a:lnTo>
                    <a:pt x="131341" y="270580"/>
                  </a:lnTo>
                  <a:lnTo>
                    <a:pt x="134579" y="266329"/>
                  </a:lnTo>
                  <a:lnTo>
                    <a:pt x="137680" y="261977"/>
                  </a:lnTo>
                  <a:lnTo>
                    <a:pt x="140640" y="257528"/>
                  </a:lnTo>
                  <a:lnTo>
                    <a:pt x="143457" y="252987"/>
                  </a:lnTo>
                  <a:lnTo>
                    <a:pt x="146126" y="248358"/>
                  </a:lnTo>
                  <a:lnTo>
                    <a:pt x="148647" y="243645"/>
                  </a:lnTo>
                  <a:lnTo>
                    <a:pt x="151015" y="238855"/>
                  </a:lnTo>
                  <a:lnTo>
                    <a:pt x="153229" y="233992"/>
                  </a:lnTo>
                  <a:lnTo>
                    <a:pt x="155287" y="229060"/>
                  </a:lnTo>
                  <a:lnTo>
                    <a:pt x="157186" y="224065"/>
                  </a:lnTo>
                  <a:lnTo>
                    <a:pt x="158924" y="219012"/>
                  </a:lnTo>
                  <a:lnTo>
                    <a:pt x="160500" y="213905"/>
                  </a:lnTo>
                  <a:lnTo>
                    <a:pt x="161912" y="208751"/>
                  </a:lnTo>
                  <a:lnTo>
                    <a:pt x="163159" y="203555"/>
                  </a:lnTo>
                  <a:lnTo>
                    <a:pt x="164238" y="198321"/>
                  </a:lnTo>
                  <a:lnTo>
                    <a:pt x="165150" y="193056"/>
                  </a:lnTo>
                  <a:lnTo>
                    <a:pt x="165893" y="187764"/>
                  </a:lnTo>
                  <a:lnTo>
                    <a:pt x="166467" y="182451"/>
                  </a:lnTo>
                  <a:lnTo>
                    <a:pt x="166870" y="177122"/>
                  </a:lnTo>
                  <a:lnTo>
                    <a:pt x="167103" y="171784"/>
                  </a:lnTo>
                  <a:lnTo>
                    <a:pt x="167165" y="166440"/>
                  </a:lnTo>
                  <a:lnTo>
                    <a:pt x="167057" y="161097"/>
                  </a:lnTo>
                  <a:lnTo>
                    <a:pt x="166777" y="155761"/>
                  </a:lnTo>
                  <a:lnTo>
                    <a:pt x="166328" y="150436"/>
                  </a:lnTo>
                  <a:lnTo>
                    <a:pt x="165708" y="145128"/>
                  </a:lnTo>
                  <a:lnTo>
                    <a:pt x="164919" y="139843"/>
                  </a:lnTo>
                  <a:lnTo>
                    <a:pt x="163961" y="134586"/>
                  </a:lnTo>
                  <a:lnTo>
                    <a:pt x="162836" y="129362"/>
                  </a:lnTo>
                  <a:lnTo>
                    <a:pt x="161544" y="124176"/>
                  </a:lnTo>
                  <a:lnTo>
                    <a:pt x="160088" y="119035"/>
                  </a:lnTo>
                  <a:lnTo>
                    <a:pt x="158467" y="113942"/>
                  </a:lnTo>
                  <a:lnTo>
                    <a:pt x="156685" y="108905"/>
                  </a:lnTo>
                  <a:lnTo>
                    <a:pt x="154743" y="103926"/>
                  </a:lnTo>
                  <a:lnTo>
                    <a:pt x="152643" y="99012"/>
                  </a:lnTo>
                  <a:lnTo>
                    <a:pt x="150386" y="94168"/>
                  </a:lnTo>
                  <a:lnTo>
                    <a:pt x="147976" y="89399"/>
                  </a:lnTo>
                  <a:lnTo>
                    <a:pt x="145415" y="84709"/>
                  </a:lnTo>
                  <a:lnTo>
                    <a:pt x="142705" y="80103"/>
                  </a:lnTo>
                  <a:lnTo>
                    <a:pt x="139849" y="75586"/>
                  </a:lnTo>
                  <a:lnTo>
                    <a:pt x="136851" y="71163"/>
                  </a:lnTo>
                  <a:lnTo>
                    <a:pt x="133712" y="66838"/>
                  </a:lnTo>
                  <a:lnTo>
                    <a:pt x="130437" y="62615"/>
                  </a:lnTo>
                  <a:lnTo>
                    <a:pt x="127029" y="58500"/>
                  </a:lnTo>
                  <a:lnTo>
                    <a:pt x="123490" y="54495"/>
                  </a:lnTo>
                  <a:lnTo>
                    <a:pt x="119826" y="50605"/>
                  </a:lnTo>
                  <a:lnTo>
                    <a:pt x="116039" y="46835"/>
                  </a:lnTo>
                  <a:lnTo>
                    <a:pt x="112134" y="43187"/>
                  </a:lnTo>
                  <a:lnTo>
                    <a:pt x="108114" y="39667"/>
                  </a:lnTo>
                  <a:lnTo>
                    <a:pt x="103983" y="36276"/>
                  </a:lnTo>
                  <a:lnTo>
                    <a:pt x="99746" y="33019"/>
                  </a:lnTo>
                  <a:lnTo>
                    <a:pt x="95408" y="29900"/>
                  </a:lnTo>
                  <a:lnTo>
                    <a:pt x="90971" y="26920"/>
                  </a:lnTo>
                  <a:lnTo>
                    <a:pt x="86442" y="24084"/>
                  </a:lnTo>
                  <a:lnTo>
                    <a:pt x="81825" y="21395"/>
                  </a:lnTo>
                  <a:lnTo>
                    <a:pt x="77124" y="18854"/>
                  </a:lnTo>
                  <a:lnTo>
                    <a:pt x="72344" y="16464"/>
                  </a:lnTo>
                  <a:lnTo>
                    <a:pt x="67490" y="14229"/>
                  </a:lnTo>
                  <a:lnTo>
                    <a:pt x="62567" y="12150"/>
                  </a:lnTo>
                  <a:lnTo>
                    <a:pt x="57580" y="10229"/>
                  </a:lnTo>
                  <a:lnTo>
                    <a:pt x="52535" y="8469"/>
                  </a:lnTo>
                  <a:lnTo>
                    <a:pt x="47435" y="6871"/>
                  </a:lnTo>
                  <a:lnTo>
                    <a:pt x="42287" y="5437"/>
                  </a:lnTo>
                  <a:lnTo>
                    <a:pt x="37097" y="4168"/>
                  </a:lnTo>
                  <a:lnTo>
                    <a:pt x="31868" y="3065"/>
                  </a:lnTo>
                  <a:lnTo>
                    <a:pt x="26606" y="2130"/>
                  </a:lnTo>
                  <a:lnTo>
                    <a:pt x="21318" y="1364"/>
                  </a:lnTo>
                  <a:lnTo>
                    <a:pt x="16007" y="768"/>
                  </a:lnTo>
                  <a:lnTo>
                    <a:pt x="10680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7149" y="1681503"/>
              <a:ext cx="36085" cy="167167"/>
            </a:xfrm>
            <a:custGeom>
              <a:avLst/>
              <a:pathLst>
                <a:path w="36085" h="167167">
                  <a:moveTo>
                    <a:pt x="36085" y="0"/>
                  </a:moveTo>
                  <a:lnTo>
                    <a:pt x="28813" y="158"/>
                  </a:lnTo>
                  <a:lnTo>
                    <a:pt x="21555" y="632"/>
                  </a:lnTo>
                  <a:lnTo>
                    <a:pt x="14324" y="1422"/>
                  </a:lnTo>
                  <a:lnTo>
                    <a:pt x="7134" y="2525"/>
                  </a:lnTo>
                  <a:lnTo>
                    <a:pt x="0" y="3941"/>
                  </a:lnTo>
                  <a:lnTo>
                    <a:pt x="360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7149" y="1685444"/>
              <a:ext cx="36085" cy="163226"/>
            </a:xfrm>
            <a:custGeom>
              <a:avLst/>
              <a:pathLst>
                <a:path w="36085" h="163226">
                  <a:moveTo>
                    <a:pt x="0" y="0"/>
                  </a:moveTo>
                  <a:lnTo>
                    <a:pt x="36085" y="1632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256074" y="1685444"/>
              <a:ext cx="334325" cy="330387"/>
            </a:xfrm>
            <a:custGeom>
              <a:avLst/>
              <a:pathLst>
                <a:path w="334325" h="330387">
                  <a:moveTo>
                    <a:pt x="131074" y="0"/>
                  </a:moveTo>
                  <a:lnTo>
                    <a:pt x="125921" y="1225"/>
                  </a:lnTo>
                  <a:lnTo>
                    <a:pt x="120810" y="2612"/>
                  </a:lnTo>
                  <a:lnTo>
                    <a:pt x="115745" y="4161"/>
                  </a:lnTo>
                  <a:lnTo>
                    <a:pt x="110731" y="5870"/>
                  </a:lnTo>
                  <a:lnTo>
                    <a:pt x="105774" y="7737"/>
                  </a:lnTo>
                  <a:lnTo>
                    <a:pt x="100879" y="9760"/>
                  </a:lnTo>
                  <a:lnTo>
                    <a:pt x="96050" y="11937"/>
                  </a:lnTo>
                  <a:lnTo>
                    <a:pt x="91293" y="14265"/>
                  </a:lnTo>
                  <a:lnTo>
                    <a:pt x="86612" y="16744"/>
                  </a:lnTo>
                  <a:lnTo>
                    <a:pt x="82012" y="19369"/>
                  </a:lnTo>
                  <a:lnTo>
                    <a:pt x="77497" y="22139"/>
                  </a:lnTo>
                  <a:lnTo>
                    <a:pt x="73072" y="25050"/>
                  </a:lnTo>
                  <a:lnTo>
                    <a:pt x="68742" y="28100"/>
                  </a:lnTo>
                  <a:lnTo>
                    <a:pt x="64510" y="31286"/>
                  </a:lnTo>
                  <a:lnTo>
                    <a:pt x="60382" y="34604"/>
                  </a:lnTo>
                  <a:lnTo>
                    <a:pt x="56361" y="38052"/>
                  </a:lnTo>
                  <a:lnTo>
                    <a:pt x="52451" y="41625"/>
                  </a:lnTo>
                  <a:lnTo>
                    <a:pt x="48656" y="45320"/>
                  </a:lnTo>
                  <a:lnTo>
                    <a:pt x="44980" y="49133"/>
                  </a:lnTo>
                  <a:lnTo>
                    <a:pt x="41427" y="53061"/>
                  </a:lnTo>
                  <a:lnTo>
                    <a:pt x="38000" y="57100"/>
                  </a:lnTo>
                  <a:lnTo>
                    <a:pt x="34702" y="61245"/>
                  </a:lnTo>
                  <a:lnTo>
                    <a:pt x="31538" y="65493"/>
                  </a:lnTo>
                  <a:lnTo>
                    <a:pt x="28510" y="69838"/>
                  </a:lnTo>
                  <a:lnTo>
                    <a:pt x="25621" y="74278"/>
                  </a:lnTo>
                  <a:lnTo>
                    <a:pt x="22874" y="78807"/>
                  </a:lnTo>
                  <a:lnTo>
                    <a:pt x="20272" y="83420"/>
                  </a:lnTo>
                  <a:lnTo>
                    <a:pt x="17817" y="88114"/>
                  </a:lnTo>
                  <a:lnTo>
                    <a:pt x="15513" y="92883"/>
                  </a:lnTo>
                  <a:lnTo>
                    <a:pt x="13360" y="97722"/>
                  </a:lnTo>
                  <a:lnTo>
                    <a:pt x="11362" y="102628"/>
                  </a:lnTo>
                  <a:lnTo>
                    <a:pt x="9521" y="107594"/>
                  </a:lnTo>
                  <a:lnTo>
                    <a:pt x="7837" y="112616"/>
                  </a:lnTo>
                  <a:lnTo>
                    <a:pt x="6314" y="117689"/>
                  </a:lnTo>
                  <a:lnTo>
                    <a:pt x="4952" y="122807"/>
                  </a:lnTo>
                  <a:lnTo>
                    <a:pt x="3753" y="127967"/>
                  </a:lnTo>
                  <a:lnTo>
                    <a:pt x="2718" y="133161"/>
                  </a:lnTo>
                  <a:lnTo>
                    <a:pt x="1848" y="138386"/>
                  </a:lnTo>
                  <a:lnTo>
                    <a:pt x="1144" y="143636"/>
                  </a:lnTo>
                  <a:lnTo>
                    <a:pt x="607" y="148905"/>
                  </a:lnTo>
                  <a:lnTo>
                    <a:pt x="237" y="154189"/>
                  </a:lnTo>
                  <a:lnTo>
                    <a:pt x="34" y="159482"/>
                  </a:lnTo>
                  <a:lnTo>
                    <a:pt x="0" y="164778"/>
                  </a:lnTo>
                  <a:lnTo>
                    <a:pt x="133" y="170073"/>
                  </a:lnTo>
                  <a:lnTo>
                    <a:pt x="433" y="175361"/>
                  </a:lnTo>
                  <a:lnTo>
                    <a:pt x="902" y="180637"/>
                  </a:lnTo>
                  <a:lnTo>
                    <a:pt x="1537" y="185896"/>
                  </a:lnTo>
                  <a:lnTo>
                    <a:pt x="2338" y="191131"/>
                  </a:lnTo>
                  <a:lnTo>
                    <a:pt x="3305" y="196339"/>
                  </a:lnTo>
                  <a:lnTo>
                    <a:pt x="4436" y="201514"/>
                  </a:lnTo>
                  <a:lnTo>
                    <a:pt x="5731" y="206650"/>
                  </a:lnTo>
                  <a:lnTo>
                    <a:pt x="7187" y="211742"/>
                  </a:lnTo>
                  <a:lnTo>
                    <a:pt x="8805" y="216786"/>
                  </a:lnTo>
                  <a:lnTo>
                    <a:pt x="10581" y="221776"/>
                  </a:lnTo>
                  <a:lnTo>
                    <a:pt x="12515" y="226707"/>
                  </a:lnTo>
                  <a:lnTo>
                    <a:pt x="14603" y="231574"/>
                  </a:lnTo>
                  <a:lnTo>
                    <a:pt x="16845" y="236373"/>
                  </a:lnTo>
                  <a:lnTo>
                    <a:pt x="19238" y="241098"/>
                  </a:lnTo>
                  <a:lnTo>
                    <a:pt x="21779" y="245746"/>
                  </a:lnTo>
                  <a:lnTo>
                    <a:pt x="24467" y="250310"/>
                  </a:lnTo>
                  <a:lnTo>
                    <a:pt x="27297" y="254787"/>
                  </a:lnTo>
                  <a:lnTo>
                    <a:pt x="30268" y="259172"/>
                  </a:lnTo>
                  <a:lnTo>
                    <a:pt x="33377" y="263461"/>
                  </a:lnTo>
                  <a:lnTo>
                    <a:pt x="36619" y="267649"/>
                  </a:lnTo>
                  <a:lnTo>
                    <a:pt x="39993" y="271732"/>
                  </a:lnTo>
                  <a:lnTo>
                    <a:pt x="43494" y="275706"/>
                  </a:lnTo>
                  <a:lnTo>
                    <a:pt x="47120" y="279568"/>
                  </a:lnTo>
                  <a:lnTo>
                    <a:pt x="50866" y="283312"/>
                  </a:lnTo>
                  <a:lnTo>
                    <a:pt x="54729" y="286936"/>
                  </a:lnTo>
                  <a:lnTo>
                    <a:pt x="58705" y="290436"/>
                  </a:lnTo>
                  <a:lnTo>
                    <a:pt x="62789" y="293808"/>
                  </a:lnTo>
                  <a:lnTo>
                    <a:pt x="66979" y="297049"/>
                  </a:lnTo>
                  <a:lnTo>
                    <a:pt x="71268" y="300156"/>
                  </a:lnTo>
                  <a:lnTo>
                    <a:pt x="75655" y="303125"/>
                  </a:lnTo>
                  <a:lnTo>
                    <a:pt x="80133" y="305954"/>
                  </a:lnTo>
                  <a:lnTo>
                    <a:pt x="84698" y="308639"/>
                  </a:lnTo>
                  <a:lnTo>
                    <a:pt x="89346" y="311179"/>
                  </a:lnTo>
                  <a:lnTo>
                    <a:pt x="94073" y="313569"/>
                  </a:lnTo>
                  <a:lnTo>
                    <a:pt x="98872" y="315809"/>
                  </a:lnTo>
                  <a:lnTo>
                    <a:pt x="103741" y="317896"/>
                  </a:lnTo>
                  <a:lnTo>
                    <a:pt x="108673" y="319828"/>
                  </a:lnTo>
                  <a:lnTo>
                    <a:pt x="113663" y="321602"/>
                  </a:lnTo>
                  <a:lnTo>
                    <a:pt x="118708" y="323217"/>
                  </a:lnTo>
                  <a:lnTo>
                    <a:pt x="123801" y="324672"/>
                  </a:lnTo>
                  <a:lnTo>
                    <a:pt x="128937" y="325965"/>
                  </a:lnTo>
                  <a:lnTo>
                    <a:pt x="134112" y="327094"/>
                  </a:lnTo>
                  <a:lnTo>
                    <a:pt x="139320" y="328059"/>
                  </a:lnTo>
                  <a:lnTo>
                    <a:pt x="144556" y="328858"/>
                  </a:lnTo>
                  <a:lnTo>
                    <a:pt x="149815" y="329491"/>
                  </a:lnTo>
                  <a:lnTo>
                    <a:pt x="155091" y="329957"/>
                  </a:lnTo>
                  <a:lnTo>
                    <a:pt x="160379" y="330256"/>
                  </a:lnTo>
                  <a:lnTo>
                    <a:pt x="165674" y="330387"/>
                  </a:lnTo>
                  <a:lnTo>
                    <a:pt x="170971" y="330350"/>
                  </a:lnTo>
                  <a:lnTo>
                    <a:pt x="176264" y="330145"/>
                  </a:lnTo>
                  <a:lnTo>
                    <a:pt x="181547" y="329773"/>
                  </a:lnTo>
                  <a:lnTo>
                    <a:pt x="186816" y="329233"/>
                  </a:lnTo>
                  <a:lnTo>
                    <a:pt x="192066" y="328527"/>
                  </a:lnTo>
                  <a:lnTo>
                    <a:pt x="197290" y="327655"/>
                  </a:lnTo>
                  <a:lnTo>
                    <a:pt x="202484" y="326618"/>
                  </a:lnTo>
                  <a:lnTo>
                    <a:pt x="207643" y="325417"/>
                  </a:lnTo>
                  <a:lnTo>
                    <a:pt x="212761" y="324053"/>
                  </a:lnTo>
                  <a:lnTo>
                    <a:pt x="217833" y="322528"/>
                  </a:lnTo>
                  <a:lnTo>
                    <a:pt x="222855" y="320842"/>
                  </a:lnTo>
                  <a:lnTo>
                    <a:pt x="227820" y="318999"/>
                  </a:lnTo>
                  <a:lnTo>
                    <a:pt x="232725" y="316999"/>
                  </a:lnTo>
                  <a:lnTo>
                    <a:pt x="237564" y="314844"/>
                  </a:lnTo>
                  <a:lnTo>
                    <a:pt x="242332" y="312538"/>
                  </a:lnTo>
                  <a:lnTo>
                    <a:pt x="247024" y="310081"/>
                  </a:lnTo>
                  <a:lnTo>
                    <a:pt x="251637" y="307478"/>
                  </a:lnTo>
                  <a:lnTo>
                    <a:pt x="256164" y="304729"/>
                  </a:lnTo>
                  <a:lnTo>
                    <a:pt x="260603" y="301838"/>
                  </a:lnTo>
                  <a:lnTo>
                    <a:pt x="264947" y="298808"/>
                  </a:lnTo>
                  <a:lnTo>
                    <a:pt x="269193" y="295642"/>
                  </a:lnTo>
                  <a:lnTo>
                    <a:pt x="273337" y="292343"/>
                  </a:lnTo>
                  <a:lnTo>
                    <a:pt x="277374" y="288915"/>
                  </a:lnTo>
                  <a:lnTo>
                    <a:pt x="281301" y="285360"/>
                  </a:lnTo>
                  <a:lnTo>
                    <a:pt x="285113" y="281682"/>
                  </a:lnTo>
                  <a:lnTo>
                    <a:pt x="288807" y="277886"/>
                  </a:lnTo>
                  <a:lnTo>
                    <a:pt x="292378" y="273975"/>
                  </a:lnTo>
                  <a:lnTo>
                    <a:pt x="295824" y="269952"/>
                  </a:lnTo>
                  <a:lnTo>
                    <a:pt x="299140" y="265822"/>
                  </a:lnTo>
                  <a:lnTo>
                    <a:pt x="302325" y="261589"/>
                  </a:lnTo>
                  <a:lnTo>
                    <a:pt x="305373" y="257258"/>
                  </a:lnTo>
                  <a:lnTo>
                    <a:pt x="308283" y="252832"/>
                  </a:lnTo>
                  <a:lnTo>
                    <a:pt x="311051" y="248316"/>
                  </a:lnTo>
                  <a:lnTo>
                    <a:pt x="313674" y="243715"/>
                  </a:lnTo>
                  <a:lnTo>
                    <a:pt x="316151" y="239033"/>
                  </a:lnTo>
                  <a:lnTo>
                    <a:pt x="318477" y="234274"/>
                  </a:lnTo>
                  <a:lnTo>
                    <a:pt x="320652" y="229445"/>
                  </a:lnTo>
                  <a:lnTo>
                    <a:pt x="322673" y="224549"/>
                  </a:lnTo>
                  <a:lnTo>
                    <a:pt x="324538" y="219591"/>
                  </a:lnTo>
                  <a:lnTo>
                    <a:pt x="326245" y="214577"/>
                  </a:lnTo>
                  <a:lnTo>
                    <a:pt x="327792" y="209511"/>
                  </a:lnTo>
                  <a:lnTo>
                    <a:pt x="329177" y="204399"/>
                  </a:lnTo>
                  <a:lnTo>
                    <a:pt x="330400" y="199246"/>
                  </a:lnTo>
                  <a:lnTo>
                    <a:pt x="331460" y="194056"/>
                  </a:lnTo>
                  <a:lnTo>
                    <a:pt x="332354" y="188835"/>
                  </a:lnTo>
                  <a:lnTo>
                    <a:pt x="333082" y="183589"/>
                  </a:lnTo>
                  <a:lnTo>
                    <a:pt x="333644" y="178322"/>
                  </a:lnTo>
                  <a:lnTo>
                    <a:pt x="334039" y="173040"/>
                  </a:lnTo>
                  <a:lnTo>
                    <a:pt x="334266" y="167748"/>
                  </a:lnTo>
                  <a:lnTo>
                    <a:pt x="334325" y="162452"/>
                  </a:lnTo>
                  <a:lnTo>
                    <a:pt x="334217" y="157156"/>
                  </a:lnTo>
                  <a:lnTo>
                    <a:pt x="333941" y="151867"/>
                  </a:lnTo>
                  <a:lnTo>
                    <a:pt x="333497" y="146589"/>
                  </a:lnTo>
                  <a:lnTo>
                    <a:pt x="332887" y="141328"/>
                  </a:lnTo>
                  <a:lnTo>
                    <a:pt x="332110" y="136088"/>
                  </a:lnTo>
                  <a:lnTo>
                    <a:pt x="331167" y="130876"/>
                  </a:lnTo>
                  <a:lnTo>
                    <a:pt x="330060" y="125696"/>
                  </a:lnTo>
                  <a:lnTo>
                    <a:pt x="328789" y="120554"/>
                  </a:lnTo>
                  <a:lnTo>
                    <a:pt x="327356" y="115455"/>
                  </a:lnTo>
                  <a:lnTo>
                    <a:pt x="325762" y="110404"/>
                  </a:lnTo>
                  <a:lnTo>
                    <a:pt x="324009" y="105406"/>
                  </a:lnTo>
                  <a:lnTo>
                    <a:pt x="322099" y="100466"/>
                  </a:lnTo>
                  <a:lnTo>
                    <a:pt x="320033" y="95589"/>
                  </a:lnTo>
                  <a:lnTo>
                    <a:pt x="317813" y="90779"/>
                  </a:lnTo>
                  <a:lnTo>
                    <a:pt x="315443" y="86043"/>
                  </a:lnTo>
                  <a:lnTo>
                    <a:pt x="312923" y="81384"/>
                  </a:lnTo>
                  <a:lnTo>
                    <a:pt x="310257" y="76807"/>
                  </a:lnTo>
                  <a:lnTo>
                    <a:pt x="307447" y="72317"/>
                  </a:lnTo>
                  <a:lnTo>
                    <a:pt x="304497" y="67918"/>
                  </a:lnTo>
                  <a:lnTo>
                    <a:pt x="301408" y="63615"/>
                  </a:lnTo>
                  <a:lnTo>
                    <a:pt x="298185" y="59412"/>
                  </a:lnTo>
                  <a:lnTo>
                    <a:pt x="294831" y="55313"/>
                  </a:lnTo>
                  <a:lnTo>
                    <a:pt x="291348" y="51323"/>
                  </a:lnTo>
                  <a:lnTo>
                    <a:pt x="287740" y="47444"/>
                  </a:lnTo>
                  <a:lnTo>
                    <a:pt x="284012" y="43682"/>
                  </a:lnTo>
                  <a:lnTo>
                    <a:pt x="280166" y="40040"/>
                  </a:lnTo>
                  <a:lnTo>
                    <a:pt x="276206" y="36522"/>
                  </a:lnTo>
                  <a:lnTo>
                    <a:pt x="272138" y="33131"/>
                  </a:lnTo>
                  <a:lnTo>
                    <a:pt x="267963" y="29871"/>
                  </a:lnTo>
                  <a:lnTo>
                    <a:pt x="263688" y="26744"/>
                  </a:lnTo>
                  <a:lnTo>
                    <a:pt x="167160" y="1632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423235" y="1681503"/>
              <a:ext cx="96528" cy="167167"/>
            </a:xfrm>
            <a:custGeom>
              <a:avLst/>
              <a:pathLst>
                <a:path w="96528" h="167167">
                  <a:moveTo>
                    <a:pt x="96528" y="30685"/>
                  </a:moveTo>
                  <a:lnTo>
                    <a:pt x="91805" y="27464"/>
                  </a:lnTo>
                  <a:lnTo>
                    <a:pt x="86974" y="24407"/>
                  </a:lnTo>
                  <a:lnTo>
                    <a:pt x="82042" y="21517"/>
                  </a:lnTo>
                  <a:lnTo>
                    <a:pt x="77014" y="18797"/>
                  </a:lnTo>
                  <a:lnTo>
                    <a:pt x="71896" y="16250"/>
                  </a:lnTo>
                  <a:lnTo>
                    <a:pt x="66694" y="13880"/>
                  </a:lnTo>
                  <a:lnTo>
                    <a:pt x="61413" y="11689"/>
                  </a:lnTo>
                  <a:lnTo>
                    <a:pt x="56061" y="9680"/>
                  </a:lnTo>
                  <a:lnTo>
                    <a:pt x="50644" y="7856"/>
                  </a:lnTo>
                  <a:lnTo>
                    <a:pt x="45167" y="6217"/>
                  </a:lnTo>
                  <a:lnTo>
                    <a:pt x="39637" y="4767"/>
                  </a:lnTo>
                  <a:lnTo>
                    <a:pt x="34061" y="3506"/>
                  </a:lnTo>
                  <a:lnTo>
                    <a:pt x="28445" y="2437"/>
                  </a:lnTo>
                  <a:lnTo>
                    <a:pt x="22796" y="1561"/>
                  </a:lnTo>
                  <a:lnTo>
                    <a:pt x="17120" y="879"/>
                  </a:lnTo>
                  <a:lnTo>
                    <a:pt x="11425" y="390"/>
                  </a:lnTo>
                  <a:lnTo>
                    <a:pt x="571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0" y="751"/>
                  </a:lnTo>
                  <a:lnTo>
                    <a:pt x="146079" y="1334"/>
                  </a:lnTo>
                  <a:lnTo>
                    <a:pt x="140848" y="2083"/>
                  </a:lnTo>
                  <a:lnTo>
                    <a:pt x="135644" y="2997"/>
                  </a:lnTo>
                  <a:lnTo>
                    <a:pt x="130471" y="4075"/>
                  </a:lnTo>
                  <a:lnTo>
                    <a:pt x="125335" y="5316"/>
                  </a:lnTo>
                  <a:lnTo>
                    <a:pt x="120241" y="6719"/>
                  </a:lnTo>
                  <a:lnTo>
                    <a:pt x="115193" y="8282"/>
                  </a:lnTo>
                  <a:lnTo>
                    <a:pt x="110198" y="10003"/>
                  </a:lnTo>
                  <a:lnTo>
                    <a:pt x="105259" y="11882"/>
                  </a:lnTo>
                  <a:lnTo>
                    <a:pt x="100383" y="13916"/>
                  </a:lnTo>
                  <a:lnTo>
                    <a:pt x="95573" y="16103"/>
                  </a:lnTo>
                  <a:lnTo>
                    <a:pt x="90834" y="18441"/>
                  </a:lnTo>
                  <a:lnTo>
                    <a:pt x="86172" y="20927"/>
                  </a:lnTo>
                  <a:lnTo>
                    <a:pt x="81590" y="23560"/>
                  </a:lnTo>
                  <a:lnTo>
                    <a:pt x="77094" y="26336"/>
                  </a:lnTo>
                  <a:lnTo>
                    <a:pt x="72689" y="29253"/>
                  </a:lnTo>
                  <a:lnTo>
                    <a:pt x="68377" y="32308"/>
                  </a:lnTo>
                  <a:lnTo>
                    <a:pt x="64164" y="35497"/>
                  </a:lnTo>
                  <a:lnTo>
                    <a:pt x="60054" y="38818"/>
                  </a:lnTo>
                  <a:lnTo>
                    <a:pt x="56051" y="42267"/>
                  </a:lnTo>
                  <a:lnTo>
                    <a:pt x="52160" y="45841"/>
                  </a:lnTo>
                  <a:lnTo>
                    <a:pt x="48383" y="49536"/>
                  </a:lnTo>
                  <a:lnTo>
                    <a:pt x="44724" y="53348"/>
                  </a:lnTo>
                  <a:lnTo>
                    <a:pt x="41188" y="57275"/>
                  </a:lnTo>
                  <a:lnTo>
                    <a:pt x="37778" y="61311"/>
                  </a:lnTo>
                  <a:lnTo>
                    <a:pt x="34497" y="65453"/>
                  </a:lnTo>
                  <a:lnTo>
                    <a:pt x="31349" y="69696"/>
                  </a:lnTo>
                  <a:lnTo>
                    <a:pt x="28336" y="74037"/>
                  </a:lnTo>
                  <a:lnTo>
                    <a:pt x="25462" y="78471"/>
                  </a:lnTo>
                  <a:lnTo>
                    <a:pt x="22730" y="82994"/>
                  </a:lnTo>
                  <a:lnTo>
                    <a:pt x="20142" y="87600"/>
                  </a:lnTo>
                  <a:lnTo>
                    <a:pt x="17700" y="92287"/>
                  </a:lnTo>
                  <a:lnTo>
                    <a:pt x="15409" y="97048"/>
                  </a:lnTo>
                  <a:lnTo>
                    <a:pt x="13268" y="101879"/>
                  </a:lnTo>
                  <a:lnTo>
                    <a:pt x="11282" y="106775"/>
                  </a:lnTo>
                  <a:lnTo>
                    <a:pt x="9451" y="111731"/>
                  </a:lnTo>
                  <a:lnTo>
                    <a:pt x="7778" y="116743"/>
                  </a:lnTo>
                  <a:lnTo>
                    <a:pt x="6264" y="121806"/>
                  </a:lnTo>
                  <a:lnTo>
                    <a:pt x="4910" y="126913"/>
                  </a:lnTo>
                  <a:lnTo>
                    <a:pt x="3719" y="132061"/>
                  </a:lnTo>
                  <a:lnTo>
                    <a:pt x="2691" y="137244"/>
                  </a:lnTo>
                  <a:lnTo>
                    <a:pt x="1828" y="142457"/>
                  </a:lnTo>
                  <a:lnTo>
                    <a:pt x="1130" y="147695"/>
                  </a:lnTo>
                  <a:lnTo>
                    <a:pt x="597" y="152952"/>
                  </a:lnTo>
                  <a:lnTo>
                    <a:pt x="231" y="158223"/>
                  </a:lnTo>
                  <a:lnTo>
                    <a:pt x="32" y="163503"/>
                  </a:lnTo>
                  <a:lnTo>
                    <a:pt x="0" y="168787"/>
                  </a:lnTo>
                  <a:lnTo>
                    <a:pt x="134" y="174069"/>
                  </a:lnTo>
                  <a:lnTo>
                    <a:pt x="436" y="179344"/>
                  </a:lnTo>
                  <a:lnTo>
                    <a:pt x="904" y="184607"/>
                  </a:lnTo>
                  <a:lnTo>
                    <a:pt x="1538" y="189853"/>
                  </a:lnTo>
                  <a:lnTo>
                    <a:pt x="2338" y="195076"/>
                  </a:lnTo>
                  <a:lnTo>
                    <a:pt x="3302" y="200271"/>
                  </a:lnTo>
                  <a:lnTo>
                    <a:pt x="4430" y="205433"/>
                  </a:lnTo>
                  <a:lnTo>
                    <a:pt x="5721" y="210557"/>
                  </a:lnTo>
                  <a:lnTo>
                    <a:pt x="7173" y="215638"/>
                  </a:lnTo>
                  <a:lnTo>
                    <a:pt x="8785" y="220670"/>
                  </a:lnTo>
                  <a:lnTo>
                    <a:pt x="10555" y="225648"/>
                  </a:lnTo>
                  <a:lnTo>
                    <a:pt x="12481" y="230569"/>
                  </a:lnTo>
                  <a:lnTo>
                    <a:pt x="14562" y="235425"/>
                  </a:lnTo>
                  <a:lnTo>
                    <a:pt x="16796" y="240214"/>
                  </a:lnTo>
                  <a:lnTo>
                    <a:pt x="19180" y="244930"/>
                  </a:lnTo>
                  <a:lnTo>
                    <a:pt x="21711" y="249568"/>
                  </a:lnTo>
                  <a:lnTo>
                    <a:pt x="24388" y="254123"/>
                  </a:lnTo>
                  <a:lnTo>
                    <a:pt x="27208" y="258592"/>
                  </a:lnTo>
                  <a:lnTo>
                    <a:pt x="30167" y="262969"/>
                  </a:lnTo>
                  <a:lnTo>
                    <a:pt x="33263" y="267251"/>
                  </a:lnTo>
                  <a:lnTo>
                    <a:pt x="36493" y="271433"/>
                  </a:lnTo>
                  <a:lnTo>
                    <a:pt x="39854" y="275510"/>
                  </a:lnTo>
                  <a:lnTo>
                    <a:pt x="43342" y="279480"/>
                  </a:lnTo>
                  <a:lnTo>
                    <a:pt x="46953" y="283337"/>
                  </a:lnTo>
                  <a:lnTo>
                    <a:pt x="50685" y="287078"/>
                  </a:lnTo>
                  <a:lnTo>
                    <a:pt x="54532" y="290699"/>
                  </a:lnTo>
                  <a:lnTo>
                    <a:pt x="58493" y="294197"/>
                  </a:lnTo>
                  <a:lnTo>
                    <a:pt x="62562" y="297568"/>
                  </a:lnTo>
                  <a:lnTo>
                    <a:pt x="66735" y="300808"/>
                  </a:lnTo>
                  <a:lnTo>
                    <a:pt x="71009" y="303915"/>
                  </a:lnTo>
                  <a:lnTo>
                    <a:pt x="75379" y="306886"/>
                  </a:lnTo>
                  <a:lnTo>
                    <a:pt x="79841" y="309717"/>
                  </a:lnTo>
                  <a:lnTo>
                    <a:pt x="84389" y="312405"/>
                  </a:lnTo>
                  <a:lnTo>
                    <a:pt x="89021" y="314949"/>
                  </a:lnTo>
                  <a:lnTo>
                    <a:pt x="93731" y="317344"/>
                  </a:lnTo>
                  <a:lnTo>
                    <a:pt x="98514" y="319590"/>
                  </a:lnTo>
                  <a:lnTo>
                    <a:pt x="103365" y="321683"/>
                  </a:lnTo>
                  <a:lnTo>
                    <a:pt x="108280" y="323622"/>
                  </a:lnTo>
                  <a:lnTo>
                    <a:pt x="113254" y="325405"/>
                  </a:lnTo>
                  <a:lnTo>
                    <a:pt x="118282" y="327029"/>
                  </a:lnTo>
                  <a:lnTo>
                    <a:pt x="123359" y="328494"/>
                  </a:lnTo>
                  <a:lnTo>
                    <a:pt x="128480" y="329798"/>
                  </a:lnTo>
                  <a:lnTo>
                    <a:pt x="133639" y="330939"/>
                  </a:lnTo>
                  <a:lnTo>
                    <a:pt x="138832" y="331917"/>
                  </a:lnTo>
                  <a:lnTo>
                    <a:pt x="144053" y="332730"/>
                  </a:lnTo>
                  <a:lnTo>
                    <a:pt x="149297" y="333377"/>
                  </a:lnTo>
                  <a:lnTo>
                    <a:pt x="154559" y="333859"/>
                  </a:lnTo>
                  <a:lnTo>
                    <a:pt x="159833" y="334174"/>
                  </a:lnTo>
                  <a:lnTo>
                    <a:pt x="165115" y="334322"/>
                  </a:lnTo>
                  <a:lnTo>
                    <a:pt x="170399" y="334303"/>
                  </a:lnTo>
                  <a:lnTo>
                    <a:pt x="175679" y="334117"/>
                  </a:lnTo>
                  <a:lnTo>
                    <a:pt x="180952" y="333764"/>
                  </a:lnTo>
                  <a:lnTo>
                    <a:pt x="186210" y="333245"/>
                  </a:lnTo>
                  <a:lnTo>
                    <a:pt x="191449" y="332560"/>
                  </a:lnTo>
                  <a:lnTo>
                    <a:pt x="196664" y="331710"/>
                  </a:lnTo>
                  <a:lnTo>
                    <a:pt x="201850" y="330695"/>
                  </a:lnTo>
                  <a:lnTo>
                    <a:pt x="207001" y="329517"/>
                  </a:lnTo>
                  <a:lnTo>
                    <a:pt x="212112" y="328177"/>
                  </a:lnTo>
                  <a:lnTo>
                    <a:pt x="217178" y="326676"/>
                  </a:lnTo>
                  <a:lnTo>
                    <a:pt x="222194" y="325015"/>
                  </a:lnTo>
                  <a:lnTo>
                    <a:pt x="227155" y="323197"/>
                  </a:lnTo>
                  <a:lnTo>
                    <a:pt x="232057" y="321223"/>
                  </a:lnTo>
                  <a:lnTo>
                    <a:pt x="236893" y="319095"/>
                  </a:lnTo>
                  <a:lnTo>
                    <a:pt x="241660" y="316815"/>
                  </a:lnTo>
                  <a:lnTo>
                    <a:pt x="246352" y="314386"/>
                  </a:lnTo>
                  <a:lnTo>
                    <a:pt x="250965" y="311809"/>
                  </a:lnTo>
                  <a:lnTo>
                    <a:pt x="255495" y="309089"/>
                  </a:lnTo>
                  <a:lnTo>
                    <a:pt x="259936" y="306226"/>
                  </a:lnTo>
                  <a:lnTo>
                    <a:pt x="264285" y="303224"/>
                  </a:lnTo>
                  <a:lnTo>
                    <a:pt x="268536" y="300087"/>
                  </a:lnTo>
                  <a:lnTo>
                    <a:pt x="272686" y="296816"/>
                  </a:lnTo>
                  <a:lnTo>
                    <a:pt x="276731" y="293416"/>
                  </a:lnTo>
                  <a:lnTo>
                    <a:pt x="280666" y="289890"/>
                  </a:lnTo>
                  <a:lnTo>
                    <a:pt x="284488" y="286242"/>
                  </a:lnTo>
                  <a:lnTo>
                    <a:pt x="288193" y="282474"/>
                  </a:lnTo>
                  <a:lnTo>
                    <a:pt x="291777" y="278591"/>
                  </a:lnTo>
                  <a:lnTo>
                    <a:pt x="295236" y="274597"/>
                  </a:lnTo>
                  <a:lnTo>
                    <a:pt x="298567" y="270496"/>
                  </a:lnTo>
                  <a:lnTo>
                    <a:pt x="301767" y="266291"/>
                  </a:lnTo>
                  <a:lnTo>
                    <a:pt x="304833" y="261987"/>
                  </a:lnTo>
                  <a:lnTo>
                    <a:pt x="307761" y="257589"/>
                  </a:lnTo>
                  <a:lnTo>
                    <a:pt x="310548" y="253100"/>
                  </a:lnTo>
                  <a:lnTo>
                    <a:pt x="313193" y="248525"/>
                  </a:lnTo>
                  <a:lnTo>
                    <a:pt x="315691" y="243869"/>
                  </a:lnTo>
                  <a:lnTo>
                    <a:pt x="318041" y="239137"/>
                  </a:lnTo>
                  <a:lnTo>
                    <a:pt x="320240" y="234332"/>
                  </a:lnTo>
                  <a:lnTo>
                    <a:pt x="322286" y="229461"/>
                  </a:lnTo>
                  <a:lnTo>
                    <a:pt x="324178" y="224527"/>
                  </a:lnTo>
                  <a:lnTo>
                    <a:pt x="325912" y="219536"/>
                  </a:lnTo>
                  <a:lnTo>
                    <a:pt x="327488" y="214492"/>
                  </a:lnTo>
                  <a:lnTo>
                    <a:pt x="328903" y="209401"/>
                  </a:lnTo>
                  <a:lnTo>
                    <a:pt x="330157" y="204268"/>
                  </a:lnTo>
                  <a:lnTo>
                    <a:pt x="331248" y="199098"/>
                  </a:lnTo>
                  <a:lnTo>
                    <a:pt x="332176" y="193897"/>
                  </a:lnTo>
                  <a:lnTo>
                    <a:pt x="332938" y="188668"/>
                  </a:lnTo>
                  <a:lnTo>
                    <a:pt x="333535" y="183418"/>
                  </a:lnTo>
                  <a:lnTo>
                    <a:pt x="333965" y="178152"/>
                  </a:lnTo>
                  <a:lnTo>
                    <a:pt x="334229" y="172874"/>
                  </a:lnTo>
                  <a:lnTo>
                    <a:pt x="334326" y="167591"/>
                  </a:lnTo>
                  <a:lnTo>
                    <a:pt x="334256" y="162308"/>
                  </a:lnTo>
                  <a:lnTo>
                    <a:pt x="334019" y="157029"/>
                  </a:lnTo>
                  <a:lnTo>
                    <a:pt x="333615" y="151761"/>
                  </a:lnTo>
                  <a:lnTo>
                    <a:pt x="333045" y="146508"/>
                  </a:lnTo>
                  <a:lnTo>
                    <a:pt x="332309" y="141275"/>
                  </a:lnTo>
                  <a:lnTo>
                    <a:pt x="331408" y="136069"/>
                  </a:lnTo>
                  <a:lnTo>
                    <a:pt x="330344" y="130893"/>
                  </a:lnTo>
                  <a:lnTo>
                    <a:pt x="329116" y="125754"/>
                  </a:lnTo>
                  <a:lnTo>
                    <a:pt x="327726" y="120656"/>
                  </a:lnTo>
                  <a:lnTo>
                    <a:pt x="326176" y="115605"/>
                  </a:lnTo>
                  <a:lnTo>
                    <a:pt x="324467" y="110605"/>
                  </a:lnTo>
                  <a:lnTo>
                    <a:pt x="322601" y="105661"/>
                  </a:lnTo>
                  <a:lnTo>
                    <a:pt x="320579" y="100780"/>
                  </a:lnTo>
                  <a:lnTo>
                    <a:pt x="318404" y="95964"/>
                  </a:lnTo>
                  <a:lnTo>
                    <a:pt x="316078" y="91220"/>
                  </a:lnTo>
                  <a:lnTo>
                    <a:pt x="313604" y="86551"/>
                  </a:lnTo>
                  <a:lnTo>
                    <a:pt x="310983" y="81963"/>
                  </a:lnTo>
                  <a:lnTo>
                    <a:pt x="308218" y="77460"/>
                  </a:lnTo>
                  <a:lnTo>
                    <a:pt x="305312" y="73047"/>
                  </a:lnTo>
                  <a:lnTo>
                    <a:pt x="302269" y="68727"/>
                  </a:lnTo>
                  <a:lnTo>
                    <a:pt x="299090" y="64507"/>
                  </a:lnTo>
                  <a:lnTo>
                    <a:pt x="295780" y="60388"/>
                  </a:lnTo>
                  <a:lnTo>
                    <a:pt x="292341" y="56377"/>
                  </a:lnTo>
                  <a:lnTo>
                    <a:pt x="288777" y="52476"/>
                  </a:lnTo>
                  <a:lnTo>
                    <a:pt x="285091" y="48689"/>
                  </a:lnTo>
                  <a:lnTo>
                    <a:pt x="281288" y="45021"/>
                  </a:lnTo>
                  <a:lnTo>
                    <a:pt x="277371" y="41475"/>
                  </a:lnTo>
                  <a:lnTo>
                    <a:pt x="273343" y="38055"/>
                  </a:lnTo>
                  <a:lnTo>
                    <a:pt x="269210" y="34764"/>
                  </a:lnTo>
                  <a:lnTo>
                    <a:pt x="264974" y="31604"/>
                  </a:lnTo>
                  <a:lnTo>
                    <a:pt x="260641" y="28581"/>
                  </a:lnTo>
                  <a:lnTo>
                    <a:pt x="256214" y="25696"/>
                  </a:lnTo>
                  <a:lnTo>
                    <a:pt x="251699" y="22952"/>
                  </a:lnTo>
                  <a:lnTo>
                    <a:pt x="247098" y="20352"/>
                  </a:lnTo>
                  <a:lnTo>
                    <a:pt x="242419" y="1789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75259" cy="167167"/>
            </a:xfrm>
            <a:custGeom>
              <a:avLst/>
              <a:pathLst>
                <a:path w="75259" h="167167">
                  <a:moveTo>
                    <a:pt x="75259" y="17899"/>
                  </a:moveTo>
                  <a:lnTo>
                    <a:pt x="69849" y="15292"/>
                  </a:lnTo>
                  <a:lnTo>
                    <a:pt x="64350" y="12882"/>
                  </a:lnTo>
                  <a:lnTo>
                    <a:pt x="58767" y="10670"/>
                  </a:lnTo>
                  <a:lnTo>
                    <a:pt x="53109" y="8660"/>
                  </a:lnTo>
                  <a:lnTo>
                    <a:pt x="47382" y="6855"/>
                  </a:lnTo>
                  <a:lnTo>
                    <a:pt x="41594" y="5257"/>
                  </a:lnTo>
                  <a:lnTo>
                    <a:pt x="35752" y="3867"/>
                  </a:lnTo>
                  <a:lnTo>
                    <a:pt x="29864" y="2689"/>
                  </a:lnTo>
                  <a:lnTo>
                    <a:pt x="23937" y="1722"/>
                  </a:lnTo>
                  <a:lnTo>
                    <a:pt x="17980" y="969"/>
                  </a:lnTo>
                  <a:lnTo>
                    <a:pt x="11999" y="431"/>
                  </a:lnTo>
                  <a:lnTo>
                    <a:pt x="600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378099" y="1071028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5" y="83"/>
                  </a:lnTo>
                  <a:lnTo>
                    <a:pt x="156597" y="333"/>
                  </a:lnTo>
                  <a:lnTo>
                    <a:pt x="151330" y="751"/>
                  </a:lnTo>
                  <a:lnTo>
                    <a:pt x="146078" y="1334"/>
                  </a:lnTo>
                  <a:lnTo>
                    <a:pt x="140847" y="2083"/>
                  </a:lnTo>
                  <a:lnTo>
                    <a:pt x="135643" y="2997"/>
                  </a:lnTo>
                  <a:lnTo>
                    <a:pt x="130470" y="4075"/>
                  </a:lnTo>
                  <a:lnTo>
                    <a:pt x="125333" y="5317"/>
                  </a:lnTo>
                  <a:lnTo>
                    <a:pt x="120239" y="6719"/>
                  </a:lnTo>
                  <a:lnTo>
                    <a:pt x="115191" y="8282"/>
                  </a:lnTo>
                  <a:lnTo>
                    <a:pt x="110195" y="10004"/>
                  </a:lnTo>
                  <a:lnTo>
                    <a:pt x="105257" y="11883"/>
                  </a:lnTo>
                  <a:lnTo>
                    <a:pt x="100380" y="13917"/>
                  </a:lnTo>
                  <a:lnTo>
                    <a:pt x="95569" y="16104"/>
                  </a:lnTo>
                  <a:lnTo>
                    <a:pt x="90831" y="18443"/>
                  </a:lnTo>
                  <a:lnTo>
                    <a:pt x="86168" y="20929"/>
                  </a:lnTo>
                  <a:lnTo>
                    <a:pt x="81587" y="23562"/>
                  </a:lnTo>
                  <a:lnTo>
                    <a:pt x="77091" y="26338"/>
                  </a:lnTo>
                  <a:lnTo>
                    <a:pt x="72685" y="29255"/>
                  </a:lnTo>
                  <a:lnTo>
                    <a:pt x="68373" y="32310"/>
                  </a:lnTo>
                  <a:lnTo>
                    <a:pt x="64160" y="35500"/>
                  </a:lnTo>
                  <a:lnTo>
                    <a:pt x="60050" y="38821"/>
                  </a:lnTo>
                  <a:lnTo>
                    <a:pt x="56047" y="42270"/>
                  </a:lnTo>
                  <a:lnTo>
                    <a:pt x="52155" y="45845"/>
                  </a:lnTo>
                  <a:lnTo>
                    <a:pt x="48378" y="49540"/>
                  </a:lnTo>
                  <a:lnTo>
                    <a:pt x="44720" y="53353"/>
                  </a:lnTo>
                  <a:lnTo>
                    <a:pt x="41184" y="57280"/>
                  </a:lnTo>
                  <a:lnTo>
                    <a:pt x="37774" y="61316"/>
                  </a:lnTo>
                  <a:lnTo>
                    <a:pt x="34493" y="65458"/>
                  </a:lnTo>
                  <a:lnTo>
                    <a:pt x="31344" y="69702"/>
                  </a:lnTo>
                  <a:lnTo>
                    <a:pt x="28332" y="74043"/>
                  </a:lnTo>
                  <a:lnTo>
                    <a:pt x="25458" y="78478"/>
                  </a:lnTo>
                  <a:lnTo>
                    <a:pt x="22726" y="83001"/>
                  </a:lnTo>
                  <a:lnTo>
                    <a:pt x="20138" y="87608"/>
                  </a:lnTo>
                  <a:lnTo>
                    <a:pt x="17697" y="92294"/>
                  </a:lnTo>
                  <a:lnTo>
                    <a:pt x="15405" y="97055"/>
                  </a:lnTo>
                  <a:lnTo>
                    <a:pt x="13265" y="101887"/>
                  </a:lnTo>
                  <a:lnTo>
                    <a:pt x="11278" y="106783"/>
                  </a:lnTo>
                  <a:lnTo>
                    <a:pt x="9448" y="111740"/>
                  </a:lnTo>
                  <a:lnTo>
                    <a:pt x="7775" y="116753"/>
                  </a:lnTo>
                  <a:lnTo>
                    <a:pt x="6261" y="121815"/>
                  </a:lnTo>
                  <a:lnTo>
                    <a:pt x="4908" y="126923"/>
                  </a:lnTo>
                  <a:lnTo>
                    <a:pt x="3717" y="132071"/>
                  </a:lnTo>
                  <a:lnTo>
                    <a:pt x="2690" y="137255"/>
                  </a:lnTo>
                  <a:lnTo>
                    <a:pt x="1826" y="142468"/>
                  </a:lnTo>
                  <a:lnTo>
                    <a:pt x="1128" y="147706"/>
                  </a:lnTo>
                  <a:lnTo>
                    <a:pt x="596" y="152963"/>
                  </a:lnTo>
                  <a:lnTo>
                    <a:pt x="230" y="158234"/>
                  </a:lnTo>
                  <a:lnTo>
                    <a:pt x="31" y="163515"/>
                  </a:lnTo>
                  <a:lnTo>
                    <a:pt x="0" y="168799"/>
                  </a:lnTo>
                  <a:lnTo>
                    <a:pt x="135" y="174081"/>
                  </a:lnTo>
                  <a:lnTo>
                    <a:pt x="437" y="179357"/>
                  </a:lnTo>
                  <a:lnTo>
                    <a:pt x="905" y="184620"/>
                  </a:lnTo>
                  <a:lnTo>
                    <a:pt x="1540" y="189866"/>
                  </a:lnTo>
                  <a:lnTo>
                    <a:pt x="2340" y="195089"/>
                  </a:lnTo>
                  <a:lnTo>
                    <a:pt x="3305" y="200284"/>
                  </a:lnTo>
                  <a:lnTo>
                    <a:pt x="4433" y="205447"/>
                  </a:lnTo>
                  <a:lnTo>
                    <a:pt x="5725" y="210571"/>
                  </a:lnTo>
                  <a:lnTo>
                    <a:pt x="7177" y="215651"/>
                  </a:lnTo>
                  <a:lnTo>
                    <a:pt x="8789" y="220683"/>
                  </a:lnTo>
                  <a:lnTo>
                    <a:pt x="10560" y="225662"/>
                  </a:lnTo>
                  <a:lnTo>
                    <a:pt x="12487" y="230582"/>
                  </a:lnTo>
                  <a:lnTo>
                    <a:pt x="14568" y="235439"/>
                  </a:lnTo>
                  <a:lnTo>
                    <a:pt x="16802" y="240228"/>
                  </a:lnTo>
                  <a:lnTo>
                    <a:pt x="19187" y="244943"/>
                  </a:lnTo>
                  <a:lnTo>
                    <a:pt x="21719" y="249581"/>
                  </a:lnTo>
                  <a:lnTo>
                    <a:pt x="24396" y="254137"/>
                  </a:lnTo>
                  <a:lnTo>
                    <a:pt x="27216" y="258606"/>
                  </a:lnTo>
                  <a:lnTo>
                    <a:pt x="30176" y="262983"/>
                  </a:lnTo>
                  <a:lnTo>
                    <a:pt x="33273" y="267265"/>
                  </a:lnTo>
                  <a:lnTo>
                    <a:pt x="36504" y="271446"/>
                  </a:lnTo>
                  <a:lnTo>
                    <a:pt x="39865" y="275523"/>
                  </a:lnTo>
                  <a:lnTo>
                    <a:pt x="43353" y="279493"/>
                  </a:lnTo>
                  <a:lnTo>
                    <a:pt x="46965" y="283349"/>
                  </a:lnTo>
                  <a:lnTo>
                    <a:pt x="50697" y="287090"/>
                  </a:lnTo>
                  <a:lnTo>
                    <a:pt x="54546" y="290711"/>
                  </a:lnTo>
                  <a:lnTo>
                    <a:pt x="58507" y="294209"/>
                  </a:lnTo>
                  <a:lnTo>
                    <a:pt x="62576" y="297579"/>
                  </a:lnTo>
                  <a:lnTo>
                    <a:pt x="66750" y="300820"/>
                  </a:lnTo>
                  <a:lnTo>
                    <a:pt x="71025" y="303926"/>
                  </a:lnTo>
                  <a:lnTo>
                    <a:pt x="75395" y="306896"/>
                  </a:lnTo>
                  <a:lnTo>
                    <a:pt x="79857" y="309727"/>
                  </a:lnTo>
                  <a:lnTo>
                    <a:pt x="84407" y="312415"/>
                  </a:lnTo>
                  <a:lnTo>
                    <a:pt x="89039" y="314958"/>
                  </a:lnTo>
                  <a:lnTo>
                    <a:pt x="93749" y="317353"/>
                  </a:lnTo>
                  <a:lnTo>
                    <a:pt x="98532" y="319598"/>
                  </a:lnTo>
                  <a:lnTo>
                    <a:pt x="103384" y="321691"/>
                  </a:lnTo>
                  <a:lnTo>
                    <a:pt x="108300" y="323630"/>
                  </a:lnTo>
                  <a:lnTo>
                    <a:pt x="113274" y="325412"/>
                  </a:lnTo>
                  <a:lnTo>
                    <a:pt x="118303" y="327036"/>
                  </a:lnTo>
                  <a:lnTo>
                    <a:pt x="123380" y="328500"/>
                  </a:lnTo>
                  <a:lnTo>
                    <a:pt x="128501" y="329803"/>
                  </a:lnTo>
                  <a:lnTo>
                    <a:pt x="133661" y="330944"/>
                  </a:lnTo>
                  <a:lnTo>
                    <a:pt x="138854" y="331921"/>
                  </a:lnTo>
                  <a:lnTo>
                    <a:pt x="144075" y="332733"/>
                  </a:lnTo>
                  <a:lnTo>
                    <a:pt x="149319" y="333380"/>
                  </a:lnTo>
                  <a:lnTo>
                    <a:pt x="154582" y="333861"/>
                  </a:lnTo>
                  <a:lnTo>
                    <a:pt x="159856" y="334175"/>
                  </a:lnTo>
                  <a:lnTo>
                    <a:pt x="165138" y="334322"/>
                  </a:lnTo>
                  <a:lnTo>
                    <a:pt x="170422" y="334303"/>
                  </a:lnTo>
                  <a:lnTo>
                    <a:pt x="175703" y="334116"/>
                  </a:lnTo>
                  <a:lnTo>
                    <a:pt x="180976" y="333762"/>
                  </a:lnTo>
                  <a:lnTo>
                    <a:pt x="186234" y="333243"/>
                  </a:lnTo>
                  <a:lnTo>
                    <a:pt x="191474" y="332557"/>
                  </a:lnTo>
                  <a:lnTo>
                    <a:pt x="196689" y="331706"/>
                  </a:lnTo>
                  <a:lnTo>
                    <a:pt x="201874" y="330690"/>
                  </a:lnTo>
                  <a:lnTo>
                    <a:pt x="207025" y="329511"/>
                  </a:lnTo>
                  <a:lnTo>
                    <a:pt x="212136" y="328170"/>
                  </a:lnTo>
                  <a:lnTo>
                    <a:pt x="217203" y="326668"/>
                  </a:lnTo>
                  <a:lnTo>
                    <a:pt x="222219" y="325007"/>
                  </a:lnTo>
                  <a:lnTo>
                    <a:pt x="227180" y="323188"/>
                  </a:lnTo>
                  <a:lnTo>
                    <a:pt x="232081" y="321213"/>
                  </a:lnTo>
                  <a:lnTo>
                    <a:pt x="236917" y="319084"/>
                  </a:lnTo>
                  <a:lnTo>
                    <a:pt x="241684" y="316803"/>
                  </a:lnTo>
                  <a:lnTo>
                    <a:pt x="246376" y="314373"/>
                  </a:lnTo>
                  <a:lnTo>
                    <a:pt x="250989" y="311796"/>
                  </a:lnTo>
                  <a:lnTo>
                    <a:pt x="255518" y="309074"/>
                  </a:lnTo>
                  <a:lnTo>
                    <a:pt x="259959" y="306210"/>
                  </a:lnTo>
                  <a:lnTo>
                    <a:pt x="264308" y="303208"/>
                  </a:lnTo>
                  <a:lnTo>
                    <a:pt x="268559" y="300069"/>
                  </a:lnTo>
                  <a:lnTo>
                    <a:pt x="272709" y="296798"/>
                  </a:lnTo>
                  <a:lnTo>
                    <a:pt x="276753" y="293397"/>
                  </a:lnTo>
                  <a:lnTo>
                    <a:pt x="280688" y="289870"/>
                  </a:lnTo>
                  <a:lnTo>
                    <a:pt x="284509" y="286221"/>
                  </a:lnTo>
                  <a:lnTo>
                    <a:pt x="288213" y="282453"/>
                  </a:lnTo>
                  <a:lnTo>
                    <a:pt x="291797" y="278569"/>
                  </a:lnTo>
                  <a:lnTo>
                    <a:pt x="295255" y="274574"/>
                  </a:lnTo>
                  <a:lnTo>
                    <a:pt x="298586" y="270472"/>
                  </a:lnTo>
                  <a:lnTo>
                    <a:pt x="301785" y="266266"/>
                  </a:lnTo>
                  <a:lnTo>
                    <a:pt x="304850" y="261962"/>
                  </a:lnTo>
                  <a:lnTo>
                    <a:pt x="307778" y="257562"/>
                  </a:lnTo>
                  <a:lnTo>
                    <a:pt x="310564" y="253073"/>
                  </a:lnTo>
                  <a:lnTo>
                    <a:pt x="313208" y="248498"/>
                  </a:lnTo>
                  <a:lnTo>
                    <a:pt x="315705" y="243841"/>
                  </a:lnTo>
                  <a:lnTo>
                    <a:pt x="318055" y="239108"/>
                  </a:lnTo>
                  <a:lnTo>
                    <a:pt x="320253" y="234303"/>
                  </a:lnTo>
                  <a:lnTo>
                    <a:pt x="322298" y="229430"/>
                  </a:lnTo>
                  <a:lnTo>
                    <a:pt x="324189" y="224496"/>
                  </a:lnTo>
                  <a:lnTo>
                    <a:pt x="325922" y="219504"/>
                  </a:lnTo>
                  <a:lnTo>
                    <a:pt x="327497" y="214460"/>
                  </a:lnTo>
                  <a:lnTo>
                    <a:pt x="328912" y="209369"/>
                  </a:lnTo>
                  <a:lnTo>
                    <a:pt x="330165" y="204236"/>
                  </a:lnTo>
                  <a:lnTo>
                    <a:pt x="331255" y="199065"/>
                  </a:lnTo>
                  <a:lnTo>
                    <a:pt x="332181" y="193863"/>
                  </a:lnTo>
                  <a:lnTo>
                    <a:pt x="332942" y="188634"/>
                  </a:lnTo>
                  <a:lnTo>
                    <a:pt x="333538" y="183383"/>
                  </a:lnTo>
                  <a:lnTo>
                    <a:pt x="333967" y="178117"/>
                  </a:lnTo>
                  <a:lnTo>
                    <a:pt x="334230" y="172839"/>
                  </a:lnTo>
                  <a:lnTo>
                    <a:pt x="334326" y="167556"/>
                  </a:lnTo>
                  <a:lnTo>
                    <a:pt x="334255" y="162272"/>
                  </a:lnTo>
                  <a:lnTo>
                    <a:pt x="334017" y="156993"/>
                  </a:lnTo>
                  <a:lnTo>
                    <a:pt x="333612" y="151725"/>
                  </a:lnTo>
                  <a:lnTo>
                    <a:pt x="333040" y="146472"/>
                  </a:lnTo>
                  <a:lnTo>
                    <a:pt x="332303" y="141239"/>
                  </a:lnTo>
                  <a:lnTo>
                    <a:pt x="331401" y="136032"/>
                  </a:lnTo>
                  <a:lnTo>
                    <a:pt x="330335" y="130857"/>
                  </a:lnTo>
                  <a:lnTo>
                    <a:pt x="329106" y="125718"/>
                  </a:lnTo>
                  <a:lnTo>
                    <a:pt x="327715" y="120620"/>
                  </a:lnTo>
                  <a:lnTo>
                    <a:pt x="326164" y="115569"/>
                  </a:lnTo>
                  <a:lnTo>
                    <a:pt x="324454" y="110569"/>
                  </a:lnTo>
                  <a:lnTo>
                    <a:pt x="322586" y="105626"/>
                  </a:lnTo>
                  <a:lnTo>
                    <a:pt x="320564" y="10074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71773"/>
              <a:ext cx="153404" cy="66422"/>
            </a:xfrm>
            <a:custGeom>
              <a:avLst/>
              <a:pathLst>
                <a:path w="153404" h="66422">
                  <a:moveTo>
                    <a:pt x="153404" y="0"/>
                  </a:moveTo>
                  <a:lnTo>
                    <a:pt x="0" y="66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70960"/>
              <a:ext cx="153404" cy="67235"/>
            </a:xfrm>
            <a:custGeom>
              <a:avLst/>
              <a:pathLst>
                <a:path w="153404" h="67235">
                  <a:moveTo>
                    <a:pt x="153404" y="813"/>
                  </a:moveTo>
                  <a:lnTo>
                    <a:pt x="153049" y="0"/>
                  </a:lnTo>
                  <a:lnTo>
                    <a:pt x="0" y="672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071028"/>
              <a:ext cx="153049" cy="167167"/>
            </a:xfrm>
            <a:custGeom>
              <a:avLst/>
              <a:pathLst>
                <a:path w="153049" h="167167">
                  <a:moveTo>
                    <a:pt x="153049" y="99931"/>
                  </a:moveTo>
                  <a:lnTo>
                    <a:pt x="150744" y="94910"/>
                  </a:lnTo>
                  <a:lnTo>
                    <a:pt x="148274" y="89968"/>
                  </a:lnTo>
                  <a:lnTo>
                    <a:pt x="145641" y="85110"/>
                  </a:lnTo>
                  <a:lnTo>
                    <a:pt x="142850" y="80341"/>
                  </a:lnTo>
                  <a:lnTo>
                    <a:pt x="139903" y="75668"/>
                  </a:lnTo>
                  <a:lnTo>
                    <a:pt x="136802" y="71095"/>
                  </a:lnTo>
                  <a:lnTo>
                    <a:pt x="133553" y="66626"/>
                  </a:lnTo>
                  <a:lnTo>
                    <a:pt x="130157" y="62267"/>
                  </a:lnTo>
                  <a:lnTo>
                    <a:pt x="126619" y="58023"/>
                  </a:lnTo>
                  <a:lnTo>
                    <a:pt x="122943" y="53898"/>
                  </a:lnTo>
                  <a:lnTo>
                    <a:pt x="119133" y="49897"/>
                  </a:lnTo>
                  <a:lnTo>
                    <a:pt x="115192" y="46024"/>
                  </a:lnTo>
                  <a:lnTo>
                    <a:pt x="111126" y="42284"/>
                  </a:lnTo>
                  <a:lnTo>
                    <a:pt x="106938" y="38679"/>
                  </a:lnTo>
                  <a:lnTo>
                    <a:pt x="102634" y="35216"/>
                  </a:lnTo>
                  <a:lnTo>
                    <a:pt x="98217" y="31896"/>
                  </a:lnTo>
                  <a:lnTo>
                    <a:pt x="93693" y="28724"/>
                  </a:lnTo>
                  <a:lnTo>
                    <a:pt x="89067" y="25703"/>
                  </a:lnTo>
                  <a:lnTo>
                    <a:pt x="84343" y="22837"/>
                  </a:lnTo>
                  <a:lnTo>
                    <a:pt x="79527" y="20129"/>
                  </a:lnTo>
                  <a:lnTo>
                    <a:pt x="74625" y="17581"/>
                  </a:lnTo>
                  <a:lnTo>
                    <a:pt x="69640" y="15196"/>
                  </a:lnTo>
                  <a:lnTo>
                    <a:pt x="64580" y="12978"/>
                  </a:lnTo>
                  <a:lnTo>
                    <a:pt x="59449" y="10928"/>
                  </a:lnTo>
                  <a:lnTo>
                    <a:pt x="54253" y="9048"/>
                  </a:lnTo>
                  <a:lnTo>
                    <a:pt x="48998" y="7342"/>
                  </a:lnTo>
                  <a:lnTo>
                    <a:pt x="43690" y="5810"/>
                  </a:lnTo>
                  <a:lnTo>
                    <a:pt x="38334" y="4454"/>
                  </a:lnTo>
                  <a:lnTo>
                    <a:pt x="32935" y="3276"/>
                  </a:lnTo>
                  <a:lnTo>
                    <a:pt x="27501" y="2277"/>
                  </a:lnTo>
                  <a:lnTo>
                    <a:pt x="22037" y="1458"/>
                  </a:lnTo>
                  <a:lnTo>
                    <a:pt x="16549" y="821"/>
                  </a:lnTo>
                  <a:lnTo>
                    <a:pt x="11042" y="365"/>
                  </a:lnTo>
                  <a:lnTo>
                    <a:pt x="552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54687" y="941493"/>
              <a:ext cx="68856" cy="167167"/>
            </a:xfrm>
            <a:custGeom>
              <a:avLst/>
              <a:pathLst>
                <a:path w="68856" h="167167">
                  <a:moveTo>
                    <a:pt x="68856" y="0"/>
                  </a:moveTo>
                  <a:lnTo>
                    <a:pt x="62943" y="104"/>
                  </a:lnTo>
                  <a:lnTo>
                    <a:pt x="57038" y="418"/>
                  </a:lnTo>
                  <a:lnTo>
                    <a:pt x="51147" y="940"/>
                  </a:lnTo>
                  <a:lnTo>
                    <a:pt x="45278" y="1671"/>
                  </a:lnTo>
                  <a:lnTo>
                    <a:pt x="39439" y="2608"/>
                  </a:lnTo>
                  <a:lnTo>
                    <a:pt x="33637" y="3752"/>
                  </a:lnTo>
                  <a:lnTo>
                    <a:pt x="27879" y="5100"/>
                  </a:lnTo>
                  <a:lnTo>
                    <a:pt x="22172" y="6650"/>
                  </a:lnTo>
                  <a:lnTo>
                    <a:pt x="16524" y="8402"/>
                  </a:lnTo>
                  <a:lnTo>
                    <a:pt x="10941" y="10352"/>
                  </a:lnTo>
                  <a:lnTo>
                    <a:pt x="5431" y="12499"/>
                  </a:lnTo>
                  <a:lnTo>
                    <a:pt x="0" y="14839"/>
                  </a:lnTo>
                  <a:lnTo>
                    <a:pt x="688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54687" y="956333"/>
              <a:ext cx="68856" cy="152327"/>
            </a:xfrm>
            <a:custGeom>
              <a:avLst/>
              <a:pathLst>
                <a:path w="68856" h="152327">
                  <a:moveTo>
                    <a:pt x="0" y="0"/>
                  </a:moveTo>
                  <a:lnTo>
                    <a:pt x="68856" y="1523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56376" y="956333"/>
              <a:ext cx="334331" cy="319479"/>
            </a:xfrm>
            <a:custGeom>
              <a:avLst/>
              <a:pathLst>
                <a:path w="334331" h="319479">
                  <a:moveTo>
                    <a:pt x="98310" y="0"/>
                  </a:moveTo>
                  <a:lnTo>
                    <a:pt x="93501" y="2266"/>
                  </a:lnTo>
                  <a:lnTo>
                    <a:pt x="88767" y="4684"/>
                  </a:lnTo>
                  <a:lnTo>
                    <a:pt x="84111" y="7252"/>
                  </a:lnTo>
                  <a:lnTo>
                    <a:pt x="79540" y="9967"/>
                  </a:lnTo>
                  <a:lnTo>
                    <a:pt x="75058" y="12825"/>
                  </a:lnTo>
                  <a:lnTo>
                    <a:pt x="70668" y="15825"/>
                  </a:lnTo>
                  <a:lnTo>
                    <a:pt x="66376" y="18962"/>
                  </a:lnTo>
                  <a:lnTo>
                    <a:pt x="62186" y="22235"/>
                  </a:lnTo>
                  <a:lnTo>
                    <a:pt x="58103" y="25639"/>
                  </a:lnTo>
                  <a:lnTo>
                    <a:pt x="54129" y="29171"/>
                  </a:lnTo>
                  <a:lnTo>
                    <a:pt x="50270" y="32828"/>
                  </a:lnTo>
                  <a:lnTo>
                    <a:pt x="46529" y="36605"/>
                  </a:lnTo>
                  <a:lnTo>
                    <a:pt x="42911" y="40500"/>
                  </a:lnTo>
                  <a:lnTo>
                    <a:pt x="39417" y="44508"/>
                  </a:lnTo>
                  <a:lnTo>
                    <a:pt x="36053" y="48625"/>
                  </a:lnTo>
                  <a:lnTo>
                    <a:pt x="32822" y="52846"/>
                  </a:lnTo>
                  <a:lnTo>
                    <a:pt x="29727" y="57169"/>
                  </a:lnTo>
                  <a:lnTo>
                    <a:pt x="26770" y="61587"/>
                  </a:lnTo>
                  <a:lnTo>
                    <a:pt x="23956" y="66098"/>
                  </a:lnTo>
                  <a:lnTo>
                    <a:pt x="21286" y="70695"/>
                  </a:lnTo>
                  <a:lnTo>
                    <a:pt x="18764" y="75375"/>
                  </a:lnTo>
                  <a:lnTo>
                    <a:pt x="16392" y="80133"/>
                  </a:lnTo>
                  <a:lnTo>
                    <a:pt x="14173" y="84964"/>
                  </a:lnTo>
                  <a:lnTo>
                    <a:pt x="12108" y="89863"/>
                  </a:lnTo>
                  <a:lnTo>
                    <a:pt x="10200" y="94826"/>
                  </a:lnTo>
                  <a:lnTo>
                    <a:pt x="8451" y="99846"/>
                  </a:lnTo>
                  <a:lnTo>
                    <a:pt x="6862" y="104920"/>
                  </a:lnTo>
                  <a:lnTo>
                    <a:pt x="5436" y="110041"/>
                  </a:lnTo>
                  <a:lnTo>
                    <a:pt x="4173" y="115205"/>
                  </a:lnTo>
                  <a:lnTo>
                    <a:pt x="3075" y="120407"/>
                  </a:lnTo>
                  <a:lnTo>
                    <a:pt x="2143" y="125641"/>
                  </a:lnTo>
                  <a:lnTo>
                    <a:pt x="1378" y="130902"/>
                  </a:lnTo>
                  <a:lnTo>
                    <a:pt x="781" y="136185"/>
                  </a:lnTo>
                  <a:lnTo>
                    <a:pt x="351" y="141484"/>
                  </a:lnTo>
                  <a:lnTo>
                    <a:pt x="91" y="146794"/>
                  </a:lnTo>
                  <a:lnTo>
                    <a:pt x="0" y="152110"/>
                  </a:lnTo>
                  <a:lnTo>
                    <a:pt x="77" y="157426"/>
                  </a:lnTo>
                  <a:lnTo>
                    <a:pt x="324" y="162737"/>
                  </a:lnTo>
                  <a:lnTo>
                    <a:pt x="739" y="168037"/>
                  </a:lnTo>
                  <a:lnTo>
                    <a:pt x="1323" y="173321"/>
                  </a:lnTo>
                  <a:lnTo>
                    <a:pt x="2074" y="178584"/>
                  </a:lnTo>
                  <a:lnTo>
                    <a:pt x="2993" y="183821"/>
                  </a:lnTo>
                  <a:lnTo>
                    <a:pt x="4077" y="189025"/>
                  </a:lnTo>
                  <a:lnTo>
                    <a:pt x="5327" y="194193"/>
                  </a:lnTo>
                  <a:lnTo>
                    <a:pt x="6740" y="199318"/>
                  </a:lnTo>
                  <a:lnTo>
                    <a:pt x="8315" y="204396"/>
                  </a:lnTo>
                  <a:lnTo>
                    <a:pt x="10051" y="209421"/>
                  </a:lnTo>
                  <a:lnTo>
                    <a:pt x="11946" y="214388"/>
                  </a:lnTo>
                  <a:lnTo>
                    <a:pt x="13998" y="219292"/>
                  </a:lnTo>
                  <a:lnTo>
                    <a:pt x="16205" y="224129"/>
                  </a:lnTo>
                  <a:lnTo>
                    <a:pt x="18565" y="228893"/>
                  </a:lnTo>
                  <a:lnTo>
                    <a:pt x="21074" y="233580"/>
                  </a:lnTo>
                  <a:lnTo>
                    <a:pt x="23732" y="238184"/>
                  </a:lnTo>
                  <a:lnTo>
                    <a:pt x="26535" y="242702"/>
                  </a:lnTo>
                  <a:lnTo>
                    <a:pt x="29480" y="247128"/>
                  </a:lnTo>
                  <a:lnTo>
                    <a:pt x="32564" y="251459"/>
                  </a:lnTo>
                  <a:lnTo>
                    <a:pt x="35784" y="255689"/>
                  </a:lnTo>
                  <a:lnTo>
                    <a:pt x="39138" y="259814"/>
                  </a:lnTo>
                  <a:lnTo>
                    <a:pt x="42620" y="263831"/>
                  </a:lnTo>
                  <a:lnTo>
                    <a:pt x="46229" y="267735"/>
                  </a:lnTo>
                  <a:lnTo>
                    <a:pt x="49960" y="271523"/>
                  </a:lnTo>
                  <a:lnTo>
                    <a:pt x="53810" y="275189"/>
                  </a:lnTo>
                  <a:lnTo>
                    <a:pt x="57774" y="278732"/>
                  </a:lnTo>
                  <a:lnTo>
                    <a:pt x="61849" y="282147"/>
                  </a:lnTo>
                  <a:lnTo>
                    <a:pt x="66030" y="285430"/>
                  </a:lnTo>
                  <a:lnTo>
                    <a:pt x="70314" y="288579"/>
                  </a:lnTo>
                  <a:lnTo>
                    <a:pt x="74695" y="291590"/>
                  </a:lnTo>
                  <a:lnTo>
                    <a:pt x="79171" y="294460"/>
                  </a:lnTo>
                  <a:lnTo>
                    <a:pt x="83735" y="297186"/>
                  </a:lnTo>
                  <a:lnTo>
                    <a:pt x="88383" y="299766"/>
                  </a:lnTo>
                  <a:lnTo>
                    <a:pt x="93111" y="302196"/>
                  </a:lnTo>
                  <a:lnTo>
                    <a:pt x="97915" y="304475"/>
                  </a:lnTo>
                  <a:lnTo>
                    <a:pt x="102788" y="306601"/>
                  </a:lnTo>
                  <a:lnTo>
                    <a:pt x="107726" y="308570"/>
                  </a:lnTo>
                  <a:lnTo>
                    <a:pt x="112725" y="310381"/>
                  </a:lnTo>
                  <a:lnTo>
                    <a:pt x="117778" y="312032"/>
                  </a:lnTo>
                  <a:lnTo>
                    <a:pt x="122881" y="313522"/>
                  </a:lnTo>
                  <a:lnTo>
                    <a:pt x="128030" y="314849"/>
                  </a:lnTo>
                  <a:lnTo>
                    <a:pt x="133217" y="316011"/>
                  </a:lnTo>
                  <a:lnTo>
                    <a:pt x="138440" y="317008"/>
                  </a:lnTo>
                  <a:lnTo>
                    <a:pt x="143691" y="317838"/>
                  </a:lnTo>
                  <a:lnTo>
                    <a:pt x="148966" y="318501"/>
                  </a:lnTo>
                  <a:lnTo>
                    <a:pt x="154259" y="318996"/>
                  </a:lnTo>
                  <a:lnTo>
                    <a:pt x="159566" y="319322"/>
                  </a:lnTo>
                  <a:lnTo>
                    <a:pt x="164880" y="319479"/>
                  </a:lnTo>
                  <a:lnTo>
                    <a:pt x="170196" y="319467"/>
                  </a:lnTo>
                  <a:lnTo>
                    <a:pt x="175509" y="319286"/>
                  </a:lnTo>
                  <a:lnTo>
                    <a:pt x="180814" y="318937"/>
                  </a:lnTo>
                  <a:lnTo>
                    <a:pt x="186105" y="318418"/>
                  </a:lnTo>
                  <a:lnTo>
                    <a:pt x="191377" y="317732"/>
                  </a:lnTo>
                  <a:lnTo>
                    <a:pt x="196625" y="316879"/>
                  </a:lnTo>
                  <a:lnTo>
                    <a:pt x="201843" y="315859"/>
                  </a:lnTo>
                  <a:lnTo>
                    <a:pt x="207025" y="314673"/>
                  </a:lnTo>
                  <a:lnTo>
                    <a:pt x="212167" y="313324"/>
                  </a:lnTo>
                  <a:lnTo>
                    <a:pt x="217264" y="311811"/>
                  </a:lnTo>
                  <a:lnTo>
                    <a:pt x="222310" y="310138"/>
                  </a:lnTo>
                  <a:lnTo>
                    <a:pt x="227301" y="308304"/>
                  </a:lnTo>
                  <a:lnTo>
                    <a:pt x="232230" y="306313"/>
                  </a:lnTo>
                  <a:lnTo>
                    <a:pt x="237094" y="304166"/>
                  </a:lnTo>
                  <a:lnTo>
                    <a:pt x="241887" y="301866"/>
                  </a:lnTo>
                  <a:lnTo>
                    <a:pt x="246604" y="299414"/>
                  </a:lnTo>
                  <a:lnTo>
                    <a:pt x="251241" y="296814"/>
                  </a:lnTo>
                  <a:lnTo>
                    <a:pt x="255793" y="294067"/>
                  </a:lnTo>
                  <a:lnTo>
                    <a:pt x="260256" y="291178"/>
                  </a:lnTo>
                  <a:lnTo>
                    <a:pt x="264624" y="288147"/>
                  </a:lnTo>
                  <a:lnTo>
                    <a:pt x="268894" y="284979"/>
                  </a:lnTo>
                  <a:lnTo>
                    <a:pt x="273060" y="281678"/>
                  </a:lnTo>
                  <a:lnTo>
                    <a:pt x="277120" y="278245"/>
                  </a:lnTo>
                  <a:lnTo>
                    <a:pt x="281068" y="274685"/>
                  </a:lnTo>
                  <a:lnTo>
                    <a:pt x="284902" y="271001"/>
                  </a:lnTo>
                  <a:lnTo>
                    <a:pt x="288616" y="267197"/>
                  </a:lnTo>
                  <a:lnTo>
                    <a:pt x="292207" y="263277"/>
                  </a:lnTo>
                  <a:lnTo>
                    <a:pt x="295672" y="259245"/>
                  </a:lnTo>
                  <a:lnTo>
                    <a:pt x="299007" y="255104"/>
                  </a:lnTo>
                  <a:lnTo>
                    <a:pt x="302208" y="250860"/>
                  </a:lnTo>
                  <a:lnTo>
                    <a:pt x="305273" y="246516"/>
                  </a:lnTo>
                  <a:lnTo>
                    <a:pt x="308199" y="242077"/>
                  </a:lnTo>
                  <a:lnTo>
                    <a:pt x="310981" y="237547"/>
                  </a:lnTo>
                  <a:lnTo>
                    <a:pt x="313618" y="232930"/>
                  </a:lnTo>
                  <a:lnTo>
                    <a:pt x="316108" y="228233"/>
                  </a:lnTo>
                  <a:lnTo>
                    <a:pt x="318446" y="223458"/>
                  </a:lnTo>
                  <a:lnTo>
                    <a:pt x="320631" y="218612"/>
                  </a:lnTo>
                  <a:lnTo>
                    <a:pt x="322661" y="213698"/>
                  </a:lnTo>
                  <a:lnTo>
                    <a:pt x="324534" y="208722"/>
                  </a:lnTo>
                  <a:lnTo>
                    <a:pt x="326248" y="203690"/>
                  </a:lnTo>
                  <a:lnTo>
                    <a:pt x="327801" y="198605"/>
                  </a:lnTo>
                  <a:lnTo>
                    <a:pt x="329191" y="193474"/>
                  </a:lnTo>
                  <a:lnTo>
                    <a:pt x="330418" y="188301"/>
                  </a:lnTo>
                  <a:lnTo>
                    <a:pt x="331479" y="183091"/>
                  </a:lnTo>
                  <a:lnTo>
                    <a:pt x="332374" y="177851"/>
                  </a:lnTo>
                  <a:lnTo>
                    <a:pt x="333102" y="172584"/>
                  </a:lnTo>
                  <a:lnTo>
                    <a:pt x="333663" y="167298"/>
                  </a:lnTo>
                  <a:lnTo>
                    <a:pt x="334054" y="161996"/>
                  </a:lnTo>
                  <a:lnTo>
                    <a:pt x="334277" y="156684"/>
                  </a:lnTo>
                  <a:lnTo>
                    <a:pt x="334331" y="151368"/>
                  </a:lnTo>
                  <a:lnTo>
                    <a:pt x="334216" y="146053"/>
                  </a:lnTo>
                  <a:lnTo>
                    <a:pt x="333932" y="140744"/>
                  </a:lnTo>
                  <a:lnTo>
                    <a:pt x="333480" y="135447"/>
                  </a:lnTo>
                  <a:lnTo>
                    <a:pt x="332859" y="130167"/>
                  </a:lnTo>
                  <a:lnTo>
                    <a:pt x="332070" y="124909"/>
                  </a:lnTo>
                  <a:lnTo>
                    <a:pt x="331115" y="119679"/>
                  </a:lnTo>
                  <a:lnTo>
                    <a:pt x="329994" y="114482"/>
                  </a:lnTo>
                  <a:lnTo>
                    <a:pt x="328708" y="109323"/>
                  </a:lnTo>
                  <a:lnTo>
                    <a:pt x="327259" y="104208"/>
                  </a:lnTo>
                  <a:lnTo>
                    <a:pt x="325648" y="99142"/>
                  </a:lnTo>
                  <a:lnTo>
                    <a:pt x="323877" y="94129"/>
                  </a:lnTo>
                  <a:lnTo>
                    <a:pt x="321947" y="89176"/>
                  </a:lnTo>
                  <a:lnTo>
                    <a:pt x="167167" y="1523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5023544" y="941493"/>
              <a:ext cx="154779" cy="167167"/>
            </a:xfrm>
            <a:custGeom>
              <a:avLst/>
              <a:pathLst>
                <a:path w="154779" h="167167">
                  <a:moveTo>
                    <a:pt x="154779" y="104015"/>
                  </a:moveTo>
                  <a:lnTo>
                    <a:pt x="152620" y="98962"/>
                  </a:lnTo>
                  <a:lnTo>
                    <a:pt x="150296" y="93983"/>
                  </a:lnTo>
                  <a:lnTo>
                    <a:pt x="147810" y="89083"/>
                  </a:lnTo>
                  <a:lnTo>
                    <a:pt x="145163" y="84267"/>
                  </a:lnTo>
                  <a:lnTo>
                    <a:pt x="142360" y="79541"/>
                  </a:lnTo>
                  <a:lnTo>
                    <a:pt x="139403" y="74909"/>
                  </a:lnTo>
                  <a:lnTo>
                    <a:pt x="136296" y="70377"/>
                  </a:lnTo>
                  <a:lnTo>
                    <a:pt x="133041" y="65950"/>
                  </a:lnTo>
                  <a:lnTo>
                    <a:pt x="129643" y="61632"/>
                  </a:lnTo>
                  <a:lnTo>
                    <a:pt x="126104" y="57428"/>
                  </a:lnTo>
                  <a:lnTo>
                    <a:pt x="122429" y="53343"/>
                  </a:lnTo>
                  <a:lnTo>
                    <a:pt x="118622" y="49381"/>
                  </a:lnTo>
                  <a:lnTo>
                    <a:pt x="114687" y="45546"/>
                  </a:lnTo>
                  <a:lnTo>
                    <a:pt x="110628" y="41842"/>
                  </a:lnTo>
                  <a:lnTo>
                    <a:pt x="106449" y="38274"/>
                  </a:lnTo>
                  <a:lnTo>
                    <a:pt x="102155" y="34845"/>
                  </a:lnTo>
                  <a:lnTo>
                    <a:pt x="97751" y="31559"/>
                  </a:lnTo>
                  <a:lnTo>
                    <a:pt x="93241" y="28419"/>
                  </a:lnTo>
                  <a:lnTo>
                    <a:pt x="88631" y="25430"/>
                  </a:lnTo>
                  <a:lnTo>
                    <a:pt x="83924" y="22593"/>
                  </a:lnTo>
                  <a:lnTo>
                    <a:pt x="79127" y="19913"/>
                  </a:lnTo>
                  <a:lnTo>
                    <a:pt x="74245" y="17392"/>
                  </a:lnTo>
                  <a:lnTo>
                    <a:pt x="69282" y="15033"/>
                  </a:lnTo>
                  <a:lnTo>
                    <a:pt x="64245" y="12838"/>
                  </a:lnTo>
                  <a:lnTo>
                    <a:pt x="59138" y="10810"/>
                  </a:lnTo>
                  <a:lnTo>
                    <a:pt x="53967" y="8950"/>
                  </a:lnTo>
                  <a:lnTo>
                    <a:pt x="48738" y="7262"/>
                  </a:lnTo>
                  <a:lnTo>
                    <a:pt x="43456" y="5747"/>
                  </a:lnTo>
                  <a:lnTo>
                    <a:pt x="38127" y="4406"/>
                  </a:lnTo>
                  <a:lnTo>
                    <a:pt x="32757" y="3240"/>
                  </a:lnTo>
                  <a:lnTo>
                    <a:pt x="27352" y="2252"/>
                  </a:lnTo>
                  <a:lnTo>
                    <a:pt x="21917" y="1443"/>
                  </a:lnTo>
                  <a:lnTo>
                    <a:pt x="16458" y="812"/>
                  </a:lnTo>
                  <a:lnTo>
                    <a:pt x="10982" y="361"/>
                  </a:lnTo>
                  <a:lnTo>
                    <a:pt x="549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8460" y="941493"/>
              <a:ext cx="107754" cy="167167"/>
            </a:xfrm>
            <a:custGeom>
              <a:avLst/>
              <a:pathLst>
                <a:path w="107754" h="167167">
                  <a:moveTo>
                    <a:pt x="107754" y="0"/>
                  </a:moveTo>
                  <a:lnTo>
                    <a:pt x="102179" y="92"/>
                  </a:lnTo>
                  <a:lnTo>
                    <a:pt x="96610" y="371"/>
                  </a:lnTo>
                  <a:lnTo>
                    <a:pt x="91054" y="836"/>
                  </a:lnTo>
                  <a:lnTo>
                    <a:pt x="85516" y="1485"/>
                  </a:lnTo>
                  <a:lnTo>
                    <a:pt x="80003" y="2319"/>
                  </a:lnTo>
                  <a:lnTo>
                    <a:pt x="74520" y="3336"/>
                  </a:lnTo>
                  <a:lnTo>
                    <a:pt x="69075" y="4536"/>
                  </a:lnTo>
                  <a:lnTo>
                    <a:pt x="63673" y="5916"/>
                  </a:lnTo>
                  <a:lnTo>
                    <a:pt x="58319" y="7476"/>
                  </a:lnTo>
                  <a:lnTo>
                    <a:pt x="53021" y="9214"/>
                  </a:lnTo>
                  <a:lnTo>
                    <a:pt x="47784" y="11127"/>
                  </a:lnTo>
                  <a:lnTo>
                    <a:pt x="42613" y="13214"/>
                  </a:lnTo>
                  <a:lnTo>
                    <a:pt x="37515" y="15472"/>
                  </a:lnTo>
                  <a:lnTo>
                    <a:pt x="32495" y="17899"/>
                  </a:lnTo>
                  <a:lnTo>
                    <a:pt x="27559" y="20492"/>
                  </a:lnTo>
                  <a:lnTo>
                    <a:pt x="22712" y="23248"/>
                  </a:lnTo>
                  <a:lnTo>
                    <a:pt x="17959" y="26164"/>
                  </a:lnTo>
                  <a:lnTo>
                    <a:pt x="13307" y="29237"/>
                  </a:lnTo>
                  <a:lnTo>
                    <a:pt x="8759" y="32464"/>
                  </a:lnTo>
                  <a:lnTo>
                    <a:pt x="4322" y="35840"/>
                  </a:lnTo>
                  <a:lnTo>
                    <a:pt x="0" y="39363"/>
                  </a:lnTo>
                  <a:lnTo>
                    <a:pt x="1077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8460" y="980856"/>
              <a:ext cx="107754" cy="127803"/>
            </a:xfrm>
            <a:custGeom>
              <a:avLst/>
              <a:pathLst>
                <a:path w="107754" h="127803">
                  <a:moveTo>
                    <a:pt x="0" y="0"/>
                  </a:moveTo>
                  <a:lnTo>
                    <a:pt x="107754" y="127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19048" y="980856"/>
              <a:ext cx="167167" cy="240230"/>
            </a:xfrm>
            <a:custGeom>
              <a:avLst/>
              <a:pathLst>
                <a:path w="167167" h="240230">
                  <a:moveTo>
                    <a:pt x="59412" y="0"/>
                  </a:moveTo>
                  <a:lnTo>
                    <a:pt x="55358" y="3530"/>
                  </a:lnTo>
                  <a:lnTo>
                    <a:pt x="51420" y="7190"/>
                  </a:lnTo>
                  <a:lnTo>
                    <a:pt x="47602" y="10974"/>
                  </a:lnTo>
                  <a:lnTo>
                    <a:pt x="43907" y="14878"/>
                  </a:lnTo>
                  <a:lnTo>
                    <a:pt x="40340" y="18900"/>
                  </a:lnTo>
                  <a:lnTo>
                    <a:pt x="36904" y="23034"/>
                  </a:lnTo>
                  <a:lnTo>
                    <a:pt x="33603" y="27277"/>
                  </a:lnTo>
                  <a:lnTo>
                    <a:pt x="30439" y="31623"/>
                  </a:lnTo>
                  <a:lnTo>
                    <a:pt x="27418" y="36069"/>
                  </a:lnTo>
                  <a:lnTo>
                    <a:pt x="24540" y="40610"/>
                  </a:lnTo>
                  <a:lnTo>
                    <a:pt x="21810" y="45241"/>
                  </a:lnTo>
                  <a:lnTo>
                    <a:pt x="19231" y="49957"/>
                  </a:lnTo>
                  <a:lnTo>
                    <a:pt x="16804" y="54754"/>
                  </a:lnTo>
                  <a:lnTo>
                    <a:pt x="14533" y="59627"/>
                  </a:lnTo>
                  <a:lnTo>
                    <a:pt x="12420" y="64570"/>
                  </a:lnTo>
                  <a:lnTo>
                    <a:pt x="10467" y="69578"/>
                  </a:lnTo>
                  <a:lnTo>
                    <a:pt x="8676" y="74646"/>
                  </a:lnTo>
                  <a:lnTo>
                    <a:pt x="7049" y="79770"/>
                  </a:lnTo>
                  <a:lnTo>
                    <a:pt x="5587" y="84943"/>
                  </a:lnTo>
                  <a:lnTo>
                    <a:pt x="4293" y="90160"/>
                  </a:lnTo>
                  <a:lnTo>
                    <a:pt x="3166" y="95417"/>
                  </a:lnTo>
                  <a:lnTo>
                    <a:pt x="2210" y="100707"/>
                  </a:lnTo>
                  <a:lnTo>
                    <a:pt x="1424" y="106025"/>
                  </a:lnTo>
                  <a:lnTo>
                    <a:pt x="809" y="111365"/>
                  </a:lnTo>
                  <a:lnTo>
                    <a:pt x="367" y="116723"/>
                  </a:lnTo>
                  <a:lnTo>
                    <a:pt x="97" y="122091"/>
                  </a:lnTo>
                  <a:lnTo>
                    <a:pt x="0" y="127466"/>
                  </a:lnTo>
                  <a:lnTo>
                    <a:pt x="75" y="132841"/>
                  </a:lnTo>
                  <a:lnTo>
                    <a:pt x="323" y="138211"/>
                  </a:lnTo>
                  <a:lnTo>
                    <a:pt x="744" y="143571"/>
                  </a:lnTo>
                  <a:lnTo>
                    <a:pt x="1337" y="148913"/>
                  </a:lnTo>
                  <a:lnTo>
                    <a:pt x="2102" y="154234"/>
                  </a:lnTo>
                  <a:lnTo>
                    <a:pt x="3037" y="159528"/>
                  </a:lnTo>
                  <a:lnTo>
                    <a:pt x="4142" y="164789"/>
                  </a:lnTo>
                  <a:lnTo>
                    <a:pt x="5416" y="170012"/>
                  </a:lnTo>
                  <a:lnTo>
                    <a:pt x="6856" y="175191"/>
                  </a:lnTo>
                  <a:lnTo>
                    <a:pt x="8463" y="180321"/>
                  </a:lnTo>
                  <a:lnTo>
                    <a:pt x="10234" y="185396"/>
                  </a:lnTo>
                  <a:lnTo>
                    <a:pt x="12166" y="190413"/>
                  </a:lnTo>
                  <a:lnTo>
                    <a:pt x="14260" y="195364"/>
                  </a:lnTo>
                  <a:lnTo>
                    <a:pt x="16511" y="200246"/>
                  </a:lnTo>
                  <a:lnTo>
                    <a:pt x="18918" y="205052"/>
                  </a:lnTo>
                  <a:lnTo>
                    <a:pt x="21479" y="209779"/>
                  </a:lnTo>
                  <a:lnTo>
                    <a:pt x="24190" y="214421"/>
                  </a:lnTo>
                  <a:lnTo>
                    <a:pt x="27049" y="218973"/>
                  </a:lnTo>
                  <a:lnTo>
                    <a:pt x="30053" y="223431"/>
                  </a:lnTo>
                  <a:lnTo>
                    <a:pt x="33198" y="227791"/>
                  </a:lnTo>
                  <a:lnTo>
                    <a:pt x="36482" y="232046"/>
                  </a:lnTo>
                  <a:lnTo>
                    <a:pt x="39902" y="236194"/>
                  </a:lnTo>
                  <a:lnTo>
                    <a:pt x="43453" y="240230"/>
                  </a:lnTo>
                  <a:lnTo>
                    <a:pt x="167167" y="127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62502" y="941493"/>
              <a:ext cx="290867" cy="334331"/>
            </a:xfrm>
            <a:custGeom>
              <a:avLst/>
              <a:pathLst>
                <a:path w="290867" h="334331">
                  <a:moveTo>
                    <a:pt x="0" y="279594"/>
                  </a:moveTo>
                  <a:lnTo>
                    <a:pt x="3636" y="283470"/>
                  </a:lnTo>
                  <a:lnTo>
                    <a:pt x="7395" y="287229"/>
                  </a:lnTo>
                  <a:lnTo>
                    <a:pt x="11271" y="290866"/>
                  </a:lnTo>
                  <a:lnTo>
                    <a:pt x="15260" y="294379"/>
                  </a:lnTo>
                  <a:lnTo>
                    <a:pt x="19359" y="297763"/>
                  </a:lnTo>
                  <a:lnTo>
                    <a:pt x="23564" y="301014"/>
                  </a:lnTo>
                  <a:lnTo>
                    <a:pt x="27870" y="304131"/>
                  </a:lnTo>
                  <a:lnTo>
                    <a:pt x="32273" y="307108"/>
                  </a:lnTo>
                  <a:lnTo>
                    <a:pt x="36768" y="309945"/>
                  </a:lnTo>
                  <a:lnTo>
                    <a:pt x="41352" y="312637"/>
                  </a:lnTo>
                  <a:lnTo>
                    <a:pt x="46018" y="315182"/>
                  </a:lnTo>
                  <a:lnTo>
                    <a:pt x="50763" y="317577"/>
                  </a:lnTo>
                  <a:lnTo>
                    <a:pt x="55582" y="319820"/>
                  </a:lnTo>
                  <a:lnTo>
                    <a:pt x="60470" y="321909"/>
                  </a:lnTo>
                  <a:lnTo>
                    <a:pt x="65421" y="323842"/>
                  </a:lnTo>
                  <a:lnTo>
                    <a:pt x="70432" y="325616"/>
                  </a:lnTo>
                  <a:lnTo>
                    <a:pt x="75496" y="327230"/>
                  </a:lnTo>
                  <a:lnTo>
                    <a:pt x="80609" y="328682"/>
                  </a:lnTo>
                  <a:lnTo>
                    <a:pt x="85766" y="329970"/>
                  </a:lnTo>
                  <a:lnTo>
                    <a:pt x="90961" y="331095"/>
                  </a:lnTo>
                  <a:lnTo>
                    <a:pt x="96190" y="332053"/>
                  </a:lnTo>
                  <a:lnTo>
                    <a:pt x="101446" y="332845"/>
                  </a:lnTo>
                  <a:lnTo>
                    <a:pt x="106724" y="333469"/>
                  </a:lnTo>
                  <a:lnTo>
                    <a:pt x="112020" y="333925"/>
                  </a:lnTo>
                  <a:lnTo>
                    <a:pt x="117328" y="334212"/>
                  </a:lnTo>
                  <a:lnTo>
                    <a:pt x="122642" y="334331"/>
                  </a:lnTo>
                  <a:lnTo>
                    <a:pt x="127957" y="334281"/>
                  </a:lnTo>
                  <a:lnTo>
                    <a:pt x="133268" y="334061"/>
                  </a:lnTo>
                  <a:lnTo>
                    <a:pt x="138569" y="333673"/>
                  </a:lnTo>
                  <a:lnTo>
                    <a:pt x="143855" y="333117"/>
                  </a:lnTo>
                  <a:lnTo>
                    <a:pt x="149121" y="332392"/>
                  </a:lnTo>
                  <a:lnTo>
                    <a:pt x="154361" y="331501"/>
                  </a:lnTo>
                  <a:lnTo>
                    <a:pt x="159570" y="330444"/>
                  </a:lnTo>
                  <a:lnTo>
                    <a:pt x="164743" y="329221"/>
                  </a:lnTo>
                  <a:lnTo>
                    <a:pt x="169874" y="327835"/>
                  </a:lnTo>
                  <a:lnTo>
                    <a:pt x="174959" y="326286"/>
                  </a:lnTo>
                  <a:lnTo>
                    <a:pt x="179992" y="324576"/>
                  </a:lnTo>
                  <a:lnTo>
                    <a:pt x="184968" y="322707"/>
                  </a:lnTo>
                  <a:lnTo>
                    <a:pt x="189882" y="320681"/>
                  </a:lnTo>
                  <a:lnTo>
                    <a:pt x="194729" y="318500"/>
                  </a:lnTo>
                  <a:lnTo>
                    <a:pt x="199505" y="316166"/>
                  </a:lnTo>
                  <a:lnTo>
                    <a:pt x="204203" y="313681"/>
                  </a:lnTo>
                  <a:lnTo>
                    <a:pt x="208821" y="311048"/>
                  </a:lnTo>
                  <a:lnTo>
                    <a:pt x="213352" y="308269"/>
                  </a:lnTo>
                  <a:lnTo>
                    <a:pt x="217793" y="305348"/>
                  </a:lnTo>
                  <a:lnTo>
                    <a:pt x="222138" y="302287"/>
                  </a:lnTo>
                  <a:lnTo>
                    <a:pt x="226384" y="299090"/>
                  </a:lnTo>
                  <a:lnTo>
                    <a:pt x="230527" y="295759"/>
                  </a:lnTo>
                  <a:lnTo>
                    <a:pt x="234561" y="292298"/>
                  </a:lnTo>
                  <a:lnTo>
                    <a:pt x="238483" y="288711"/>
                  </a:lnTo>
                  <a:lnTo>
                    <a:pt x="242289" y="285000"/>
                  </a:lnTo>
                  <a:lnTo>
                    <a:pt x="245976" y="281171"/>
                  </a:lnTo>
                  <a:lnTo>
                    <a:pt x="249538" y="277226"/>
                  </a:lnTo>
                  <a:lnTo>
                    <a:pt x="252974" y="273170"/>
                  </a:lnTo>
                  <a:lnTo>
                    <a:pt x="256279" y="269007"/>
                  </a:lnTo>
                  <a:lnTo>
                    <a:pt x="259449" y="264741"/>
                  </a:lnTo>
                  <a:lnTo>
                    <a:pt x="262483" y="260376"/>
                  </a:lnTo>
                  <a:lnTo>
                    <a:pt x="265376" y="255917"/>
                  </a:lnTo>
                  <a:lnTo>
                    <a:pt x="268126" y="251369"/>
                  </a:lnTo>
                  <a:lnTo>
                    <a:pt x="270730" y="246735"/>
                  </a:lnTo>
                  <a:lnTo>
                    <a:pt x="273185" y="242021"/>
                  </a:lnTo>
                  <a:lnTo>
                    <a:pt x="275490" y="237231"/>
                  </a:lnTo>
                  <a:lnTo>
                    <a:pt x="277640" y="232370"/>
                  </a:lnTo>
                  <a:lnTo>
                    <a:pt x="279636" y="227443"/>
                  </a:lnTo>
                  <a:lnTo>
                    <a:pt x="281473" y="222455"/>
                  </a:lnTo>
                  <a:lnTo>
                    <a:pt x="283151" y="217412"/>
                  </a:lnTo>
                  <a:lnTo>
                    <a:pt x="284668" y="212317"/>
                  </a:lnTo>
                  <a:lnTo>
                    <a:pt x="286022" y="207177"/>
                  </a:lnTo>
                  <a:lnTo>
                    <a:pt x="287212" y="201997"/>
                  </a:lnTo>
                  <a:lnTo>
                    <a:pt x="288237" y="196781"/>
                  </a:lnTo>
                  <a:lnTo>
                    <a:pt x="289095" y="191536"/>
                  </a:lnTo>
                  <a:lnTo>
                    <a:pt x="289786" y="186266"/>
                  </a:lnTo>
                  <a:lnTo>
                    <a:pt x="290309" y="180976"/>
                  </a:lnTo>
                  <a:lnTo>
                    <a:pt x="290664" y="175672"/>
                  </a:lnTo>
                  <a:lnTo>
                    <a:pt x="290850" y="170360"/>
                  </a:lnTo>
                  <a:lnTo>
                    <a:pt x="290867" y="165045"/>
                  </a:lnTo>
                  <a:lnTo>
                    <a:pt x="290715" y="159732"/>
                  </a:lnTo>
                  <a:lnTo>
                    <a:pt x="290395" y="154426"/>
                  </a:lnTo>
                  <a:lnTo>
                    <a:pt x="289905" y="149133"/>
                  </a:lnTo>
                  <a:lnTo>
                    <a:pt x="289248" y="143859"/>
                  </a:lnTo>
                  <a:lnTo>
                    <a:pt x="288423" y="138608"/>
                  </a:lnTo>
                  <a:lnTo>
                    <a:pt x="287432" y="133386"/>
                  </a:lnTo>
                  <a:lnTo>
                    <a:pt x="286275" y="128198"/>
                  </a:lnTo>
                  <a:lnTo>
                    <a:pt x="284954" y="123049"/>
                  </a:lnTo>
                  <a:lnTo>
                    <a:pt x="283470" y="117945"/>
                  </a:lnTo>
                  <a:lnTo>
                    <a:pt x="281824" y="112891"/>
                  </a:lnTo>
                  <a:lnTo>
                    <a:pt x="280019" y="107892"/>
                  </a:lnTo>
                  <a:lnTo>
                    <a:pt x="278055" y="102952"/>
                  </a:lnTo>
                  <a:lnTo>
                    <a:pt x="275936" y="98078"/>
                  </a:lnTo>
                  <a:lnTo>
                    <a:pt x="273662" y="93273"/>
                  </a:lnTo>
                  <a:lnTo>
                    <a:pt x="271237" y="88543"/>
                  </a:lnTo>
                  <a:lnTo>
                    <a:pt x="268663" y="83893"/>
                  </a:lnTo>
                  <a:lnTo>
                    <a:pt x="265942" y="79327"/>
                  </a:lnTo>
                  <a:lnTo>
                    <a:pt x="263078" y="74849"/>
                  </a:lnTo>
                  <a:lnTo>
                    <a:pt x="260072" y="70465"/>
                  </a:lnTo>
                  <a:lnTo>
                    <a:pt x="256929" y="66179"/>
                  </a:lnTo>
                  <a:lnTo>
                    <a:pt x="253651" y="61994"/>
                  </a:lnTo>
                  <a:lnTo>
                    <a:pt x="250241" y="57917"/>
                  </a:lnTo>
                  <a:lnTo>
                    <a:pt x="246704" y="53949"/>
                  </a:lnTo>
                  <a:lnTo>
                    <a:pt x="243042" y="50096"/>
                  </a:lnTo>
                  <a:lnTo>
                    <a:pt x="239260" y="46362"/>
                  </a:lnTo>
                  <a:lnTo>
                    <a:pt x="235361" y="42749"/>
                  </a:lnTo>
                  <a:lnTo>
                    <a:pt x="231349" y="39262"/>
                  </a:lnTo>
                  <a:lnTo>
                    <a:pt x="227228" y="35905"/>
                  </a:lnTo>
                  <a:lnTo>
                    <a:pt x="223003" y="32680"/>
                  </a:lnTo>
                  <a:lnTo>
                    <a:pt x="218677" y="29592"/>
                  </a:lnTo>
                  <a:lnTo>
                    <a:pt x="214255" y="26642"/>
                  </a:lnTo>
                  <a:lnTo>
                    <a:pt x="209741" y="23835"/>
                  </a:lnTo>
                  <a:lnTo>
                    <a:pt x="205141" y="21172"/>
                  </a:lnTo>
                  <a:lnTo>
                    <a:pt x="200458" y="18657"/>
                  </a:lnTo>
                  <a:lnTo>
                    <a:pt x="195698" y="16292"/>
                  </a:lnTo>
                  <a:lnTo>
                    <a:pt x="190865" y="14080"/>
                  </a:lnTo>
                  <a:lnTo>
                    <a:pt x="185964" y="12022"/>
                  </a:lnTo>
                  <a:lnTo>
                    <a:pt x="181000" y="10122"/>
                  </a:lnTo>
                  <a:lnTo>
                    <a:pt x="175978" y="8380"/>
                  </a:lnTo>
                  <a:lnTo>
                    <a:pt x="170903" y="6798"/>
                  </a:lnTo>
                  <a:lnTo>
                    <a:pt x="165781" y="5379"/>
                  </a:lnTo>
                  <a:lnTo>
                    <a:pt x="160616" y="4124"/>
                  </a:lnTo>
                  <a:lnTo>
                    <a:pt x="155414" y="3033"/>
                  </a:lnTo>
                  <a:lnTo>
                    <a:pt x="150179" y="2108"/>
                  </a:lnTo>
                  <a:lnTo>
                    <a:pt x="144918" y="1350"/>
                  </a:lnTo>
                  <a:lnTo>
                    <a:pt x="139636" y="760"/>
                  </a:lnTo>
                  <a:lnTo>
                    <a:pt x="134337" y="337"/>
                  </a:lnTo>
                  <a:lnTo>
                    <a:pt x="129028" y="84"/>
                  </a:lnTo>
                  <a:lnTo>
                    <a:pt x="123713" y="0"/>
                  </a:lnTo>
                  <a:lnTo>
                    <a:pt x="1237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797348" y="1071028"/>
              <a:ext cx="167152" cy="334276"/>
            </a:xfrm>
            <a:custGeom>
              <a:avLst/>
              <a:pathLst>
                <a:path w="167152" h="334276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6" y="2106"/>
                  </a:lnTo>
                  <a:lnTo>
                    <a:pt x="135463" y="3031"/>
                  </a:lnTo>
                  <a:lnTo>
                    <a:pt x="130263" y="4121"/>
                  </a:lnTo>
                  <a:lnTo>
                    <a:pt x="125100" y="5375"/>
                  </a:lnTo>
                  <a:lnTo>
                    <a:pt x="119979" y="6793"/>
                  </a:lnTo>
                  <a:lnTo>
                    <a:pt x="114906" y="8374"/>
                  </a:lnTo>
                  <a:lnTo>
                    <a:pt x="109886" y="10114"/>
                  </a:lnTo>
                  <a:lnTo>
                    <a:pt x="104924" y="12014"/>
                  </a:lnTo>
                  <a:lnTo>
                    <a:pt x="100024" y="14070"/>
                  </a:lnTo>
                  <a:lnTo>
                    <a:pt x="95192" y="16280"/>
                  </a:lnTo>
                  <a:lnTo>
                    <a:pt x="90433" y="18644"/>
                  </a:lnTo>
                  <a:lnTo>
                    <a:pt x="85752" y="21157"/>
                  </a:lnTo>
                  <a:lnTo>
                    <a:pt x="81153" y="23818"/>
                  </a:lnTo>
                  <a:lnTo>
                    <a:pt x="76640" y="26623"/>
                  </a:lnTo>
                  <a:lnTo>
                    <a:pt x="72220" y="29571"/>
                  </a:lnTo>
                  <a:lnTo>
                    <a:pt x="67895" y="32657"/>
                  </a:lnTo>
                  <a:lnTo>
                    <a:pt x="63670" y="35880"/>
                  </a:lnTo>
                  <a:lnTo>
                    <a:pt x="59550" y="39235"/>
                  </a:lnTo>
                  <a:lnTo>
                    <a:pt x="55538" y="42719"/>
                  </a:lnTo>
                  <a:lnTo>
                    <a:pt x="51640" y="46329"/>
                  </a:lnTo>
                  <a:lnTo>
                    <a:pt x="47858" y="50061"/>
                  </a:lnTo>
                  <a:lnTo>
                    <a:pt x="44196" y="53912"/>
                  </a:lnTo>
                  <a:lnTo>
                    <a:pt x="40659" y="57877"/>
                  </a:lnTo>
                  <a:lnTo>
                    <a:pt x="37249" y="61952"/>
                  </a:lnTo>
                  <a:lnTo>
                    <a:pt x="33971" y="66134"/>
                  </a:lnTo>
                  <a:lnTo>
                    <a:pt x="30827" y="70417"/>
                  </a:lnTo>
                  <a:lnTo>
                    <a:pt x="27822" y="74799"/>
                  </a:lnTo>
                  <a:lnTo>
                    <a:pt x="24956" y="79273"/>
                  </a:lnTo>
                  <a:lnTo>
                    <a:pt x="22235" y="83837"/>
                  </a:lnTo>
                  <a:lnTo>
                    <a:pt x="19660" y="88485"/>
                  </a:lnTo>
                  <a:lnTo>
                    <a:pt x="17234" y="93212"/>
                  </a:lnTo>
                  <a:lnTo>
                    <a:pt x="14959" y="98014"/>
                  </a:lnTo>
                  <a:lnTo>
                    <a:pt x="12838" y="102885"/>
                  </a:lnTo>
                  <a:lnTo>
                    <a:pt x="10873" y="107822"/>
                  </a:lnTo>
                  <a:lnTo>
                    <a:pt x="9066" y="112819"/>
                  </a:lnTo>
                  <a:lnTo>
                    <a:pt x="7419" y="117870"/>
                  </a:lnTo>
                  <a:lnTo>
                    <a:pt x="5933" y="122972"/>
                  </a:lnTo>
                  <a:lnTo>
                    <a:pt x="4610" y="128118"/>
                  </a:lnTo>
                  <a:lnTo>
                    <a:pt x="3451" y="133303"/>
                  </a:lnTo>
                  <a:lnTo>
                    <a:pt x="2457" y="138523"/>
                  </a:lnTo>
                  <a:lnTo>
                    <a:pt x="1630" y="143772"/>
                  </a:lnTo>
                  <a:lnTo>
                    <a:pt x="970" y="149044"/>
                  </a:lnTo>
                  <a:lnTo>
                    <a:pt x="478" y="154335"/>
                  </a:lnTo>
                  <a:lnTo>
                    <a:pt x="154" y="159638"/>
                  </a:lnTo>
                  <a:lnTo>
                    <a:pt x="0" y="164949"/>
                  </a:lnTo>
                  <a:lnTo>
                    <a:pt x="13" y="170263"/>
                  </a:lnTo>
                  <a:lnTo>
                    <a:pt x="196" y="175573"/>
                  </a:lnTo>
                  <a:lnTo>
                    <a:pt x="548" y="180875"/>
                  </a:lnTo>
                  <a:lnTo>
                    <a:pt x="1068" y="186163"/>
                  </a:lnTo>
                  <a:lnTo>
                    <a:pt x="1755" y="191431"/>
                  </a:lnTo>
                  <a:lnTo>
                    <a:pt x="2610" y="196676"/>
                  </a:lnTo>
                  <a:lnTo>
                    <a:pt x="3631" y="201890"/>
                  </a:lnTo>
                  <a:lnTo>
                    <a:pt x="4817" y="207069"/>
                  </a:lnTo>
                  <a:lnTo>
                    <a:pt x="6167" y="212208"/>
                  </a:lnTo>
                  <a:lnTo>
                    <a:pt x="7680" y="217302"/>
                  </a:lnTo>
                  <a:lnTo>
                    <a:pt x="9354" y="222345"/>
                  </a:lnTo>
                  <a:lnTo>
                    <a:pt x="11187" y="227332"/>
                  </a:lnTo>
                  <a:lnTo>
                    <a:pt x="13178" y="232258"/>
                  </a:lnTo>
                  <a:lnTo>
                    <a:pt x="15324" y="237119"/>
                  </a:lnTo>
                  <a:lnTo>
                    <a:pt x="17624" y="241909"/>
                  </a:lnTo>
                  <a:lnTo>
                    <a:pt x="20075" y="246623"/>
                  </a:lnTo>
                  <a:lnTo>
                    <a:pt x="22675" y="251257"/>
                  </a:lnTo>
                  <a:lnTo>
                    <a:pt x="25420" y="255806"/>
                  </a:lnTo>
                  <a:lnTo>
                    <a:pt x="28309" y="260266"/>
                  </a:lnTo>
                  <a:lnTo>
                    <a:pt x="31338" y="264631"/>
                  </a:lnTo>
                  <a:lnTo>
                    <a:pt x="34504" y="268899"/>
                  </a:lnTo>
                  <a:lnTo>
                    <a:pt x="37804" y="273063"/>
                  </a:lnTo>
                  <a:lnTo>
                    <a:pt x="41235" y="277120"/>
                  </a:lnTo>
                  <a:lnTo>
                    <a:pt x="44793" y="281066"/>
                  </a:lnTo>
                  <a:lnTo>
                    <a:pt x="48474" y="284898"/>
                  </a:lnTo>
                  <a:lnTo>
                    <a:pt x="52276" y="288610"/>
                  </a:lnTo>
                  <a:lnTo>
                    <a:pt x="56193" y="292199"/>
                  </a:lnTo>
                  <a:lnTo>
                    <a:pt x="60223" y="295663"/>
                  </a:lnTo>
                  <a:lnTo>
                    <a:pt x="64361" y="298996"/>
                  </a:lnTo>
                  <a:lnTo>
                    <a:pt x="68602" y="302196"/>
                  </a:lnTo>
                  <a:lnTo>
                    <a:pt x="72944" y="305260"/>
                  </a:lnTo>
                  <a:lnTo>
                    <a:pt x="77380" y="308184"/>
                  </a:lnTo>
                  <a:lnTo>
                    <a:pt x="81907" y="310966"/>
                  </a:lnTo>
                  <a:lnTo>
                    <a:pt x="86520" y="313603"/>
                  </a:lnTo>
                  <a:lnTo>
                    <a:pt x="91215" y="316091"/>
                  </a:lnTo>
                  <a:lnTo>
                    <a:pt x="95986" y="318429"/>
                  </a:lnTo>
                  <a:lnTo>
                    <a:pt x="100829" y="320615"/>
                  </a:lnTo>
                  <a:lnTo>
                    <a:pt x="105739" y="322645"/>
                  </a:lnTo>
                  <a:lnTo>
                    <a:pt x="110712" y="324518"/>
                  </a:lnTo>
                  <a:lnTo>
                    <a:pt x="115741" y="326232"/>
                  </a:lnTo>
                  <a:lnTo>
                    <a:pt x="120822" y="327786"/>
                  </a:lnTo>
                  <a:lnTo>
                    <a:pt x="125950" y="329177"/>
                  </a:lnTo>
                  <a:lnTo>
                    <a:pt x="131120" y="330405"/>
                  </a:lnTo>
                  <a:lnTo>
                    <a:pt x="136326" y="331468"/>
                  </a:lnTo>
                  <a:lnTo>
                    <a:pt x="141563" y="332364"/>
                  </a:lnTo>
                  <a:lnTo>
                    <a:pt x="146826" y="333094"/>
                  </a:lnTo>
                  <a:lnTo>
                    <a:pt x="152110" y="333656"/>
                  </a:lnTo>
                  <a:lnTo>
                    <a:pt x="157409" y="334050"/>
                  </a:lnTo>
                  <a:lnTo>
                    <a:pt x="162717" y="33427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0066" y="1238196"/>
              <a:ext cx="4435" cy="167108"/>
            </a:xfrm>
            <a:custGeom>
              <a:avLst/>
              <a:pathLst>
                <a:path w="4435" h="167108">
                  <a:moveTo>
                    <a:pt x="0" y="167108"/>
                  </a:moveTo>
                  <a:lnTo>
                    <a:pt x="443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0066" y="1073904"/>
              <a:ext cx="171599" cy="331457"/>
            </a:xfrm>
            <a:custGeom>
              <a:avLst/>
              <a:pathLst>
                <a:path w="171599" h="331457">
                  <a:moveTo>
                    <a:pt x="0" y="331400"/>
                  </a:moveTo>
                  <a:lnTo>
                    <a:pt x="5360" y="331457"/>
                  </a:lnTo>
                  <a:lnTo>
                    <a:pt x="10719" y="331341"/>
                  </a:lnTo>
                  <a:lnTo>
                    <a:pt x="16072" y="331054"/>
                  </a:lnTo>
                  <a:lnTo>
                    <a:pt x="21413" y="330595"/>
                  </a:lnTo>
                  <a:lnTo>
                    <a:pt x="26737" y="329965"/>
                  </a:lnTo>
                  <a:lnTo>
                    <a:pt x="32037" y="329165"/>
                  </a:lnTo>
                  <a:lnTo>
                    <a:pt x="37309" y="328195"/>
                  </a:lnTo>
                  <a:lnTo>
                    <a:pt x="42548" y="327056"/>
                  </a:lnTo>
                  <a:lnTo>
                    <a:pt x="47747" y="325751"/>
                  </a:lnTo>
                  <a:lnTo>
                    <a:pt x="52901" y="324279"/>
                  </a:lnTo>
                  <a:lnTo>
                    <a:pt x="58006" y="322643"/>
                  </a:lnTo>
                  <a:lnTo>
                    <a:pt x="63056" y="320844"/>
                  </a:lnTo>
                  <a:lnTo>
                    <a:pt x="68045" y="318884"/>
                  </a:lnTo>
                  <a:lnTo>
                    <a:pt x="72969" y="316765"/>
                  </a:lnTo>
                  <a:lnTo>
                    <a:pt x="77823" y="314489"/>
                  </a:lnTo>
                  <a:lnTo>
                    <a:pt x="82601" y="312058"/>
                  </a:lnTo>
                  <a:lnTo>
                    <a:pt x="87299" y="309476"/>
                  </a:lnTo>
                  <a:lnTo>
                    <a:pt x="91911" y="306745"/>
                  </a:lnTo>
                  <a:lnTo>
                    <a:pt x="96434" y="303867"/>
                  </a:lnTo>
                  <a:lnTo>
                    <a:pt x="100861" y="300845"/>
                  </a:lnTo>
                  <a:lnTo>
                    <a:pt x="105190" y="297683"/>
                  </a:lnTo>
                  <a:lnTo>
                    <a:pt x="109415" y="294384"/>
                  </a:lnTo>
                  <a:lnTo>
                    <a:pt x="113533" y="290951"/>
                  </a:lnTo>
                  <a:lnTo>
                    <a:pt x="117538" y="287388"/>
                  </a:lnTo>
                  <a:lnTo>
                    <a:pt x="121426" y="283698"/>
                  </a:lnTo>
                  <a:lnTo>
                    <a:pt x="125195" y="279886"/>
                  </a:lnTo>
                  <a:lnTo>
                    <a:pt x="128839" y="275954"/>
                  </a:lnTo>
                  <a:lnTo>
                    <a:pt x="132355" y="271908"/>
                  </a:lnTo>
                  <a:lnTo>
                    <a:pt x="135740" y="267751"/>
                  </a:lnTo>
                  <a:lnTo>
                    <a:pt x="138990" y="263488"/>
                  </a:lnTo>
                  <a:lnTo>
                    <a:pt x="142101" y="259123"/>
                  </a:lnTo>
                  <a:lnTo>
                    <a:pt x="145071" y="254660"/>
                  </a:lnTo>
                  <a:lnTo>
                    <a:pt x="147896" y="250104"/>
                  </a:lnTo>
                  <a:lnTo>
                    <a:pt x="150574" y="245460"/>
                  </a:lnTo>
                  <a:lnTo>
                    <a:pt x="153101" y="240733"/>
                  </a:lnTo>
                  <a:lnTo>
                    <a:pt x="155476" y="235927"/>
                  </a:lnTo>
                  <a:lnTo>
                    <a:pt x="157695" y="231047"/>
                  </a:lnTo>
                  <a:lnTo>
                    <a:pt x="159756" y="226099"/>
                  </a:lnTo>
                  <a:lnTo>
                    <a:pt x="161658" y="221087"/>
                  </a:lnTo>
                  <a:lnTo>
                    <a:pt x="163398" y="216016"/>
                  </a:lnTo>
                  <a:lnTo>
                    <a:pt x="164975" y="210893"/>
                  </a:lnTo>
                  <a:lnTo>
                    <a:pt x="166387" y="205722"/>
                  </a:lnTo>
                  <a:lnTo>
                    <a:pt x="167632" y="200508"/>
                  </a:lnTo>
                  <a:lnTo>
                    <a:pt x="168709" y="195256"/>
                  </a:lnTo>
                  <a:lnTo>
                    <a:pt x="169618" y="189973"/>
                  </a:lnTo>
                  <a:lnTo>
                    <a:pt x="170356" y="184664"/>
                  </a:lnTo>
                  <a:lnTo>
                    <a:pt x="170924" y="179333"/>
                  </a:lnTo>
                  <a:lnTo>
                    <a:pt x="171321" y="173987"/>
                  </a:lnTo>
                  <a:lnTo>
                    <a:pt x="171546" y="168631"/>
                  </a:lnTo>
                  <a:lnTo>
                    <a:pt x="171599" y="163271"/>
                  </a:lnTo>
                  <a:lnTo>
                    <a:pt x="171480" y="157912"/>
                  </a:lnTo>
                  <a:lnTo>
                    <a:pt x="171190" y="152559"/>
                  </a:lnTo>
                  <a:lnTo>
                    <a:pt x="170728" y="147218"/>
                  </a:lnTo>
                  <a:lnTo>
                    <a:pt x="170095" y="141895"/>
                  </a:lnTo>
                  <a:lnTo>
                    <a:pt x="169292" y="136595"/>
                  </a:lnTo>
                  <a:lnTo>
                    <a:pt x="168319" y="131324"/>
                  </a:lnTo>
                  <a:lnTo>
                    <a:pt x="167177" y="126086"/>
                  </a:lnTo>
                  <a:lnTo>
                    <a:pt x="165869" y="120887"/>
                  </a:lnTo>
                  <a:lnTo>
                    <a:pt x="164394" y="115734"/>
                  </a:lnTo>
                  <a:lnTo>
                    <a:pt x="162755" y="110630"/>
                  </a:lnTo>
                  <a:lnTo>
                    <a:pt x="160953" y="105581"/>
                  </a:lnTo>
                  <a:lnTo>
                    <a:pt x="158990" y="100593"/>
                  </a:lnTo>
                  <a:lnTo>
                    <a:pt x="156868" y="95670"/>
                  </a:lnTo>
                  <a:lnTo>
                    <a:pt x="154590" y="90818"/>
                  </a:lnTo>
                  <a:lnTo>
                    <a:pt x="152157" y="86041"/>
                  </a:lnTo>
                  <a:lnTo>
                    <a:pt x="149572" y="81345"/>
                  </a:lnTo>
                  <a:lnTo>
                    <a:pt x="146837" y="76734"/>
                  </a:lnTo>
                  <a:lnTo>
                    <a:pt x="143957" y="72213"/>
                  </a:lnTo>
                  <a:lnTo>
                    <a:pt x="140933" y="67787"/>
                  </a:lnTo>
                  <a:lnTo>
                    <a:pt x="137768" y="63460"/>
                  </a:lnTo>
                  <a:lnTo>
                    <a:pt x="134467" y="59237"/>
                  </a:lnTo>
                  <a:lnTo>
                    <a:pt x="131032" y="55121"/>
                  </a:lnTo>
                  <a:lnTo>
                    <a:pt x="127466" y="51119"/>
                  </a:lnTo>
                  <a:lnTo>
                    <a:pt x="123774" y="47232"/>
                  </a:lnTo>
                  <a:lnTo>
                    <a:pt x="119960" y="43466"/>
                  </a:lnTo>
                  <a:lnTo>
                    <a:pt x="116026" y="39824"/>
                  </a:lnTo>
                  <a:lnTo>
                    <a:pt x="111978" y="36310"/>
                  </a:lnTo>
                  <a:lnTo>
                    <a:pt x="107819" y="32927"/>
                  </a:lnTo>
                  <a:lnTo>
                    <a:pt x="103554" y="29680"/>
                  </a:lnTo>
                  <a:lnTo>
                    <a:pt x="99187" y="26571"/>
                  </a:lnTo>
                  <a:lnTo>
                    <a:pt x="94722" y="23604"/>
                  </a:lnTo>
                  <a:lnTo>
                    <a:pt x="90165" y="20781"/>
                  </a:lnTo>
                  <a:lnTo>
                    <a:pt x="85520" y="18106"/>
                  </a:lnTo>
                  <a:lnTo>
                    <a:pt x="80791" y="15582"/>
                  </a:lnTo>
                  <a:lnTo>
                    <a:pt x="75983" y="13210"/>
                  </a:lnTo>
                  <a:lnTo>
                    <a:pt x="71102" y="10993"/>
                  </a:lnTo>
                  <a:lnTo>
                    <a:pt x="66153" y="8935"/>
                  </a:lnTo>
                  <a:lnTo>
                    <a:pt x="61140" y="7036"/>
                  </a:lnTo>
                  <a:lnTo>
                    <a:pt x="56069" y="5298"/>
                  </a:lnTo>
                  <a:lnTo>
                    <a:pt x="50944" y="3725"/>
                  </a:lnTo>
                  <a:lnTo>
                    <a:pt x="45772" y="2316"/>
                  </a:lnTo>
                  <a:lnTo>
                    <a:pt x="40557" y="1074"/>
                  </a:lnTo>
                  <a:lnTo>
                    <a:pt x="35305" y="0"/>
                  </a:lnTo>
                  <a:lnTo>
                    <a:pt x="4435" y="16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071028"/>
              <a:ext cx="30870" cy="167167"/>
            </a:xfrm>
            <a:custGeom>
              <a:avLst/>
              <a:pathLst>
                <a:path w="30870" h="167167">
                  <a:moveTo>
                    <a:pt x="30870" y="2875"/>
                  </a:moveTo>
                  <a:lnTo>
                    <a:pt x="23211" y="1619"/>
                  </a:ln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55381" y="1322571"/>
              <a:ext cx="133339" cy="167167"/>
            </a:xfrm>
            <a:custGeom>
              <a:avLst/>
              <a:pathLst>
                <a:path w="133339" h="167167">
                  <a:moveTo>
                    <a:pt x="133339" y="0"/>
                  </a:moveTo>
                  <a:lnTo>
                    <a:pt x="127827" y="90"/>
                  </a:lnTo>
                  <a:lnTo>
                    <a:pt x="122321" y="363"/>
                  </a:lnTo>
                  <a:lnTo>
                    <a:pt x="116828" y="817"/>
                  </a:lnTo>
                  <a:lnTo>
                    <a:pt x="111352" y="1452"/>
                  </a:lnTo>
                  <a:lnTo>
                    <a:pt x="105900" y="2267"/>
                  </a:lnTo>
                  <a:lnTo>
                    <a:pt x="100478" y="3261"/>
                  </a:lnTo>
                  <a:lnTo>
                    <a:pt x="95091" y="4434"/>
                  </a:lnTo>
                  <a:lnTo>
                    <a:pt x="89747" y="5783"/>
                  </a:lnTo>
                  <a:lnTo>
                    <a:pt x="84449" y="7308"/>
                  </a:lnTo>
                  <a:lnTo>
                    <a:pt x="79205" y="9007"/>
                  </a:lnTo>
                  <a:lnTo>
                    <a:pt x="74020" y="10878"/>
                  </a:lnTo>
                  <a:lnTo>
                    <a:pt x="68899" y="12919"/>
                  </a:lnTo>
                  <a:lnTo>
                    <a:pt x="63848" y="15128"/>
                  </a:lnTo>
                  <a:lnTo>
                    <a:pt x="58873" y="17502"/>
                  </a:lnTo>
                  <a:lnTo>
                    <a:pt x="53979" y="20038"/>
                  </a:lnTo>
                  <a:lnTo>
                    <a:pt x="49171" y="22735"/>
                  </a:lnTo>
                  <a:lnTo>
                    <a:pt x="44454" y="25589"/>
                  </a:lnTo>
                  <a:lnTo>
                    <a:pt x="39835" y="28596"/>
                  </a:lnTo>
                  <a:lnTo>
                    <a:pt x="35316" y="31755"/>
                  </a:lnTo>
                  <a:lnTo>
                    <a:pt x="30905" y="35060"/>
                  </a:lnTo>
                  <a:lnTo>
                    <a:pt x="26605" y="38509"/>
                  </a:lnTo>
                  <a:lnTo>
                    <a:pt x="22421" y="42099"/>
                  </a:lnTo>
                  <a:lnTo>
                    <a:pt x="18357" y="45824"/>
                  </a:lnTo>
                  <a:lnTo>
                    <a:pt x="14419" y="49681"/>
                  </a:lnTo>
                  <a:lnTo>
                    <a:pt x="10610" y="53666"/>
                  </a:lnTo>
                  <a:lnTo>
                    <a:pt x="6934" y="57774"/>
                  </a:lnTo>
                  <a:lnTo>
                    <a:pt x="3396" y="62001"/>
                  </a:lnTo>
                  <a:lnTo>
                    <a:pt x="0" y="66343"/>
                  </a:lnTo>
                  <a:lnTo>
                    <a:pt x="13333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55381" y="1388915"/>
              <a:ext cx="133339" cy="100824"/>
            </a:xfrm>
            <a:custGeom>
              <a:avLst/>
              <a:pathLst>
                <a:path w="133339" h="100824">
                  <a:moveTo>
                    <a:pt x="0" y="0"/>
                  </a:moveTo>
                  <a:lnTo>
                    <a:pt x="133339" y="100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21570" y="1344234"/>
              <a:ext cx="334308" cy="312672"/>
            </a:xfrm>
            <a:custGeom>
              <a:avLst/>
              <a:pathLst>
                <a:path w="334308" h="312672">
                  <a:moveTo>
                    <a:pt x="33811" y="44680"/>
                  </a:moveTo>
                  <a:lnTo>
                    <a:pt x="30685" y="48952"/>
                  </a:lnTo>
                  <a:lnTo>
                    <a:pt x="27697" y="53322"/>
                  </a:lnTo>
                  <a:lnTo>
                    <a:pt x="24848" y="57783"/>
                  </a:lnTo>
                  <a:lnTo>
                    <a:pt x="22142" y="62333"/>
                  </a:lnTo>
                  <a:lnTo>
                    <a:pt x="19581" y="66966"/>
                  </a:lnTo>
                  <a:lnTo>
                    <a:pt x="17169" y="71677"/>
                  </a:lnTo>
                  <a:lnTo>
                    <a:pt x="14906" y="76463"/>
                  </a:lnTo>
                  <a:lnTo>
                    <a:pt x="12797" y="81318"/>
                  </a:lnTo>
                  <a:lnTo>
                    <a:pt x="10842" y="86237"/>
                  </a:lnTo>
                  <a:lnTo>
                    <a:pt x="9044" y="91216"/>
                  </a:lnTo>
                  <a:lnTo>
                    <a:pt x="7404" y="96249"/>
                  </a:lnTo>
                  <a:lnTo>
                    <a:pt x="5925" y="101332"/>
                  </a:lnTo>
                  <a:lnTo>
                    <a:pt x="4607" y="106458"/>
                  </a:lnTo>
                  <a:lnTo>
                    <a:pt x="3452" y="111624"/>
                  </a:lnTo>
                  <a:lnTo>
                    <a:pt x="2462" y="116824"/>
                  </a:lnTo>
                  <a:lnTo>
                    <a:pt x="1636" y="122053"/>
                  </a:lnTo>
                  <a:lnTo>
                    <a:pt x="977" y="127305"/>
                  </a:lnTo>
                  <a:lnTo>
                    <a:pt x="484" y="132576"/>
                  </a:lnTo>
                  <a:lnTo>
                    <a:pt x="158" y="137859"/>
                  </a:lnTo>
                  <a:lnTo>
                    <a:pt x="0" y="143150"/>
                  </a:lnTo>
                  <a:lnTo>
                    <a:pt x="9" y="148444"/>
                  </a:lnTo>
                  <a:lnTo>
                    <a:pt x="186" y="153734"/>
                  </a:lnTo>
                  <a:lnTo>
                    <a:pt x="530" y="159017"/>
                  </a:lnTo>
                  <a:lnTo>
                    <a:pt x="1041" y="164285"/>
                  </a:lnTo>
                  <a:lnTo>
                    <a:pt x="1719" y="169535"/>
                  </a:lnTo>
                  <a:lnTo>
                    <a:pt x="2563" y="174761"/>
                  </a:lnTo>
                  <a:lnTo>
                    <a:pt x="3572" y="179957"/>
                  </a:lnTo>
                  <a:lnTo>
                    <a:pt x="4745" y="185119"/>
                  </a:lnTo>
                  <a:lnTo>
                    <a:pt x="6080" y="190242"/>
                  </a:lnTo>
                  <a:lnTo>
                    <a:pt x="7578" y="195319"/>
                  </a:lnTo>
                  <a:lnTo>
                    <a:pt x="9235" y="200346"/>
                  </a:lnTo>
                  <a:lnTo>
                    <a:pt x="11050" y="205319"/>
                  </a:lnTo>
                  <a:lnTo>
                    <a:pt x="13022" y="210231"/>
                  </a:lnTo>
                  <a:lnTo>
                    <a:pt x="15149" y="215079"/>
                  </a:lnTo>
                  <a:lnTo>
                    <a:pt x="17428" y="219856"/>
                  </a:lnTo>
                  <a:lnTo>
                    <a:pt x="19857" y="224560"/>
                  </a:lnTo>
                  <a:lnTo>
                    <a:pt x="22434" y="229183"/>
                  </a:lnTo>
                  <a:lnTo>
                    <a:pt x="25156" y="233723"/>
                  </a:lnTo>
                  <a:lnTo>
                    <a:pt x="28021" y="238175"/>
                  </a:lnTo>
                  <a:lnTo>
                    <a:pt x="31024" y="242534"/>
                  </a:lnTo>
                  <a:lnTo>
                    <a:pt x="34165" y="246795"/>
                  </a:lnTo>
                  <a:lnTo>
                    <a:pt x="37439" y="250955"/>
                  </a:lnTo>
                  <a:lnTo>
                    <a:pt x="40842" y="255009"/>
                  </a:lnTo>
                  <a:lnTo>
                    <a:pt x="44373" y="258953"/>
                  </a:lnTo>
                  <a:lnTo>
                    <a:pt x="48026" y="262784"/>
                  </a:lnTo>
                  <a:lnTo>
                    <a:pt x="51799" y="266496"/>
                  </a:lnTo>
                  <a:lnTo>
                    <a:pt x="55688" y="270088"/>
                  </a:lnTo>
                  <a:lnTo>
                    <a:pt x="59688" y="273555"/>
                  </a:lnTo>
                  <a:lnTo>
                    <a:pt x="63796" y="276893"/>
                  </a:lnTo>
                  <a:lnTo>
                    <a:pt x="68008" y="280099"/>
                  </a:lnTo>
                  <a:lnTo>
                    <a:pt x="72320" y="283171"/>
                  </a:lnTo>
                  <a:lnTo>
                    <a:pt x="76726" y="286104"/>
                  </a:lnTo>
                  <a:lnTo>
                    <a:pt x="81223" y="288897"/>
                  </a:lnTo>
                  <a:lnTo>
                    <a:pt x="85806" y="291546"/>
                  </a:lnTo>
                  <a:lnTo>
                    <a:pt x="90471" y="294048"/>
                  </a:lnTo>
                  <a:lnTo>
                    <a:pt x="95212" y="296401"/>
                  </a:lnTo>
                  <a:lnTo>
                    <a:pt x="100026" y="298603"/>
                  </a:lnTo>
                  <a:lnTo>
                    <a:pt x="104907" y="300652"/>
                  </a:lnTo>
                  <a:lnTo>
                    <a:pt x="109850" y="302545"/>
                  </a:lnTo>
                  <a:lnTo>
                    <a:pt x="114851" y="304280"/>
                  </a:lnTo>
                  <a:lnTo>
                    <a:pt x="119905" y="305856"/>
                  </a:lnTo>
                  <a:lnTo>
                    <a:pt x="125005" y="307272"/>
                  </a:lnTo>
                  <a:lnTo>
                    <a:pt x="130148" y="308525"/>
                  </a:lnTo>
                  <a:lnTo>
                    <a:pt x="135328" y="309615"/>
                  </a:lnTo>
                  <a:lnTo>
                    <a:pt x="140540" y="310540"/>
                  </a:lnTo>
                  <a:lnTo>
                    <a:pt x="145779" y="311300"/>
                  </a:lnTo>
                  <a:lnTo>
                    <a:pt x="151039" y="311894"/>
                  </a:lnTo>
                  <a:lnTo>
                    <a:pt x="156315" y="312320"/>
                  </a:lnTo>
                  <a:lnTo>
                    <a:pt x="161603" y="312580"/>
                  </a:lnTo>
                  <a:lnTo>
                    <a:pt x="166895" y="312672"/>
                  </a:lnTo>
                  <a:lnTo>
                    <a:pt x="172188" y="312596"/>
                  </a:lnTo>
                  <a:lnTo>
                    <a:pt x="177476" y="312353"/>
                  </a:lnTo>
                  <a:lnTo>
                    <a:pt x="182754" y="311942"/>
                  </a:lnTo>
                  <a:lnTo>
                    <a:pt x="188015" y="311365"/>
                  </a:lnTo>
                  <a:lnTo>
                    <a:pt x="193256" y="310621"/>
                  </a:lnTo>
                  <a:lnTo>
                    <a:pt x="198471" y="309711"/>
                  </a:lnTo>
                  <a:lnTo>
                    <a:pt x="203655" y="308637"/>
                  </a:lnTo>
                  <a:lnTo>
                    <a:pt x="208801" y="307400"/>
                  </a:lnTo>
                  <a:lnTo>
                    <a:pt x="213906" y="306000"/>
                  </a:lnTo>
                  <a:lnTo>
                    <a:pt x="218965" y="304439"/>
                  </a:lnTo>
                  <a:lnTo>
                    <a:pt x="223971" y="302719"/>
                  </a:lnTo>
                  <a:lnTo>
                    <a:pt x="228920" y="300841"/>
                  </a:lnTo>
                  <a:lnTo>
                    <a:pt x="233807" y="298807"/>
                  </a:lnTo>
                  <a:lnTo>
                    <a:pt x="238628" y="296620"/>
                  </a:lnTo>
                  <a:lnTo>
                    <a:pt x="243376" y="294281"/>
                  </a:lnTo>
                  <a:lnTo>
                    <a:pt x="248049" y="291793"/>
                  </a:lnTo>
                  <a:lnTo>
                    <a:pt x="252640" y="289158"/>
                  </a:lnTo>
                  <a:lnTo>
                    <a:pt x="257145" y="286380"/>
                  </a:lnTo>
                  <a:lnTo>
                    <a:pt x="261561" y="283460"/>
                  </a:lnTo>
                  <a:lnTo>
                    <a:pt x="265881" y="280401"/>
                  </a:lnTo>
                  <a:lnTo>
                    <a:pt x="270103" y="277208"/>
                  </a:lnTo>
                  <a:lnTo>
                    <a:pt x="274221" y="273882"/>
                  </a:lnTo>
                  <a:lnTo>
                    <a:pt x="278232" y="270428"/>
                  </a:lnTo>
                  <a:lnTo>
                    <a:pt x="282132" y="266848"/>
                  </a:lnTo>
                  <a:lnTo>
                    <a:pt x="285916" y="263147"/>
                  </a:lnTo>
                  <a:lnTo>
                    <a:pt x="289581" y="259327"/>
                  </a:lnTo>
                  <a:lnTo>
                    <a:pt x="293124" y="255394"/>
                  </a:lnTo>
                  <a:lnTo>
                    <a:pt x="296540" y="251350"/>
                  </a:lnTo>
                  <a:lnTo>
                    <a:pt x="299826" y="247200"/>
                  </a:lnTo>
                  <a:lnTo>
                    <a:pt x="302980" y="242949"/>
                  </a:lnTo>
                  <a:lnTo>
                    <a:pt x="305997" y="238599"/>
                  </a:lnTo>
                  <a:lnTo>
                    <a:pt x="308875" y="234156"/>
                  </a:lnTo>
                  <a:lnTo>
                    <a:pt x="311610" y="229625"/>
                  </a:lnTo>
                  <a:lnTo>
                    <a:pt x="314201" y="225009"/>
                  </a:lnTo>
                  <a:lnTo>
                    <a:pt x="316645" y="220313"/>
                  </a:lnTo>
                  <a:lnTo>
                    <a:pt x="318939" y="215542"/>
                  </a:lnTo>
                  <a:lnTo>
                    <a:pt x="321080" y="210701"/>
                  </a:lnTo>
                  <a:lnTo>
                    <a:pt x="323067" y="205795"/>
                  </a:lnTo>
                  <a:lnTo>
                    <a:pt x="324898" y="200828"/>
                  </a:lnTo>
                  <a:lnTo>
                    <a:pt x="326570" y="195806"/>
                  </a:lnTo>
                  <a:lnTo>
                    <a:pt x="328083" y="190733"/>
                  </a:lnTo>
                  <a:lnTo>
                    <a:pt x="329434" y="185615"/>
                  </a:lnTo>
                  <a:lnTo>
                    <a:pt x="330623" y="180457"/>
                  </a:lnTo>
                  <a:lnTo>
                    <a:pt x="331648" y="175263"/>
                  </a:lnTo>
                  <a:lnTo>
                    <a:pt x="332507" y="170040"/>
                  </a:lnTo>
                  <a:lnTo>
                    <a:pt x="333201" y="164792"/>
                  </a:lnTo>
                  <a:lnTo>
                    <a:pt x="333729" y="159525"/>
                  </a:lnTo>
                  <a:lnTo>
                    <a:pt x="334089" y="154244"/>
                  </a:lnTo>
                  <a:lnTo>
                    <a:pt x="334282" y="148954"/>
                  </a:lnTo>
                  <a:lnTo>
                    <a:pt x="334308" y="143661"/>
                  </a:lnTo>
                  <a:lnTo>
                    <a:pt x="334165" y="138369"/>
                  </a:lnTo>
                  <a:lnTo>
                    <a:pt x="333856" y="133085"/>
                  </a:lnTo>
                  <a:lnTo>
                    <a:pt x="333379" y="127813"/>
                  </a:lnTo>
                  <a:lnTo>
                    <a:pt x="332736" y="122558"/>
                  </a:lnTo>
                  <a:lnTo>
                    <a:pt x="331926" y="117327"/>
                  </a:lnTo>
                  <a:lnTo>
                    <a:pt x="330951" y="112124"/>
                  </a:lnTo>
                  <a:lnTo>
                    <a:pt x="329812" y="106955"/>
                  </a:lnTo>
                  <a:lnTo>
                    <a:pt x="328510" y="101824"/>
                  </a:lnTo>
                  <a:lnTo>
                    <a:pt x="327046" y="96737"/>
                  </a:lnTo>
                  <a:lnTo>
                    <a:pt x="325422" y="91699"/>
                  </a:lnTo>
                  <a:lnTo>
                    <a:pt x="323639" y="86715"/>
                  </a:lnTo>
                  <a:lnTo>
                    <a:pt x="321699" y="81789"/>
                  </a:lnTo>
                  <a:lnTo>
                    <a:pt x="319604" y="76928"/>
                  </a:lnTo>
                  <a:lnTo>
                    <a:pt x="317357" y="72135"/>
                  </a:lnTo>
                  <a:lnTo>
                    <a:pt x="314958" y="67416"/>
                  </a:lnTo>
                  <a:lnTo>
                    <a:pt x="312412" y="62776"/>
                  </a:lnTo>
                  <a:lnTo>
                    <a:pt x="309720" y="58218"/>
                  </a:lnTo>
                  <a:lnTo>
                    <a:pt x="306885" y="53748"/>
                  </a:lnTo>
                  <a:lnTo>
                    <a:pt x="303909" y="49369"/>
                  </a:lnTo>
                  <a:lnTo>
                    <a:pt x="300797" y="45088"/>
                  </a:lnTo>
                  <a:lnTo>
                    <a:pt x="297551" y="40906"/>
                  </a:lnTo>
                  <a:lnTo>
                    <a:pt x="294174" y="36830"/>
                  </a:lnTo>
                  <a:lnTo>
                    <a:pt x="290669" y="32863"/>
                  </a:lnTo>
                  <a:lnTo>
                    <a:pt x="287041" y="29009"/>
                  </a:lnTo>
                  <a:lnTo>
                    <a:pt x="283292" y="25271"/>
                  </a:lnTo>
                  <a:lnTo>
                    <a:pt x="279427" y="21654"/>
                  </a:lnTo>
                  <a:lnTo>
                    <a:pt x="275450" y="18161"/>
                  </a:lnTo>
                  <a:lnTo>
                    <a:pt x="271363" y="14796"/>
                  </a:lnTo>
                  <a:lnTo>
                    <a:pt x="267173" y="11562"/>
                  </a:lnTo>
                  <a:lnTo>
                    <a:pt x="262882" y="8462"/>
                  </a:lnTo>
                  <a:lnTo>
                    <a:pt x="258495" y="5500"/>
                  </a:lnTo>
                  <a:lnTo>
                    <a:pt x="254016" y="2678"/>
                  </a:lnTo>
                  <a:lnTo>
                    <a:pt x="249450" y="0"/>
                  </a:lnTo>
                  <a:lnTo>
                    <a:pt x="167150" y="145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488720" y="1322571"/>
              <a:ext cx="82300" cy="167167"/>
            </a:xfrm>
            <a:custGeom>
              <a:avLst/>
              <a:pathLst>
                <a:path w="82300" h="167167">
                  <a:moveTo>
                    <a:pt x="82300" y="21662"/>
                  </a:moveTo>
                  <a:lnTo>
                    <a:pt x="77259" y="18924"/>
                  </a:lnTo>
                  <a:lnTo>
                    <a:pt x="72127" y="16361"/>
                  </a:lnTo>
                  <a:lnTo>
                    <a:pt x="66910" y="13975"/>
                  </a:lnTo>
                  <a:lnTo>
                    <a:pt x="61615" y="11769"/>
                  </a:lnTo>
                  <a:lnTo>
                    <a:pt x="56247" y="9747"/>
                  </a:lnTo>
                  <a:lnTo>
                    <a:pt x="50813" y="7909"/>
                  </a:lnTo>
                  <a:lnTo>
                    <a:pt x="45319" y="6260"/>
                  </a:lnTo>
                  <a:lnTo>
                    <a:pt x="39771" y="4800"/>
                  </a:lnTo>
                  <a:lnTo>
                    <a:pt x="34177" y="3531"/>
                  </a:lnTo>
                  <a:lnTo>
                    <a:pt x="28542" y="2454"/>
                  </a:lnTo>
                  <a:lnTo>
                    <a:pt x="22874" y="1572"/>
                  </a:lnTo>
                  <a:lnTo>
                    <a:pt x="17179" y="885"/>
                  </a:lnTo>
                  <a:lnTo>
                    <a:pt x="11464" y="393"/>
                  </a:lnTo>
                  <a:lnTo>
                    <a:pt x="573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5773" y="1681503"/>
              <a:ext cx="80751" cy="167167"/>
            </a:xfrm>
            <a:custGeom>
              <a:avLst/>
              <a:pathLst>
                <a:path w="80751" h="167167">
                  <a:moveTo>
                    <a:pt x="80751" y="0"/>
                  </a:moveTo>
                  <a:lnTo>
                    <a:pt x="75133" y="94"/>
                  </a:lnTo>
                  <a:lnTo>
                    <a:pt x="69522" y="377"/>
                  </a:lnTo>
                  <a:lnTo>
                    <a:pt x="63924" y="849"/>
                  </a:lnTo>
                  <a:lnTo>
                    <a:pt x="58345" y="1508"/>
                  </a:lnTo>
                  <a:lnTo>
                    <a:pt x="52791" y="2354"/>
                  </a:lnTo>
                  <a:lnTo>
                    <a:pt x="47268" y="3387"/>
                  </a:lnTo>
                  <a:lnTo>
                    <a:pt x="41784" y="4605"/>
                  </a:lnTo>
                  <a:lnTo>
                    <a:pt x="36343" y="6006"/>
                  </a:lnTo>
                  <a:lnTo>
                    <a:pt x="30953" y="7589"/>
                  </a:lnTo>
                  <a:lnTo>
                    <a:pt x="25618" y="9352"/>
                  </a:lnTo>
                  <a:lnTo>
                    <a:pt x="20347" y="11294"/>
                  </a:lnTo>
                  <a:lnTo>
                    <a:pt x="15143" y="13412"/>
                  </a:lnTo>
                  <a:lnTo>
                    <a:pt x="10013" y="15703"/>
                  </a:lnTo>
                  <a:lnTo>
                    <a:pt x="4964" y="18166"/>
                  </a:lnTo>
                  <a:lnTo>
                    <a:pt x="0" y="20797"/>
                  </a:lnTo>
                  <a:lnTo>
                    <a:pt x="807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05773" y="1702300"/>
              <a:ext cx="80751" cy="146370"/>
            </a:xfrm>
            <a:custGeom>
              <a:avLst/>
              <a:pathLst>
                <a:path w="80751" h="146370">
                  <a:moveTo>
                    <a:pt x="0" y="0"/>
                  </a:moveTo>
                  <a:lnTo>
                    <a:pt x="80751" y="1463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86402" y="20797"/>
                  </a:moveTo>
                  <a:lnTo>
                    <a:pt x="81796" y="23434"/>
                  </a:lnTo>
                  <a:lnTo>
                    <a:pt x="77275" y="26217"/>
                  </a:lnTo>
                  <a:lnTo>
                    <a:pt x="72846" y="29141"/>
                  </a:lnTo>
                  <a:lnTo>
                    <a:pt x="68511" y="32205"/>
                  </a:lnTo>
                  <a:lnTo>
                    <a:pt x="64276" y="35404"/>
                  </a:lnTo>
                  <a:lnTo>
                    <a:pt x="60145" y="38737"/>
                  </a:lnTo>
                  <a:lnTo>
                    <a:pt x="56122" y="42199"/>
                  </a:lnTo>
                  <a:lnTo>
                    <a:pt x="52210" y="45787"/>
                  </a:lnTo>
                  <a:lnTo>
                    <a:pt x="48415" y="49497"/>
                  </a:lnTo>
                  <a:lnTo>
                    <a:pt x="44739" y="53326"/>
                  </a:lnTo>
                  <a:lnTo>
                    <a:pt x="41186" y="57270"/>
                  </a:lnTo>
                  <a:lnTo>
                    <a:pt x="37761" y="61324"/>
                  </a:lnTo>
                  <a:lnTo>
                    <a:pt x="34466" y="65486"/>
                  </a:lnTo>
                  <a:lnTo>
                    <a:pt x="31305" y="69749"/>
                  </a:lnTo>
                  <a:lnTo>
                    <a:pt x="28280" y="74111"/>
                  </a:lnTo>
                  <a:lnTo>
                    <a:pt x="25396" y="78567"/>
                  </a:lnTo>
                  <a:lnTo>
                    <a:pt x="22655" y="83112"/>
                  </a:lnTo>
                  <a:lnTo>
                    <a:pt x="20059" y="87742"/>
                  </a:lnTo>
                  <a:lnTo>
                    <a:pt x="17611" y="92452"/>
                  </a:lnTo>
                  <a:lnTo>
                    <a:pt x="15315" y="97237"/>
                  </a:lnTo>
                  <a:lnTo>
                    <a:pt x="13171" y="102093"/>
                  </a:lnTo>
                  <a:lnTo>
                    <a:pt x="11183" y="107014"/>
                  </a:lnTo>
                  <a:lnTo>
                    <a:pt x="9352" y="111996"/>
                  </a:lnTo>
                  <a:lnTo>
                    <a:pt x="7680" y="117034"/>
                  </a:lnTo>
                  <a:lnTo>
                    <a:pt x="6169" y="122122"/>
                  </a:lnTo>
                  <a:lnTo>
                    <a:pt x="4820" y="127256"/>
                  </a:lnTo>
                  <a:lnTo>
                    <a:pt x="3635" y="132430"/>
                  </a:lnTo>
                  <a:lnTo>
                    <a:pt x="2614" y="137638"/>
                  </a:lnTo>
                  <a:lnTo>
                    <a:pt x="1760" y="142877"/>
                  </a:lnTo>
                  <a:lnTo>
                    <a:pt x="1072" y="148140"/>
                  </a:lnTo>
                  <a:lnTo>
                    <a:pt x="551" y="153422"/>
                  </a:lnTo>
                  <a:lnTo>
                    <a:pt x="199" y="158719"/>
                  </a:lnTo>
                  <a:lnTo>
                    <a:pt x="15" y="164023"/>
                  </a:lnTo>
                  <a:lnTo>
                    <a:pt x="0" y="169331"/>
                  </a:lnTo>
                  <a:lnTo>
                    <a:pt x="152" y="174637"/>
                  </a:lnTo>
                  <a:lnTo>
                    <a:pt x="474" y="179935"/>
                  </a:lnTo>
                  <a:lnTo>
                    <a:pt x="963" y="185220"/>
                  </a:lnTo>
                  <a:lnTo>
                    <a:pt x="1620" y="190487"/>
                  </a:lnTo>
                  <a:lnTo>
                    <a:pt x="2444" y="195731"/>
                  </a:lnTo>
                  <a:lnTo>
                    <a:pt x="3434" y="200945"/>
                  </a:lnTo>
                  <a:lnTo>
                    <a:pt x="4589" y="206126"/>
                  </a:lnTo>
                  <a:lnTo>
                    <a:pt x="5907" y="211267"/>
                  </a:lnTo>
                  <a:lnTo>
                    <a:pt x="7389" y="216364"/>
                  </a:lnTo>
                  <a:lnTo>
                    <a:pt x="9031" y="221412"/>
                  </a:lnTo>
                  <a:lnTo>
                    <a:pt x="10833" y="226404"/>
                  </a:lnTo>
                  <a:lnTo>
                    <a:pt x="12793" y="231337"/>
                  </a:lnTo>
                  <a:lnTo>
                    <a:pt x="14908" y="236205"/>
                  </a:lnTo>
                  <a:lnTo>
                    <a:pt x="17176" y="241004"/>
                  </a:lnTo>
                  <a:lnTo>
                    <a:pt x="19596" y="245728"/>
                  </a:lnTo>
                  <a:lnTo>
                    <a:pt x="22164" y="250373"/>
                  </a:lnTo>
                  <a:lnTo>
                    <a:pt x="24879" y="254934"/>
                  </a:lnTo>
                  <a:lnTo>
                    <a:pt x="27737" y="259407"/>
                  </a:lnTo>
                  <a:lnTo>
                    <a:pt x="30736" y="263787"/>
                  </a:lnTo>
                  <a:lnTo>
                    <a:pt x="33872" y="268069"/>
                  </a:lnTo>
                  <a:lnTo>
                    <a:pt x="37143" y="272249"/>
                  </a:lnTo>
                  <a:lnTo>
                    <a:pt x="40544" y="276324"/>
                  </a:lnTo>
                  <a:lnTo>
                    <a:pt x="44074" y="280288"/>
                  </a:lnTo>
                  <a:lnTo>
                    <a:pt x="47727" y="284139"/>
                  </a:lnTo>
                  <a:lnTo>
                    <a:pt x="51501" y="287871"/>
                  </a:lnTo>
                  <a:lnTo>
                    <a:pt x="55391" y="291482"/>
                  </a:lnTo>
                  <a:lnTo>
                    <a:pt x="59394" y="294968"/>
                  </a:lnTo>
                  <a:lnTo>
                    <a:pt x="63506" y="298324"/>
                  </a:lnTo>
                  <a:lnTo>
                    <a:pt x="67722" y="301549"/>
                  </a:lnTo>
                  <a:lnTo>
                    <a:pt x="72039" y="304638"/>
                  </a:lnTo>
                  <a:lnTo>
                    <a:pt x="76451" y="307588"/>
                  </a:lnTo>
                  <a:lnTo>
                    <a:pt x="80955" y="310397"/>
                  </a:lnTo>
                  <a:lnTo>
                    <a:pt x="85545" y="313061"/>
                  </a:lnTo>
                  <a:lnTo>
                    <a:pt x="90218" y="315579"/>
                  </a:lnTo>
                  <a:lnTo>
                    <a:pt x="94969" y="317946"/>
                  </a:lnTo>
                  <a:lnTo>
                    <a:pt x="99792" y="320162"/>
                  </a:lnTo>
                  <a:lnTo>
                    <a:pt x="104683" y="322223"/>
                  </a:lnTo>
                  <a:lnTo>
                    <a:pt x="109637" y="324128"/>
                  </a:lnTo>
                  <a:lnTo>
                    <a:pt x="114650" y="325875"/>
                  </a:lnTo>
                  <a:lnTo>
                    <a:pt x="119715" y="327462"/>
                  </a:lnTo>
                  <a:lnTo>
                    <a:pt x="124828" y="328887"/>
                  </a:lnTo>
                  <a:lnTo>
                    <a:pt x="129983" y="330150"/>
                  </a:lnTo>
                  <a:lnTo>
                    <a:pt x="135176" y="331248"/>
                  </a:lnTo>
                  <a:lnTo>
                    <a:pt x="140402" y="332180"/>
                  </a:lnTo>
                  <a:lnTo>
                    <a:pt x="145654" y="332946"/>
                  </a:lnTo>
                  <a:lnTo>
                    <a:pt x="150928" y="333545"/>
                  </a:lnTo>
                  <a:lnTo>
                    <a:pt x="156218" y="333976"/>
                  </a:lnTo>
                  <a:lnTo>
                    <a:pt x="161519" y="334239"/>
                  </a:lnTo>
                  <a:lnTo>
                    <a:pt x="166826" y="334334"/>
                  </a:lnTo>
                  <a:lnTo>
                    <a:pt x="172134" y="334260"/>
                  </a:lnTo>
                  <a:lnTo>
                    <a:pt x="177436" y="334018"/>
                  </a:lnTo>
                  <a:lnTo>
                    <a:pt x="182728" y="333607"/>
                  </a:lnTo>
                  <a:lnTo>
                    <a:pt x="188004" y="333029"/>
                  </a:lnTo>
                  <a:lnTo>
                    <a:pt x="193259" y="332283"/>
                  </a:lnTo>
                  <a:lnTo>
                    <a:pt x="198488" y="331371"/>
                  </a:lnTo>
                  <a:lnTo>
                    <a:pt x="203686" y="330294"/>
                  </a:lnTo>
                  <a:lnTo>
                    <a:pt x="208846" y="329052"/>
                  </a:lnTo>
                  <a:lnTo>
                    <a:pt x="213965" y="327646"/>
                  </a:lnTo>
                  <a:lnTo>
                    <a:pt x="219036" y="326079"/>
                  </a:lnTo>
                  <a:lnTo>
                    <a:pt x="224055" y="324352"/>
                  </a:lnTo>
                  <a:lnTo>
                    <a:pt x="229016" y="322466"/>
                  </a:lnTo>
                  <a:lnTo>
                    <a:pt x="233915" y="320424"/>
                  </a:lnTo>
                  <a:lnTo>
                    <a:pt x="238747" y="318227"/>
                  </a:lnTo>
                  <a:lnTo>
                    <a:pt x="243507" y="315878"/>
                  </a:lnTo>
                  <a:lnTo>
                    <a:pt x="248190" y="313379"/>
                  </a:lnTo>
                  <a:lnTo>
                    <a:pt x="252791" y="310733"/>
                  </a:lnTo>
                  <a:lnTo>
                    <a:pt x="257306" y="307941"/>
                  </a:lnTo>
                  <a:lnTo>
                    <a:pt x="261729" y="305008"/>
                  </a:lnTo>
                  <a:lnTo>
                    <a:pt x="266058" y="301936"/>
                  </a:lnTo>
                  <a:lnTo>
                    <a:pt x="270287" y="298728"/>
                  </a:lnTo>
                  <a:lnTo>
                    <a:pt x="274411" y="295388"/>
                  </a:lnTo>
                  <a:lnTo>
                    <a:pt x="278428" y="291918"/>
                  </a:lnTo>
                  <a:lnTo>
                    <a:pt x="282332" y="288322"/>
                  </a:lnTo>
                  <a:lnTo>
                    <a:pt x="286121" y="284605"/>
                  </a:lnTo>
                  <a:lnTo>
                    <a:pt x="289789" y="280768"/>
                  </a:lnTo>
                  <a:lnTo>
                    <a:pt x="293334" y="276818"/>
                  </a:lnTo>
                  <a:lnTo>
                    <a:pt x="296752" y="272756"/>
                  </a:lnTo>
                  <a:lnTo>
                    <a:pt x="300038" y="268589"/>
                  </a:lnTo>
                  <a:lnTo>
                    <a:pt x="303191" y="264319"/>
                  </a:lnTo>
                  <a:lnTo>
                    <a:pt x="306207" y="259951"/>
                  </a:lnTo>
                  <a:lnTo>
                    <a:pt x="309083" y="255490"/>
                  </a:lnTo>
                  <a:lnTo>
                    <a:pt x="311815" y="250939"/>
                  </a:lnTo>
                  <a:lnTo>
                    <a:pt x="314402" y="246304"/>
                  </a:lnTo>
                  <a:lnTo>
                    <a:pt x="316840" y="241590"/>
                  </a:lnTo>
                  <a:lnTo>
                    <a:pt x="319127" y="236800"/>
                  </a:lnTo>
                  <a:lnTo>
                    <a:pt x="321261" y="231940"/>
                  </a:lnTo>
                  <a:lnTo>
                    <a:pt x="323240" y="227015"/>
                  </a:lnTo>
                  <a:lnTo>
                    <a:pt x="325061" y="222029"/>
                  </a:lnTo>
                  <a:lnTo>
                    <a:pt x="326724" y="216988"/>
                  </a:lnTo>
                  <a:lnTo>
                    <a:pt x="328225" y="211897"/>
                  </a:lnTo>
                  <a:lnTo>
                    <a:pt x="329564" y="206761"/>
                  </a:lnTo>
                  <a:lnTo>
                    <a:pt x="330739" y="201585"/>
                  </a:lnTo>
                  <a:lnTo>
                    <a:pt x="331749" y="196374"/>
                  </a:lnTo>
                  <a:lnTo>
                    <a:pt x="332593" y="191134"/>
                  </a:lnTo>
                  <a:lnTo>
                    <a:pt x="333271" y="185869"/>
                  </a:lnTo>
                  <a:lnTo>
                    <a:pt x="333781" y="180586"/>
                  </a:lnTo>
                  <a:lnTo>
                    <a:pt x="334123" y="175289"/>
                  </a:lnTo>
                  <a:lnTo>
                    <a:pt x="334297" y="169984"/>
                  </a:lnTo>
                  <a:lnTo>
                    <a:pt x="334302" y="164676"/>
                  </a:lnTo>
                  <a:lnTo>
                    <a:pt x="334138" y="159371"/>
                  </a:lnTo>
                  <a:lnTo>
                    <a:pt x="333807" y="154073"/>
                  </a:lnTo>
                  <a:lnTo>
                    <a:pt x="333307" y="148789"/>
                  </a:lnTo>
                  <a:lnTo>
                    <a:pt x="332640" y="143523"/>
                  </a:lnTo>
                  <a:lnTo>
                    <a:pt x="331806" y="138282"/>
                  </a:lnTo>
                  <a:lnTo>
                    <a:pt x="330806" y="133069"/>
                  </a:lnTo>
                  <a:lnTo>
                    <a:pt x="329641" y="127890"/>
                  </a:lnTo>
                  <a:lnTo>
                    <a:pt x="328312" y="122752"/>
                  </a:lnTo>
                  <a:lnTo>
                    <a:pt x="326821" y="117658"/>
                  </a:lnTo>
                  <a:lnTo>
                    <a:pt x="325168" y="112613"/>
                  </a:lnTo>
                  <a:lnTo>
                    <a:pt x="323357" y="107624"/>
                  </a:lnTo>
                  <a:lnTo>
                    <a:pt x="321388" y="102695"/>
                  </a:lnTo>
                  <a:lnTo>
                    <a:pt x="319263" y="97831"/>
                  </a:lnTo>
                  <a:lnTo>
                    <a:pt x="316985" y="93037"/>
                  </a:lnTo>
                  <a:lnTo>
                    <a:pt x="314556" y="88317"/>
                  </a:lnTo>
                  <a:lnTo>
                    <a:pt x="311979" y="83678"/>
                  </a:lnTo>
                  <a:lnTo>
                    <a:pt x="309255" y="79122"/>
                  </a:lnTo>
                  <a:lnTo>
                    <a:pt x="306388" y="74655"/>
                  </a:lnTo>
                  <a:lnTo>
                    <a:pt x="303381" y="70281"/>
                  </a:lnTo>
                  <a:lnTo>
                    <a:pt x="300236" y="66005"/>
                  </a:lnTo>
                  <a:lnTo>
                    <a:pt x="296958" y="61831"/>
                  </a:lnTo>
                  <a:lnTo>
                    <a:pt x="293548" y="57763"/>
                  </a:lnTo>
                  <a:lnTo>
                    <a:pt x="290011" y="53805"/>
                  </a:lnTo>
                  <a:lnTo>
                    <a:pt x="286350" y="49962"/>
                  </a:lnTo>
                  <a:lnTo>
                    <a:pt x="282569" y="46237"/>
                  </a:lnTo>
                  <a:lnTo>
                    <a:pt x="278672" y="42634"/>
                  </a:lnTo>
                  <a:lnTo>
                    <a:pt x="274662" y="39156"/>
                  </a:lnTo>
                  <a:lnTo>
                    <a:pt x="270543" y="35807"/>
                  </a:lnTo>
                  <a:lnTo>
                    <a:pt x="266321" y="32591"/>
                  </a:lnTo>
                  <a:lnTo>
                    <a:pt x="261998" y="29511"/>
                  </a:lnTo>
                  <a:lnTo>
                    <a:pt x="257580" y="26569"/>
                  </a:lnTo>
                  <a:lnTo>
                    <a:pt x="253071" y="23769"/>
                  </a:lnTo>
                  <a:lnTo>
                    <a:pt x="248475" y="21113"/>
                  </a:lnTo>
                  <a:lnTo>
                    <a:pt x="243797" y="18605"/>
                  </a:lnTo>
                  <a:lnTo>
                    <a:pt x="239042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3"/>
                  </a:lnTo>
                  <a:lnTo>
                    <a:pt x="219346" y="8356"/>
                  </a:lnTo>
                  <a:lnTo>
                    <a:pt x="214278" y="6779"/>
                  </a:lnTo>
                  <a:lnTo>
                    <a:pt x="209162" y="5364"/>
                  </a:lnTo>
                  <a:lnTo>
                    <a:pt x="204004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2599" y="2126963"/>
              <a:ext cx="98688" cy="167167"/>
            </a:xfrm>
            <a:custGeom>
              <a:avLst/>
              <a:pathLst>
                <a:path w="98688" h="167167">
                  <a:moveTo>
                    <a:pt x="98688" y="0"/>
                  </a:moveTo>
                  <a:lnTo>
                    <a:pt x="93133" y="92"/>
                  </a:lnTo>
                  <a:lnTo>
                    <a:pt x="87584" y="369"/>
                  </a:lnTo>
                  <a:lnTo>
                    <a:pt x="82047" y="830"/>
                  </a:lnTo>
                  <a:lnTo>
                    <a:pt x="76529" y="1475"/>
                  </a:lnTo>
                  <a:lnTo>
                    <a:pt x="71035" y="2303"/>
                  </a:lnTo>
                  <a:lnTo>
                    <a:pt x="65572" y="3313"/>
                  </a:lnTo>
                  <a:lnTo>
                    <a:pt x="60145" y="4504"/>
                  </a:lnTo>
                  <a:lnTo>
                    <a:pt x="54761" y="5874"/>
                  </a:lnTo>
                  <a:lnTo>
                    <a:pt x="49425" y="7423"/>
                  </a:lnTo>
                  <a:lnTo>
                    <a:pt x="44144" y="9148"/>
                  </a:lnTo>
                  <a:lnTo>
                    <a:pt x="38923" y="11048"/>
                  </a:lnTo>
                  <a:lnTo>
                    <a:pt x="33768" y="13120"/>
                  </a:lnTo>
                  <a:lnTo>
                    <a:pt x="28685" y="15363"/>
                  </a:lnTo>
                  <a:lnTo>
                    <a:pt x="23679" y="17773"/>
                  </a:lnTo>
                  <a:lnTo>
                    <a:pt x="18756" y="20348"/>
                  </a:lnTo>
                  <a:lnTo>
                    <a:pt x="13921" y="23085"/>
                  </a:lnTo>
                  <a:lnTo>
                    <a:pt x="9180" y="25982"/>
                  </a:lnTo>
                  <a:lnTo>
                    <a:pt x="4538" y="29034"/>
                  </a:lnTo>
                  <a:lnTo>
                    <a:pt x="0" y="32239"/>
                  </a:lnTo>
                  <a:lnTo>
                    <a:pt x="9868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2599" y="2159203"/>
              <a:ext cx="98688" cy="134927"/>
            </a:xfrm>
            <a:custGeom>
              <a:avLst/>
              <a:pathLst>
                <a:path w="98688" h="134927">
                  <a:moveTo>
                    <a:pt x="0" y="0"/>
                  </a:moveTo>
                  <a:lnTo>
                    <a:pt x="98688" y="1349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14126" y="2127643"/>
              <a:ext cx="334326" cy="333639"/>
            </a:xfrm>
            <a:custGeom>
              <a:avLst/>
              <a:pathLst>
                <a:path w="334326" h="333639">
                  <a:moveTo>
                    <a:pt x="68472" y="31559"/>
                  </a:moveTo>
                  <a:lnTo>
                    <a:pt x="64258" y="34745"/>
                  </a:lnTo>
                  <a:lnTo>
                    <a:pt x="60147" y="38062"/>
                  </a:lnTo>
                  <a:lnTo>
                    <a:pt x="56143" y="41507"/>
                  </a:lnTo>
                  <a:lnTo>
                    <a:pt x="52250" y="45077"/>
                  </a:lnTo>
                  <a:lnTo>
                    <a:pt x="48472" y="48768"/>
                  </a:lnTo>
                  <a:lnTo>
                    <a:pt x="44812" y="52576"/>
                  </a:lnTo>
                  <a:lnTo>
                    <a:pt x="41274" y="56499"/>
                  </a:lnTo>
                  <a:lnTo>
                    <a:pt x="37862" y="60531"/>
                  </a:lnTo>
                  <a:lnTo>
                    <a:pt x="34579" y="64669"/>
                  </a:lnTo>
                  <a:lnTo>
                    <a:pt x="31428" y="68908"/>
                  </a:lnTo>
                  <a:lnTo>
                    <a:pt x="28413" y="73245"/>
                  </a:lnTo>
                  <a:lnTo>
                    <a:pt x="25536" y="77676"/>
                  </a:lnTo>
                  <a:lnTo>
                    <a:pt x="22801" y="82194"/>
                  </a:lnTo>
                  <a:lnTo>
                    <a:pt x="20210" y="86797"/>
                  </a:lnTo>
                  <a:lnTo>
                    <a:pt x="17766" y="91480"/>
                  </a:lnTo>
                  <a:lnTo>
                    <a:pt x="15470" y="96237"/>
                  </a:lnTo>
                  <a:lnTo>
                    <a:pt x="13327" y="101065"/>
                  </a:lnTo>
                  <a:lnTo>
                    <a:pt x="11337" y="105958"/>
                  </a:lnTo>
                  <a:lnTo>
                    <a:pt x="9502" y="110911"/>
                  </a:lnTo>
                  <a:lnTo>
                    <a:pt x="7825" y="115920"/>
                  </a:lnTo>
                  <a:lnTo>
                    <a:pt x="6307" y="120979"/>
                  </a:lnTo>
                  <a:lnTo>
                    <a:pt x="4949" y="126084"/>
                  </a:lnTo>
                  <a:lnTo>
                    <a:pt x="3754" y="131229"/>
                  </a:lnTo>
                  <a:lnTo>
                    <a:pt x="2721" y="136409"/>
                  </a:lnTo>
                  <a:lnTo>
                    <a:pt x="1853" y="141620"/>
                  </a:lnTo>
                  <a:lnTo>
                    <a:pt x="1150" y="146855"/>
                  </a:lnTo>
                  <a:lnTo>
                    <a:pt x="613" y="152109"/>
                  </a:lnTo>
                  <a:lnTo>
                    <a:pt x="242" y="157379"/>
                  </a:lnTo>
                  <a:lnTo>
                    <a:pt x="37" y="162657"/>
                  </a:lnTo>
                  <a:lnTo>
                    <a:pt x="0" y="167939"/>
                  </a:lnTo>
                  <a:lnTo>
                    <a:pt x="129" y="173219"/>
                  </a:lnTo>
                  <a:lnTo>
                    <a:pt x="425" y="178493"/>
                  </a:lnTo>
                  <a:lnTo>
                    <a:pt x="887" y="183755"/>
                  </a:lnTo>
                  <a:lnTo>
                    <a:pt x="1516" y="189000"/>
                  </a:lnTo>
                  <a:lnTo>
                    <a:pt x="2310" y="194222"/>
                  </a:lnTo>
                  <a:lnTo>
                    <a:pt x="3269" y="199416"/>
                  </a:lnTo>
                  <a:lnTo>
                    <a:pt x="4391" y="204578"/>
                  </a:lnTo>
                  <a:lnTo>
                    <a:pt x="5675" y="209701"/>
                  </a:lnTo>
                  <a:lnTo>
                    <a:pt x="7121" y="214782"/>
                  </a:lnTo>
                  <a:lnTo>
                    <a:pt x="8727" y="219814"/>
                  </a:lnTo>
                  <a:lnTo>
                    <a:pt x="10491" y="224793"/>
                  </a:lnTo>
                  <a:lnTo>
                    <a:pt x="12411" y="229714"/>
                  </a:lnTo>
                  <a:lnTo>
                    <a:pt x="14486" y="234571"/>
                  </a:lnTo>
                  <a:lnTo>
                    <a:pt x="16713" y="239361"/>
                  </a:lnTo>
                  <a:lnTo>
                    <a:pt x="19091" y="244078"/>
                  </a:lnTo>
                  <a:lnTo>
                    <a:pt x="21616" y="248717"/>
                  </a:lnTo>
                  <a:lnTo>
                    <a:pt x="24287" y="253274"/>
                  </a:lnTo>
                  <a:lnTo>
                    <a:pt x="27100" y="257745"/>
                  </a:lnTo>
                  <a:lnTo>
                    <a:pt x="30053" y="262124"/>
                  </a:lnTo>
                  <a:lnTo>
                    <a:pt x="33143" y="266408"/>
                  </a:lnTo>
                  <a:lnTo>
                    <a:pt x="36367" y="270593"/>
                  </a:lnTo>
                  <a:lnTo>
                    <a:pt x="39721" y="274673"/>
                  </a:lnTo>
                  <a:lnTo>
                    <a:pt x="43203" y="278645"/>
                  </a:lnTo>
                  <a:lnTo>
                    <a:pt x="46808" y="282506"/>
                  </a:lnTo>
                  <a:lnTo>
                    <a:pt x="50534" y="286250"/>
                  </a:lnTo>
                  <a:lnTo>
                    <a:pt x="54376" y="289875"/>
                  </a:lnTo>
                  <a:lnTo>
                    <a:pt x="58331" y="293377"/>
                  </a:lnTo>
                  <a:lnTo>
                    <a:pt x="62394" y="296752"/>
                  </a:lnTo>
                  <a:lnTo>
                    <a:pt x="66562" y="299997"/>
                  </a:lnTo>
                  <a:lnTo>
                    <a:pt x="70830" y="303108"/>
                  </a:lnTo>
                  <a:lnTo>
                    <a:pt x="75195" y="306084"/>
                  </a:lnTo>
                  <a:lnTo>
                    <a:pt x="79651" y="308920"/>
                  </a:lnTo>
                  <a:lnTo>
                    <a:pt x="84195" y="311613"/>
                  </a:lnTo>
                  <a:lnTo>
                    <a:pt x="88821" y="314162"/>
                  </a:lnTo>
                  <a:lnTo>
                    <a:pt x="93526" y="316563"/>
                  </a:lnTo>
                  <a:lnTo>
                    <a:pt x="98304" y="318815"/>
                  </a:lnTo>
                  <a:lnTo>
                    <a:pt x="103151" y="320914"/>
                  </a:lnTo>
                  <a:lnTo>
                    <a:pt x="108062" y="322860"/>
                  </a:lnTo>
                  <a:lnTo>
                    <a:pt x="113032" y="324649"/>
                  </a:lnTo>
                  <a:lnTo>
                    <a:pt x="118056" y="326280"/>
                  </a:lnTo>
                  <a:lnTo>
                    <a:pt x="123129" y="327751"/>
                  </a:lnTo>
                  <a:lnTo>
                    <a:pt x="128246" y="329062"/>
                  </a:lnTo>
                  <a:lnTo>
                    <a:pt x="133402" y="330210"/>
                  </a:lnTo>
                  <a:lnTo>
                    <a:pt x="138591" y="331195"/>
                  </a:lnTo>
                  <a:lnTo>
                    <a:pt x="143809" y="332016"/>
                  </a:lnTo>
                  <a:lnTo>
                    <a:pt x="149051" y="332671"/>
                  </a:lnTo>
                  <a:lnTo>
                    <a:pt x="154310" y="333160"/>
                  </a:lnTo>
                  <a:lnTo>
                    <a:pt x="159582" y="333483"/>
                  </a:lnTo>
                  <a:lnTo>
                    <a:pt x="164862" y="333639"/>
                  </a:lnTo>
                  <a:lnTo>
                    <a:pt x="170144" y="333628"/>
                  </a:lnTo>
                  <a:lnTo>
                    <a:pt x="175424" y="333450"/>
                  </a:lnTo>
                  <a:lnTo>
                    <a:pt x="180694" y="333106"/>
                  </a:lnTo>
                  <a:lnTo>
                    <a:pt x="185952" y="332595"/>
                  </a:lnTo>
                  <a:lnTo>
                    <a:pt x="191190" y="331918"/>
                  </a:lnTo>
                  <a:lnTo>
                    <a:pt x="196405" y="331077"/>
                  </a:lnTo>
                  <a:lnTo>
                    <a:pt x="201591" y="330071"/>
                  </a:lnTo>
                  <a:lnTo>
                    <a:pt x="206742" y="328901"/>
                  </a:lnTo>
                  <a:lnTo>
                    <a:pt x="211853" y="327570"/>
                  </a:lnTo>
                  <a:lnTo>
                    <a:pt x="216920" y="326077"/>
                  </a:lnTo>
                  <a:lnTo>
                    <a:pt x="221937" y="324425"/>
                  </a:lnTo>
                  <a:lnTo>
                    <a:pt x="226900" y="322616"/>
                  </a:lnTo>
                  <a:lnTo>
                    <a:pt x="231803" y="320651"/>
                  </a:lnTo>
                  <a:lnTo>
                    <a:pt x="236641" y="318531"/>
                  </a:lnTo>
                  <a:lnTo>
                    <a:pt x="241410" y="316260"/>
                  </a:lnTo>
                  <a:lnTo>
                    <a:pt x="246105" y="313840"/>
                  </a:lnTo>
                  <a:lnTo>
                    <a:pt x="250721" y="311272"/>
                  </a:lnTo>
                  <a:lnTo>
                    <a:pt x="255254" y="308560"/>
                  </a:lnTo>
                  <a:lnTo>
                    <a:pt x="259698" y="305705"/>
                  </a:lnTo>
                  <a:lnTo>
                    <a:pt x="264051" y="302712"/>
                  </a:lnTo>
                  <a:lnTo>
                    <a:pt x="268306" y="299583"/>
                  </a:lnTo>
                  <a:lnTo>
                    <a:pt x="272461" y="296321"/>
                  </a:lnTo>
                  <a:lnTo>
                    <a:pt x="276510" y="292929"/>
                  </a:lnTo>
                  <a:lnTo>
                    <a:pt x="280450" y="289412"/>
                  </a:lnTo>
                  <a:lnTo>
                    <a:pt x="284277" y="285771"/>
                  </a:lnTo>
                  <a:lnTo>
                    <a:pt x="287988" y="282011"/>
                  </a:lnTo>
                  <a:lnTo>
                    <a:pt x="291577" y="278136"/>
                  </a:lnTo>
                  <a:lnTo>
                    <a:pt x="295042" y="274150"/>
                  </a:lnTo>
                  <a:lnTo>
                    <a:pt x="298380" y="270055"/>
                  </a:lnTo>
                  <a:lnTo>
                    <a:pt x="301587" y="265858"/>
                  </a:lnTo>
                  <a:lnTo>
                    <a:pt x="304659" y="261561"/>
                  </a:lnTo>
                  <a:lnTo>
                    <a:pt x="307594" y="257170"/>
                  </a:lnTo>
                  <a:lnTo>
                    <a:pt x="310389" y="252688"/>
                  </a:lnTo>
                  <a:lnTo>
                    <a:pt x="313041" y="248119"/>
                  </a:lnTo>
                  <a:lnTo>
                    <a:pt x="315547" y="243470"/>
                  </a:lnTo>
                  <a:lnTo>
                    <a:pt x="317906" y="238743"/>
                  </a:lnTo>
                  <a:lnTo>
                    <a:pt x="320113" y="233944"/>
                  </a:lnTo>
                  <a:lnTo>
                    <a:pt x="322168" y="229078"/>
                  </a:lnTo>
                  <a:lnTo>
                    <a:pt x="324068" y="224150"/>
                  </a:lnTo>
                  <a:lnTo>
                    <a:pt x="325812" y="219164"/>
                  </a:lnTo>
                  <a:lnTo>
                    <a:pt x="327397" y="214125"/>
                  </a:lnTo>
                  <a:lnTo>
                    <a:pt x="328822" y="209039"/>
                  </a:lnTo>
                  <a:lnTo>
                    <a:pt x="330085" y="203910"/>
                  </a:lnTo>
                  <a:lnTo>
                    <a:pt x="331186" y="198744"/>
                  </a:lnTo>
                  <a:lnTo>
                    <a:pt x="332124" y="193546"/>
                  </a:lnTo>
                  <a:lnTo>
                    <a:pt x="332896" y="188320"/>
                  </a:lnTo>
                  <a:lnTo>
                    <a:pt x="333503" y="183073"/>
                  </a:lnTo>
                  <a:lnTo>
                    <a:pt x="333944" y="177809"/>
                  </a:lnTo>
                  <a:lnTo>
                    <a:pt x="334219" y="172534"/>
                  </a:lnTo>
                  <a:lnTo>
                    <a:pt x="334326" y="167253"/>
                  </a:lnTo>
                  <a:lnTo>
                    <a:pt x="334267" y="161971"/>
                  </a:lnTo>
                  <a:lnTo>
                    <a:pt x="334041" y="156694"/>
                  </a:lnTo>
                  <a:lnTo>
                    <a:pt x="333648" y="151427"/>
                  </a:lnTo>
                  <a:lnTo>
                    <a:pt x="333089" y="146174"/>
                  </a:lnTo>
                  <a:lnTo>
                    <a:pt x="332365" y="140942"/>
                  </a:lnTo>
                  <a:lnTo>
                    <a:pt x="331475" y="135735"/>
                  </a:lnTo>
                  <a:lnTo>
                    <a:pt x="330422" y="130559"/>
                  </a:lnTo>
                  <a:lnTo>
                    <a:pt x="329205" y="125419"/>
                  </a:lnTo>
                  <a:lnTo>
                    <a:pt x="327827" y="120320"/>
                  </a:lnTo>
                  <a:lnTo>
                    <a:pt x="326288" y="115267"/>
                  </a:lnTo>
                  <a:lnTo>
                    <a:pt x="324590" y="110265"/>
                  </a:lnTo>
                  <a:lnTo>
                    <a:pt x="322735" y="105319"/>
                  </a:lnTo>
                  <a:lnTo>
                    <a:pt x="320725" y="100435"/>
                  </a:lnTo>
                  <a:lnTo>
                    <a:pt x="318561" y="95616"/>
                  </a:lnTo>
                  <a:lnTo>
                    <a:pt x="316247" y="90868"/>
                  </a:lnTo>
                  <a:lnTo>
                    <a:pt x="313783" y="86195"/>
                  </a:lnTo>
                  <a:lnTo>
                    <a:pt x="311173" y="81603"/>
                  </a:lnTo>
                  <a:lnTo>
                    <a:pt x="308420" y="77096"/>
                  </a:lnTo>
                  <a:lnTo>
                    <a:pt x="305525" y="72677"/>
                  </a:lnTo>
                  <a:lnTo>
                    <a:pt x="302492" y="68353"/>
                  </a:lnTo>
                  <a:lnTo>
                    <a:pt x="299324" y="64126"/>
                  </a:lnTo>
                  <a:lnTo>
                    <a:pt x="296024" y="60001"/>
                  </a:lnTo>
                  <a:lnTo>
                    <a:pt x="292595" y="55983"/>
                  </a:lnTo>
                  <a:lnTo>
                    <a:pt x="289041" y="52075"/>
                  </a:lnTo>
                  <a:lnTo>
                    <a:pt x="285366" y="48282"/>
                  </a:lnTo>
                  <a:lnTo>
                    <a:pt x="281572" y="44606"/>
                  </a:lnTo>
                  <a:lnTo>
                    <a:pt x="277664" y="41052"/>
                  </a:lnTo>
                  <a:lnTo>
                    <a:pt x="273646" y="37624"/>
                  </a:lnTo>
                  <a:lnTo>
                    <a:pt x="269522" y="34324"/>
                  </a:lnTo>
                  <a:lnTo>
                    <a:pt x="265295" y="31156"/>
                  </a:lnTo>
                  <a:lnTo>
                    <a:pt x="260971" y="28123"/>
                  </a:lnTo>
                  <a:lnTo>
                    <a:pt x="256552" y="25228"/>
                  </a:lnTo>
                  <a:lnTo>
                    <a:pt x="252045" y="22474"/>
                  </a:lnTo>
                  <a:lnTo>
                    <a:pt x="247452" y="19865"/>
                  </a:lnTo>
                  <a:lnTo>
                    <a:pt x="242780" y="17401"/>
                  </a:lnTo>
                  <a:lnTo>
                    <a:pt x="238032" y="15086"/>
                  </a:lnTo>
                  <a:lnTo>
                    <a:pt x="233213" y="12923"/>
                  </a:lnTo>
                  <a:lnTo>
                    <a:pt x="228328" y="10913"/>
                  </a:lnTo>
                  <a:lnTo>
                    <a:pt x="223383" y="9058"/>
                  </a:lnTo>
                  <a:lnTo>
                    <a:pt x="218381" y="7360"/>
                  </a:lnTo>
                  <a:lnTo>
                    <a:pt x="213328" y="5821"/>
                  </a:lnTo>
                  <a:lnTo>
                    <a:pt x="208229" y="4443"/>
                  </a:lnTo>
                  <a:lnTo>
                    <a:pt x="203089" y="3226"/>
                  </a:lnTo>
                  <a:lnTo>
                    <a:pt x="197913" y="2173"/>
                  </a:lnTo>
                  <a:lnTo>
                    <a:pt x="192706" y="1283"/>
                  </a:lnTo>
                  <a:lnTo>
                    <a:pt x="187474" y="558"/>
                  </a:lnTo>
                  <a:lnTo>
                    <a:pt x="182221" y="0"/>
                  </a:lnTo>
                  <a:lnTo>
                    <a:pt x="167161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81287" y="2126963"/>
              <a:ext cx="15060" cy="167167"/>
            </a:xfrm>
            <a:custGeom>
              <a:avLst/>
              <a:pathLst>
                <a:path w="15060" h="167167">
                  <a:moveTo>
                    <a:pt x="15060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423597" y="2633064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0" y="758"/>
                  </a:lnTo>
                  <a:lnTo>
                    <a:pt x="145961" y="1348"/>
                  </a:lnTo>
                  <a:lnTo>
                    <a:pt x="140704" y="2105"/>
                  </a:lnTo>
                  <a:lnTo>
                    <a:pt x="135474" y="3028"/>
                  </a:lnTo>
                  <a:lnTo>
                    <a:pt x="130275" y="4117"/>
                  </a:lnTo>
                  <a:lnTo>
                    <a:pt x="125114" y="5371"/>
                  </a:lnTo>
                  <a:lnTo>
                    <a:pt x="119995" y="6788"/>
                  </a:lnTo>
                  <a:lnTo>
                    <a:pt x="114924" y="8368"/>
                  </a:lnTo>
                  <a:lnTo>
                    <a:pt x="109905" y="10107"/>
                  </a:lnTo>
                  <a:lnTo>
                    <a:pt x="104944" y="12005"/>
                  </a:lnTo>
                  <a:lnTo>
                    <a:pt x="100046" y="14059"/>
                  </a:lnTo>
                  <a:lnTo>
                    <a:pt x="95216" y="16269"/>
                  </a:lnTo>
                  <a:lnTo>
                    <a:pt x="90458" y="18630"/>
                  </a:lnTo>
                  <a:lnTo>
                    <a:pt x="85778" y="21141"/>
                  </a:lnTo>
                  <a:lnTo>
                    <a:pt x="81180" y="23800"/>
                  </a:lnTo>
                  <a:lnTo>
                    <a:pt x="76669" y="26604"/>
                  </a:lnTo>
                  <a:lnTo>
                    <a:pt x="72249" y="29549"/>
                  </a:lnTo>
                  <a:lnTo>
                    <a:pt x="67925" y="32634"/>
                  </a:lnTo>
                  <a:lnTo>
                    <a:pt x="63701" y="35854"/>
                  </a:lnTo>
                  <a:lnTo>
                    <a:pt x="59581" y="39207"/>
                  </a:lnTo>
                  <a:lnTo>
                    <a:pt x="55571" y="42689"/>
                  </a:lnTo>
                  <a:lnTo>
                    <a:pt x="51672" y="46297"/>
                  </a:lnTo>
                  <a:lnTo>
                    <a:pt x="47891" y="50026"/>
                  </a:lnTo>
                  <a:lnTo>
                    <a:pt x="44229" y="53874"/>
                  </a:lnTo>
                  <a:lnTo>
                    <a:pt x="40692" y="57836"/>
                  </a:lnTo>
                  <a:lnTo>
                    <a:pt x="37283" y="61909"/>
                  </a:lnTo>
                  <a:lnTo>
                    <a:pt x="34004" y="66088"/>
                  </a:lnTo>
                  <a:lnTo>
                    <a:pt x="30860" y="70369"/>
                  </a:lnTo>
                  <a:lnTo>
                    <a:pt x="27854" y="74748"/>
                  </a:lnTo>
                  <a:lnTo>
                    <a:pt x="24988" y="79220"/>
                  </a:lnTo>
                  <a:lnTo>
                    <a:pt x="22266" y="83781"/>
                  </a:lnTo>
                  <a:lnTo>
                    <a:pt x="19690" y="88426"/>
                  </a:lnTo>
                  <a:lnTo>
                    <a:pt x="17263" y="93150"/>
                  </a:lnTo>
                  <a:lnTo>
                    <a:pt x="14987" y="97949"/>
                  </a:lnTo>
                  <a:lnTo>
                    <a:pt x="12865" y="102818"/>
                  </a:lnTo>
                  <a:lnTo>
                    <a:pt x="10898" y="107752"/>
                  </a:lnTo>
                  <a:lnTo>
                    <a:pt x="9090" y="112746"/>
                  </a:lnTo>
                  <a:lnTo>
                    <a:pt x="7441" y="117795"/>
                  </a:lnTo>
                  <a:lnTo>
                    <a:pt x="5953" y="122894"/>
                  </a:lnTo>
                  <a:lnTo>
                    <a:pt x="4628" y="128037"/>
                  </a:lnTo>
                  <a:lnTo>
                    <a:pt x="3467" y="133220"/>
                  </a:lnTo>
                  <a:lnTo>
                    <a:pt x="2471" y="138438"/>
                  </a:lnTo>
                  <a:lnTo>
                    <a:pt x="1641" y="143684"/>
                  </a:lnTo>
                  <a:lnTo>
                    <a:pt x="979" y="148954"/>
                  </a:lnTo>
                  <a:lnTo>
                    <a:pt x="484" y="154242"/>
                  </a:lnTo>
                  <a:lnTo>
                    <a:pt x="157" y="159544"/>
                  </a:lnTo>
                  <a:lnTo>
                    <a:pt x="0" y="164853"/>
                  </a:lnTo>
                  <a:lnTo>
                    <a:pt x="10" y="170164"/>
                  </a:lnTo>
                  <a:lnTo>
                    <a:pt x="190" y="175473"/>
                  </a:lnTo>
                  <a:lnTo>
                    <a:pt x="538" y="180773"/>
                  </a:lnTo>
                  <a:lnTo>
                    <a:pt x="1054" y="186059"/>
                  </a:lnTo>
                  <a:lnTo>
                    <a:pt x="1738" y="191326"/>
                  </a:lnTo>
                  <a:lnTo>
                    <a:pt x="2589" y="196569"/>
                  </a:lnTo>
                  <a:lnTo>
                    <a:pt x="3607" y="201782"/>
                  </a:lnTo>
                  <a:lnTo>
                    <a:pt x="4789" y="206960"/>
                  </a:lnTo>
                  <a:lnTo>
                    <a:pt x="6135" y="212098"/>
                  </a:lnTo>
                  <a:lnTo>
                    <a:pt x="7644" y="217191"/>
                  </a:lnTo>
                  <a:lnTo>
                    <a:pt x="9313" y="222233"/>
                  </a:lnTo>
                  <a:lnTo>
                    <a:pt x="11143" y="227220"/>
                  </a:lnTo>
                  <a:lnTo>
                    <a:pt x="13129" y="232146"/>
                  </a:lnTo>
                  <a:lnTo>
                    <a:pt x="15271" y="237006"/>
                  </a:lnTo>
                  <a:lnTo>
                    <a:pt x="17567" y="241796"/>
                  </a:lnTo>
                  <a:lnTo>
                    <a:pt x="20013" y="246510"/>
                  </a:lnTo>
                  <a:lnTo>
                    <a:pt x="22608" y="251145"/>
                  </a:lnTo>
                  <a:lnTo>
                    <a:pt x="25349" y="255694"/>
                  </a:lnTo>
                  <a:lnTo>
                    <a:pt x="28233" y="260155"/>
                  </a:lnTo>
                  <a:lnTo>
                    <a:pt x="31257" y="264521"/>
                  </a:lnTo>
                  <a:lnTo>
                    <a:pt x="34419" y="268789"/>
                  </a:lnTo>
                  <a:lnTo>
                    <a:pt x="37714" y="272955"/>
                  </a:lnTo>
                  <a:lnTo>
                    <a:pt x="41140" y="277013"/>
                  </a:lnTo>
                  <a:lnTo>
                    <a:pt x="44694" y="280961"/>
                  </a:lnTo>
                  <a:lnTo>
                    <a:pt x="48370" y="284794"/>
                  </a:lnTo>
                  <a:lnTo>
                    <a:pt x="52167" y="288508"/>
                  </a:lnTo>
                  <a:lnTo>
                    <a:pt x="56080" y="292100"/>
                  </a:lnTo>
                  <a:lnTo>
                    <a:pt x="60105" y="295566"/>
                  </a:lnTo>
                  <a:lnTo>
                    <a:pt x="64239" y="298902"/>
                  </a:lnTo>
                  <a:lnTo>
                    <a:pt x="68476" y="302104"/>
                  </a:lnTo>
                  <a:lnTo>
                    <a:pt x="72812" y="305171"/>
                  </a:lnTo>
                  <a:lnTo>
                    <a:pt x="77244" y="308099"/>
                  </a:lnTo>
                  <a:lnTo>
                    <a:pt x="81767" y="310884"/>
                  </a:lnTo>
                  <a:lnTo>
                    <a:pt x="86376" y="313524"/>
                  </a:lnTo>
                  <a:lnTo>
                    <a:pt x="91066" y="316016"/>
                  </a:lnTo>
                  <a:lnTo>
                    <a:pt x="95833" y="318358"/>
                  </a:lnTo>
                  <a:lnTo>
                    <a:pt x="100673" y="320547"/>
                  </a:lnTo>
                  <a:lnTo>
                    <a:pt x="105579" y="322582"/>
                  </a:lnTo>
                  <a:lnTo>
                    <a:pt x="110547" y="324460"/>
                  </a:lnTo>
                  <a:lnTo>
                    <a:pt x="115573" y="326178"/>
                  </a:lnTo>
                  <a:lnTo>
                    <a:pt x="120651" y="327737"/>
                  </a:lnTo>
                  <a:lnTo>
                    <a:pt x="125775" y="329133"/>
                  </a:lnTo>
                  <a:lnTo>
                    <a:pt x="130942" y="330366"/>
                  </a:lnTo>
                  <a:lnTo>
                    <a:pt x="136145" y="331434"/>
                  </a:lnTo>
                  <a:lnTo>
                    <a:pt x="141379" y="332336"/>
                  </a:lnTo>
                  <a:lnTo>
                    <a:pt x="146639" y="333071"/>
                  </a:lnTo>
                  <a:lnTo>
                    <a:pt x="151920" y="333639"/>
                  </a:lnTo>
                  <a:lnTo>
                    <a:pt x="157217" y="334039"/>
                  </a:lnTo>
                  <a:lnTo>
                    <a:pt x="162523" y="334270"/>
                  </a:lnTo>
                  <a:lnTo>
                    <a:pt x="167834" y="334333"/>
                  </a:lnTo>
                  <a:lnTo>
                    <a:pt x="173145" y="334227"/>
                  </a:lnTo>
                  <a:lnTo>
                    <a:pt x="178449" y="333952"/>
                  </a:lnTo>
                  <a:lnTo>
                    <a:pt x="183742" y="333509"/>
                  </a:lnTo>
                  <a:lnTo>
                    <a:pt x="189018" y="332898"/>
                  </a:lnTo>
                  <a:lnTo>
                    <a:pt x="194272" y="332120"/>
                  </a:lnTo>
                  <a:lnTo>
                    <a:pt x="199499" y="331175"/>
                  </a:lnTo>
                  <a:lnTo>
                    <a:pt x="204693" y="330064"/>
                  </a:lnTo>
                  <a:lnTo>
                    <a:pt x="209849" y="328789"/>
                  </a:lnTo>
                  <a:lnTo>
                    <a:pt x="214962" y="327351"/>
                  </a:lnTo>
                  <a:lnTo>
                    <a:pt x="220027" y="325752"/>
                  </a:lnTo>
                  <a:lnTo>
                    <a:pt x="225038" y="323992"/>
                  </a:lnTo>
                  <a:lnTo>
                    <a:pt x="229991" y="322073"/>
                  </a:lnTo>
                  <a:lnTo>
                    <a:pt x="234881" y="319999"/>
                  </a:lnTo>
                  <a:lnTo>
                    <a:pt x="239702" y="317770"/>
                  </a:lnTo>
                  <a:lnTo>
                    <a:pt x="244450" y="315389"/>
                  </a:lnTo>
                  <a:lnTo>
                    <a:pt x="249120" y="312859"/>
                  </a:lnTo>
                  <a:lnTo>
                    <a:pt x="253707" y="310181"/>
                  </a:lnTo>
                  <a:lnTo>
                    <a:pt x="258207" y="307359"/>
                  </a:lnTo>
                  <a:lnTo>
                    <a:pt x="262615" y="304395"/>
                  </a:lnTo>
                  <a:lnTo>
                    <a:pt x="266926" y="301293"/>
                  </a:lnTo>
                  <a:lnTo>
                    <a:pt x="271137" y="298056"/>
                  </a:lnTo>
                  <a:lnTo>
                    <a:pt x="275242" y="294686"/>
                  </a:lnTo>
                  <a:lnTo>
                    <a:pt x="279239" y="291188"/>
                  </a:lnTo>
                  <a:lnTo>
                    <a:pt x="283123" y="287564"/>
                  </a:lnTo>
                  <a:lnTo>
                    <a:pt x="286889" y="283819"/>
                  </a:lnTo>
                  <a:lnTo>
                    <a:pt x="290534" y="279956"/>
                  </a:lnTo>
                  <a:lnTo>
                    <a:pt x="294055" y="275980"/>
                  </a:lnTo>
                  <a:lnTo>
                    <a:pt x="297448" y="271893"/>
                  </a:lnTo>
                  <a:lnTo>
                    <a:pt x="300710" y="267701"/>
                  </a:lnTo>
                  <a:lnTo>
                    <a:pt x="303836" y="263407"/>
                  </a:lnTo>
                  <a:lnTo>
                    <a:pt x="306824" y="259016"/>
                  </a:lnTo>
                  <a:lnTo>
                    <a:pt x="309672" y="254532"/>
                  </a:lnTo>
                  <a:lnTo>
                    <a:pt x="312376" y="249960"/>
                  </a:lnTo>
                  <a:lnTo>
                    <a:pt x="314932" y="245305"/>
                  </a:lnTo>
                  <a:lnTo>
                    <a:pt x="317340" y="240571"/>
                  </a:lnTo>
                  <a:lnTo>
                    <a:pt x="319596" y="235762"/>
                  </a:lnTo>
                  <a:lnTo>
                    <a:pt x="321699" y="230885"/>
                  </a:lnTo>
                  <a:lnTo>
                    <a:pt x="323645" y="225943"/>
                  </a:lnTo>
                  <a:lnTo>
                    <a:pt x="325433" y="220941"/>
                  </a:lnTo>
                  <a:lnTo>
                    <a:pt x="327062" y="215886"/>
                  </a:lnTo>
                  <a:lnTo>
                    <a:pt x="328529" y="210781"/>
                  </a:lnTo>
                  <a:lnTo>
                    <a:pt x="329833" y="205632"/>
                  </a:lnTo>
                  <a:lnTo>
                    <a:pt x="330973" y="200444"/>
                  </a:lnTo>
                  <a:lnTo>
                    <a:pt x="331947" y="195223"/>
                  </a:lnTo>
                  <a:lnTo>
                    <a:pt x="332755" y="189973"/>
                  </a:lnTo>
                  <a:lnTo>
                    <a:pt x="333396" y="184701"/>
                  </a:lnTo>
                  <a:lnTo>
                    <a:pt x="333869" y="179410"/>
                  </a:lnTo>
                  <a:lnTo>
                    <a:pt x="334174" y="174108"/>
                  </a:lnTo>
                  <a:lnTo>
                    <a:pt x="334310" y="168798"/>
                  </a:lnTo>
                  <a:lnTo>
                    <a:pt x="334278" y="163487"/>
                  </a:lnTo>
                  <a:lnTo>
                    <a:pt x="334077" y="158179"/>
                  </a:lnTo>
                  <a:lnTo>
                    <a:pt x="333707" y="152880"/>
                  </a:lnTo>
                  <a:lnTo>
                    <a:pt x="333169" y="147596"/>
                  </a:lnTo>
                  <a:lnTo>
                    <a:pt x="332463" y="142332"/>
                  </a:lnTo>
                  <a:lnTo>
                    <a:pt x="331591" y="137093"/>
                  </a:lnTo>
                  <a:lnTo>
                    <a:pt x="330552" y="131884"/>
                  </a:lnTo>
                  <a:lnTo>
                    <a:pt x="329349" y="126710"/>
                  </a:lnTo>
                  <a:lnTo>
                    <a:pt x="327982" y="121578"/>
                  </a:lnTo>
                  <a:lnTo>
                    <a:pt x="326452" y="116491"/>
                  </a:lnTo>
                  <a:lnTo>
                    <a:pt x="324762" y="111456"/>
                  </a:lnTo>
                  <a:lnTo>
                    <a:pt x="322913" y="106477"/>
                  </a:lnTo>
                  <a:lnTo>
                    <a:pt x="320906" y="10155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34624"/>
              <a:ext cx="153754" cy="65607"/>
            </a:xfrm>
            <a:custGeom>
              <a:avLst/>
              <a:pathLst>
                <a:path w="153754" h="65607">
                  <a:moveTo>
                    <a:pt x="153754" y="0"/>
                  </a:moveTo>
                  <a:lnTo>
                    <a:pt x="0" y="656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648643"/>
              <a:ext cx="153754" cy="151588"/>
            </a:xfrm>
            <a:custGeom>
              <a:avLst/>
              <a:pathLst>
                <a:path w="153754" h="151588">
                  <a:moveTo>
                    <a:pt x="153754" y="85980"/>
                  </a:moveTo>
                  <a:lnTo>
                    <a:pt x="151486" y="80899"/>
                  </a:lnTo>
                  <a:lnTo>
                    <a:pt x="149049" y="75897"/>
                  </a:lnTo>
                  <a:lnTo>
                    <a:pt x="146447" y="70978"/>
                  </a:lnTo>
                  <a:lnTo>
                    <a:pt x="143684" y="66149"/>
                  </a:lnTo>
                  <a:lnTo>
                    <a:pt x="140760" y="61414"/>
                  </a:lnTo>
                  <a:lnTo>
                    <a:pt x="137681" y="56779"/>
                  </a:lnTo>
                  <a:lnTo>
                    <a:pt x="134450" y="52249"/>
                  </a:lnTo>
                  <a:lnTo>
                    <a:pt x="131069" y="47830"/>
                  </a:lnTo>
                  <a:lnTo>
                    <a:pt x="127543" y="43525"/>
                  </a:lnTo>
                  <a:lnTo>
                    <a:pt x="123876" y="39340"/>
                  </a:lnTo>
                  <a:lnTo>
                    <a:pt x="120072" y="35279"/>
                  </a:lnTo>
                  <a:lnTo>
                    <a:pt x="116134" y="31348"/>
                  </a:lnTo>
                  <a:lnTo>
                    <a:pt x="112068" y="27549"/>
                  </a:lnTo>
                  <a:lnTo>
                    <a:pt x="107878" y="23888"/>
                  </a:lnTo>
                  <a:lnTo>
                    <a:pt x="103568" y="20368"/>
                  </a:lnTo>
                  <a:lnTo>
                    <a:pt x="99143" y="16994"/>
                  </a:lnTo>
                  <a:lnTo>
                    <a:pt x="94609" y="13769"/>
                  </a:lnTo>
                  <a:lnTo>
                    <a:pt x="89970" y="10697"/>
                  </a:lnTo>
                  <a:lnTo>
                    <a:pt x="85231" y="7780"/>
                  </a:lnTo>
                  <a:lnTo>
                    <a:pt x="80397" y="5023"/>
                  </a:lnTo>
                  <a:lnTo>
                    <a:pt x="75475" y="2429"/>
                  </a:lnTo>
                  <a:lnTo>
                    <a:pt x="70469" y="0"/>
                  </a:lnTo>
                  <a:lnTo>
                    <a:pt x="0" y="1515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633064"/>
              <a:ext cx="70469" cy="167167"/>
            </a:xfrm>
            <a:custGeom>
              <a:avLst/>
              <a:pathLst>
                <a:path w="70469" h="167167">
                  <a:moveTo>
                    <a:pt x="70469" y="15579"/>
                  </a:moveTo>
                  <a:lnTo>
                    <a:pt x="64927" y="13123"/>
                  </a:lnTo>
                  <a:lnTo>
                    <a:pt x="59299" y="10871"/>
                  </a:lnTo>
                  <a:lnTo>
                    <a:pt x="53594" y="8824"/>
                  </a:lnTo>
                  <a:lnTo>
                    <a:pt x="47818" y="6985"/>
                  </a:lnTo>
                  <a:lnTo>
                    <a:pt x="41979" y="5356"/>
                  </a:lnTo>
                  <a:lnTo>
                    <a:pt x="36085" y="3941"/>
                  </a:lnTo>
                  <a:lnTo>
                    <a:pt x="30143" y="2740"/>
                  </a:lnTo>
                  <a:lnTo>
                    <a:pt x="24162" y="1755"/>
                  </a:lnTo>
                  <a:lnTo>
                    <a:pt x="18150" y="988"/>
                  </a:lnTo>
                  <a:lnTo>
                    <a:pt x="12113" y="439"/>
                  </a:lnTo>
                  <a:lnTo>
                    <a:pt x="606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358828" y="3170392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5" y="335"/>
                  </a:lnTo>
                  <a:lnTo>
                    <a:pt x="151284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0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3" y="8322"/>
                  </a:lnTo>
                  <a:lnTo>
                    <a:pt x="110057" y="10052"/>
                  </a:lnTo>
                  <a:lnTo>
                    <a:pt x="105108" y="11940"/>
                  </a:lnTo>
                  <a:lnTo>
                    <a:pt x="100221" y="13983"/>
                  </a:lnTo>
                  <a:lnTo>
                    <a:pt x="95401" y="16181"/>
                  </a:lnTo>
                  <a:lnTo>
                    <a:pt x="90654" y="18530"/>
                  </a:lnTo>
                  <a:lnTo>
                    <a:pt x="85983" y="21028"/>
                  </a:lnTo>
                  <a:lnTo>
                    <a:pt x="81394" y="23673"/>
                  </a:lnTo>
                  <a:lnTo>
                    <a:pt x="76891" y="26462"/>
                  </a:lnTo>
                  <a:lnTo>
                    <a:pt x="72478" y="29392"/>
                  </a:lnTo>
                  <a:lnTo>
                    <a:pt x="68161" y="32461"/>
                  </a:lnTo>
                  <a:lnTo>
                    <a:pt x="63943" y="35664"/>
                  </a:lnTo>
                  <a:lnTo>
                    <a:pt x="59829" y="39000"/>
                  </a:lnTo>
                  <a:lnTo>
                    <a:pt x="55822" y="42465"/>
                  </a:lnTo>
                  <a:lnTo>
                    <a:pt x="51927" y="46054"/>
                  </a:lnTo>
                  <a:lnTo>
                    <a:pt x="48148" y="49766"/>
                  </a:lnTo>
                  <a:lnTo>
                    <a:pt x="44488" y="53595"/>
                  </a:lnTo>
                  <a:lnTo>
                    <a:pt x="40951" y="57538"/>
                  </a:lnTo>
                  <a:lnTo>
                    <a:pt x="37542" y="61591"/>
                  </a:lnTo>
                  <a:lnTo>
                    <a:pt x="34262" y="65751"/>
                  </a:lnTo>
                  <a:lnTo>
                    <a:pt x="31115" y="70012"/>
                  </a:lnTo>
                  <a:lnTo>
                    <a:pt x="28106" y="74370"/>
                  </a:lnTo>
                  <a:lnTo>
                    <a:pt x="25236" y="78822"/>
                  </a:lnTo>
                  <a:lnTo>
                    <a:pt x="22508" y="83363"/>
                  </a:lnTo>
                  <a:lnTo>
                    <a:pt x="19925" y="87987"/>
                  </a:lnTo>
                  <a:lnTo>
                    <a:pt x="17491" y="92692"/>
                  </a:lnTo>
                  <a:lnTo>
                    <a:pt x="15206" y="97470"/>
                  </a:lnTo>
                  <a:lnTo>
                    <a:pt x="13075" y="102319"/>
                  </a:lnTo>
                  <a:lnTo>
                    <a:pt x="11097" y="107233"/>
                  </a:lnTo>
                  <a:lnTo>
                    <a:pt x="9277" y="112207"/>
                  </a:lnTo>
                  <a:lnTo>
                    <a:pt x="7615" y="117237"/>
                  </a:lnTo>
                  <a:lnTo>
                    <a:pt x="6113" y="122316"/>
                  </a:lnTo>
                  <a:lnTo>
                    <a:pt x="4773" y="127441"/>
                  </a:lnTo>
                  <a:lnTo>
                    <a:pt x="3596" y="132605"/>
                  </a:lnTo>
                  <a:lnTo>
                    <a:pt x="2583" y="137804"/>
                  </a:lnTo>
                  <a:lnTo>
                    <a:pt x="1735" y="143033"/>
                  </a:lnTo>
                  <a:lnTo>
                    <a:pt x="1054" y="148286"/>
                  </a:lnTo>
                  <a:lnTo>
                    <a:pt x="539" y="153557"/>
                  </a:lnTo>
                  <a:lnTo>
                    <a:pt x="192" y="158843"/>
                  </a:lnTo>
                  <a:lnTo>
                    <a:pt x="12" y="164137"/>
                  </a:lnTo>
                  <a:lnTo>
                    <a:pt x="0" y="169433"/>
                  </a:lnTo>
                  <a:lnTo>
                    <a:pt x="155" y="174728"/>
                  </a:lnTo>
                  <a:lnTo>
                    <a:pt x="479" y="180015"/>
                  </a:lnTo>
                  <a:lnTo>
                    <a:pt x="969" y="185289"/>
                  </a:lnTo>
                  <a:lnTo>
                    <a:pt x="1627" y="190545"/>
                  </a:lnTo>
                  <a:lnTo>
                    <a:pt x="2451" y="195777"/>
                  </a:lnTo>
                  <a:lnTo>
                    <a:pt x="3440" y="200981"/>
                  </a:lnTo>
                  <a:lnTo>
                    <a:pt x="4593" y="206151"/>
                  </a:lnTo>
                  <a:lnTo>
                    <a:pt x="5910" y="211281"/>
                  </a:lnTo>
                  <a:lnTo>
                    <a:pt x="7388" y="216367"/>
                  </a:lnTo>
                  <a:lnTo>
                    <a:pt x="9027" y="221404"/>
                  </a:lnTo>
                  <a:lnTo>
                    <a:pt x="10825" y="226387"/>
                  </a:lnTo>
                  <a:lnTo>
                    <a:pt x="12780" y="231310"/>
                  </a:lnTo>
                  <a:lnTo>
                    <a:pt x="14889" y="236168"/>
                  </a:lnTo>
                  <a:lnTo>
                    <a:pt x="17152" y="240958"/>
                  </a:lnTo>
                  <a:lnTo>
                    <a:pt x="19565" y="245673"/>
                  </a:lnTo>
                  <a:lnTo>
                    <a:pt x="22126" y="250309"/>
                  </a:lnTo>
                  <a:lnTo>
                    <a:pt x="24833" y="254862"/>
                  </a:lnTo>
                  <a:lnTo>
                    <a:pt x="27683" y="259327"/>
                  </a:lnTo>
                  <a:lnTo>
                    <a:pt x="30673" y="263699"/>
                  </a:lnTo>
                  <a:lnTo>
                    <a:pt x="33800" y="267975"/>
                  </a:lnTo>
                  <a:lnTo>
                    <a:pt x="37060" y="272149"/>
                  </a:lnTo>
                  <a:lnTo>
                    <a:pt x="40452" y="276218"/>
                  </a:lnTo>
                  <a:lnTo>
                    <a:pt x="43970" y="280177"/>
                  </a:lnTo>
                  <a:lnTo>
                    <a:pt x="47612" y="284023"/>
                  </a:lnTo>
                  <a:lnTo>
                    <a:pt x="51375" y="287752"/>
                  </a:lnTo>
                  <a:lnTo>
                    <a:pt x="55253" y="291359"/>
                  </a:lnTo>
                  <a:lnTo>
                    <a:pt x="59244" y="294842"/>
                  </a:lnTo>
                  <a:lnTo>
                    <a:pt x="63343" y="298196"/>
                  </a:lnTo>
                  <a:lnTo>
                    <a:pt x="67546" y="301420"/>
                  </a:lnTo>
                  <a:lnTo>
                    <a:pt x="71850" y="304508"/>
                  </a:lnTo>
                  <a:lnTo>
                    <a:pt x="76249" y="307458"/>
                  </a:lnTo>
                  <a:lnTo>
                    <a:pt x="80739" y="310268"/>
                  </a:lnTo>
                  <a:lnTo>
                    <a:pt x="85316" y="312934"/>
                  </a:lnTo>
                  <a:lnTo>
                    <a:pt x="89975" y="315453"/>
                  </a:lnTo>
                  <a:lnTo>
                    <a:pt x="94712" y="317824"/>
                  </a:lnTo>
                  <a:lnTo>
                    <a:pt x="99522" y="320043"/>
                  </a:lnTo>
                  <a:lnTo>
                    <a:pt x="104399" y="322109"/>
                  </a:lnTo>
                  <a:lnTo>
                    <a:pt x="109339" y="324019"/>
                  </a:lnTo>
                  <a:lnTo>
                    <a:pt x="114338" y="325772"/>
                  </a:lnTo>
                  <a:lnTo>
                    <a:pt x="119389" y="327366"/>
                  </a:lnTo>
                  <a:lnTo>
                    <a:pt x="124488" y="328799"/>
                  </a:lnTo>
                  <a:lnTo>
                    <a:pt x="129631" y="330069"/>
                  </a:lnTo>
                  <a:lnTo>
                    <a:pt x="134810" y="331176"/>
                  </a:lnTo>
                  <a:lnTo>
                    <a:pt x="140023" y="332118"/>
                  </a:lnTo>
                  <a:lnTo>
                    <a:pt x="145262" y="332895"/>
                  </a:lnTo>
                  <a:lnTo>
                    <a:pt x="150524" y="333505"/>
                  </a:lnTo>
                  <a:lnTo>
                    <a:pt x="155802" y="333949"/>
                  </a:lnTo>
                  <a:lnTo>
                    <a:pt x="161092" y="334225"/>
                  </a:lnTo>
                  <a:lnTo>
                    <a:pt x="166388" y="334333"/>
                  </a:lnTo>
                  <a:lnTo>
                    <a:pt x="171684" y="334273"/>
                  </a:lnTo>
                  <a:lnTo>
                    <a:pt x="176976" y="334045"/>
                  </a:lnTo>
                  <a:lnTo>
                    <a:pt x="182258" y="333650"/>
                  </a:lnTo>
                  <a:lnTo>
                    <a:pt x="187525" y="333088"/>
                  </a:lnTo>
                  <a:lnTo>
                    <a:pt x="192771" y="332359"/>
                  </a:lnTo>
                  <a:lnTo>
                    <a:pt x="197992" y="331465"/>
                  </a:lnTo>
                  <a:lnTo>
                    <a:pt x="203182" y="330405"/>
                  </a:lnTo>
                  <a:lnTo>
                    <a:pt x="208336" y="329182"/>
                  </a:lnTo>
                  <a:lnTo>
                    <a:pt x="213448" y="327796"/>
                  </a:lnTo>
                  <a:lnTo>
                    <a:pt x="218514" y="326248"/>
                  </a:lnTo>
                  <a:lnTo>
                    <a:pt x="223528" y="324541"/>
                  </a:lnTo>
                  <a:lnTo>
                    <a:pt x="228485" y="322676"/>
                  </a:lnTo>
                  <a:lnTo>
                    <a:pt x="233381" y="320655"/>
                  </a:lnTo>
                  <a:lnTo>
                    <a:pt x="238211" y="318480"/>
                  </a:lnTo>
                  <a:lnTo>
                    <a:pt x="242969" y="316152"/>
                  </a:lnTo>
                  <a:lnTo>
                    <a:pt x="247651" y="313676"/>
                  </a:lnTo>
                  <a:lnTo>
                    <a:pt x="252252" y="311052"/>
                  </a:lnTo>
                  <a:lnTo>
                    <a:pt x="256768" y="308283"/>
                  </a:lnTo>
                  <a:lnTo>
                    <a:pt x="261194" y="305373"/>
                  </a:lnTo>
                  <a:lnTo>
                    <a:pt x="265525" y="302324"/>
                  </a:lnTo>
                  <a:lnTo>
                    <a:pt x="269758" y="299140"/>
                  </a:lnTo>
                  <a:lnTo>
                    <a:pt x="273888" y="295823"/>
                  </a:lnTo>
                  <a:lnTo>
                    <a:pt x="277910" y="292377"/>
                  </a:lnTo>
                  <a:lnTo>
                    <a:pt x="281821" y="288805"/>
                  </a:lnTo>
                  <a:lnTo>
                    <a:pt x="285618" y="285111"/>
                  </a:lnTo>
                  <a:lnTo>
                    <a:pt x="289295" y="281298"/>
                  </a:lnTo>
                  <a:lnTo>
                    <a:pt x="292849" y="277371"/>
                  </a:lnTo>
                  <a:lnTo>
                    <a:pt x="296278" y="273334"/>
                  </a:lnTo>
                  <a:lnTo>
                    <a:pt x="299576" y="269189"/>
                  </a:lnTo>
                  <a:lnTo>
                    <a:pt x="302742" y="264943"/>
                  </a:lnTo>
                  <a:lnTo>
                    <a:pt x="305772" y="260598"/>
                  </a:lnTo>
                  <a:lnTo>
                    <a:pt x="308662" y="256159"/>
                  </a:lnTo>
                  <a:lnTo>
                    <a:pt x="311411" y="251631"/>
                  </a:lnTo>
                  <a:lnTo>
                    <a:pt x="314014" y="247019"/>
                  </a:lnTo>
                  <a:lnTo>
                    <a:pt x="316470" y="242326"/>
                  </a:lnTo>
                  <a:lnTo>
                    <a:pt x="318777" y="237557"/>
                  </a:lnTo>
                  <a:lnTo>
                    <a:pt x="320931" y="232718"/>
                  </a:lnTo>
                  <a:lnTo>
                    <a:pt x="322930" y="227813"/>
                  </a:lnTo>
                  <a:lnTo>
                    <a:pt x="324773" y="222847"/>
                  </a:lnTo>
                  <a:lnTo>
                    <a:pt x="326458" y="217826"/>
                  </a:lnTo>
                  <a:lnTo>
                    <a:pt x="327983" y="212753"/>
                  </a:lnTo>
                  <a:lnTo>
                    <a:pt x="329347" y="207635"/>
                  </a:lnTo>
                  <a:lnTo>
                    <a:pt x="330548" y="202476"/>
                  </a:lnTo>
                  <a:lnTo>
                    <a:pt x="331584" y="197281"/>
                  </a:lnTo>
                  <a:lnTo>
                    <a:pt x="332456" y="192057"/>
                  </a:lnTo>
                  <a:lnTo>
                    <a:pt x="333161" y="186807"/>
                  </a:lnTo>
                  <a:lnTo>
                    <a:pt x="333700" y="181538"/>
                  </a:lnTo>
                  <a:lnTo>
                    <a:pt x="334072" y="176254"/>
                  </a:lnTo>
                  <a:lnTo>
                    <a:pt x="334276" y="170961"/>
                  </a:lnTo>
                  <a:lnTo>
                    <a:pt x="334312" y="165665"/>
                  </a:lnTo>
                  <a:lnTo>
                    <a:pt x="334181" y="160369"/>
                  </a:lnTo>
                  <a:lnTo>
                    <a:pt x="333882" y="155081"/>
                  </a:lnTo>
                  <a:lnTo>
                    <a:pt x="333415" y="149805"/>
                  </a:lnTo>
                  <a:lnTo>
                    <a:pt x="332781" y="144546"/>
                  </a:lnTo>
                  <a:lnTo>
                    <a:pt x="331982" y="139310"/>
                  </a:lnTo>
                  <a:lnTo>
                    <a:pt x="331016" y="134102"/>
                  </a:lnTo>
                  <a:lnTo>
                    <a:pt x="329886" y="128927"/>
                  </a:lnTo>
                  <a:lnTo>
                    <a:pt x="328593" y="123790"/>
                  </a:lnTo>
                  <a:lnTo>
                    <a:pt x="327138" y="118697"/>
                  </a:lnTo>
                  <a:lnTo>
                    <a:pt x="325522" y="113653"/>
                  </a:lnTo>
                  <a:lnTo>
                    <a:pt x="323747" y="108662"/>
                  </a:lnTo>
                  <a:lnTo>
                    <a:pt x="321815" y="103730"/>
                  </a:lnTo>
                  <a:lnTo>
                    <a:pt x="319728" y="98862"/>
                  </a:lnTo>
                  <a:lnTo>
                    <a:pt x="317487" y="94063"/>
                  </a:lnTo>
                  <a:lnTo>
                    <a:pt x="315095" y="89336"/>
                  </a:lnTo>
                  <a:lnTo>
                    <a:pt x="312555" y="84688"/>
                  </a:lnTo>
                  <a:lnTo>
                    <a:pt x="309869" y="80123"/>
                  </a:lnTo>
                  <a:lnTo>
                    <a:pt x="307040" y="75645"/>
                  </a:lnTo>
                  <a:lnTo>
                    <a:pt x="304070" y="71259"/>
                  </a:lnTo>
                  <a:lnTo>
                    <a:pt x="300963" y="66970"/>
                  </a:lnTo>
                  <a:lnTo>
                    <a:pt x="297721" y="62781"/>
                  </a:lnTo>
                  <a:lnTo>
                    <a:pt x="294349" y="58696"/>
                  </a:lnTo>
                  <a:lnTo>
                    <a:pt x="290848" y="54721"/>
                  </a:lnTo>
                  <a:lnTo>
                    <a:pt x="287224" y="5085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21251"/>
              <a:ext cx="120072" cy="116308"/>
            </a:xfrm>
            <a:custGeom>
              <a:avLst/>
              <a:pathLst>
                <a:path w="120072" h="116308">
                  <a:moveTo>
                    <a:pt x="120072" y="0"/>
                  </a:moveTo>
                  <a:lnTo>
                    <a:pt x="0" y="1163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7487"/>
              <a:ext cx="120072" cy="120072"/>
            </a:xfrm>
            <a:custGeom>
              <a:avLst/>
              <a:pathLst>
                <a:path w="120072" h="120072">
                  <a:moveTo>
                    <a:pt x="120072" y="3763"/>
                  </a:moveTo>
                  <a:lnTo>
                    <a:pt x="116308" y="0"/>
                  </a:lnTo>
                  <a:lnTo>
                    <a:pt x="0" y="1200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70392"/>
              <a:ext cx="116308" cy="167167"/>
            </a:xfrm>
            <a:custGeom>
              <a:avLst/>
              <a:pathLst>
                <a:path w="116308" h="167167">
                  <a:moveTo>
                    <a:pt x="116308" y="47095"/>
                  </a:moveTo>
                  <a:lnTo>
                    <a:pt x="112227" y="43272"/>
                  </a:lnTo>
                  <a:lnTo>
                    <a:pt x="108020" y="39587"/>
                  </a:lnTo>
                  <a:lnTo>
                    <a:pt x="103692" y="36045"/>
                  </a:lnTo>
                  <a:lnTo>
                    <a:pt x="99248" y="32650"/>
                  </a:lnTo>
                  <a:lnTo>
                    <a:pt x="94693" y="29406"/>
                  </a:lnTo>
                  <a:lnTo>
                    <a:pt x="90032" y="26315"/>
                  </a:lnTo>
                  <a:lnTo>
                    <a:pt x="85270" y="23383"/>
                  </a:lnTo>
                  <a:lnTo>
                    <a:pt x="80413" y="20611"/>
                  </a:lnTo>
                  <a:lnTo>
                    <a:pt x="75465" y="18003"/>
                  </a:lnTo>
                  <a:lnTo>
                    <a:pt x="70434" y="15562"/>
                  </a:lnTo>
                  <a:lnTo>
                    <a:pt x="65323" y="13291"/>
                  </a:lnTo>
                  <a:lnTo>
                    <a:pt x="60140" y="11192"/>
                  </a:lnTo>
                  <a:lnTo>
                    <a:pt x="54889" y="9268"/>
                  </a:lnTo>
                  <a:lnTo>
                    <a:pt x="49577" y="7520"/>
                  </a:lnTo>
                  <a:lnTo>
                    <a:pt x="44209" y="5951"/>
                  </a:lnTo>
                  <a:lnTo>
                    <a:pt x="38791" y="4563"/>
                  </a:lnTo>
                  <a:lnTo>
                    <a:pt x="33331" y="3356"/>
                  </a:lnTo>
                  <a:lnTo>
                    <a:pt x="27833" y="2333"/>
                  </a:lnTo>
                  <a:lnTo>
                    <a:pt x="22304" y="1494"/>
                  </a:lnTo>
                  <a:lnTo>
                    <a:pt x="16749" y="841"/>
                  </a:lnTo>
                  <a:lnTo>
                    <a:pt x="11177" y="374"/>
                  </a:lnTo>
                  <a:lnTo>
                    <a:pt x="5591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423587" y="3707720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2" y="83"/>
                  </a:lnTo>
                  <a:lnTo>
                    <a:pt x="156607" y="333"/>
                  </a:lnTo>
                  <a:lnTo>
                    <a:pt x="151344" y="749"/>
                  </a:lnTo>
                  <a:lnTo>
                    <a:pt x="146096" y="1332"/>
                  </a:lnTo>
                  <a:lnTo>
                    <a:pt x="140869" y="2080"/>
                  </a:lnTo>
                  <a:lnTo>
                    <a:pt x="135669" y="2993"/>
                  </a:lnTo>
                  <a:lnTo>
                    <a:pt x="130500" y="4069"/>
                  </a:lnTo>
                  <a:lnTo>
                    <a:pt x="125367" y="5308"/>
                  </a:lnTo>
                  <a:lnTo>
                    <a:pt x="120276" y="6709"/>
                  </a:lnTo>
                  <a:lnTo>
                    <a:pt x="115232" y="8270"/>
                  </a:lnTo>
                  <a:lnTo>
                    <a:pt x="110240" y="9989"/>
                  </a:lnTo>
                  <a:lnTo>
                    <a:pt x="105305" y="11865"/>
                  </a:lnTo>
                  <a:lnTo>
                    <a:pt x="100431" y="13896"/>
                  </a:lnTo>
                  <a:lnTo>
                    <a:pt x="95624" y="16080"/>
                  </a:lnTo>
                  <a:lnTo>
                    <a:pt x="90888" y="18414"/>
                  </a:lnTo>
                  <a:lnTo>
                    <a:pt x="86228" y="20897"/>
                  </a:lnTo>
                  <a:lnTo>
                    <a:pt x="81649" y="23526"/>
                  </a:lnTo>
                  <a:lnTo>
                    <a:pt x="77155" y="26298"/>
                  </a:lnTo>
                  <a:lnTo>
                    <a:pt x="72751" y="29211"/>
                  </a:lnTo>
                  <a:lnTo>
                    <a:pt x="68442" y="32261"/>
                  </a:lnTo>
                  <a:lnTo>
                    <a:pt x="64230" y="35446"/>
                  </a:lnTo>
                  <a:lnTo>
                    <a:pt x="60122" y="38763"/>
                  </a:lnTo>
                  <a:lnTo>
                    <a:pt x="56120" y="42207"/>
                  </a:lnTo>
                  <a:lnTo>
                    <a:pt x="52229" y="45776"/>
                  </a:lnTo>
                  <a:lnTo>
                    <a:pt x="48453" y="49467"/>
                  </a:lnTo>
                  <a:lnTo>
                    <a:pt x="44795" y="53274"/>
                  </a:lnTo>
                  <a:lnTo>
                    <a:pt x="41259" y="57196"/>
                  </a:lnTo>
                  <a:lnTo>
                    <a:pt x="37849" y="61227"/>
                  </a:lnTo>
                  <a:lnTo>
                    <a:pt x="34568" y="65363"/>
                  </a:lnTo>
                  <a:lnTo>
                    <a:pt x="31419" y="69601"/>
                  </a:lnTo>
                  <a:lnTo>
                    <a:pt x="28405" y="73937"/>
                  </a:lnTo>
                  <a:lnTo>
                    <a:pt x="25530" y="78366"/>
                  </a:lnTo>
                  <a:lnTo>
                    <a:pt x="22796" y="82883"/>
                  </a:lnTo>
                  <a:lnTo>
                    <a:pt x="20207" y="87484"/>
                  </a:lnTo>
                  <a:lnTo>
                    <a:pt x="17763" y="92165"/>
                  </a:lnTo>
                  <a:lnTo>
                    <a:pt x="15469" y="96920"/>
                  </a:lnTo>
                  <a:lnTo>
                    <a:pt x="13326" y="101746"/>
                  </a:lnTo>
                  <a:lnTo>
                    <a:pt x="11337" y="106637"/>
                  </a:lnTo>
                  <a:lnTo>
                    <a:pt x="9503" y="111588"/>
                  </a:lnTo>
                  <a:lnTo>
                    <a:pt x="7827" y="116595"/>
                  </a:lnTo>
                  <a:lnTo>
                    <a:pt x="6309" y="121652"/>
                  </a:lnTo>
                  <a:lnTo>
                    <a:pt x="4952" y="126755"/>
                  </a:lnTo>
                  <a:lnTo>
                    <a:pt x="3756" y="131897"/>
                  </a:lnTo>
                  <a:lnTo>
                    <a:pt x="2724" y="137076"/>
                  </a:lnTo>
                  <a:lnTo>
                    <a:pt x="1856" y="142284"/>
                  </a:lnTo>
                  <a:lnTo>
                    <a:pt x="1152" y="147517"/>
                  </a:lnTo>
                  <a:lnTo>
                    <a:pt x="615" y="152769"/>
                  </a:lnTo>
                  <a:lnTo>
                    <a:pt x="243" y="158036"/>
                  </a:lnTo>
                  <a:lnTo>
                    <a:pt x="38" y="163312"/>
                  </a:lnTo>
                  <a:lnTo>
                    <a:pt x="0" y="168592"/>
                  </a:lnTo>
                  <a:lnTo>
                    <a:pt x="128" y="173870"/>
                  </a:lnTo>
                  <a:lnTo>
                    <a:pt x="423" y="179142"/>
                  </a:lnTo>
                  <a:lnTo>
                    <a:pt x="884" y="184402"/>
                  </a:lnTo>
                  <a:lnTo>
                    <a:pt x="1512" y="189645"/>
                  </a:lnTo>
                  <a:lnTo>
                    <a:pt x="2304" y="194865"/>
                  </a:lnTo>
                  <a:lnTo>
                    <a:pt x="3261" y="200057"/>
                  </a:lnTo>
                  <a:lnTo>
                    <a:pt x="4381" y="205217"/>
                  </a:lnTo>
                  <a:lnTo>
                    <a:pt x="5664" y="210339"/>
                  </a:lnTo>
                  <a:lnTo>
                    <a:pt x="7108" y="215418"/>
                  </a:lnTo>
                  <a:lnTo>
                    <a:pt x="8712" y="220448"/>
                  </a:lnTo>
                  <a:lnTo>
                    <a:pt x="10474" y="225426"/>
                  </a:lnTo>
                  <a:lnTo>
                    <a:pt x="12392" y="230345"/>
                  </a:lnTo>
                  <a:lnTo>
                    <a:pt x="14464" y="235201"/>
                  </a:lnTo>
                  <a:lnTo>
                    <a:pt x="16689" y="239990"/>
                  </a:lnTo>
                  <a:lnTo>
                    <a:pt x="19064" y="244705"/>
                  </a:lnTo>
                  <a:lnTo>
                    <a:pt x="21586" y="249344"/>
                  </a:lnTo>
                  <a:lnTo>
                    <a:pt x="24254" y="253900"/>
                  </a:lnTo>
                  <a:lnTo>
                    <a:pt x="27065" y="258370"/>
                  </a:lnTo>
                  <a:lnTo>
                    <a:pt x="30015" y="262749"/>
                  </a:lnTo>
                  <a:lnTo>
                    <a:pt x="33102" y="267033"/>
                  </a:lnTo>
                  <a:lnTo>
                    <a:pt x="36323" y="271216"/>
                  </a:lnTo>
                  <a:lnTo>
                    <a:pt x="39674" y="275297"/>
                  </a:lnTo>
                  <a:lnTo>
                    <a:pt x="43152" y="279269"/>
                  </a:lnTo>
                  <a:lnTo>
                    <a:pt x="46754" y="283129"/>
                  </a:lnTo>
                  <a:lnTo>
                    <a:pt x="50477" y="286874"/>
                  </a:lnTo>
                  <a:lnTo>
                    <a:pt x="54315" y="290499"/>
                  </a:lnTo>
                  <a:lnTo>
                    <a:pt x="58267" y="294002"/>
                  </a:lnTo>
                  <a:lnTo>
                    <a:pt x="62327" y="297377"/>
                  </a:lnTo>
                  <a:lnTo>
                    <a:pt x="66491" y="300623"/>
                  </a:lnTo>
                  <a:lnTo>
                    <a:pt x="70756" y="303736"/>
                  </a:lnTo>
                  <a:lnTo>
                    <a:pt x="75117" y="306712"/>
                  </a:lnTo>
                  <a:lnTo>
                    <a:pt x="79570" y="309550"/>
                  </a:lnTo>
                  <a:lnTo>
                    <a:pt x="84110" y="312245"/>
                  </a:lnTo>
                  <a:lnTo>
                    <a:pt x="88733" y="314795"/>
                  </a:lnTo>
                  <a:lnTo>
                    <a:pt x="93435" y="317198"/>
                  </a:lnTo>
                  <a:lnTo>
                    <a:pt x="98210" y="319452"/>
                  </a:lnTo>
                  <a:lnTo>
                    <a:pt x="103054" y="321553"/>
                  </a:lnTo>
                  <a:lnTo>
                    <a:pt x="107961" y="323501"/>
                  </a:lnTo>
                  <a:lnTo>
                    <a:pt x="112928" y="325293"/>
                  </a:lnTo>
                  <a:lnTo>
                    <a:pt x="117949" y="326927"/>
                  </a:lnTo>
                  <a:lnTo>
                    <a:pt x="123019" y="328401"/>
                  </a:lnTo>
                  <a:lnTo>
                    <a:pt x="128133" y="329715"/>
                  </a:lnTo>
                  <a:lnTo>
                    <a:pt x="133286" y="330866"/>
                  </a:lnTo>
                  <a:lnTo>
                    <a:pt x="138472" y="331854"/>
                  </a:lnTo>
                  <a:lnTo>
                    <a:pt x="143688" y="332678"/>
                  </a:lnTo>
                  <a:lnTo>
                    <a:pt x="148926" y="333337"/>
                  </a:lnTo>
                  <a:lnTo>
                    <a:pt x="154183" y="333830"/>
                  </a:lnTo>
                  <a:lnTo>
                    <a:pt x="159453" y="334157"/>
                  </a:lnTo>
                  <a:lnTo>
                    <a:pt x="164731" y="334317"/>
                  </a:lnTo>
                  <a:lnTo>
                    <a:pt x="170011" y="334310"/>
                  </a:lnTo>
                  <a:lnTo>
                    <a:pt x="175288" y="334137"/>
                  </a:lnTo>
                  <a:lnTo>
                    <a:pt x="180557" y="333797"/>
                  </a:lnTo>
                  <a:lnTo>
                    <a:pt x="185813" y="333291"/>
                  </a:lnTo>
                  <a:lnTo>
                    <a:pt x="191050" y="332619"/>
                  </a:lnTo>
                  <a:lnTo>
                    <a:pt x="196263" y="331782"/>
                  </a:lnTo>
                  <a:lnTo>
                    <a:pt x="201447" y="330781"/>
                  </a:lnTo>
                  <a:lnTo>
                    <a:pt x="206597" y="329616"/>
                  </a:lnTo>
                  <a:lnTo>
                    <a:pt x="211708" y="328290"/>
                  </a:lnTo>
                  <a:lnTo>
                    <a:pt x="216774" y="326802"/>
                  </a:lnTo>
                  <a:lnTo>
                    <a:pt x="221791" y="325156"/>
                  </a:lnTo>
                  <a:lnTo>
                    <a:pt x="226753" y="323352"/>
                  </a:lnTo>
                  <a:lnTo>
                    <a:pt x="231656" y="321392"/>
                  </a:lnTo>
                  <a:lnTo>
                    <a:pt x="236494" y="319278"/>
                  </a:lnTo>
                  <a:lnTo>
                    <a:pt x="241264" y="317013"/>
                  </a:lnTo>
                  <a:lnTo>
                    <a:pt x="245959" y="314598"/>
                  </a:lnTo>
                  <a:lnTo>
                    <a:pt x="250576" y="312036"/>
                  </a:lnTo>
                  <a:lnTo>
                    <a:pt x="255109" y="309329"/>
                  </a:lnTo>
                  <a:lnTo>
                    <a:pt x="259555" y="306481"/>
                  </a:lnTo>
                  <a:lnTo>
                    <a:pt x="263909" y="303493"/>
                  </a:lnTo>
                  <a:lnTo>
                    <a:pt x="268166" y="300370"/>
                  </a:lnTo>
                  <a:lnTo>
                    <a:pt x="272322" y="297113"/>
                  </a:lnTo>
                  <a:lnTo>
                    <a:pt x="276373" y="293728"/>
                  </a:lnTo>
                  <a:lnTo>
                    <a:pt x="280316" y="290215"/>
                  </a:lnTo>
                  <a:lnTo>
                    <a:pt x="284145" y="286580"/>
                  </a:lnTo>
                  <a:lnTo>
                    <a:pt x="287858" y="282826"/>
                  </a:lnTo>
                  <a:lnTo>
                    <a:pt x="291451" y="278957"/>
                  </a:lnTo>
                  <a:lnTo>
                    <a:pt x="294919" y="274976"/>
                  </a:lnTo>
                  <a:lnTo>
                    <a:pt x="298260" y="270887"/>
                  </a:lnTo>
                  <a:lnTo>
                    <a:pt x="301470" y="266695"/>
                  </a:lnTo>
                  <a:lnTo>
                    <a:pt x="304547" y="262404"/>
                  </a:lnTo>
                  <a:lnTo>
                    <a:pt x="307486" y="258018"/>
                  </a:lnTo>
                  <a:lnTo>
                    <a:pt x="310285" y="253541"/>
                  </a:lnTo>
                  <a:lnTo>
                    <a:pt x="312941" y="248978"/>
                  </a:lnTo>
                  <a:lnTo>
                    <a:pt x="315452" y="244333"/>
                  </a:lnTo>
                  <a:lnTo>
                    <a:pt x="317815" y="239611"/>
                  </a:lnTo>
                  <a:lnTo>
                    <a:pt x="320028" y="234817"/>
                  </a:lnTo>
                  <a:lnTo>
                    <a:pt x="322088" y="229956"/>
                  </a:lnTo>
                  <a:lnTo>
                    <a:pt x="323994" y="225032"/>
                  </a:lnTo>
                  <a:lnTo>
                    <a:pt x="325743" y="220050"/>
                  </a:lnTo>
                  <a:lnTo>
                    <a:pt x="327334" y="215015"/>
                  </a:lnTo>
                  <a:lnTo>
                    <a:pt x="328765" y="209933"/>
                  </a:lnTo>
                  <a:lnTo>
                    <a:pt x="330035" y="204808"/>
                  </a:lnTo>
                  <a:lnTo>
                    <a:pt x="331143" y="199645"/>
                  </a:lnTo>
                  <a:lnTo>
                    <a:pt x="332087" y="194451"/>
                  </a:lnTo>
                  <a:lnTo>
                    <a:pt x="332866" y="189228"/>
                  </a:lnTo>
                  <a:lnTo>
                    <a:pt x="333480" y="183984"/>
                  </a:lnTo>
                  <a:lnTo>
                    <a:pt x="333928" y="178723"/>
                  </a:lnTo>
                  <a:lnTo>
                    <a:pt x="334210" y="173451"/>
                  </a:lnTo>
                  <a:lnTo>
                    <a:pt x="334325" y="168172"/>
                  </a:lnTo>
                  <a:lnTo>
                    <a:pt x="334274" y="162892"/>
                  </a:lnTo>
                  <a:lnTo>
                    <a:pt x="334055" y="157617"/>
                  </a:lnTo>
                  <a:lnTo>
                    <a:pt x="333670" y="152351"/>
                  </a:lnTo>
                  <a:lnTo>
                    <a:pt x="333119" y="147100"/>
                  </a:lnTo>
                  <a:lnTo>
                    <a:pt x="332403" y="141868"/>
                  </a:lnTo>
                  <a:lnTo>
                    <a:pt x="331522" y="136663"/>
                  </a:lnTo>
                  <a:lnTo>
                    <a:pt x="330476" y="131487"/>
                  </a:lnTo>
                  <a:lnTo>
                    <a:pt x="329268" y="126347"/>
                  </a:lnTo>
                  <a:lnTo>
                    <a:pt x="327898" y="121248"/>
                  </a:lnTo>
                  <a:lnTo>
                    <a:pt x="326368" y="116195"/>
                  </a:lnTo>
                  <a:lnTo>
                    <a:pt x="324678" y="111192"/>
                  </a:lnTo>
                  <a:lnTo>
                    <a:pt x="322832" y="106245"/>
                  </a:lnTo>
                  <a:lnTo>
                    <a:pt x="320830" y="101360"/>
                  </a:lnTo>
                  <a:lnTo>
                    <a:pt x="318676" y="96539"/>
                  </a:lnTo>
                  <a:lnTo>
                    <a:pt x="316369" y="91790"/>
                  </a:lnTo>
                  <a:lnTo>
                    <a:pt x="313915" y="87115"/>
                  </a:lnTo>
                  <a:lnTo>
                    <a:pt x="311313" y="82520"/>
                  </a:lnTo>
                  <a:lnTo>
                    <a:pt x="308568" y="78010"/>
                  </a:lnTo>
                  <a:lnTo>
                    <a:pt x="305682" y="73589"/>
                  </a:lnTo>
                  <a:lnTo>
                    <a:pt x="302657" y="69261"/>
                  </a:lnTo>
                  <a:lnTo>
                    <a:pt x="299498" y="65030"/>
                  </a:lnTo>
                  <a:lnTo>
                    <a:pt x="296206" y="60902"/>
                  </a:lnTo>
                  <a:lnTo>
                    <a:pt x="292786" y="56880"/>
                  </a:lnTo>
                  <a:lnTo>
                    <a:pt x="289240" y="52967"/>
                  </a:lnTo>
                  <a:lnTo>
                    <a:pt x="285573" y="49169"/>
                  </a:lnTo>
                  <a:lnTo>
                    <a:pt x="281787" y="45488"/>
                  </a:lnTo>
                  <a:lnTo>
                    <a:pt x="277887" y="41929"/>
                  </a:lnTo>
                  <a:lnTo>
                    <a:pt x="273877" y="38494"/>
                  </a:lnTo>
                  <a:lnTo>
                    <a:pt x="269760" y="35188"/>
                  </a:lnTo>
                  <a:lnTo>
                    <a:pt x="265541" y="32014"/>
                  </a:lnTo>
                  <a:lnTo>
                    <a:pt x="261223" y="28974"/>
                  </a:lnTo>
                  <a:lnTo>
                    <a:pt x="256812" y="26073"/>
                  </a:lnTo>
                  <a:lnTo>
                    <a:pt x="252312" y="23312"/>
                  </a:lnTo>
                  <a:lnTo>
                    <a:pt x="247726" y="20694"/>
                  </a:lnTo>
                  <a:lnTo>
                    <a:pt x="243060" y="18223"/>
                  </a:lnTo>
                  <a:lnTo>
                    <a:pt x="238318" y="15900"/>
                  </a:lnTo>
                  <a:lnTo>
                    <a:pt x="233506" y="13729"/>
                  </a:lnTo>
                  <a:lnTo>
                    <a:pt x="228627" y="11710"/>
                  </a:lnTo>
                  <a:lnTo>
                    <a:pt x="223687" y="984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7567"/>
              <a:ext cx="56525" cy="157320"/>
            </a:xfrm>
            <a:custGeom>
              <a:avLst/>
              <a:pathLst>
                <a:path w="56525" h="157320">
                  <a:moveTo>
                    <a:pt x="56525" y="0"/>
                  </a:moveTo>
                  <a:lnTo>
                    <a:pt x="0" y="1573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0"/>
              <a:ext cx="56525" cy="167167"/>
            </a:xfrm>
            <a:custGeom>
              <a:avLst/>
              <a:pathLst>
                <a:path w="56525" h="167167">
                  <a:moveTo>
                    <a:pt x="56525" y="9846"/>
                  </a:moveTo>
                  <a:lnTo>
                    <a:pt x="50456" y="7796"/>
                  </a:lnTo>
                  <a:lnTo>
                    <a:pt x="44312" y="5980"/>
                  </a:lnTo>
                  <a:lnTo>
                    <a:pt x="38103" y="4400"/>
                  </a:lnTo>
                  <a:lnTo>
                    <a:pt x="31838" y="3060"/>
                  </a:lnTo>
                  <a:lnTo>
                    <a:pt x="25527" y="1960"/>
                  </a:lnTo>
                  <a:lnTo>
                    <a:pt x="19178" y="1103"/>
                  </a:lnTo>
                  <a:lnTo>
                    <a:pt x="12801" y="490"/>
                  </a:lnTo>
                  <a:lnTo>
                    <a:pt x="640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4128" y="4213821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2" y="13920"/>
                  </a:lnTo>
                  <a:lnTo>
                    <a:pt x="95562" y="16108"/>
                  </a:lnTo>
                  <a:lnTo>
                    <a:pt x="90823" y="18447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5" y="29262"/>
                  </a:lnTo>
                  <a:lnTo>
                    <a:pt x="68363" y="32317"/>
                  </a:lnTo>
                  <a:lnTo>
                    <a:pt x="64150" y="35507"/>
                  </a:lnTo>
                  <a:lnTo>
                    <a:pt x="60040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09" y="53364"/>
                  </a:lnTo>
                  <a:lnTo>
                    <a:pt x="41173" y="57292"/>
                  </a:lnTo>
                  <a:lnTo>
                    <a:pt x="37763" y="61329"/>
                  </a:lnTo>
                  <a:lnTo>
                    <a:pt x="34482" y="65472"/>
                  </a:lnTo>
                  <a:lnTo>
                    <a:pt x="31334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7"/>
                  </a:lnTo>
                  <a:lnTo>
                    <a:pt x="20128" y="87625"/>
                  </a:lnTo>
                  <a:lnTo>
                    <a:pt x="17687" y="92312"/>
                  </a:lnTo>
                  <a:lnTo>
                    <a:pt x="15396" y="97074"/>
                  </a:lnTo>
                  <a:lnTo>
                    <a:pt x="13256" y="101907"/>
                  </a:lnTo>
                  <a:lnTo>
                    <a:pt x="11270" y="106804"/>
                  </a:lnTo>
                  <a:lnTo>
                    <a:pt x="9440" y="111762"/>
                  </a:lnTo>
                  <a:lnTo>
                    <a:pt x="7767" y="116775"/>
                  </a:lnTo>
                  <a:lnTo>
                    <a:pt x="6254" y="121838"/>
                  </a:lnTo>
                  <a:lnTo>
                    <a:pt x="4902" y="126947"/>
                  </a:lnTo>
                  <a:lnTo>
                    <a:pt x="3712" y="132096"/>
                  </a:lnTo>
                  <a:lnTo>
                    <a:pt x="2685" y="137280"/>
                  </a:lnTo>
                  <a:lnTo>
                    <a:pt x="1822" y="142494"/>
                  </a:lnTo>
                  <a:lnTo>
                    <a:pt x="1125" y="147732"/>
                  </a:lnTo>
                  <a:lnTo>
                    <a:pt x="593" y="152990"/>
                  </a:lnTo>
                  <a:lnTo>
                    <a:pt x="229" y="158262"/>
                  </a:lnTo>
                  <a:lnTo>
                    <a:pt x="31" y="163543"/>
                  </a:lnTo>
                  <a:lnTo>
                    <a:pt x="0" y="168828"/>
                  </a:lnTo>
                  <a:lnTo>
                    <a:pt x="136" y="174111"/>
                  </a:lnTo>
                  <a:lnTo>
                    <a:pt x="438" y="179387"/>
                  </a:lnTo>
                  <a:lnTo>
                    <a:pt x="908" y="184651"/>
                  </a:lnTo>
                  <a:lnTo>
                    <a:pt x="1544" y="189897"/>
                  </a:lnTo>
                  <a:lnTo>
                    <a:pt x="2345" y="195121"/>
                  </a:lnTo>
                  <a:lnTo>
                    <a:pt x="3311" y="200316"/>
                  </a:lnTo>
                  <a:lnTo>
                    <a:pt x="4441" y="205479"/>
                  </a:lnTo>
                  <a:lnTo>
                    <a:pt x="5733" y="210603"/>
                  </a:lnTo>
                  <a:lnTo>
                    <a:pt x="7187" y="215684"/>
                  </a:lnTo>
                  <a:lnTo>
                    <a:pt x="8800" y="220716"/>
                  </a:lnTo>
                  <a:lnTo>
                    <a:pt x="10572" y="225695"/>
                  </a:lnTo>
                  <a:lnTo>
                    <a:pt x="12500" y="230616"/>
                  </a:lnTo>
                  <a:lnTo>
                    <a:pt x="14583" y="235473"/>
                  </a:lnTo>
                  <a:lnTo>
                    <a:pt x="16819" y="240261"/>
                  </a:lnTo>
                  <a:lnTo>
                    <a:pt x="19204" y="244977"/>
                  </a:lnTo>
                  <a:lnTo>
                    <a:pt x="21738" y="249615"/>
                  </a:lnTo>
                  <a:lnTo>
                    <a:pt x="24416" y="254170"/>
                  </a:lnTo>
                  <a:lnTo>
                    <a:pt x="27238" y="258639"/>
                  </a:lnTo>
                  <a:lnTo>
                    <a:pt x="30199" y="263016"/>
                  </a:lnTo>
                  <a:lnTo>
                    <a:pt x="33297" y="267297"/>
                  </a:lnTo>
                  <a:lnTo>
                    <a:pt x="36529" y="271478"/>
                  </a:lnTo>
                  <a:lnTo>
                    <a:pt x="39892" y="275555"/>
                  </a:lnTo>
                  <a:lnTo>
                    <a:pt x="43381" y="279524"/>
                  </a:lnTo>
                  <a:lnTo>
                    <a:pt x="46995" y="283380"/>
                  </a:lnTo>
                  <a:lnTo>
                    <a:pt x="50728" y="287121"/>
                  </a:lnTo>
                  <a:lnTo>
                    <a:pt x="54578" y="290741"/>
                  </a:lnTo>
                  <a:lnTo>
                    <a:pt x="58540" y="294238"/>
                  </a:lnTo>
                  <a:lnTo>
                    <a:pt x="62611" y="297608"/>
                  </a:lnTo>
                  <a:lnTo>
                    <a:pt x="66787" y="300847"/>
                  </a:lnTo>
                  <a:lnTo>
                    <a:pt x="71062" y="303953"/>
                  </a:lnTo>
                  <a:lnTo>
                    <a:pt x="75434" y="306922"/>
                  </a:lnTo>
                  <a:lnTo>
                    <a:pt x="79898" y="309752"/>
                  </a:lnTo>
                  <a:lnTo>
                    <a:pt x="84448" y="312439"/>
                  </a:lnTo>
                  <a:lnTo>
                    <a:pt x="89082" y="314981"/>
                  </a:lnTo>
                  <a:lnTo>
                    <a:pt x="93793" y="317375"/>
                  </a:lnTo>
                  <a:lnTo>
                    <a:pt x="98578" y="319619"/>
                  </a:lnTo>
                  <a:lnTo>
                    <a:pt x="103431" y="321710"/>
                  </a:lnTo>
                  <a:lnTo>
                    <a:pt x="108348" y="323648"/>
                  </a:lnTo>
                  <a:lnTo>
                    <a:pt x="113323" y="325428"/>
                  </a:lnTo>
                  <a:lnTo>
                    <a:pt x="118353" y="327051"/>
                  </a:lnTo>
                  <a:lnTo>
                    <a:pt x="123431" y="328514"/>
                  </a:lnTo>
                  <a:lnTo>
                    <a:pt x="128553" y="329815"/>
                  </a:lnTo>
                  <a:lnTo>
                    <a:pt x="133713" y="330954"/>
                  </a:lnTo>
                  <a:lnTo>
                    <a:pt x="138907" y="331930"/>
                  </a:lnTo>
                  <a:lnTo>
                    <a:pt x="144129" y="332741"/>
                  </a:lnTo>
                  <a:lnTo>
                    <a:pt x="149375" y="333386"/>
                  </a:lnTo>
                  <a:lnTo>
                    <a:pt x="154638" y="333865"/>
                  </a:lnTo>
                  <a:lnTo>
                    <a:pt x="159913" y="334177"/>
                  </a:lnTo>
                  <a:lnTo>
                    <a:pt x="165196" y="334323"/>
                  </a:lnTo>
                  <a:lnTo>
                    <a:pt x="170480" y="334301"/>
                  </a:lnTo>
                  <a:lnTo>
                    <a:pt x="175762" y="334113"/>
                  </a:lnTo>
                  <a:lnTo>
                    <a:pt x="181035" y="333758"/>
                  </a:lnTo>
                  <a:lnTo>
                    <a:pt x="186293" y="333236"/>
                  </a:lnTo>
                  <a:lnTo>
                    <a:pt x="191533" y="332548"/>
                  </a:lnTo>
                  <a:lnTo>
                    <a:pt x="196749" y="331695"/>
                  </a:lnTo>
                  <a:lnTo>
                    <a:pt x="201934" y="330677"/>
                  </a:lnTo>
                  <a:lnTo>
                    <a:pt x="207086" y="329496"/>
                  </a:lnTo>
                  <a:lnTo>
                    <a:pt x="212197" y="328153"/>
                  </a:lnTo>
                  <a:lnTo>
                    <a:pt x="217263" y="326649"/>
                  </a:lnTo>
                  <a:lnTo>
                    <a:pt x="222279" y="324986"/>
                  </a:lnTo>
                  <a:lnTo>
                    <a:pt x="227240" y="323164"/>
                  </a:lnTo>
                  <a:lnTo>
                    <a:pt x="232141" y="321187"/>
                  </a:lnTo>
                  <a:lnTo>
                    <a:pt x="236977" y="319056"/>
                  </a:lnTo>
                  <a:lnTo>
                    <a:pt x="241743" y="316773"/>
                  </a:lnTo>
                  <a:lnTo>
                    <a:pt x="246435" y="314341"/>
                  </a:lnTo>
                  <a:lnTo>
                    <a:pt x="251047" y="311762"/>
                  </a:lnTo>
                  <a:lnTo>
                    <a:pt x="255576" y="309038"/>
                  </a:lnTo>
                  <a:lnTo>
                    <a:pt x="260016" y="306172"/>
                  </a:lnTo>
                  <a:lnTo>
                    <a:pt x="264364" y="303167"/>
                  </a:lnTo>
                  <a:lnTo>
                    <a:pt x="268614" y="300027"/>
                  </a:lnTo>
                  <a:lnTo>
                    <a:pt x="272763" y="296754"/>
                  </a:lnTo>
                  <a:lnTo>
                    <a:pt x="276806" y="293351"/>
                  </a:lnTo>
                  <a:lnTo>
                    <a:pt x="280740" y="289822"/>
                  </a:lnTo>
                  <a:lnTo>
                    <a:pt x="284560" y="286170"/>
                  </a:lnTo>
                  <a:lnTo>
                    <a:pt x="288263" y="282400"/>
                  </a:lnTo>
                  <a:lnTo>
                    <a:pt x="291845" y="278514"/>
                  </a:lnTo>
                  <a:lnTo>
                    <a:pt x="295303" y="274517"/>
                  </a:lnTo>
                  <a:lnTo>
                    <a:pt x="298632" y="270413"/>
                  </a:lnTo>
                  <a:lnTo>
                    <a:pt x="301830" y="266206"/>
                  </a:lnTo>
                  <a:lnTo>
                    <a:pt x="304893" y="261899"/>
                  </a:lnTo>
                  <a:lnTo>
                    <a:pt x="307819" y="257498"/>
                  </a:lnTo>
                  <a:lnTo>
                    <a:pt x="310604" y="253007"/>
                  </a:lnTo>
                  <a:lnTo>
                    <a:pt x="313245" y="248430"/>
                  </a:lnTo>
                  <a:lnTo>
                    <a:pt x="315741" y="243772"/>
                  </a:lnTo>
                  <a:lnTo>
                    <a:pt x="318088" y="239037"/>
                  </a:lnTo>
                  <a:lnTo>
                    <a:pt x="320284" y="234230"/>
                  </a:lnTo>
                  <a:lnTo>
                    <a:pt x="322328" y="229356"/>
                  </a:lnTo>
                  <a:lnTo>
                    <a:pt x="324216" y="224420"/>
                  </a:lnTo>
                  <a:lnTo>
                    <a:pt x="325947" y="219427"/>
                  </a:lnTo>
                  <a:lnTo>
                    <a:pt x="327520" y="214382"/>
                  </a:lnTo>
                  <a:lnTo>
                    <a:pt x="328932" y="209289"/>
                  </a:lnTo>
                  <a:lnTo>
                    <a:pt x="330183" y="204155"/>
                  </a:lnTo>
                  <a:lnTo>
                    <a:pt x="331270" y="198983"/>
                  </a:lnTo>
                  <a:lnTo>
                    <a:pt x="332194" y="193780"/>
                  </a:lnTo>
                  <a:lnTo>
                    <a:pt x="332953" y="188550"/>
                  </a:lnTo>
                  <a:lnTo>
                    <a:pt x="333546" y="183299"/>
                  </a:lnTo>
                  <a:lnTo>
                    <a:pt x="333973" y="178031"/>
                  </a:lnTo>
                  <a:lnTo>
                    <a:pt x="334233" y="172753"/>
                  </a:lnTo>
                  <a:lnTo>
                    <a:pt x="334326" y="167469"/>
                  </a:lnTo>
                  <a:lnTo>
                    <a:pt x="334252" y="162185"/>
                  </a:lnTo>
                  <a:lnTo>
                    <a:pt x="334011" y="156906"/>
                  </a:lnTo>
                  <a:lnTo>
                    <a:pt x="333603" y="151637"/>
                  </a:lnTo>
                  <a:lnTo>
                    <a:pt x="333029" y="146383"/>
                  </a:lnTo>
                  <a:lnTo>
                    <a:pt x="332289" y="141150"/>
                  </a:lnTo>
                  <a:lnTo>
                    <a:pt x="331384" y="135944"/>
                  </a:lnTo>
                  <a:lnTo>
                    <a:pt x="330315" y="130768"/>
                  </a:lnTo>
                  <a:lnTo>
                    <a:pt x="329083" y="125629"/>
                  </a:lnTo>
                  <a:lnTo>
                    <a:pt x="327689" y="120532"/>
                  </a:lnTo>
                  <a:lnTo>
                    <a:pt x="326135" y="115481"/>
                  </a:lnTo>
                  <a:lnTo>
                    <a:pt x="324422" y="110481"/>
                  </a:lnTo>
                  <a:lnTo>
                    <a:pt x="322551" y="105539"/>
                  </a:lnTo>
                  <a:lnTo>
                    <a:pt x="320526" y="100658"/>
                  </a:lnTo>
                  <a:lnTo>
                    <a:pt x="318347" y="95843"/>
                  </a:lnTo>
                  <a:lnTo>
                    <a:pt x="316017" y="91100"/>
                  </a:lnTo>
                  <a:lnTo>
                    <a:pt x="313538" y="86432"/>
                  </a:lnTo>
                  <a:lnTo>
                    <a:pt x="310913" y="81846"/>
                  </a:lnTo>
                  <a:lnTo>
                    <a:pt x="308144" y="77344"/>
                  </a:lnTo>
                  <a:lnTo>
                    <a:pt x="305234" y="72933"/>
                  </a:lnTo>
                  <a:lnTo>
                    <a:pt x="302187" y="68615"/>
                  </a:lnTo>
                  <a:lnTo>
                    <a:pt x="299004" y="64397"/>
                  </a:lnTo>
                  <a:lnTo>
                    <a:pt x="295690" y="60280"/>
                  </a:lnTo>
                  <a:lnTo>
                    <a:pt x="292247" y="56271"/>
                  </a:lnTo>
                  <a:lnTo>
                    <a:pt x="288679" y="52372"/>
                  </a:lnTo>
                  <a:lnTo>
                    <a:pt x="284990" y="48589"/>
                  </a:lnTo>
                  <a:lnTo>
                    <a:pt x="281183" y="44923"/>
                  </a:lnTo>
                  <a:lnTo>
                    <a:pt x="277262" y="41380"/>
                  </a:lnTo>
                  <a:lnTo>
                    <a:pt x="273230" y="37963"/>
                  </a:lnTo>
                  <a:lnTo>
                    <a:pt x="269093" y="34674"/>
                  </a:lnTo>
                  <a:lnTo>
                    <a:pt x="264854" y="31519"/>
                  </a:lnTo>
                  <a:lnTo>
                    <a:pt x="260518" y="28498"/>
                  </a:lnTo>
                  <a:lnTo>
                    <a:pt x="256088" y="25616"/>
                  </a:lnTo>
                  <a:lnTo>
                    <a:pt x="251569" y="22876"/>
                  </a:lnTo>
                  <a:lnTo>
                    <a:pt x="246966" y="20280"/>
                  </a:lnTo>
                  <a:lnTo>
                    <a:pt x="242283" y="17831"/>
                  </a:lnTo>
                  <a:lnTo>
                    <a:pt x="237525" y="15531"/>
                  </a:lnTo>
                  <a:lnTo>
                    <a:pt x="232697" y="13382"/>
                  </a:lnTo>
                  <a:lnTo>
                    <a:pt x="227803" y="11388"/>
                  </a:lnTo>
                  <a:lnTo>
                    <a:pt x="222849" y="954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23370"/>
              <a:ext cx="55690" cy="157618"/>
            </a:xfrm>
            <a:custGeom>
              <a:avLst/>
              <a:pathLst>
                <a:path w="55690" h="157618">
                  <a:moveTo>
                    <a:pt x="55690" y="0"/>
                  </a:moveTo>
                  <a:lnTo>
                    <a:pt x="0" y="1576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55690" cy="167167"/>
            </a:xfrm>
            <a:custGeom>
              <a:avLst/>
              <a:pathLst>
                <a:path w="55690" h="167167">
                  <a:moveTo>
                    <a:pt x="55690" y="9549"/>
                  </a:moveTo>
                  <a:lnTo>
                    <a:pt x="49703" y="7560"/>
                  </a:lnTo>
                  <a:lnTo>
                    <a:pt x="43646" y="5798"/>
                  </a:lnTo>
                  <a:lnTo>
                    <a:pt x="37527" y="4266"/>
                  </a:lnTo>
                  <a:lnTo>
                    <a:pt x="31355" y="2966"/>
                  </a:lnTo>
                  <a:lnTo>
                    <a:pt x="25137" y="1900"/>
                  </a:lnTo>
                  <a:lnTo>
                    <a:pt x="18884" y="1070"/>
                  </a:lnTo>
                  <a:lnTo>
                    <a:pt x="12604" y="475"/>
                  </a:lnTo>
                  <a:lnTo>
                    <a:pt x="6306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361" y="4659281"/>
              <a:ext cx="167163" cy="270101"/>
            </a:xfrm>
            <a:custGeom>
              <a:avLst/>
              <a:pathLst>
                <a:path w="167163" h="270101">
                  <a:moveTo>
                    <a:pt x="167163" y="0"/>
                  </a:moveTo>
                  <a:lnTo>
                    <a:pt x="161829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6" y="3055"/>
                  </a:lnTo>
                  <a:lnTo>
                    <a:pt x="130125" y="4154"/>
                  </a:lnTo>
                  <a:lnTo>
                    <a:pt x="124942" y="5419"/>
                  </a:lnTo>
                  <a:lnTo>
                    <a:pt x="119802" y="6849"/>
                  </a:lnTo>
                  <a:lnTo>
                    <a:pt x="114711" y="8442"/>
                  </a:lnTo>
                  <a:lnTo>
                    <a:pt x="109672" y="10196"/>
                  </a:lnTo>
                  <a:lnTo>
                    <a:pt x="104692" y="12111"/>
                  </a:lnTo>
                  <a:lnTo>
                    <a:pt x="99776" y="14183"/>
                  </a:lnTo>
                  <a:lnTo>
                    <a:pt x="94929" y="16412"/>
                  </a:lnTo>
                  <a:lnTo>
                    <a:pt x="90155" y="18793"/>
                  </a:lnTo>
                  <a:lnTo>
                    <a:pt x="85459" y="21326"/>
                  </a:lnTo>
                  <a:lnTo>
                    <a:pt x="80847" y="24008"/>
                  </a:lnTo>
                  <a:lnTo>
                    <a:pt x="76323" y="26835"/>
                  </a:lnTo>
                  <a:lnTo>
                    <a:pt x="71891" y="29805"/>
                  </a:lnTo>
                  <a:lnTo>
                    <a:pt x="67556" y="32916"/>
                  </a:lnTo>
                  <a:lnTo>
                    <a:pt x="63323" y="36163"/>
                  </a:lnTo>
                  <a:lnTo>
                    <a:pt x="59195" y="39543"/>
                  </a:lnTo>
                  <a:lnTo>
                    <a:pt x="55177" y="43053"/>
                  </a:lnTo>
                  <a:lnTo>
                    <a:pt x="51274" y="46690"/>
                  </a:lnTo>
                  <a:lnTo>
                    <a:pt x="47488" y="50450"/>
                  </a:lnTo>
                  <a:lnTo>
                    <a:pt x="43825" y="54328"/>
                  </a:lnTo>
                  <a:lnTo>
                    <a:pt x="40287" y="58321"/>
                  </a:lnTo>
                  <a:lnTo>
                    <a:pt x="36878" y="62425"/>
                  </a:lnTo>
                  <a:lnTo>
                    <a:pt x="33602" y="66636"/>
                  </a:lnTo>
                  <a:lnTo>
                    <a:pt x="30462" y="70949"/>
                  </a:lnTo>
                  <a:lnTo>
                    <a:pt x="27461" y="75361"/>
                  </a:lnTo>
                  <a:lnTo>
                    <a:pt x="24603" y="79865"/>
                  </a:lnTo>
                  <a:lnTo>
                    <a:pt x="21890" y="84459"/>
                  </a:lnTo>
                  <a:lnTo>
                    <a:pt x="19324" y="89137"/>
                  </a:lnTo>
                  <a:lnTo>
                    <a:pt x="16910" y="93894"/>
                  </a:lnTo>
                  <a:lnTo>
                    <a:pt x="14648" y="98726"/>
                  </a:lnTo>
                  <a:lnTo>
                    <a:pt x="12542" y="103628"/>
                  </a:lnTo>
                  <a:lnTo>
                    <a:pt x="10593" y="108595"/>
                  </a:lnTo>
                  <a:lnTo>
                    <a:pt x="8803" y="113621"/>
                  </a:lnTo>
                  <a:lnTo>
                    <a:pt x="7175" y="118701"/>
                  </a:lnTo>
                  <a:lnTo>
                    <a:pt x="5710" y="123831"/>
                  </a:lnTo>
                  <a:lnTo>
                    <a:pt x="4410" y="129006"/>
                  </a:lnTo>
                  <a:lnTo>
                    <a:pt x="3275" y="134219"/>
                  </a:lnTo>
                  <a:lnTo>
                    <a:pt x="2307" y="139465"/>
                  </a:lnTo>
                  <a:lnTo>
                    <a:pt x="1507" y="144740"/>
                  </a:lnTo>
                  <a:lnTo>
                    <a:pt x="875" y="150038"/>
                  </a:lnTo>
                  <a:lnTo>
                    <a:pt x="414" y="155353"/>
                  </a:lnTo>
                  <a:lnTo>
                    <a:pt x="121" y="160680"/>
                  </a:lnTo>
                  <a:lnTo>
                    <a:pt x="0" y="166014"/>
                  </a:lnTo>
                  <a:lnTo>
                    <a:pt x="48" y="171349"/>
                  </a:lnTo>
                  <a:lnTo>
                    <a:pt x="266" y="176679"/>
                  </a:lnTo>
                  <a:lnTo>
                    <a:pt x="655" y="182000"/>
                  </a:lnTo>
                  <a:lnTo>
                    <a:pt x="1213" y="187306"/>
                  </a:lnTo>
                  <a:lnTo>
                    <a:pt x="1940" y="192591"/>
                  </a:lnTo>
                  <a:lnTo>
                    <a:pt x="2836" y="197851"/>
                  </a:lnTo>
                  <a:lnTo>
                    <a:pt x="3899" y="203079"/>
                  </a:lnTo>
                  <a:lnTo>
                    <a:pt x="5128" y="208271"/>
                  </a:lnTo>
                  <a:lnTo>
                    <a:pt x="6522" y="213420"/>
                  </a:lnTo>
                  <a:lnTo>
                    <a:pt x="8080" y="218523"/>
                  </a:lnTo>
                  <a:lnTo>
                    <a:pt x="9799" y="223573"/>
                  </a:lnTo>
                  <a:lnTo>
                    <a:pt x="11680" y="228566"/>
                  </a:lnTo>
                  <a:lnTo>
                    <a:pt x="13718" y="233497"/>
                  </a:lnTo>
                  <a:lnTo>
                    <a:pt x="15913" y="238359"/>
                  </a:lnTo>
                  <a:lnTo>
                    <a:pt x="18262" y="243150"/>
                  </a:lnTo>
                  <a:lnTo>
                    <a:pt x="20762" y="247863"/>
                  </a:lnTo>
                  <a:lnTo>
                    <a:pt x="23412" y="252493"/>
                  </a:lnTo>
                  <a:lnTo>
                    <a:pt x="26208" y="257037"/>
                  </a:lnTo>
                  <a:lnTo>
                    <a:pt x="29148" y="261489"/>
                  </a:lnTo>
                  <a:lnTo>
                    <a:pt x="32228" y="265845"/>
                  </a:lnTo>
                  <a:lnTo>
                    <a:pt x="35445" y="27010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54807" y="4826449"/>
              <a:ext cx="131717" cy="102934"/>
            </a:xfrm>
            <a:custGeom>
              <a:avLst/>
              <a:pathLst>
                <a:path w="131717" h="102934">
                  <a:moveTo>
                    <a:pt x="0" y="102934"/>
                  </a:moveTo>
                  <a:lnTo>
                    <a:pt x="1317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54807" y="4826449"/>
              <a:ext cx="131717" cy="124308"/>
            </a:xfrm>
            <a:custGeom>
              <a:avLst/>
              <a:pathLst>
                <a:path w="131717" h="124308">
                  <a:moveTo>
                    <a:pt x="0" y="102934"/>
                  </a:moveTo>
                  <a:lnTo>
                    <a:pt x="4631" y="108600"/>
                  </a:lnTo>
                  <a:lnTo>
                    <a:pt x="9506" y="114058"/>
                  </a:lnTo>
                  <a:lnTo>
                    <a:pt x="14615" y="119297"/>
                  </a:lnTo>
                  <a:lnTo>
                    <a:pt x="19948" y="124308"/>
                  </a:lnTo>
                  <a:lnTo>
                    <a:pt x="1317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74756" y="4659281"/>
              <a:ext cx="278917" cy="334334"/>
            </a:xfrm>
            <a:custGeom>
              <a:avLst/>
              <a:pathLst>
                <a:path w="278917" h="334334">
                  <a:moveTo>
                    <a:pt x="0" y="291476"/>
                  </a:moveTo>
                  <a:lnTo>
                    <a:pt x="4002" y="294961"/>
                  </a:lnTo>
                  <a:lnTo>
                    <a:pt x="8114" y="298318"/>
                  </a:lnTo>
                  <a:lnTo>
                    <a:pt x="12330" y="301543"/>
                  </a:lnTo>
                  <a:lnTo>
                    <a:pt x="16646" y="304632"/>
                  </a:lnTo>
                  <a:lnTo>
                    <a:pt x="21059" y="307583"/>
                  </a:lnTo>
                  <a:lnTo>
                    <a:pt x="25562" y="310392"/>
                  </a:lnTo>
                  <a:lnTo>
                    <a:pt x="30153" y="313057"/>
                  </a:lnTo>
                  <a:lnTo>
                    <a:pt x="34826" y="315574"/>
                  </a:lnTo>
                  <a:lnTo>
                    <a:pt x="39576" y="317942"/>
                  </a:lnTo>
                  <a:lnTo>
                    <a:pt x="44399" y="320158"/>
                  </a:lnTo>
                  <a:lnTo>
                    <a:pt x="49291" y="322220"/>
                  </a:lnTo>
                  <a:lnTo>
                    <a:pt x="54245" y="324125"/>
                  </a:lnTo>
                  <a:lnTo>
                    <a:pt x="59257" y="325873"/>
                  </a:lnTo>
                  <a:lnTo>
                    <a:pt x="64322" y="327460"/>
                  </a:lnTo>
                  <a:lnTo>
                    <a:pt x="69435" y="328885"/>
                  </a:lnTo>
                  <a:lnTo>
                    <a:pt x="74590" y="330148"/>
                  </a:lnTo>
                  <a:lnTo>
                    <a:pt x="79784" y="331246"/>
                  </a:lnTo>
                  <a:lnTo>
                    <a:pt x="85009" y="332179"/>
                  </a:lnTo>
                  <a:lnTo>
                    <a:pt x="90261" y="332945"/>
                  </a:lnTo>
                  <a:lnTo>
                    <a:pt x="95535" y="333544"/>
                  </a:lnTo>
                  <a:lnTo>
                    <a:pt x="100825" y="333976"/>
                  </a:lnTo>
                  <a:lnTo>
                    <a:pt x="106127" y="334239"/>
                  </a:lnTo>
                  <a:lnTo>
                    <a:pt x="111434" y="334334"/>
                  </a:lnTo>
                  <a:lnTo>
                    <a:pt x="116741" y="334260"/>
                  </a:lnTo>
                  <a:lnTo>
                    <a:pt x="122044" y="334018"/>
                  </a:lnTo>
                  <a:lnTo>
                    <a:pt x="127336" y="333608"/>
                  </a:lnTo>
                  <a:lnTo>
                    <a:pt x="132612" y="333030"/>
                  </a:lnTo>
                  <a:lnTo>
                    <a:pt x="137867" y="332284"/>
                  </a:lnTo>
                  <a:lnTo>
                    <a:pt x="143096" y="331373"/>
                  </a:lnTo>
                  <a:lnTo>
                    <a:pt x="148294" y="330295"/>
                  </a:lnTo>
                  <a:lnTo>
                    <a:pt x="153455" y="329053"/>
                  </a:lnTo>
                  <a:lnTo>
                    <a:pt x="158573" y="327648"/>
                  </a:lnTo>
                  <a:lnTo>
                    <a:pt x="163644" y="326081"/>
                  </a:lnTo>
                  <a:lnTo>
                    <a:pt x="168664" y="324354"/>
                  </a:lnTo>
                  <a:lnTo>
                    <a:pt x="173625" y="322469"/>
                  </a:lnTo>
                  <a:lnTo>
                    <a:pt x="178525" y="320427"/>
                  </a:lnTo>
                  <a:lnTo>
                    <a:pt x="183357" y="318230"/>
                  </a:lnTo>
                  <a:lnTo>
                    <a:pt x="188117" y="315881"/>
                  </a:lnTo>
                  <a:lnTo>
                    <a:pt x="192800" y="313382"/>
                  </a:lnTo>
                  <a:lnTo>
                    <a:pt x="197401" y="310736"/>
                  </a:lnTo>
                  <a:lnTo>
                    <a:pt x="201916" y="307945"/>
                  </a:lnTo>
                  <a:lnTo>
                    <a:pt x="206340" y="305012"/>
                  </a:lnTo>
                  <a:lnTo>
                    <a:pt x="210668" y="301940"/>
                  </a:lnTo>
                  <a:lnTo>
                    <a:pt x="214897" y="298732"/>
                  </a:lnTo>
                  <a:lnTo>
                    <a:pt x="219022" y="295392"/>
                  </a:lnTo>
                  <a:lnTo>
                    <a:pt x="223039" y="291922"/>
                  </a:lnTo>
                  <a:lnTo>
                    <a:pt x="226944" y="288326"/>
                  </a:lnTo>
                  <a:lnTo>
                    <a:pt x="230732" y="284609"/>
                  </a:lnTo>
                  <a:lnTo>
                    <a:pt x="234401" y="280773"/>
                  </a:lnTo>
                  <a:lnTo>
                    <a:pt x="237946" y="276822"/>
                  </a:lnTo>
                  <a:lnTo>
                    <a:pt x="241363" y="272761"/>
                  </a:lnTo>
                  <a:lnTo>
                    <a:pt x="244651" y="268593"/>
                  </a:lnTo>
                  <a:lnTo>
                    <a:pt x="247804" y="264323"/>
                  </a:lnTo>
                  <a:lnTo>
                    <a:pt x="250820" y="259956"/>
                  </a:lnTo>
                  <a:lnTo>
                    <a:pt x="253695" y="255494"/>
                  </a:lnTo>
                  <a:lnTo>
                    <a:pt x="256428" y="250944"/>
                  </a:lnTo>
                  <a:lnTo>
                    <a:pt x="259015" y="246309"/>
                  </a:lnTo>
                  <a:lnTo>
                    <a:pt x="261453" y="241594"/>
                  </a:lnTo>
                  <a:lnTo>
                    <a:pt x="263741" y="236804"/>
                  </a:lnTo>
                  <a:lnTo>
                    <a:pt x="265875" y="231944"/>
                  </a:lnTo>
                  <a:lnTo>
                    <a:pt x="267854" y="227019"/>
                  </a:lnTo>
                  <a:lnTo>
                    <a:pt x="269675" y="222034"/>
                  </a:lnTo>
                  <a:lnTo>
                    <a:pt x="271338" y="216993"/>
                  </a:lnTo>
                  <a:lnTo>
                    <a:pt x="272839" y="211902"/>
                  </a:lnTo>
                  <a:lnTo>
                    <a:pt x="274178" y="206765"/>
                  </a:lnTo>
                  <a:lnTo>
                    <a:pt x="275353" y="201589"/>
                  </a:lnTo>
                  <a:lnTo>
                    <a:pt x="276364" y="196378"/>
                  </a:lnTo>
                  <a:lnTo>
                    <a:pt x="277208" y="191138"/>
                  </a:lnTo>
                  <a:lnTo>
                    <a:pt x="277886" y="185873"/>
                  </a:lnTo>
                  <a:lnTo>
                    <a:pt x="278396" y="180590"/>
                  </a:lnTo>
                  <a:lnTo>
                    <a:pt x="278738" y="175293"/>
                  </a:lnTo>
                  <a:lnTo>
                    <a:pt x="278912" y="169988"/>
                  </a:lnTo>
                  <a:lnTo>
                    <a:pt x="278917" y="164680"/>
                  </a:lnTo>
                  <a:lnTo>
                    <a:pt x="278754" y="159375"/>
                  </a:lnTo>
                  <a:lnTo>
                    <a:pt x="278423" y="154077"/>
                  </a:lnTo>
                  <a:lnTo>
                    <a:pt x="277923" y="148793"/>
                  </a:lnTo>
                  <a:lnTo>
                    <a:pt x="277256" y="143527"/>
                  </a:lnTo>
                  <a:lnTo>
                    <a:pt x="276422" y="138285"/>
                  </a:lnTo>
                  <a:lnTo>
                    <a:pt x="275422" y="133072"/>
                  </a:lnTo>
                  <a:lnTo>
                    <a:pt x="274257" y="127894"/>
                  </a:lnTo>
                  <a:lnTo>
                    <a:pt x="272928" y="122755"/>
                  </a:lnTo>
                  <a:lnTo>
                    <a:pt x="271437" y="117661"/>
                  </a:lnTo>
                  <a:lnTo>
                    <a:pt x="269785" y="112616"/>
                  </a:lnTo>
                  <a:lnTo>
                    <a:pt x="267973" y="107627"/>
                  </a:lnTo>
                  <a:lnTo>
                    <a:pt x="266004" y="102698"/>
                  </a:lnTo>
                  <a:lnTo>
                    <a:pt x="263880" y="97834"/>
                  </a:lnTo>
                  <a:lnTo>
                    <a:pt x="261602" y="93039"/>
                  </a:lnTo>
                  <a:lnTo>
                    <a:pt x="259173" y="88320"/>
                  </a:lnTo>
                  <a:lnTo>
                    <a:pt x="256595" y="83680"/>
                  </a:lnTo>
                  <a:lnTo>
                    <a:pt x="253872" y="79124"/>
                  </a:lnTo>
                  <a:lnTo>
                    <a:pt x="251005" y="74657"/>
                  </a:lnTo>
                  <a:lnTo>
                    <a:pt x="247998" y="70283"/>
                  </a:lnTo>
                  <a:lnTo>
                    <a:pt x="244853" y="66007"/>
                  </a:lnTo>
                  <a:lnTo>
                    <a:pt x="241574" y="61833"/>
                  </a:lnTo>
                  <a:lnTo>
                    <a:pt x="238165" y="57765"/>
                  </a:lnTo>
                  <a:lnTo>
                    <a:pt x="234628" y="53807"/>
                  </a:lnTo>
                  <a:lnTo>
                    <a:pt x="230967" y="49963"/>
                  </a:lnTo>
                  <a:lnTo>
                    <a:pt x="227186" y="46238"/>
                  </a:lnTo>
                  <a:lnTo>
                    <a:pt x="223288" y="42635"/>
                  </a:lnTo>
                  <a:lnTo>
                    <a:pt x="219279" y="39157"/>
                  </a:lnTo>
                  <a:lnTo>
                    <a:pt x="215160" y="35808"/>
                  </a:lnTo>
                  <a:lnTo>
                    <a:pt x="210938" y="32592"/>
                  </a:lnTo>
                  <a:lnTo>
                    <a:pt x="206615" y="29511"/>
                  </a:lnTo>
                  <a:lnTo>
                    <a:pt x="202197" y="26570"/>
                  </a:lnTo>
                  <a:lnTo>
                    <a:pt x="197688" y="23770"/>
                  </a:lnTo>
                  <a:lnTo>
                    <a:pt x="193092" y="21114"/>
                  </a:lnTo>
                  <a:lnTo>
                    <a:pt x="188414" y="18606"/>
                  </a:lnTo>
                  <a:lnTo>
                    <a:pt x="183659" y="16247"/>
                  </a:lnTo>
                  <a:lnTo>
                    <a:pt x="178831" y="14041"/>
                  </a:lnTo>
                  <a:lnTo>
                    <a:pt x="173936" y="11989"/>
                  </a:lnTo>
                  <a:lnTo>
                    <a:pt x="168978" y="10094"/>
                  </a:lnTo>
                  <a:lnTo>
                    <a:pt x="163962" y="8357"/>
                  </a:lnTo>
                  <a:lnTo>
                    <a:pt x="158894" y="6780"/>
                  </a:lnTo>
                  <a:lnTo>
                    <a:pt x="153778" y="5364"/>
                  </a:lnTo>
                  <a:lnTo>
                    <a:pt x="148620" y="4112"/>
                  </a:lnTo>
                  <a:lnTo>
                    <a:pt x="143425" y="3024"/>
                  </a:lnTo>
                  <a:lnTo>
                    <a:pt x="138198" y="2102"/>
                  </a:lnTo>
                  <a:lnTo>
                    <a:pt x="132944" y="1346"/>
                  </a:lnTo>
                  <a:lnTo>
                    <a:pt x="127669" y="757"/>
                  </a:lnTo>
                  <a:lnTo>
                    <a:pt x="122378" y="336"/>
                  </a:lnTo>
                  <a:lnTo>
                    <a:pt x="117076" y="84"/>
                  </a:lnTo>
                  <a:lnTo>
                    <a:pt x="111768" y="0"/>
                  </a:lnTo>
                  <a:lnTo>
                    <a:pt x="1117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321561" y="5018213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7" y="751"/>
                  </a:lnTo>
                  <a:lnTo>
                    <a:pt x="146074" y="1334"/>
                  </a:lnTo>
                  <a:lnTo>
                    <a:pt x="140843" y="2084"/>
                  </a:lnTo>
                  <a:lnTo>
                    <a:pt x="135638" y="2998"/>
                  </a:lnTo>
                  <a:lnTo>
                    <a:pt x="130464" y="4077"/>
                  </a:lnTo>
                  <a:lnTo>
                    <a:pt x="125327" y="5318"/>
                  </a:lnTo>
                  <a:lnTo>
                    <a:pt x="120232" y="6721"/>
                  </a:lnTo>
                  <a:lnTo>
                    <a:pt x="115183" y="8285"/>
                  </a:lnTo>
                  <a:lnTo>
                    <a:pt x="110187" y="10007"/>
                  </a:lnTo>
                  <a:lnTo>
                    <a:pt x="105247" y="11887"/>
                  </a:lnTo>
                  <a:lnTo>
                    <a:pt x="100370" y="13921"/>
                  </a:lnTo>
                  <a:lnTo>
                    <a:pt x="95559" y="16109"/>
                  </a:lnTo>
                  <a:lnTo>
                    <a:pt x="90820" y="18448"/>
                  </a:lnTo>
                  <a:lnTo>
                    <a:pt x="86157" y="20935"/>
                  </a:lnTo>
                  <a:lnTo>
                    <a:pt x="81575" y="23569"/>
                  </a:lnTo>
                  <a:lnTo>
                    <a:pt x="77078" y="26346"/>
                  </a:lnTo>
                  <a:lnTo>
                    <a:pt x="72672" y="29264"/>
                  </a:lnTo>
                  <a:lnTo>
                    <a:pt x="68360" y="32320"/>
                  </a:lnTo>
                  <a:lnTo>
                    <a:pt x="64147" y="35510"/>
                  </a:lnTo>
                  <a:lnTo>
                    <a:pt x="60037" y="38832"/>
                  </a:lnTo>
                  <a:lnTo>
                    <a:pt x="56033" y="42282"/>
                  </a:lnTo>
                  <a:lnTo>
                    <a:pt x="52141" y="45858"/>
                  </a:lnTo>
                  <a:lnTo>
                    <a:pt x="48364" y="49554"/>
                  </a:lnTo>
                  <a:lnTo>
                    <a:pt x="44706" y="53368"/>
                  </a:lnTo>
                  <a:lnTo>
                    <a:pt x="41170" y="57296"/>
                  </a:lnTo>
                  <a:lnTo>
                    <a:pt x="37759" y="61333"/>
                  </a:lnTo>
                  <a:lnTo>
                    <a:pt x="34479" y="65476"/>
                  </a:lnTo>
                  <a:lnTo>
                    <a:pt x="31330" y="69721"/>
                  </a:lnTo>
                  <a:lnTo>
                    <a:pt x="28318" y="74064"/>
                  </a:lnTo>
                  <a:lnTo>
                    <a:pt x="25444" y="78499"/>
                  </a:lnTo>
                  <a:lnTo>
                    <a:pt x="22712" y="83023"/>
                  </a:lnTo>
                  <a:lnTo>
                    <a:pt x="20125" y="87631"/>
                  </a:lnTo>
                  <a:lnTo>
                    <a:pt x="17684" y="92319"/>
                  </a:lnTo>
                  <a:lnTo>
                    <a:pt x="15393" y="97081"/>
                  </a:lnTo>
                  <a:lnTo>
                    <a:pt x="13253" y="101913"/>
                  </a:lnTo>
                  <a:lnTo>
                    <a:pt x="11267" y="106811"/>
                  </a:lnTo>
                  <a:lnTo>
                    <a:pt x="9437" y="111769"/>
                  </a:lnTo>
                  <a:lnTo>
                    <a:pt x="7765" y="116782"/>
                  </a:lnTo>
                  <a:lnTo>
                    <a:pt x="6252" y="121846"/>
                  </a:lnTo>
                  <a:lnTo>
                    <a:pt x="4900" y="126955"/>
                  </a:lnTo>
                  <a:lnTo>
                    <a:pt x="3710" y="132104"/>
                  </a:lnTo>
                  <a:lnTo>
                    <a:pt x="2683" y="137288"/>
                  </a:lnTo>
                  <a:lnTo>
                    <a:pt x="1821" y="142503"/>
                  </a:lnTo>
                  <a:lnTo>
                    <a:pt x="1124" y="147741"/>
                  </a:lnTo>
                  <a:lnTo>
                    <a:pt x="593" y="153000"/>
                  </a:lnTo>
                  <a:lnTo>
                    <a:pt x="228" y="158272"/>
                  </a:lnTo>
                  <a:lnTo>
                    <a:pt x="30" y="163553"/>
                  </a:lnTo>
                  <a:lnTo>
                    <a:pt x="0" y="168838"/>
                  </a:lnTo>
                  <a:lnTo>
                    <a:pt x="136" y="174121"/>
                  </a:lnTo>
                  <a:lnTo>
                    <a:pt x="439" y="179397"/>
                  </a:lnTo>
                  <a:lnTo>
                    <a:pt x="909" y="184661"/>
                  </a:lnTo>
                  <a:lnTo>
                    <a:pt x="1545" y="189908"/>
                  </a:lnTo>
                  <a:lnTo>
                    <a:pt x="2347" y="195132"/>
                  </a:lnTo>
                  <a:lnTo>
                    <a:pt x="3313" y="200327"/>
                  </a:lnTo>
                  <a:lnTo>
                    <a:pt x="4443" y="205490"/>
                  </a:lnTo>
                  <a:lnTo>
                    <a:pt x="5736" y="210614"/>
                  </a:lnTo>
                  <a:lnTo>
                    <a:pt x="7190" y="215695"/>
                  </a:lnTo>
                  <a:lnTo>
                    <a:pt x="8804" y="220728"/>
                  </a:lnTo>
                  <a:lnTo>
                    <a:pt x="10576" y="225707"/>
                  </a:lnTo>
                  <a:lnTo>
                    <a:pt x="12505" y="230627"/>
                  </a:lnTo>
                  <a:lnTo>
                    <a:pt x="14588" y="235484"/>
                  </a:lnTo>
                  <a:lnTo>
                    <a:pt x="16824" y="240273"/>
                  </a:lnTo>
                  <a:lnTo>
                    <a:pt x="19210" y="244988"/>
                  </a:lnTo>
                  <a:lnTo>
                    <a:pt x="21744" y="249626"/>
                  </a:lnTo>
                  <a:lnTo>
                    <a:pt x="24423" y="254182"/>
                  </a:lnTo>
                  <a:lnTo>
                    <a:pt x="27245" y="258650"/>
                  </a:lnTo>
                  <a:lnTo>
                    <a:pt x="30207" y="263027"/>
                  </a:lnTo>
                  <a:lnTo>
                    <a:pt x="33306" y="267308"/>
                  </a:lnTo>
                  <a:lnTo>
                    <a:pt x="36538" y="271490"/>
                  </a:lnTo>
                  <a:lnTo>
                    <a:pt x="39901" y="275566"/>
                  </a:lnTo>
                  <a:lnTo>
                    <a:pt x="43391" y="279535"/>
                  </a:lnTo>
                  <a:lnTo>
                    <a:pt x="47005" y="283391"/>
                  </a:lnTo>
                  <a:lnTo>
                    <a:pt x="50739" y="287131"/>
                  </a:lnTo>
                  <a:lnTo>
                    <a:pt x="54589" y="290751"/>
                  </a:lnTo>
                  <a:lnTo>
                    <a:pt x="58552" y="294248"/>
                  </a:lnTo>
                  <a:lnTo>
                    <a:pt x="62623" y="297618"/>
                  </a:lnTo>
                  <a:lnTo>
                    <a:pt x="66799" y="300857"/>
                  </a:lnTo>
                  <a:lnTo>
                    <a:pt x="71075" y="303962"/>
                  </a:lnTo>
                  <a:lnTo>
                    <a:pt x="75448" y="306931"/>
                  </a:lnTo>
                  <a:lnTo>
                    <a:pt x="79912" y="309760"/>
                  </a:lnTo>
                  <a:lnTo>
                    <a:pt x="84463" y="312447"/>
                  </a:lnTo>
                  <a:lnTo>
                    <a:pt x="89096" y="314989"/>
                  </a:lnTo>
                  <a:lnTo>
                    <a:pt x="93808" y="317382"/>
                  </a:lnTo>
                  <a:lnTo>
                    <a:pt x="98593" y="319626"/>
                  </a:lnTo>
                  <a:lnTo>
                    <a:pt x="103447" y="321717"/>
                  </a:lnTo>
                  <a:lnTo>
                    <a:pt x="108364" y="323654"/>
                  </a:lnTo>
                  <a:lnTo>
                    <a:pt x="113340" y="325434"/>
                  </a:lnTo>
                  <a:lnTo>
                    <a:pt x="118370" y="327056"/>
                  </a:lnTo>
                  <a:lnTo>
                    <a:pt x="123448" y="328519"/>
                  </a:lnTo>
                  <a:lnTo>
                    <a:pt x="128571" y="329820"/>
                  </a:lnTo>
                  <a:lnTo>
                    <a:pt x="133731" y="330958"/>
                  </a:lnTo>
                  <a:lnTo>
                    <a:pt x="138926" y="331933"/>
                  </a:lnTo>
                  <a:lnTo>
                    <a:pt x="144148" y="332743"/>
                  </a:lnTo>
                  <a:lnTo>
                    <a:pt x="149394" y="333388"/>
                  </a:lnTo>
                  <a:lnTo>
                    <a:pt x="154657" y="333866"/>
                  </a:lnTo>
                  <a:lnTo>
                    <a:pt x="159932" y="334178"/>
                  </a:lnTo>
                  <a:lnTo>
                    <a:pt x="165215" y="334323"/>
                  </a:lnTo>
                  <a:lnTo>
                    <a:pt x="170500" y="334301"/>
                  </a:lnTo>
                  <a:lnTo>
                    <a:pt x="175782" y="334112"/>
                  </a:lnTo>
                  <a:lnTo>
                    <a:pt x="181055" y="333756"/>
                  </a:lnTo>
                  <a:lnTo>
                    <a:pt x="186314" y="333233"/>
                  </a:lnTo>
                  <a:lnTo>
                    <a:pt x="191554" y="332545"/>
                  </a:lnTo>
                  <a:lnTo>
                    <a:pt x="196769" y="331691"/>
                  </a:lnTo>
                  <a:lnTo>
                    <a:pt x="201955" y="330673"/>
                  </a:lnTo>
                  <a:lnTo>
                    <a:pt x="207106" y="329491"/>
                  </a:lnTo>
                  <a:lnTo>
                    <a:pt x="212217" y="328147"/>
                  </a:lnTo>
                  <a:lnTo>
                    <a:pt x="217284" y="326642"/>
                  </a:lnTo>
                  <a:lnTo>
                    <a:pt x="222300" y="324978"/>
                  </a:lnTo>
                  <a:lnTo>
                    <a:pt x="227261" y="323156"/>
                  </a:lnTo>
                  <a:lnTo>
                    <a:pt x="232161" y="321179"/>
                  </a:lnTo>
                  <a:lnTo>
                    <a:pt x="236997" y="319047"/>
                  </a:lnTo>
                  <a:lnTo>
                    <a:pt x="241763" y="316763"/>
                  </a:lnTo>
                  <a:lnTo>
                    <a:pt x="246455" y="314330"/>
                  </a:lnTo>
                  <a:lnTo>
                    <a:pt x="251067" y="311750"/>
                  </a:lnTo>
                  <a:lnTo>
                    <a:pt x="255596" y="309025"/>
                  </a:lnTo>
                  <a:lnTo>
                    <a:pt x="260036" y="306159"/>
                  </a:lnTo>
                  <a:lnTo>
                    <a:pt x="264383" y="303154"/>
                  </a:lnTo>
                  <a:lnTo>
                    <a:pt x="268633" y="300012"/>
                  </a:lnTo>
                  <a:lnTo>
                    <a:pt x="272782" y="296738"/>
                  </a:lnTo>
                  <a:lnTo>
                    <a:pt x="276825" y="293335"/>
                  </a:lnTo>
                  <a:lnTo>
                    <a:pt x="280758" y="289805"/>
                  </a:lnTo>
                  <a:lnTo>
                    <a:pt x="284578" y="286153"/>
                  </a:lnTo>
                  <a:lnTo>
                    <a:pt x="288280" y="282382"/>
                  </a:lnTo>
                  <a:lnTo>
                    <a:pt x="291862" y="278495"/>
                  </a:lnTo>
                  <a:lnTo>
                    <a:pt x="295319" y="274498"/>
                  </a:lnTo>
                  <a:lnTo>
                    <a:pt x="298648" y="270393"/>
                  </a:lnTo>
                  <a:lnTo>
                    <a:pt x="301845" y="266185"/>
                  </a:lnTo>
                  <a:lnTo>
                    <a:pt x="304908" y="261878"/>
                  </a:lnTo>
                  <a:lnTo>
                    <a:pt x="307833" y="257476"/>
                  </a:lnTo>
                  <a:lnTo>
                    <a:pt x="310617" y="252984"/>
                  </a:lnTo>
                  <a:lnTo>
                    <a:pt x="313258" y="248407"/>
                  </a:lnTo>
                  <a:lnTo>
                    <a:pt x="315753" y="243748"/>
                  </a:lnTo>
                  <a:lnTo>
                    <a:pt x="318100" y="239012"/>
                  </a:lnTo>
                  <a:lnTo>
                    <a:pt x="320295" y="234205"/>
                  </a:lnTo>
                  <a:lnTo>
                    <a:pt x="322338" y="229331"/>
                  </a:lnTo>
                  <a:lnTo>
                    <a:pt x="324225" y="224394"/>
                  </a:lnTo>
                  <a:lnTo>
                    <a:pt x="325956" y="219401"/>
                  </a:lnTo>
                  <a:lnTo>
                    <a:pt x="327528" y="214355"/>
                  </a:lnTo>
                  <a:lnTo>
                    <a:pt x="328939" y="209262"/>
                  </a:lnTo>
                  <a:lnTo>
                    <a:pt x="330189" y="204127"/>
                  </a:lnTo>
                  <a:lnTo>
                    <a:pt x="331276" y="198955"/>
                  </a:lnTo>
                  <a:lnTo>
                    <a:pt x="332199" y="193752"/>
                  </a:lnTo>
                  <a:lnTo>
                    <a:pt x="332957" y="188521"/>
                  </a:lnTo>
                  <a:lnTo>
                    <a:pt x="333549" y="183270"/>
                  </a:lnTo>
                  <a:lnTo>
                    <a:pt x="333975" y="178002"/>
                  </a:lnTo>
                  <a:lnTo>
                    <a:pt x="334234" y="172723"/>
                  </a:lnTo>
                  <a:lnTo>
                    <a:pt x="334326" y="167439"/>
                  </a:lnTo>
                  <a:lnTo>
                    <a:pt x="334251" y="162155"/>
                  </a:lnTo>
                  <a:lnTo>
                    <a:pt x="334009" y="156875"/>
                  </a:lnTo>
                  <a:lnTo>
                    <a:pt x="333600" y="151606"/>
                  </a:lnTo>
                  <a:lnTo>
                    <a:pt x="333025" y="146353"/>
                  </a:lnTo>
                  <a:lnTo>
                    <a:pt x="332284" y="141120"/>
                  </a:lnTo>
                  <a:lnTo>
                    <a:pt x="331378" y="135913"/>
                  </a:lnTo>
                  <a:lnTo>
                    <a:pt x="330308" y="130738"/>
                  </a:lnTo>
                  <a:lnTo>
                    <a:pt x="329075" y="125599"/>
                  </a:lnTo>
                  <a:lnTo>
                    <a:pt x="327680" y="120501"/>
                  </a:lnTo>
                  <a:lnTo>
                    <a:pt x="326125" y="115450"/>
                  </a:lnTo>
                  <a:lnTo>
                    <a:pt x="324411" y="110451"/>
                  </a:lnTo>
                  <a:lnTo>
                    <a:pt x="322539" y="105509"/>
                  </a:lnTo>
                  <a:lnTo>
                    <a:pt x="320513" y="100628"/>
                  </a:lnTo>
                  <a:lnTo>
                    <a:pt x="318333" y="95814"/>
                  </a:lnTo>
                  <a:lnTo>
                    <a:pt x="316002" y="91070"/>
                  </a:lnTo>
                  <a:lnTo>
                    <a:pt x="313522" y="86404"/>
                  </a:lnTo>
                  <a:lnTo>
                    <a:pt x="310896" y="81817"/>
                  </a:lnTo>
                  <a:lnTo>
                    <a:pt x="308126" y="77316"/>
                  </a:lnTo>
                  <a:lnTo>
                    <a:pt x="305215" y="72905"/>
                  </a:lnTo>
                  <a:lnTo>
                    <a:pt x="302167" y="68588"/>
                  </a:lnTo>
                  <a:lnTo>
                    <a:pt x="298983" y="64370"/>
                  </a:lnTo>
                  <a:lnTo>
                    <a:pt x="295668" y="60254"/>
                  </a:lnTo>
                  <a:lnTo>
                    <a:pt x="292224" y="56245"/>
                  </a:lnTo>
                  <a:lnTo>
                    <a:pt x="288655" y="52347"/>
                  </a:lnTo>
                  <a:lnTo>
                    <a:pt x="284965" y="48564"/>
                  </a:lnTo>
                  <a:lnTo>
                    <a:pt x="281157" y="44899"/>
                  </a:lnTo>
                  <a:lnTo>
                    <a:pt x="277235" y="41357"/>
                  </a:lnTo>
                  <a:lnTo>
                    <a:pt x="273203" y="37940"/>
                  </a:lnTo>
                  <a:lnTo>
                    <a:pt x="269065" y="34653"/>
                  </a:lnTo>
                  <a:lnTo>
                    <a:pt x="264825" y="31498"/>
                  </a:lnTo>
                  <a:lnTo>
                    <a:pt x="260488" y="28478"/>
                  </a:lnTo>
                  <a:lnTo>
                    <a:pt x="256057" y="25597"/>
                  </a:lnTo>
                  <a:lnTo>
                    <a:pt x="251538" y="22858"/>
                  </a:lnTo>
                  <a:lnTo>
                    <a:pt x="246934" y="20263"/>
                  </a:lnTo>
                  <a:lnTo>
                    <a:pt x="242250" y="17814"/>
                  </a:lnTo>
                  <a:lnTo>
                    <a:pt x="237492" y="15515"/>
                  </a:lnTo>
                  <a:lnTo>
                    <a:pt x="232663" y="13368"/>
                  </a:lnTo>
                  <a:lnTo>
                    <a:pt x="227768" y="11374"/>
                  </a:lnTo>
                  <a:lnTo>
                    <a:pt x="222813" y="9536"/>
                  </a:lnTo>
                  <a:lnTo>
                    <a:pt x="217803" y="785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50644" cy="167167"/>
            </a:xfrm>
            <a:custGeom>
              <a:avLst/>
              <a:pathLst>
                <a:path w="50644" h="167167">
                  <a:moveTo>
                    <a:pt x="50644" y="7856"/>
                  </a:moveTo>
                  <a:lnTo>
                    <a:pt x="44478" y="6025"/>
                  </a:lnTo>
                  <a:lnTo>
                    <a:pt x="38247" y="4434"/>
                  </a:lnTo>
                  <a:lnTo>
                    <a:pt x="31959" y="3083"/>
                  </a:lnTo>
                  <a:lnTo>
                    <a:pt x="25624" y="1975"/>
                  </a:lnTo>
                  <a:lnTo>
                    <a:pt x="19251" y="1112"/>
                  </a:lnTo>
                  <a:lnTo>
                    <a:pt x="12850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797338" y="5269756"/>
              <a:ext cx="167163" cy="282195"/>
            </a:xfrm>
            <a:custGeom>
              <a:avLst/>
              <a:pathLst>
                <a:path w="167163" h="282195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1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6" y="5418"/>
                  </a:lnTo>
                  <a:lnTo>
                    <a:pt x="119807" y="6847"/>
                  </a:lnTo>
                  <a:lnTo>
                    <a:pt x="114715" y="8440"/>
                  </a:lnTo>
                  <a:lnTo>
                    <a:pt x="109677" y="10194"/>
                  </a:lnTo>
                  <a:lnTo>
                    <a:pt x="104698" y="12109"/>
                  </a:lnTo>
                  <a:lnTo>
                    <a:pt x="99782" y="14181"/>
                  </a:lnTo>
                  <a:lnTo>
                    <a:pt x="94935" y="16408"/>
                  </a:lnTo>
                  <a:lnTo>
                    <a:pt x="90162" y="18790"/>
                  </a:lnTo>
                  <a:lnTo>
                    <a:pt x="85466" y="21322"/>
                  </a:lnTo>
                  <a:lnTo>
                    <a:pt x="80854" y="24003"/>
                  </a:lnTo>
                  <a:lnTo>
                    <a:pt x="76330" y="26830"/>
                  </a:lnTo>
                  <a:lnTo>
                    <a:pt x="71899" y="29800"/>
                  </a:lnTo>
                  <a:lnTo>
                    <a:pt x="67564" y="32909"/>
                  </a:lnTo>
                  <a:lnTo>
                    <a:pt x="63331" y="36156"/>
                  </a:lnTo>
                  <a:lnTo>
                    <a:pt x="59204" y="39536"/>
                  </a:lnTo>
                  <a:lnTo>
                    <a:pt x="55186" y="43045"/>
                  </a:lnTo>
                  <a:lnTo>
                    <a:pt x="51283" y="46681"/>
                  </a:lnTo>
                  <a:lnTo>
                    <a:pt x="47497" y="50440"/>
                  </a:lnTo>
                  <a:lnTo>
                    <a:pt x="43834" y="54318"/>
                  </a:lnTo>
                  <a:lnTo>
                    <a:pt x="40296" y="58310"/>
                  </a:lnTo>
                  <a:lnTo>
                    <a:pt x="36887" y="62414"/>
                  </a:lnTo>
                  <a:lnTo>
                    <a:pt x="33611" y="66624"/>
                  </a:lnTo>
                  <a:lnTo>
                    <a:pt x="30471" y="70937"/>
                  </a:lnTo>
                  <a:lnTo>
                    <a:pt x="27470" y="75347"/>
                  </a:lnTo>
                  <a:lnTo>
                    <a:pt x="24611" y="79851"/>
                  </a:lnTo>
                  <a:lnTo>
                    <a:pt x="21898" y="84444"/>
                  </a:lnTo>
                  <a:lnTo>
                    <a:pt x="19332" y="89121"/>
                  </a:lnTo>
                  <a:lnTo>
                    <a:pt x="16917" y="93878"/>
                  </a:lnTo>
                  <a:lnTo>
                    <a:pt x="14655" y="98709"/>
                  </a:lnTo>
                  <a:lnTo>
                    <a:pt x="12549" y="103610"/>
                  </a:lnTo>
                  <a:lnTo>
                    <a:pt x="10599" y="108576"/>
                  </a:lnTo>
                  <a:lnTo>
                    <a:pt x="8810" y="113602"/>
                  </a:lnTo>
                  <a:lnTo>
                    <a:pt x="7181" y="118681"/>
                  </a:lnTo>
                  <a:lnTo>
                    <a:pt x="5716" y="123811"/>
                  </a:lnTo>
                  <a:lnTo>
                    <a:pt x="4414" y="128984"/>
                  </a:lnTo>
                  <a:lnTo>
                    <a:pt x="3279" y="134197"/>
                  </a:lnTo>
                  <a:lnTo>
                    <a:pt x="2310" y="139443"/>
                  </a:lnTo>
                  <a:lnTo>
                    <a:pt x="1510" y="144717"/>
                  </a:lnTo>
                  <a:lnTo>
                    <a:pt x="878" y="150014"/>
                  </a:lnTo>
                  <a:lnTo>
                    <a:pt x="415" y="155328"/>
                  </a:lnTo>
                  <a:lnTo>
                    <a:pt x="122" y="160655"/>
                  </a:lnTo>
                  <a:lnTo>
                    <a:pt x="0" y="165988"/>
                  </a:lnTo>
                  <a:lnTo>
                    <a:pt x="47" y="171323"/>
                  </a:lnTo>
                  <a:lnTo>
                    <a:pt x="265" y="176653"/>
                  </a:lnTo>
                  <a:lnTo>
                    <a:pt x="652" y="181973"/>
                  </a:lnTo>
                  <a:lnTo>
                    <a:pt x="1210" y="187279"/>
                  </a:lnTo>
                  <a:lnTo>
                    <a:pt x="1936" y="192564"/>
                  </a:lnTo>
                  <a:lnTo>
                    <a:pt x="2830" y="197823"/>
                  </a:lnTo>
                  <a:lnTo>
                    <a:pt x="3892" y="203051"/>
                  </a:lnTo>
                  <a:lnTo>
                    <a:pt x="5120" y="208242"/>
                  </a:lnTo>
                  <a:lnTo>
                    <a:pt x="6513" y="213391"/>
                  </a:lnTo>
                  <a:lnTo>
                    <a:pt x="8070" y="218494"/>
                  </a:lnTo>
                  <a:lnTo>
                    <a:pt x="9789" y="223544"/>
                  </a:lnTo>
                  <a:lnTo>
                    <a:pt x="11668" y="228537"/>
                  </a:lnTo>
                  <a:lnTo>
                    <a:pt x="13705" y="233467"/>
                  </a:lnTo>
                  <a:lnTo>
                    <a:pt x="15899" y="238330"/>
                  </a:lnTo>
                  <a:lnTo>
                    <a:pt x="18246" y="243120"/>
                  </a:lnTo>
                  <a:lnTo>
                    <a:pt x="20746" y="247833"/>
                  </a:lnTo>
                  <a:lnTo>
                    <a:pt x="23394" y="252464"/>
                  </a:lnTo>
                  <a:lnTo>
                    <a:pt x="26189" y="257008"/>
                  </a:lnTo>
                  <a:lnTo>
                    <a:pt x="29127" y="261460"/>
                  </a:lnTo>
                  <a:lnTo>
                    <a:pt x="32206" y="265816"/>
                  </a:lnTo>
                  <a:lnTo>
                    <a:pt x="35423" y="270072"/>
                  </a:lnTo>
                  <a:lnTo>
                    <a:pt x="38773" y="274223"/>
                  </a:lnTo>
                  <a:lnTo>
                    <a:pt x="42255" y="278266"/>
                  </a:lnTo>
                  <a:lnTo>
                    <a:pt x="45863" y="282195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843201" y="5269756"/>
              <a:ext cx="288461" cy="334316"/>
            </a:xfrm>
            <a:custGeom>
              <a:avLst/>
              <a:pathLst>
                <a:path w="288461" h="334316">
                  <a:moveTo>
                    <a:pt x="0" y="282195"/>
                  </a:moveTo>
                  <a:lnTo>
                    <a:pt x="3728" y="286003"/>
                  </a:lnTo>
                  <a:lnTo>
                    <a:pt x="7576" y="289690"/>
                  </a:lnTo>
                  <a:lnTo>
                    <a:pt x="11540" y="293253"/>
                  </a:lnTo>
                  <a:lnTo>
                    <a:pt x="15615" y="296688"/>
                  </a:lnTo>
                  <a:lnTo>
                    <a:pt x="19797" y="299991"/>
                  </a:lnTo>
                  <a:lnTo>
                    <a:pt x="24083" y="303159"/>
                  </a:lnTo>
                  <a:lnTo>
                    <a:pt x="28468" y="306189"/>
                  </a:lnTo>
                  <a:lnTo>
                    <a:pt x="32946" y="309078"/>
                  </a:lnTo>
                  <a:lnTo>
                    <a:pt x="37515" y="311822"/>
                  </a:lnTo>
                  <a:lnTo>
                    <a:pt x="42169" y="314420"/>
                  </a:lnTo>
                  <a:lnTo>
                    <a:pt x="46903" y="316867"/>
                  </a:lnTo>
                  <a:lnTo>
                    <a:pt x="51713" y="319163"/>
                  </a:lnTo>
                  <a:lnTo>
                    <a:pt x="56594" y="321304"/>
                  </a:lnTo>
                  <a:lnTo>
                    <a:pt x="61540" y="323288"/>
                  </a:lnTo>
                  <a:lnTo>
                    <a:pt x="66548" y="325114"/>
                  </a:lnTo>
                  <a:lnTo>
                    <a:pt x="71610" y="326779"/>
                  </a:lnTo>
                  <a:lnTo>
                    <a:pt x="76724" y="328282"/>
                  </a:lnTo>
                  <a:lnTo>
                    <a:pt x="81882" y="329621"/>
                  </a:lnTo>
                  <a:lnTo>
                    <a:pt x="87081" y="330795"/>
                  </a:lnTo>
                  <a:lnTo>
                    <a:pt x="92315" y="331802"/>
                  </a:lnTo>
                  <a:lnTo>
                    <a:pt x="97578" y="332643"/>
                  </a:lnTo>
                  <a:lnTo>
                    <a:pt x="102865" y="333315"/>
                  </a:lnTo>
                  <a:lnTo>
                    <a:pt x="108171" y="333818"/>
                  </a:lnTo>
                  <a:lnTo>
                    <a:pt x="113490" y="334152"/>
                  </a:lnTo>
                  <a:lnTo>
                    <a:pt x="118817" y="334316"/>
                  </a:lnTo>
                  <a:lnTo>
                    <a:pt x="124146" y="334310"/>
                  </a:lnTo>
                  <a:lnTo>
                    <a:pt x="129473" y="334134"/>
                  </a:lnTo>
                  <a:lnTo>
                    <a:pt x="134792" y="333789"/>
                  </a:lnTo>
                  <a:lnTo>
                    <a:pt x="140096" y="333274"/>
                  </a:lnTo>
                  <a:lnTo>
                    <a:pt x="145382" y="332591"/>
                  </a:lnTo>
                  <a:lnTo>
                    <a:pt x="150643" y="331739"/>
                  </a:lnTo>
                  <a:lnTo>
                    <a:pt x="155874" y="330720"/>
                  </a:lnTo>
                  <a:lnTo>
                    <a:pt x="161070" y="329534"/>
                  </a:lnTo>
                  <a:lnTo>
                    <a:pt x="166226" y="328184"/>
                  </a:lnTo>
                  <a:lnTo>
                    <a:pt x="171336" y="326670"/>
                  </a:lnTo>
                  <a:lnTo>
                    <a:pt x="176395" y="324994"/>
                  </a:lnTo>
                  <a:lnTo>
                    <a:pt x="181398" y="323157"/>
                  </a:lnTo>
                  <a:lnTo>
                    <a:pt x="186341" y="321162"/>
                  </a:lnTo>
                  <a:lnTo>
                    <a:pt x="191217" y="319011"/>
                  </a:lnTo>
                  <a:lnTo>
                    <a:pt x="196022" y="316705"/>
                  </a:lnTo>
                  <a:lnTo>
                    <a:pt x="200750" y="314247"/>
                  </a:lnTo>
                  <a:lnTo>
                    <a:pt x="205399" y="311639"/>
                  </a:lnTo>
                  <a:lnTo>
                    <a:pt x="209961" y="308885"/>
                  </a:lnTo>
                  <a:lnTo>
                    <a:pt x="214434" y="305986"/>
                  </a:lnTo>
                  <a:lnTo>
                    <a:pt x="218812" y="302947"/>
                  </a:lnTo>
                  <a:lnTo>
                    <a:pt x="223091" y="299769"/>
                  </a:lnTo>
                  <a:lnTo>
                    <a:pt x="227266" y="296457"/>
                  </a:lnTo>
                  <a:lnTo>
                    <a:pt x="231334" y="293013"/>
                  </a:lnTo>
                  <a:lnTo>
                    <a:pt x="235290" y="289442"/>
                  </a:lnTo>
                  <a:lnTo>
                    <a:pt x="239129" y="285746"/>
                  </a:lnTo>
                  <a:lnTo>
                    <a:pt x="242850" y="281929"/>
                  </a:lnTo>
                  <a:lnTo>
                    <a:pt x="246446" y="277996"/>
                  </a:lnTo>
                  <a:lnTo>
                    <a:pt x="249916" y="273951"/>
                  </a:lnTo>
                  <a:lnTo>
                    <a:pt x="253254" y="269796"/>
                  </a:lnTo>
                  <a:lnTo>
                    <a:pt x="256459" y="265538"/>
                  </a:lnTo>
                  <a:lnTo>
                    <a:pt x="259526" y="261179"/>
                  </a:lnTo>
                  <a:lnTo>
                    <a:pt x="262453" y="256725"/>
                  </a:lnTo>
                  <a:lnTo>
                    <a:pt x="265236" y="252180"/>
                  </a:lnTo>
                  <a:lnTo>
                    <a:pt x="267873" y="247548"/>
                  </a:lnTo>
                  <a:lnTo>
                    <a:pt x="270361" y="242835"/>
                  </a:lnTo>
                  <a:lnTo>
                    <a:pt x="272697" y="238045"/>
                  </a:lnTo>
                  <a:lnTo>
                    <a:pt x="274879" y="233182"/>
                  </a:lnTo>
                  <a:lnTo>
                    <a:pt x="276906" y="228253"/>
                  </a:lnTo>
                  <a:lnTo>
                    <a:pt x="278774" y="223262"/>
                  </a:lnTo>
                  <a:lnTo>
                    <a:pt x="280482" y="218213"/>
                  </a:lnTo>
                  <a:lnTo>
                    <a:pt x="282029" y="213113"/>
                  </a:lnTo>
                  <a:lnTo>
                    <a:pt x="283412" y="207966"/>
                  </a:lnTo>
                  <a:lnTo>
                    <a:pt x="284630" y="202777"/>
                  </a:lnTo>
                  <a:lnTo>
                    <a:pt x="285682" y="197552"/>
                  </a:lnTo>
                  <a:lnTo>
                    <a:pt x="286567" y="192297"/>
                  </a:lnTo>
                  <a:lnTo>
                    <a:pt x="287284" y="187016"/>
                  </a:lnTo>
                  <a:lnTo>
                    <a:pt x="287832" y="181714"/>
                  </a:lnTo>
                  <a:lnTo>
                    <a:pt x="288212" y="176398"/>
                  </a:lnTo>
                  <a:lnTo>
                    <a:pt x="288421" y="171073"/>
                  </a:lnTo>
                  <a:lnTo>
                    <a:pt x="288461" y="165743"/>
                  </a:lnTo>
                  <a:lnTo>
                    <a:pt x="288330" y="160415"/>
                  </a:lnTo>
                  <a:lnTo>
                    <a:pt x="288030" y="155094"/>
                  </a:lnTo>
                  <a:lnTo>
                    <a:pt x="287561" y="149785"/>
                  </a:lnTo>
                  <a:lnTo>
                    <a:pt x="286922" y="144494"/>
                  </a:lnTo>
                  <a:lnTo>
                    <a:pt x="286115" y="139226"/>
                  </a:lnTo>
                  <a:lnTo>
                    <a:pt x="285141" y="133986"/>
                  </a:lnTo>
                  <a:lnTo>
                    <a:pt x="284000" y="128780"/>
                  </a:lnTo>
                  <a:lnTo>
                    <a:pt x="282693" y="123613"/>
                  </a:lnTo>
                  <a:lnTo>
                    <a:pt x="281223" y="118490"/>
                  </a:lnTo>
                  <a:lnTo>
                    <a:pt x="279590" y="113417"/>
                  </a:lnTo>
                  <a:lnTo>
                    <a:pt x="277796" y="108398"/>
                  </a:lnTo>
                  <a:lnTo>
                    <a:pt x="275843" y="103439"/>
                  </a:lnTo>
                  <a:lnTo>
                    <a:pt x="273733" y="98545"/>
                  </a:lnTo>
                  <a:lnTo>
                    <a:pt x="271468" y="93721"/>
                  </a:lnTo>
                  <a:lnTo>
                    <a:pt x="269050" y="88971"/>
                  </a:lnTo>
                  <a:lnTo>
                    <a:pt x="266482" y="84301"/>
                  </a:lnTo>
                  <a:lnTo>
                    <a:pt x="263767" y="79715"/>
                  </a:lnTo>
                  <a:lnTo>
                    <a:pt x="260907" y="75218"/>
                  </a:lnTo>
                  <a:lnTo>
                    <a:pt x="257905" y="70814"/>
                  </a:lnTo>
                  <a:lnTo>
                    <a:pt x="254764" y="66508"/>
                  </a:lnTo>
                  <a:lnTo>
                    <a:pt x="251487" y="62305"/>
                  </a:lnTo>
                  <a:lnTo>
                    <a:pt x="248078" y="58208"/>
                  </a:lnTo>
                  <a:lnTo>
                    <a:pt x="244540" y="54222"/>
                  </a:lnTo>
                  <a:lnTo>
                    <a:pt x="240877" y="50351"/>
                  </a:lnTo>
                  <a:lnTo>
                    <a:pt x="237093" y="46598"/>
                  </a:lnTo>
                  <a:lnTo>
                    <a:pt x="233190" y="42968"/>
                  </a:lnTo>
                  <a:lnTo>
                    <a:pt x="229174" y="39465"/>
                  </a:lnTo>
                  <a:lnTo>
                    <a:pt x="225049" y="36091"/>
                  </a:lnTo>
                  <a:lnTo>
                    <a:pt x="220817" y="32850"/>
                  </a:lnTo>
                  <a:lnTo>
                    <a:pt x="216485" y="29746"/>
                  </a:lnTo>
                  <a:lnTo>
                    <a:pt x="212056" y="26781"/>
                  </a:lnTo>
                  <a:lnTo>
                    <a:pt x="207535" y="23959"/>
                  </a:lnTo>
                  <a:lnTo>
                    <a:pt x="202926" y="21283"/>
                  </a:lnTo>
                  <a:lnTo>
                    <a:pt x="198234" y="18755"/>
                  </a:lnTo>
                  <a:lnTo>
                    <a:pt x="193464" y="16378"/>
                  </a:lnTo>
                  <a:lnTo>
                    <a:pt x="188620" y="14154"/>
                  </a:lnTo>
                  <a:lnTo>
                    <a:pt x="183708" y="12086"/>
                  </a:lnTo>
                  <a:lnTo>
                    <a:pt x="178733" y="10175"/>
                  </a:lnTo>
                  <a:lnTo>
                    <a:pt x="173699" y="8424"/>
                  </a:lnTo>
                  <a:lnTo>
                    <a:pt x="168612" y="6835"/>
                  </a:lnTo>
                  <a:lnTo>
                    <a:pt x="163477" y="5408"/>
                  </a:lnTo>
                  <a:lnTo>
                    <a:pt x="158299" y="4146"/>
                  </a:lnTo>
                  <a:lnTo>
                    <a:pt x="153084" y="3049"/>
                  </a:lnTo>
                  <a:lnTo>
                    <a:pt x="147836" y="2119"/>
                  </a:lnTo>
                  <a:lnTo>
                    <a:pt x="142561" y="1357"/>
                  </a:lnTo>
                  <a:lnTo>
                    <a:pt x="137264" y="764"/>
                  </a:lnTo>
                  <a:lnTo>
                    <a:pt x="131952" y="339"/>
                  </a:lnTo>
                  <a:lnTo>
                    <a:pt x="126628" y="84"/>
                  </a:lnTo>
                  <a:lnTo>
                    <a:pt x="121299" y="0"/>
                  </a:lnTo>
                  <a:lnTo>
                    <a:pt x="1212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43235" y="5399291"/>
              <a:ext cx="42980" cy="167167"/>
            </a:xfrm>
            <a:custGeom>
              <a:avLst/>
              <a:pathLst>
                <a:path w="42980" h="167167">
                  <a:moveTo>
                    <a:pt x="42980" y="0"/>
                  </a:moveTo>
                  <a:lnTo>
                    <a:pt x="36772" y="115"/>
                  </a:lnTo>
                  <a:lnTo>
                    <a:pt x="30572" y="461"/>
                  </a:lnTo>
                  <a:lnTo>
                    <a:pt x="24389" y="1036"/>
                  </a:lnTo>
                  <a:lnTo>
                    <a:pt x="18232" y="1842"/>
                  </a:lnTo>
                  <a:lnTo>
                    <a:pt x="12109" y="2875"/>
                  </a:lnTo>
                  <a:lnTo>
                    <a:pt x="6029" y="4135"/>
                  </a:lnTo>
                  <a:lnTo>
                    <a:pt x="0" y="5619"/>
                  </a:lnTo>
                  <a:lnTo>
                    <a:pt x="4298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3235" y="5404911"/>
              <a:ext cx="42980" cy="161547"/>
            </a:xfrm>
            <a:custGeom>
              <a:avLst/>
              <a:pathLst>
                <a:path w="42980" h="161547">
                  <a:moveTo>
                    <a:pt x="0" y="0"/>
                  </a:moveTo>
                  <a:lnTo>
                    <a:pt x="42980" y="161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319058" y="5401405"/>
              <a:ext cx="334306" cy="332220"/>
            </a:xfrm>
            <a:custGeom>
              <a:avLst/>
              <a:pathLst>
                <a:path w="334306" h="332220">
                  <a:moveTo>
                    <a:pt x="124176" y="3505"/>
                  </a:moveTo>
                  <a:lnTo>
                    <a:pt x="119078" y="4949"/>
                  </a:lnTo>
                  <a:lnTo>
                    <a:pt x="114028" y="6553"/>
                  </a:lnTo>
                  <a:lnTo>
                    <a:pt x="109032" y="8316"/>
                  </a:lnTo>
                  <a:lnTo>
                    <a:pt x="104094" y="10237"/>
                  </a:lnTo>
                  <a:lnTo>
                    <a:pt x="99219" y="12313"/>
                  </a:lnTo>
                  <a:lnTo>
                    <a:pt x="94412" y="14543"/>
                  </a:lnTo>
                  <a:lnTo>
                    <a:pt x="89679" y="16924"/>
                  </a:lnTo>
                  <a:lnTo>
                    <a:pt x="85023" y="19454"/>
                  </a:lnTo>
                  <a:lnTo>
                    <a:pt x="80450" y="22130"/>
                  </a:lnTo>
                  <a:lnTo>
                    <a:pt x="75964" y="24950"/>
                  </a:lnTo>
                  <a:lnTo>
                    <a:pt x="71570" y="27910"/>
                  </a:lnTo>
                  <a:lnTo>
                    <a:pt x="67272" y="31008"/>
                  </a:lnTo>
                  <a:lnTo>
                    <a:pt x="63074" y="34241"/>
                  </a:lnTo>
                  <a:lnTo>
                    <a:pt x="58981" y="37605"/>
                  </a:lnTo>
                  <a:lnTo>
                    <a:pt x="54996" y="41098"/>
                  </a:lnTo>
                  <a:lnTo>
                    <a:pt x="51124" y="44714"/>
                  </a:lnTo>
                  <a:lnTo>
                    <a:pt x="47368" y="48452"/>
                  </a:lnTo>
                  <a:lnTo>
                    <a:pt x="43733" y="52307"/>
                  </a:lnTo>
                  <a:lnTo>
                    <a:pt x="40222" y="56275"/>
                  </a:lnTo>
                  <a:lnTo>
                    <a:pt x="36839" y="60352"/>
                  </a:lnTo>
                  <a:lnTo>
                    <a:pt x="33586" y="64535"/>
                  </a:lnTo>
                  <a:lnTo>
                    <a:pt x="30467" y="68819"/>
                  </a:lnTo>
                  <a:lnTo>
                    <a:pt x="27486" y="73199"/>
                  </a:lnTo>
                  <a:lnTo>
                    <a:pt x="24645" y="77671"/>
                  </a:lnTo>
                  <a:lnTo>
                    <a:pt x="21948" y="82232"/>
                  </a:lnTo>
                  <a:lnTo>
                    <a:pt x="19396" y="86875"/>
                  </a:lnTo>
                  <a:lnTo>
                    <a:pt x="16992" y="91597"/>
                  </a:lnTo>
                  <a:lnTo>
                    <a:pt x="14740" y="96393"/>
                  </a:lnTo>
                  <a:lnTo>
                    <a:pt x="12641" y="101258"/>
                  </a:lnTo>
                  <a:lnTo>
                    <a:pt x="10696" y="106187"/>
                  </a:lnTo>
                  <a:lnTo>
                    <a:pt x="8909" y="111175"/>
                  </a:lnTo>
                  <a:lnTo>
                    <a:pt x="7281" y="116217"/>
                  </a:lnTo>
                  <a:lnTo>
                    <a:pt x="5814" y="121308"/>
                  </a:lnTo>
                  <a:lnTo>
                    <a:pt x="4509" y="126444"/>
                  </a:lnTo>
                  <a:lnTo>
                    <a:pt x="3367" y="131618"/>
                  </a:lnTo>
                  <a:lnTo>
                    <a:pt x="2390" y="136825"/>
                  </a:lnTo>
                  <a:lnTo>
                    <a:pt x="1578" y="142061"/>
                  </a:lnTo>
                  <a:lnTo>
                    <a:pt x="932" y="147320"/>
                  </a:lnTo>
                  <a:lnTo>
                    <a:pt x="454" y="152597"/>
                  </a:lnTo>
                  <a:lnTo>
                    <a:pt x="143" y="157886"/>
                  </a:lnTo>
                  <a:lnTo>
                    <a:pt x="0" y="163183"/>
                  </a:lnTo>
                  <a:lnTo>
                    <a:pt x="24" y="168481"/>
                  </a:lnTo>
                  <a:lnTo>
                    <a:pt x="217" y="173776"/>
                  </a:lnTo>
                  <a:lnTo>
                    <a:pt x="577" y="179063"/>
                  </a:lnTo>
                  <a:lnTo>
                    <a:pt x="1105" y="184335"/>
                  </a:lnTo>
                  <a:lnTo>
                    <a:pt x="1799" y="189587"/>
                  </a:lnTo>
                  <a:lnTo>
                    <a:pt x="2660" y="194816"/>
                  </a:lnTo>
                  <a:lnTo>
                    <a:pt x="3686" y="200014"/>
                  </a:lnTo>
                  <a:lnTo>
                    <a:pt x="4876" y="205177"/>
                  </a:lnTo>
                  <a:lnTo>
                    <a:pt x="6229" y="210300"/>
                  </a:lnTo>
                  <a:lnTo>
                    <a:pt x="7744" y="215377"/>
                  </a:lnTo>
                  <a:lnTo>
                    <a:pt x="9419" y="220404"/>
                  </a:lnTo>
                  <a:lnTo>
                    <a:pt x="11252" y="225375"/>
                  </a:lnTo>
                  <a:lnTo>
                    <a:pt x="13242" y="230286"/>
                  </a:lnTo>
                  <a:lnTo>
                    <a:pt x="15387" y="235131"/>
                  </a:lnTo>
                  <a:lnTo>
                    <a:pt x="17684" y="239905"/>
                  </a:lnTo>
                  <a:lnTo>
                    <a:pt x="20131" y="244605"/>
                  </a:lnTo>
                  <a:lnTo>
                    <a:pt x="22726" y="249224"/>
                  </a:lnTo>
                  <a:lnTo>
                    <a:pt x="25466" y="253759"/>
                  </a:lnTo>
                  <a:lnTo>
                    <a:pt x="28349" y="258205"/>
                  </a:lnTo>
                  <a:lnTo>
                    <a:pt x="31370" y="262557"/>
                  </a:lnTo>
                  <a:lnTo>
                    <a:pt x="34529" y="266812"/>
                  </a:lnTo>
                  <a:lnTo>
                    <a:pt x="37820" y="270964"/>
                  </a:lnTo>
                  <a:lnTo>
                    <a:pt x="41242" y="275009"/>
                  </a:lnTo>
                  <a:lnTo>
                    <a:pt x="44790" y="278945"/>
                  </a:lnTo>
                  <a:lnTo>
                    <a:pt x="48461" y="282766"/>
                  </a:lnTo>
                  <a:lnTo>
                    <a:pt x="52251" y="286468"/>
                  </a:lnTo>
                  <a:lnTo>
                    <a:pt x="56156" y="290049"/>
                  </a:lnTo>
                  <a:lnTo>
                    <a:pt x="60173" y="293504"/>
                  </a:lnTo>
                  <a:lnTo>
                    <a:pt x="64298" y="296830"/>
                  </a:lnTo>
                  <a:lnTo>
                    <a:pt x="68526" y="300023"/>
                  </a:lnTo>
                  <a:lnTo>
                    <a:pt x="72853" y="303081"/>
                  </a:lnTo>
                  <a:lnTo>
                    <a:pt x="77275" y="306000"/>
                  </a:lnTo>
                  <a:lnTo>
                    <a:pt x="81787" y="308778"/>
                  </a:lnTo>
                  <a:lnTo>
                    <a:pt x="86384" y="311411"/>
                  </a:lnTo>
                  <a:lnTo>
                    <a:pt x="91063" y="313898"/>
                  </a:lnTo>
                  <a:lnTo>
                    <a:pt x="95819" y="316235"/>
                  </a:lnTo>
                  <a:lnTo>
                    <a:pt x="100646" y="318419"/>
                  </a:lnTo>
                  <a:lnTo>
                    <a:pt x="105540" y="320450"/>
                  </a:lnTo>
                  <a:lnTo>
                    <a:pt x="110495" y="322325"/>
                  </a:lnTo>
                  <a:lnTo>
                    <a:pt x="115508" y="324042"/>
                  </a:lnTo>
                  <a:lnTo>
                    <a:pt x="120573" y="325599"/>
                  </a:lnTo>
                  <a:lnTo>
                    <a:pt x="125684" y="326994"/>
                  </a:lnTo>
                  <a:lnTo>
                    <a:pt x="130837" y="328227"/>
                  </a:lnTo>
                  <a:lnTo>
                    <a:pt x="136027" y="329296"/>
                  </a:lnTo>
                  <a:lnTo>
                    <a:pt x="141247" y="330200"/>
                  </a:lnTo>
                  <a:lnTo>
                    <a:pt x="146494" y="330939"/>
                  </a:lnTo>
                  <a:lnTo>
                    <a:pt x="151762" y="331510"/>
                  </a:lnTo>
                  <a:lnTo>
                    <a:pt x="157045" y="331914"/>
                  </a:lnTo>
                  <a:lnTo>
                    <a:pt x="162338" y="332151"/>
                  </a:lnTo>
                  <a:lnTo>
                    <a:pt x="167636" y="332220"/>
                  </a:lnTo>
                  <a:lnTo>
                    <a:pt x="172934" y="332121"/>
                  </a:lnTo>
                  <a:lnTo>
                    <a:pt x="178225" y="331854"/>
                  </a:lnTo>
                  <a:lnTo>
                    <a:pt x="183506" y="331419"/>
                  </a:lnTo>
                  <a:lnTo>
                    <a:pt x="188770" y="330817"/>
                  </a:lnTo>
                  <a:lnTo>
                    <a:pt x="194013" y="330049"/>
                  </a:lnTo>
                  <a:lnTo>
                    <a:pt x="199228" y="329115"/>
                  </a:lnTo>
                  <a:lnTo>
                    <a:pt x="204412" y="328016"/>
                  </a:lnTo>
                  <a:lnTo>
                    <a:pt x="209557" y="326754"/>
                  </a:lnTo>
                  <a:lnTo>
                    <a:pt x="214661" y="325329"/>
                  </a:lnTo>
                  <a:lnTo>
                    <a:pt x="219716" y="323743"/>
                  </a:lnTo>
                  <a:lnTo>
                    <a:pt x="224719" y="321997"/>
                  </a:lnTo>
                  <a:lnTo>
                    <a:pt x="229664" y="320094"/>
                  </a:lnTo>
                  <a:lnTo>
                    <a:pt x="234546" y="318035"/>
                  </a:lnTo>
                  <a:lnTo>
                    <a:pt x="239360" y="315823"/>
                  </a:lnTo>
                  <a:lnTo>
                    <a:pt x="244102" y="313459"/>
                  </a:lnTo>
                  <a:lnTo>
                    <a:pt x="248767" y="310946"/>
                  </a:lnTo>
                  <a:lnTo>
                    <a:pt x="253350" y="308286"/>
                  </a:lnTo>
                  <a:lnTo>
                    <a:pt x="257846" y="305482"/>
                  </a:lnTo>
                  <a:lnTo>
                    <a:pt x="262250" y="302538"/>
                  </a:lnTo>
                  <a:lnTo>
                    <a:pt x="266560" y="299455"/>
                  </a:lnTo>
                  <a:lnTo>
                    <a:pt x="270769" y="296237"/>
                  </a:lnTo>
                  <a:lnTo>
                    <a:pt x="274875" y="292888"/>
                  </a:lnTo>
                  <a:lnTo>
                    <a:pt x="278872" y="289410"/>
                  </a:lnTo>
                  <a:lnTo>
                    <a:pt x="282757" y="285807"/>
                  </a:lnTo>
                  <a:lnTo>
                    <a:pt x="286526" y="282083"/>
                  </a:lnTo>
                  <a:lnTo>
                    <a:pt x="290175" y="278241"/>
                  </a:lnTo>
                  <a:lnTo>
                    <a:pt x="293700" y="274285"/>
                  </a:lnTo>
                  <a:lnTo>
                    <a:pt x="297098" y="270220"/>
                  </a:lnTo>
                  <a:lnTo>
                    <a:pt x="300366" y="266049"/>
                  </a:lnTo>
                  <a:lnTo>
                    <a:pt x="303500" y="261777"/>
                  </a:lnTo>
                  <a:lnTo>
                    <a:pt x="306496" y="257407"/>
                  </a:lnTo>
                  <a:lnTo>
                    <a:pt x="309353" y="252945"/>
                  </a:lnTo>
                  <a:lnTo>
                    <a:pt x="312067" y="248394"/>
                  </a:lnTo>
                  <a:lnTo>
                    <a:pt x="314636" y="243760"/>
                  </a:lnTo>
                  <a:lnTo>
                    <a:pt x="317056" y="239047"/>
                  </a:lnTo>
                  <a:lnTo>
                    <a:pt x="319326" y="234259"/>
                  </a:lnTo>
                  <a:lnTo>
                    <a:pt x="321443" y="229402"/>
                  </a:lnTo>
                  <a:lnTo>
                    <a:pt x="323404" y="224480"/>
                  </a:lnTo>
                  <a:lnTo>
                    <a:pt x="325209" y="219498"/>
                  </a:lnTo>
                  <a:lnTo>
                    <a:pt x="326855" y="214462"/>
                  </a:lnTo>
                  <a:lnTo>
                    <a:pt x="328341" y="209376"/>
                  </a:lnTo>
                  <a:lnTo>
                    <a:pt x="329665" y="204245"/>
                  </a:lnTo>
                  <a:lnTo>
                    <a:pt x="330825" y="199075"/>
                  </a:lnTo>
                  <a:lnTo>
                    <a:pt x="331821" y="193871"/>
                  </a:lnTo>
                  <a:lnTo>
                    <a:pt x="332652" y="188638"/>
                  </a:lnTo>
                  <a:lnTo>
                    <a:pt x="333316" y="183382"/>
                  </a:lnTo>
                  <a:lnTo>
                    <a:pt x="333813" y="178107"/>
                  </a:lnTo>
                  <a:lnTo>
                    <a:pt x="334143" y="172818"/>
                  </a:lnTo>
                  <a:lnTo>
                    <a:pt x="334306" y="167522"/>
                  </a:lnTo>
                  <a:lnTo>
                    <a:pt x="334300" y="162224"/>
                  </a:lnTo>
                  <a:lnTo>
                    <a:pt x="334126" y="156928"/>
                  </a:lnTo>
                  <a:lnTo>
                    <a:pt x="333785" y="151641"/>
                  </a:lnTo>
                  <a:lnTo>
                    <a:pt x="333276" y="146367"/>
                  </a:lnTo>
                  <a:lnTo>
                    <a:pt x="332601" y="141112"/>
                  </a:lnTo>
                  <a:lnTo>
                    <a:pt x="331759" y="135880"/>
                  </a:lnTo>
                  <a:lnTo>
                    <a:pt x="330752" y="130678"/>
                  </a:lnTo>
                  <a:lnTo>
                    <a:pt x="329580" y="125511"/>
                  </a:lnTo>
                  <a:lnTo>
                    <a:pt x="328245" y="120384"/>
                  </a:lnTo>
                  <a:lnTo>
                    <a:pt x="326749" y="115301"/>
                  </a:lnTo>
                  <a:lnTo>
                    <a:pt x="325092" y="110268"/>
                  </a:lnTo>
                  <a:lnTo>
                    <a:pt x="323276" y="105290"/>
                  </a:lnTo>
                  <a:lnTo>
                    <a:pt x="321304" y="100373"/>
                  </a:lnTo>
                  <a:lnTo>
                    <a:pt x="319177" y="95520"/>
                  </a:lnTo>
                  <a:lnTo>
                    <a:pt x="316897" y="90737"/>
                  </a:lnTo>
                  <a:lnTo>
                    <a:pt x="314466" y="86029"/>
                  </a:lnTo>
                  <a:lnTo>
                    <a:pt x="311888" y="81400"/>
                  </a:lnTo>
                  <a:lnTo>
                    <a:pt x="309164" y="76855"/>
                  </a:lnTo>
                  <a:lnTo>
                    <a:pt x="306297" y="72399"/>
                  </a:lnTo>
                  <a:lnTo>
                    <a:pt x="303291" y="68036"/>
                  </a:lnTo>
                  <a:lnTo>
                    <a:pt x="300148" y="63770"/>
                  </a:lnTo>
                  <a:lnTo>
                    <a:pt x="296872" y="59607"/>
                  </a:lnTo>
                  <a:lnTo>
                    <a:pt x="293465" y="55549"/>
                  </a:lnTo>
                  <a:lnTo>
                    <a:pt x="289931" y="51601"/>
                  </a:lnTo>
                  <a:lnTo>
                    <a:pt x="286274" y="47767"/>
                  </a:lnTo>
                  <a:lnTo>
                    <a:pt x="282497" y="44051"/>
                  </a:lnTo>
                  <a:lnTo>
                    <a:pt x="278604" y="40456"/>
                  </a:lnTo>
                  <a:lnTo>
                    <a:pt x="274599" y="36987"/>
                  </a:lnTo>
                  <a:lnTo>
                    <a:pt x="270487" y="33646"/>
                  </a:lnTo>
                  <a:lnTo>
                    <a:pt x="266270" y="30437"/>
                  </a:lnTo>
                  <a:lnTo>
                    <a:pt x="261954" y="27364"/>
                  </a:lnTo>
                  <a:lnTo>
                    <a:pt x="257543" y="24429"/>
                  </a:lnTo>
                  <a:lnTo>
                    <a:pt x="253041" y="21635"/>
                  </a:lnTo>
                  <a:lnTo>
                    <a:pt x="248453" y="18985"/>
                  </a:lnTo>
                  <a:lnTo>
                    <a:pt x="243783" y="16482"/>
                  </a:lnTo>
                  <a:lnTo>
                    <a:pt x="239036" y="14128"/>
                  </a:lnTo>
                  <a:lnTo>
                    <a:pt x="234217" y="11926"/>
                  </a:lnTo>
                  <a:lnTo>
                    <a:pt x="229330" y="9878"/>
                  </a:lnTo>
                  <a:lnTo>
                    <a:pt x="224381" y="7985"/>
                  </a:lnTo>
                  <a:lnTo>
                    <a:pt x="219375" y="6251"/>
                  </a:lnTo>
                  <a:lnTo>
                    <a:pt x="214316" y="4675"/>
                  </a:lnTo>
                  <a:lnTo>
                    <a:pt x="209209" y="3261"/>
                  </a:lnTo>
                  <a:lnTo>
                    <a:pt x="204061" y="2010"/>
                  </a:lnTo>
                  <a:lnTo>
                    <a:pt x="198875" y="922"/>
                  </a:lnTo>
                  <a:lnTo>
                    <a:pt x="193658" y="0"/>
                  </a:lnTo>
                  <a:lnTo>
                    <a:pt x="167156" y="1650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26501" cy="167167"/>
            </a:xfrm>
            <a:custGeom>
              <a:avLst/>
              <a:pathLst>
                <a:path w="26501" h="167167">
                  <a:moveTo>
                    <a:pt x="26501" y="2113"/>
                  </a:move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56377" y="5399291"/>
              <a:ext cx="167166" cy="333485"/>
            </a:xfrm>
            <a:custGeom>
              <a:avLst/>
              <a:pathLst>
                <a:path w="167166" h="333485">
                  <a:moveTo>
                    <a:pt x="167166" y="0"/>
                  </a:moveTo>
                  <a:lnTo>
                    <a:pt x="161817" y="85"/>
                  </a:lnTo>
                  <a:lnTo>
                    <a:pt x="156472" y="342"/>
                  </a:lnTo>
                  <a:lnTo>
                    <a:pt x="151139" y="770"/>
                  </a:lnTo>
                  <a:lnTo>
                    <a:pt x="145822" y="1368"/>
                  </a:lnTo>
                  <a:lnTo>
                    <a:pt x="140527" y="2136"/>
                  </a:lnTo>
                  <a:lnTo>
                    <a:pt x="135259" y="3073"/>
                  </a:lnTo>
                  <a:lnTo>
                    <a:pt x="130024" y="4178"/>
                  </a:lnTo>
                  <a:lnTo>
                    <a:pt x="124827" y="5450"/>
                  </a:lnTo>
                  <a:lnTo>
                    <a:pt x="119673" y="6888"/>
                  </a:lnTo>
                  <a:lnTo>
                    <a:pt x="114568" y="8490"/>
                  </a:lnTo>
                  <a:lnTo>
                    <a:pt x="109517" y="10254"/>
                  </a:lnTo>
                  <a:lnTo>
                    <a:pt x="104525" y="12180"/>
                  </a:lnTo>
                  <a:lnTo>
                    <a:pt x="99597" y="14264"/>
                  </a:lnTo>
                  <a:lnTo>
                    <a:pt x="94739" y="16505"/>
                  </a:lnTo>
                  <a:lnTo>
                    <a:pt x="89954" y="18900"/>
                  </a:lnTo>
                  <a:lnTo>
                    <a:pt x="85249" y="21447"/>
                  </a:lnTo>
                  <a:lnTo>
                    <a:pt x="80627" y="24143"/>
                  </a:lnTo>
                  <a:lnTo>
                    <a:pt x="76094" y="26985"/>
                  </a:lnTo>
                  <a:lnTo>
                    <a:pt x="71655" y="29972"/>
                  </a:lnTo>
                  <a:lnTo>
                    <a:pt x="67313" y="33099"/>
                  </a:lnTo>
                  <a:lnTo>
                    <a:pt x="63074" y="36363"/>
                  </a:lnTo>
                  <a:lnTo>
                    <a:pt x="58941" y="39761"/>
                  </a:lnTo>
                  <a:lnTo>
                    <a:pt x="54919" y="43290"/>
                  </a:lnTo>
                  <a:lnTo>
                    <a:pt x="51012" y="46946"/>
                  </a:lnTo>
                  <a:lnTo>
                    <a:pt x="47224" y="50724"/>
                  </a:lnTo>
                  <a:lnTo>
                    <a:pt x="43559" y="54622"/>
                  </a:lnTo>
                  <a:lnTo>
                    <a:pt x="40021" y="58636"/>
                  </a:lnTo>
                  <a:lnTo>
                    <a:pt x="36613" y="62760"/>
                  </a:lnTo>
                  <a:lnTo>
                    <a:pt x="33338" y="66992"/>
                  </a:lnTo>
                  <a:lnTo>
                    <a:pt x="30201" y="71326"/>
                  </a:lnTo>
                  <a:lnTo>
                    <a:pt x="27204" y="75758"/>
                  </a:lnTo>
                  <a:lnTo>
                    <a:pt x="24351" y="80284"/>
                  </a:lnTo>
                  <a:lnTo>
                    <a:pt x="21643" y="84899"/>
                  </a:lnTo>
                  <a:lnTo>
                    <a:pt x="19085" y="89599"/>
                  </a:lnTo>
                  <a:lnTo>
                    <a:pt x="16678" y="94377"/>
                  </a:lnTo>
                  <a:lnTo>
                    <a:pt x="14426" y="99231"/>
                  </a:lnTo>
                  <a:lnTo>
                    <a:pt x="12330" y="104154"/>
                  </a:lnTo>
                  <a:lnTo>
                    <a:pt x="10393" y="109141"/>
                  </a:lnTo>
                  <a:lnTo>
                    <a:pt x="8616" y="114188"/>
                  </a:lnTo>
                  <a:lnTo>
                    <a:pt x="7002" y="119289"/>
                  </a:lnTo>
                  <a:lnTo>
                    <a:pt x="5552" y="124439"/>
                  </a:lnTo>
                  <a:lnTo>
                    <a:pt x="4267" y="129633"/>
                  </a:lnTo>
                  <a:lnTo>
                    <a:pt x="3149" y="134866"/>
                  </a:lnTo>
                  <a:lnTo>
                    <a:pt x="2200" y="140131"/>
                  </a:lnTo>
                  <a:lnTo>
                    <a:pt x="1419" y="145424"/>
                  </a:lnTo>
                  <a:lnTo>
                    <a:pt x="808" y="150740"/>
                  </a:lnTo>
                  <a:lnTo>
                    <a:pt x="368" y="156072"/>
                  </a:lnTo>
                  <a:lnTo>
                    <a:pt x="98" y="161416"/>
                  </a:lnTo>
                  <a:lnTo>
                    <a:pt x="0" y="166765"/>
                  </a:lnTo>
                  <a:lnTo>
                    <a:pt x="72" y="172115"/>
                  </a:lnTo>
                  <a:lnTo>
                    <a:pt x="316" y="177460"/>
                  </a:lnTo>
                  <a:lnTo>
                    <a:pt x="731" y="182795"/>
                  </a:lnTo>
                  <a:lnTo>
                    <a:pt x="1316" y="188113"/>
                  </a:lnTo>
                  <a:lnTo>
                    <a:pt x="2072" y="193410"/>
                  </a:lnTo>
                  <a:lnTo>
                    <a:pt x="2996" y="198680"/>
                  </a:lnTo>
                  <a:lnTo>
                    <a:pt x="4089" y="203918"/>
                  </a:lnTo>
                  <a:lnTo>
                    <a:pt x="5348" y="209118"/>
                  </a:lnTo>
                  <a:lnTo>
                    <a:pt x="6774" y="214275"/>
                  </a:lnTo>
                  <a:lnTo>
                    <a:pt x="8364" y="219384"/>
                  </a:lnTo>
                  <a:lnTo>
                    <a:pt x="10116" y="224439"/>
                  </a:lnTo>
                  <a:lnTo>
                    <a:pt x="12029" y="229436"/>
                  </a:lnTo>
                  <a:lnTo>
                    <a:pt x="14101" y="234369"/>
                  </a:lnTo>
                  <a:lnTo>
                    <a:pt x="16331" y="239233"/>
                  </a:lnTo>
                  <a:lnTo>
                    <a:pt x="18714" y="244023"/>
                  </a:lnTo>
                  <a:lnTo>
                    <a:pt x="21250" y="248734"/>
                  </a:lnTo>
                  <a:lnTo>
                    <a:pt x="23935" y="253362"/>
                  </a:lnTo>
                  <a:lnTo>
                    <a:pt x="26767" y="257902"/>
                  </a:lnTo>
                  <a:lnTo>
                    <a:pt x="29742" y="262349"/>
                  </a:lnTo>
                  <a:lnTo>
                    <a:pt x="32859" y="266698"/>
                  </a:lnTo>
                  <a:lnTo>
                    <a:pt x="36113" y="270945"/>
                  </a:lnTo>
                  <a:lnTo>
                    <a:pt x="39501" y="275086"/>
                  </a:lnTo>
                  <a:lnTo>
                    <a:pt x="43020" y="279116"/>
                  </a:lnTo>
                  <a:lnTo>
                    <a:pt x="46666" y="283032"/>
                  </a:lnTo>
                  <a:lnTo>
                    <a:pt x="50436" y="286829"/>
                  </a:lnTo>
                  <a:lnTo>
                    <a:pt x="54325" y="290503"/>
                  </a:lnTo>
                  <a:lnTo>
                    <a:pt x="58330" y="294051"/>
                  </a:lnTo>
                  <a:lnTo>
                    <a:pt x="62447" y="297469"/>
                  </a:lnTo>
                  <a:lnTo>
                    <a:pt x="66670" y="300754"/>
                  </a:lnTo>
                  <a:lnTo>
                    <a:pt x="70997" y="303902"/>
                  </a:lnTo>
                  <a:lnTo>
                    <a:pt x="75422" y="306909"/>
                  </a:lnTo>
                  <a:lnTo>
                    <a:pt x="79941" y="309774"/>
                  </a:lnTo>
                  <a:lnTo>
                    <a:pt x="84550" y="312492"/>
                  </a:lnTo>
                  <a:lnTo>
                    <a:pt x="89243" y="315062"/>
                  </a:lnTo>
                  <a:lnTo>
                    <a:pt x="94016" y="317480"/>
                  </a:lnTo>
                  <a:lnTo>
                    <a:pt x="98864" y="319744"/>
                  </a:lnTo>
                  <a:lnTo>
                    <a:pt x="103781" y="321851"/>
                  </a:lnTo>
                  <a:lnTo>
                    <a:pt x="108764" y="323801"/>
                  </a:lnTo>
                  <a:lnTo>
                    <a:pt x="113807" y="325589"/>
                  </a:lnTo>
                  <a:lnTo>
                    <a:pt x="118904" y="327216"/>
                  </a:lnTo>
                  <a:lnTo>
                    <a:pt x="124051" y="328679"/>
                  </a:lnTo>
                  <a:lnTo>
                    <a:pt x="129242" y="329976"/>
                  </a:lnTo>
                  <a:lnTo>
                    <a:pt x="134471" y="331106"/>
                  </a:lnTo>
                  <a:lnTo>
                    <a:pt x="139735" y="332068"/>
                  </a:lnTo>
                  <a:lnTo>
                    <a:pt x="145026" y="332862"/>
                  </a:lnTo>
                  <a:lnTo>
                    <a:pt x="150340" y="33348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06717" y="5566459"/>
              <a:ext cx="16826" cy="166318"/>
            </a:xfrm>
            <a:custGeom>
              <a:avLst/>
              <a:pathLst>
                <a:path w="16826" h="166318">
                  <a:moveTo>
                    <a:pt x="0" y="166318"/>
                  </a:moveTo>
                  <a:lnTo>
                    <a:pt x="168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06717" y="5566459"/>
              <a:ext cx="16826" cy="166318"/>
            </a:xfrm>
            <a:custGeom>
              <a:avLst/>
              <a:pathLst>
                <a:path w="16826" h="166318">
                  <a:moveTo>
                    <a:pt x="0" y="166318"/>
                  </a:moveTo>
                  <a:lnTo>
                    <a:pt x="168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06717" y="5566459"/>
              <a:ext cx="16826" cy="166318"/>
            </a:xfrm>
            <a:custGeom>
              <a:avLst/>
              <a:pathLst>
                <a:path w="16826" h="166318">
                  <a:moveTo>
                    <a:pt x="0" y="166318"/>
                  </a:moveTo>
                  <a:lnTo>
                    <a:pt x="1682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06717" y="5566459"/>
              <a:ext cx="16826" cy="166318"/>
            </a:xfrm>
            <a:custGeom>
              <a:avLst/>
              <a:pathLst>
                <a:path w="16826" h="166318">
                  <a:moveTo>
                    <a:pt x="0" y="166318"/>
                  </a:moveTo>
                  <a:lnTo>
                    <a:pt x="1682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06717" y="5566459"/>
              <a:ext cx="16826" cy="166318"/>
            </a:xfrm>
            <a:custGeom>
              <a:avLst/>
              <a:pathLst>
                <a:path w="16826" h="166318">
                  <a:moveTo>
                    <a:pt x="0" y="166318"/>
                  </a:moveTo>
                  <a:lnTo>
                    <a:pt x="1682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06717" y="5566459"/>
              <a:ext cx="111900" cy="167167"/>
            </a:xfrm>
            <a:custGeom>
              <a:avLst/>
              <a:pathLst>
                <a:path w="111900" h="167167">
                  <a:moveTo>
                    <a:pt x="0" y="166318"/>
                  </a:moveTo>
                  <a:lnTo>
                    <a:pt x="5598" y="166789"/>
                  </a:lnTo>
                  <a:lnTo>
                    <a:pt x="11209" y="167073"/>
                  </a:lnTo>
                  <a:lnTo>
                    <a:pt x="16826" y="167167"/>
                  </a:lnTo>
                  <a:lnTo>
                    <a:pt x="22443" y="167073"/>
                  </a:lnTo>
                  <a:lnTo>
                    <a:pt x="28054" y="166789"/>
                  </a:lnTo>
                  <a:lnTo>
                    <a:pt x="33653" y="166318"/>
                  </a:lnTo>
                  <a:lnTo>
                    <a:pt x="39232" y="165659"/>
                  </a:lnTo>
                  <a:lnTo>
                    <a:pt x="44786" y="164812"/>
                  </a:lnTo>
                  <a:lnTo>
                    <a:pt x="50308" y="163779"/>
                  </a:lnTo>
                  <a:lnTo>
                    <a:pt x="55793" y="162562"/>
                  </a:lnTo>
                  <a:lnTo>
                    <a:pt x="61234" y="161161"/>
                  </a:lnTo>
                  <a:lnTo>
                    <a:pt x="66624" y="159577"/>
                  </a:lnTo>
                  <a:lnTo>
                    <a:pt x="71958" y="157814"/>
                  </a:lnTo>
                  <a:lnTo>
                    <a:pt x="77230" y="155872"/>
                  </a:lnTo>
                  <a:lnTo>
                    <a:pt x="82434" y="153754"/>
                  </a:lnTo>
                  <a:lnTo>
                    <a:pt x="87563" y="151463"/>
                  </a:lnTo>
                  <a:lnTo>
                    <a:pt x="92613" y="149000"/>
                  </a:lnTo>
                  <a:lnTo>
                    <a:pt x="97577" y="146370"/>
                  </a:lnTo>
                  <a:lnTo>
                    <a:pt x="102450" y="143573"/>
                  </a:lnTo>
                  <a:lnTo>
                    <a:pt x="107226" y="140615"/>
                  </a:lnTo>
                  <a:lnTo>
                    <a:pt x="111900" y="137498"/>
                  </a:lnTo>
                  <a:lnTo>
                    <a:pt x="1682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167166" cy="304665"/>
            </a:xfrm>
            <a:custGeom>
              <a:avLst/>
              <a:pathLst>
                <a:path w="167166" h="304665">
                  <a:moveTo>
                    <a:pt x="95074" y="304665"/>
                  </a:moveTo>
                  <a:lnTo>
                    <a:pt x="99439" y="301542"/>
                  </a:lnTo>
                  <a:lnTo>
                    <a:pt x="103702" y="298281"/>
                  </a:lnTo>
                  <a:lnTo>
                    <a:pt x="107857" y="294884"/>
                  </a:lnTo>
                  <a:lnTo>
                    <a:pt x="111902" y="291355"/>
                  </a:lnTo>
                  <a:lnTo>
                    <a:pt x="115831" y="287699"/>
                  </a:lnTo>
                  <a:lnTo>
                    <a:pt x="119641" y="283918"/>
                  </a:lnTo>
                  <a:lnTo>
                    <a:pt x="123327" y="280017"/>
                  </a:lnTo>
                  <a:lnTo>
                    <a:pt x="126887" y="276000"/>
                  </a:lnTo>
                  <a:lnTo>
                    <a:pt x="130315" y="271870"/>
                  </a:lnTo>
                  <a:lnTo>
                    <a:pt x="133610" y="267632"/>
                  </a:lnTo>
                  <a:lnTo>
                    <a:pt x="136766" y="263291"/>
                  </a:lnTo>
                  <a:lnTo>
                    <a:pt x="139781" y="258851"/>
                  </a:lnTo>
                  <a:lnTo>
                    <a:pt x="142653" y="254316"/>
                  </a:lnTo>
                  <a:lnTo>
                    <a:pt x="145377" y="249692"/>
                  </a:lnTo>
                  <a:lnTo>
                    <a:pt x="147951" y="244982"/>
                  </a:lnTo>
                  <a:lnTo>
                    <a:pt x="150373" y="240192"/>
                  </a:lnTo>
                  <a:lnTo>
                    <a:pt x="152640" y="235327"/>
                  </a:lnTo>
                  <a:lnTo>
                    <a:pt x="154750" y="230391"/>
                  </a:lnTo>
                  <a:lnTo>
                    <a:pt x="156700" y="225391"/>
                  </a:lnTo>
                  <a:lnTo>
                    <a:pt x="158488" y="220330"/>
                  </a:lnTo>
                  <a:lnTo>
                    <a:pt x="160113" y="215215"/>
                  </a:lnTo>
                  <a:lnTo>
                    <a:pt x="161573" y="210050"/>
                  </a:lnTo>
                  <a:lnTo>
                    <a:pt x="162866" y="204840"/>
                  </a:lnTo>
                  <a:lnTo>
                    <a:pt x="163992" y="199592"/>
                  </a:lnTo>
                  <a:lnTo>
                    <a:pt x="164948" y="194311"/>
                  </a:lnTo>
                  <a:lnTo>
                    <a:pt x="165735" y="189002"/>
                  </a:lnTo>
                  <a:lnTo>
                    <a:pt x="166350" y="183670"/>
                  </a:lnTo>
                  <a:lnTo>
                    <a:pt x="166794" y="178321"/>
                  </a:lnTo>
                  <a:lnTo>
                    <a:pt x="167067" y="172960"/>
                  </a:lnTo>
                  <a:lnTo>
                    <a:pt x="167166" y="167594"/>
                  </a:lnTo>
                  <a:lnTo>
                    <a:pt x="167094" y="162227"/>
                  </a:lnTo>
                  <a:lnTo>
                    <a:pt x="166849" y="156865"/>
                  </a:lnTo>
                  <a:lnTo>
                    <a:pt x="166432" y="151514"/>
                  </a:lnTo>
                  <a:lnTo>
                    <a:pt x="165844" y="146179"/>
                  </a:lnTo>
                  <a:lnTo>
                    <a:pt x="165085" y="140865"/>
                  </a:lnTo>
                  <a:lnTo>
                    <a:pt x="164155" y="135579"/>
                  </a:lnTo>
                  <a:lnTo>
                    <a:pt x="163057" y="130325"/>
                  </a:lnTo>
                  <a:lnTo>
                    <a:pt x="161790" y="125110"/>
                  </a:lnTo>
                  <a:lnTo>
                    <a:pt x="160356" y="119937"/>
                  </a:lnTo>
                  <a:lnTo>
                    <a:pt x="158757" y="114814"/>
                  </a:lnTo>
                  <a:lnTo>
                    <a:pt x="156995" y="109744"/>
                  </a:lnTo>
                  <a:lnTo>
                    <a:pt x="155070" y="104733"/>
                  </a:lnTo>
                  <a:lnTo>
                    <a:pt x="152986" y="99787"/>
                  </a:lnTo>
                  <a:lnTo>
                    <a:pt x="150744" y="94910"/>
                  </a:lnTo>
                  <a:lnTo>
                    <a:pt x="148347" y="90108"/>
                  </a:lnTo>
                  <a:lnTo>
                    <a:pt x="145796" y="85385"/>
                  </a:lnTo>
                  <a:lnTo>
                    <a:pt x="143096" y="80747"/>
                  </a:lnTo>
                  <a:lnTo>
                    <a:pt x="140248" y="76198"/>
                  </a:lnTo>
                  <a:lnTo>
                    <a:pt x="137255" y="71742"/>
                  </a:lnTo>
                  <a:lnTo>
                    <a:pt x="134121" y="67385"/>
                  </a:lnTo>
                  <a:lnTo>
                    <a:pt x="130848" y="63130"/>
                  </a:lnTo>
                  <a:lnTo>
                    <a:pt x="127441" y="58983"/>
                  </a:lnTo>
                  <a:lnTo>
                    <a:pt x="123902" y="54948"/>
                  </a:lnTo>
                  <a:lnTo>
                    <a:pt x="120235" y="51028"/>
                  </a:lnTo>
                  <a:lnTo>
                    <a:pt x="116445" y="47228"/>
                  </a:lnTo>
                  <a:lnTo>
                    <a:pt x="112535" y="43551"/>
                  </a:lnTo>
                  <a:lnTo>
                    <a:pt x="108508" y="40002"/>
                  </a:lnTo>
                  <a:lnTo>
                    <a:pt x="104370" y="36584"/>
                  </a:lnTo>
                  <a:lnTo>
                    <a:pt x="100124" y="33301"/>
                  </a:lnTo>
                  <a:lnTo>
                    <a:pt x="95774" y="30156"/>
                  </a:lnTo>
                  <a:lnTo>
                    <a:pt x="91327" y="27151"/>
                  </a:lnTo>
                  <a:lnTo>
                    <a:pt x="86784" y="24292"/>
                  </a:lnTo>
                  <a:lnTo>
                    <a:pt x="82153" y="21579"/>
                  </a:lnTo>
                  <a:lnTo>
                    <a:pt x="77437" y="19017"/>
                  </a:lnTo>
                  <a:lnTo>
                    <a:pt x="72641" y="16607"/>
                  </a:lnTo>
                  <a:lnTo>
                    <a:pt x="67770" y="14353"/>
                  </a:lnTo>
                  <a:lnTo>
                    <a:pt x="62829" y="12256"/>
                  </a:lnTo>
                  <a:lnTo>
                    <a:pt x="57823" y="10319"/>
                  </a:lnTo>
                  <a:lnTo>
                    <a:pt x="52758" y="8543"/>
                  </a:lnTo>
                  <a:lnTo>
                    <a:pt x="47638" y="6931"/>
                  </a:lnTo>
                  <a:lnTo>
                    <a:pt x="42470" y="5484"/>
                  </a:lnTo>
                  <a:lnTo>
                    <a:pt x="37257" y="4204"/>
                  </a:lnTo>
                  <a:lnTo>
                    <a:pt x="32006" y="3092"/>
                  </a:lnTo>
                  <a:lnTo>
                    <a:pt x="26722" y="2149"/>
                  </a:lnTo>
                  <a:lnTo>
                    <a:pt x="21411" y="1376"/>
                  </a:lnTo>
                  <a:lnTo>
                    <a:pt x="16077" y="774"/>
                  </a:lnTo>
                  <a:lnTo>
                    <a:pt x="10727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409290" y="5269756"/>
              <a:ext cx="135967" cy="167167"/>
            </a:xfrm>
            <a:custGeom>
              <a:avLst/>
              <a:pathLst>
                <a:path w="135967" h="167167">
                  <a:moveTo>
                    <a:pt x="135967" y="0"/>
                  </a:moveTo>
                  <a:lnTo>
                    <a:pt x="130492" y="89"/>
                  </a:lnTo>
                  <a:lnTo>
                    <a:pt x="125024" y="358"/>
                  </a:lnTo>
                  <a:lnTo>
                    <a:pt x="119567" y="806"/>
                  </a:lnTo>
                  <a:lnTo>
                    <a:pt x="114127" y="1432"/>
                  </a:lnTo>
                  <a:lnTo>
                    <a:pt x="108711" y="2236"/>
                  </a:lnTo>
                  <a:lnTo>
                    <a:pt x="103324" y="3218"/>
                  </a:lnTo>
                  <a:lnTo>
                    <a:pt x="97973" y="4375"/>
                  </a:lnTo>
                  <a:lnTo>
                    <a:pt x="92662" y="5706"/>
                  </a:lnTo>
                  <a:lnTo>
                    <a:pt x="87397" y="7211"/>
                  </a:lnTo>
                  <a:lnTo>
                    <a:pt x="82185" y="8887"/>
                  </a:lnTo>
                  <a:lnTo>
                    <a:pt x="77030" y="10734"/>
                  </a:lnTo>
                  <a:lnTo>
                    <a:pt x="71938" y="12748"/>
                  </a:lnTo>
                  <a:lnTo>
                    <a:pt x="66916" y="14928"/>
                  </a:lnTo>
                  <a:lnTo>
                    <a:pt x="61967" y="17271"/>
                  </a:lnTo>
                  <a:lnTo>
                    <a:pt x="57097" y="19774"/>
                  </a:lnTo>
                  <a:lnTo>
                    <a:pt x="52313" y="22436"/>
                  </a:lnTo>
                  <a:lnTo>
                    <a:pt x="47618" y="25254"/>
                  </a:lnTo>
                  <a:lnTo>
                    <a:pt x="43018" y="28223"/>
                  </a:lnTo>
                  <a:lnTo>
                    <a:pt x="38517" y="31342"/>
                  </a:lnTo>
                  <a:lnTo>
                    <a:pt x="34121" y="34606"/>
                  </a:lnTo>
                  <a:lnTo>
                    <a:pt x="29834" y="38013"/>
                  </a:lnTo>
                  <a:lnTo>
                    <a:pt x="25662" y="41558"/>
                  </a:lnTo>
                  <a:lnTo>
                    <a:pt x="21607" y="45238"/>
                  </a:lnTo>
                  <a:lnTo>
                    <a:pt x="17675" y="49048"/>
                  </a:lnTo>
                  <a:lnTo>
                    <a:pt x="13870" y="52986"/>
                  </a:lnTo>
                  <a:lnTo>
                    <a:pt x="10197" y="57045"/>
                  </a:lnTo>
                  <a:lnTo>
                    <a:pt x="6658" y="61223"/>
                  </a:lnTo>
                  <a:lnTo>
                    <a:pt x="3257" y="65515"/>
                  </a:lnTo>
                  <a:lnTo>
                    <a:pt x="0" y="69916"/>
                  </a:lnTo>
                  <a:lnTo>
                    <a:pt x="1359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09290" y="5339672"/>
              <a:ext cx="135967" cy="97251"/>
            </a:xfrm>
            <a:custGeom>
              <a:avLst/>
              <a:pathLst>
                <a:path w="135967" h="97251">
                  <a:moveTo>
                    <a:pt x="0" y="0"/>
                  </a:moveTo>
                  <a:lnTo>
                    <a:pt x="135967" y="97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89173" y="5339672"/>
              <a:ext cx="156085" cy="97251"/>
            </a:xfrm>
            <a:custGeom>
              <a:avLst/>
              <a:pathLst>
                <a:path w="156085" h="97251">
                  <a:moveTo>
                    <a:pt x="20117" y="0"/>
                  </a:moveTo>
                  <a:lnTo>
                    <a:pt x="16669" y="5011"/>
                  </a:lnTo>
                  <a:lnTo>
                    <a:pt x="13406" y="10144"/>
                  </a:lnTo>
                  <a:lnTo>
                    <a:pt x="10331" y="15392"/>
                  </a:lnTo>
                  <a:lnTo>
                    <a:pt x="7450" y="20749"/>
                  </a:lnTo>
                  <a:lnTo>
                    <a:pt x="4765" y="26207"/>
                  </a:lnTo>
                  <a:lnTo>
                    <a:pt x="2280" y="31759"/>
                  </a:lnTo>
                  <a:lnTo>
                    <a:pt x="0" y="37398"/>
                  </a:lnTo>
                  <a:lnTo>
                    <a:pt x="156085" y="97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11063" y="107315"/>
                  </a:moveTo>
                  <a:lnTo>
                    <a:pt x="9243" y="112298"/>
                  </a:lnTo>
                  <a:lnTo>
                    <a:pt x="7581" y="117337"/>
                  </a:lnTo>
                  <a:lnTo>
                    <a:pt x="6080" y="122426"/>
                  </a:lnTo>
                  <a:lnTo>
                    <a:pt x="4741" y="127560"/>
                  </a:lnTo>
                  <a:lnTo>
                    <a:pt x="3566" y="132735"/>
                  </a:lnTo>
                  <a:lnTo>
                    <a:pt x="2556" y="137943"/>
                  </a:lnTo>
                  <a:lnTo>
                    <a:pt x="1711" y="143181"/>
                  </a:lnTo>
                  <a:lnTo>
                    <a:pt x="1033" y="148444"/>
                  </a:lnTo>
                  <a:lnTo>
                    <a:pt x="523" y="153725"/>
                  </a:lnTo>
                  <a:lnTo>
                    <a:pt x="180" y="159020"/>
                  </a:lnTo>
                  <a:lnTo>
                    <a:pt x="6" y="164323"/>
                  </a:lnTo>
                  <a:lnTo>
                    <a:pt x="0" y="169629"/>
                  </a:lnTo>
                  <a:lnTo>
                    <a:pt x="162" y="174932"/>
                  </a:lnTo>
                  <a:lnTo>
                    <a:pt x="492" y="180227"/>
                  </a:lnTo>
                  <a:lnTo>
                    <a:pt x="991" y="185510"/>
                  </a:lnTo>
                  <a:lnTo>
                    <a:pt x="1657" y="190774"/>
                  </a:lnTo>
                  <a:lnTo>
                    <a:pt x="2489" y="196014"/>
                  </a:lnTo>
                  <a:lnTo>
                    <a:pt x="3488" y="201225"/>
                  </a:lnTo>
                  <a:lnTo>
                    <a:pt x="4651" y="206402"/>
                  </a:lnTo>
                  <a:lnTo>
                    <a:pt x="5978" y="211539"/>
                  </a:lnTo>
                  <a:lnTo>
                    <a:pt x="7467" y="216631"/>
                  </a:lnTo>
                  <a:lnTo>
                    <a:pt x="9117" y="221674"/>
                  </a:lnTo>
                  <a:lnTo>
                    <a:pt x="10927" y="226662"/>
                  </a:lnTo>
                  <a:lnTo>
                    <a:pt x="12894" y="231590"/>
                  </a:lnTo>
                  <a:lnTo>
                    <a:pt x="15016" y="236453"/>
                  </a:lnTo>
                  <a:lnTo>
                    <a:pt x="17291" y="241246"/>
                  </a:lnTo>
                  <a:lnTo>
                    <a:pt x="19718" y="245964"/>
                  </a:lnTo>
                  <a:lnTo>
                    <a:pt x="22293" y="250603"/>
                  </a:lnTo>
                  <a:lnTo>
                    <a:pt x="25013" y="255158"/>
                  </a:lnTo>
                  <a:lnTo>
                    <a:pt x="27878" y="259625"/>
                  </a:lnTo>
                  <a:lnTo>
                    <a:pt x="30882" y="263998"/>
                  </a:lnTo>
                  <a:lnTo>
                    <a:pt x="34024" y="268274"/>
                  </a:lnTo>
                  <a:lnTo>
                    <a:pt x="37299" y="272448"/>
                  </a:lnTo>
                  <a:lnTo>
                    <a:pt x="40706" y="276516"/>
                  </a:lnTo>
                  <a:lnTo>
                    <a:pt x="44240" y="280473"/>
                  </a:lnTo>
                  <a:lnTo>
                    <a:pt x="47898" y="284317"/>
                  </a:lnTo>
                  <a:lnTo>
                    <a:pt x="51675" y="288042"/>
                  </a:lnTo>
                  <a:lnTo>
                    <a:pt x="55570" y="291646"/>
                  </a:lnTo>
                  <a:lnTo>
                    <a:pt x="59576" y="295124"/>
                  </a:lnTo>
                  <a:lnTo>
                    <a:pt x="63691" y="298474"/>
                  </a:lnTo>
                  <a:lnTo>
                    <a:pt x="67911" y="301691"/>
                  </a:lnTo>
                  <a:lnTo>
                    <a:pt x="72230" y="304773"/>
                  </a:lnTo>
                  <a:lnTo>
                    <a:pt x="76645" y="307716"/>
                  </a:lnTo>
                  <a:lnTo>
                    <a:pt x="81151" y="310517"/>
                  </a:lnTo>
                  <a:lnTo>
                    <a:pt x="85743" y="313174"/>
                  </a:lnTo>
                  <a:lnTo>
                    <a:pt x="90418" y="315684"/>
                  </a:lnTo>
                  <a:lnTo>
                    <a:pt x="95170" y="318044"/>
                  </a:lnTo>
                  <a:lnTo>
                    <a:pt x="99994" y="320253"/>
                  </a:lnTo>
                  <a:lnTo>
                    <a:pt x="104886" y="322307"/>
                  </a:lnTo>
                  <a:lnTo>
                    <a:pt x="109841" y="324204"/>
                  </a:lnTo>
                  <a:lnTo>
                    <a:pt x="114854" y="325944"/>
                  </a:lnTo>
                  <a:lnTo>
                    <a:pt x="119919" y="327524"/>
                  </a:lnTo>
                  <a:lnTo>
                    <a:pt x="125032" y="328942"/>
                  </a:lnTo>
                  <a:lnTo>
                    <a:pt x="130187" y="330197"/>
                  </a:lnTo>
                  <a:lnTo>
                    <a:pt x="135379" y="331288"/>
                  </a:lnTo>
                  <a:lnTo>
                    <a:pt x="140604" y="332213"/>
                  </a:lnTo>
                  <a:lnTo>
                    <a:pt x="145855" y="332973"/>
                  </a:lnTo>
                  <a:lnTo>
                    <a:pt x="151128" y="333565"/>
                  </a:lnTo>
                  <a:lnTo>
                    <a:pt x="156417" y="333990"/>
                  </a:lnTo>
                  <a:lnTo>
                    <a:pt x="161716" y="334246"/>
                  </a:lnTo>
                  <a:lnTo>
                    <a:pt x="167021" y="334334"/>
                  </a:lnTo>
                  <a:lnTo>
                    <a:pt x="172327" y="334254"/>
                  </a:lnTo>
                  <a:lnTo>
                    <a:pt x="177627" y="334006"/>
                  </a:lnTo>
                  <a:lnTo>
                    <a:pt x="182916" y="333589"/>
                  </a:lnTo>
                  <a:lnTo>
                    <a:pt x="188190" y="333005"/>
                  </a:lnTo>
                  <a:lnTo>
                    <a:pt x="193442" y="332254"/>
                  </a:lnTo>
                  <a:lnTo>
                    <a:pt x="198668" y="331336"/>
                  </a:lnTo>
                  <a:lnTo>
                    <a:pt x="203862" y="330253"/>
                  </a:lnTo>
                  <a:lnTo>
                    <a:pt x="209019" y="329006"/>
                  </a:lnTo>
                  <a:lnTo>
                    <a:pt x="214134" y="327596"/>
                  </a:lnTo>
                  <a:lnTo>
                    <a:pt x="219202" y="326024"/>
                  </a:lnTo>
                  <a:lnTo>
                    <a:pt x="224217" y="324292"/>
                  </a:lnTo>
                  <a:lnTo>
                    <a:pt x="229175" y="322401"/>
                  </a:lnTo>
                  <a:lnTo>
                    <a:pt x="234070" y="320355"/>
                  </a:lnTo>
                  <a:lnTo>
                    <a:pt x="238898" y="318154"/>
                  </a:lnTo>
                  <a:lnTo>
                    <a:pt x="243653" y="315801"/>
                  </a:lnTo>
                  <a:lnTo>
                    <a:pt x="248332" y="313298"/>
                  </a:lnTo>
                  <a:lnTo>
                    <a:pt x="252928" y="310648"/>
                  </a:lnTo>
                  <a:lnTo>
                    <a:pt x="257439" y="307854"/>
                  </a:lnTo>
                  <a:lnTo>
                    <a:pt x="261858" y="304917"/>
                  </a:lnTo>
                  <a:lnTo>
                    <a:pt x="266182" y="301842"/>
                  </a:lnTo>
                  <a:lnTo>
                    <a:pt x="270406" y="298632"/>
                  </a:lnTo>
                  <a:lnTo>
                    <a:pt x="274526" y="295288"/>
                  </a:lnTo>
                  <a:lnTo>
                    <a:pt x="278538" y="291816"/>
                  </a:lnTo>
                  <a:lnTo>
                    <a:pt x="282438" y="288218"/>
                  </a:lnTo>
                  <a:lnTo>
                    <a:pt x="286221" y="284499"/>
                  </a:lnTo>
                  <a:lnTo>
                    <a:pt x="289885" y="280661"/>
                  </a:lnTo>
                  <a:lnTo>
                    <a:pt x="293425" y="276708"/>
                  </a:lnTo>
                  <a:lnTo>
                    <a:pt x="296838" y="272646"/>
                  </a:lnTo>
                  <a:lnTo>
                    <a:pt x="300120" y="268477"/>
                  </a:lnTo>
                  <a:lnTo>
                    <a:pt x="303268" y="264206"/>
                  </a:lnTo>
                  <a:lnTo>
                    <a:pt x="306279" y="259837"/>
                  </a:lnTo>
                  <a:lnTo>
                    <a:pt x="309150" y="255375"/>
                  </a:lnTo>
                  <a:lnTo>
                    <a:pt x="311878" y="250824"/>
                  </a:lnTo>
                  <a:lnTo>
                    <a:pt x="314460" y="246189"/>
                  </a:lnTo>
                  <a:lnTo>
                    <a:pt x="316893" y="241474"/>
                  </a:lnTo>
                  <a:lnTo>
                    <a:pt x="319176" y="236685"/>
                  </a:lnTo>
                  <a:lnTo>
                    <a:pt x="321306" y="231825"/>
                  </a:lnTo>
                  <a:lnTo>
                    <a:pt x="323280" y="226900"/>
                  </a:lnTo>
                  <a:lnTo>
                    <a:pt x="325097" y="221915"/>
                  </a:lnTo>
                  <a:lnTo>
                    <a:pt x="326755" y="216875"/>
                  </a:lnTo>
                  <a:lnTo>
                    <a:pt x="328252" y="211785"/>
                  </a:lnTo>
                  <a:lnTo>
                    <a:pt x="329587" y="206650"/>
                  </a:lnTo>
                  <a:lnTo>
                    <a:pt x="330758" y="201475"/>
                  </a:lnTo>
                  <a:lnTo>
                    <a:pt x="331764" y="196265"/>
                  </a:lnTo>
                  <a:lnTo>
                    <a:pt x="332605" y="191026"/>
                  </a:lnTo>
                  <a:lnTo>
                    <a:pt x="333279" y="185763"/>
                  </a:lnTo>
                  <a:lnTo>
                    <a:pt x="333785" y="180482"/>
                  </a:lnTo>
                  <a:lnTo>
                    <a:pt x="334124" y="175187"/>
                  </a:lnTo>
                  <a:lnTo>
                    <a:pt x="334294" y="169884"/>
                  </a:lnTo>
                  <a:lnTo>
                    <a:pt x="334296" y="164578"/>
                  </a:lnTo>
                  <a:lnTo>
                    <a:pt x="334130" y="159275"/>
                  </a:lnTo>
                  <a:lnTo>
                    <a:pt x="333795" y="153979"/>
                  </a:lnTo>
                  <a:lnTo>
                    <a:pt x="333293" y="148697"/>
                  </a:lnTo>
                  <a:lnTo>
                    <a:pt x="332623" y="143434"/>
                  </a:lnTo>
                  <a:lnTo>
                    <a:pt x="331786" y="138194"/>
                  </a:lnTo>
                  <a:lnTo>
                    <a:pt x="330784" y="132984"/>
                  </a:lnTo>
                  <a:lnTo>
                    <a:pt x="329617" y="127808"/>
                  </a:lnTo>
                  <a:lnTo>
                    <a:pt x="328286" y="122672"/>
                  </a:lnTo>
                  <a:lnTo>
                    <a:pt x="326793" y="117581"/>
                  </a:lnTo>
                  <a:lnTo>
                    <a:pt x="325139" y="112539"/>
                  </a:lnTo>
                  <a:lnTo>
                    <a:pt x="323325" y="107553"/>
                  </a:lnTo>
                  <a:lnTo>
                    <a:pt x="321355" y="102627"/>
                  </a:lnTo>
                  <a:lnTo>
                    <a:pt x="319229" y="97765"/>
                  </a:lnTo>
                  <a:lnTo>
                    <a:pt x="316950" y="92974"/>
                  </a:lnTo>
                  <a:lnTo>
                    <a:pt x="314520" y="88257"/>
                  </a:lnTo>
                  <a:lnTo>
                    <a:pt x="311941" y="83620"/>
                  </a:lnTo>
                  <a:lnTo>
                    <a:pt x="309217" y="79067"/>
                  </a:lnTo>
                  <a:lnTo>
                    <a:pt x="306350" y="74603"/>
                  </a:lnTo>
                  <a:lnTo>
                    <a:pt x="303342" y="70232"/>
                  </a:lnTo>
                  <a:lnTo>
                    <a:pt x="300197" y="65958"/>
                  </a:lnTo>
                  <a:lnTo>
                    <a:pt x="296918" y="61787"/>
                  </a:lnTo>
                  <a:lnTo>
                    <a:pt x="293508" y="57722"/>
                  </a:lnTo>
                  <a:lnTo>
                    <a:pt x="289971" y="53767"/>
                  </a:lnTo>
                  <a:lnTo>
                    <a:pt x="286311" y="49926"/>
                  </a:lnTo>
                  <a:lnTo>
                    <a:pt x="282530" y="46204"/>
                  </a:lnTo>
                  <a:lnTo>
                    <a:pt x="278633" y="42603"/>
                  </a:lnTo>
                  <a:lnTo>
                    <a:pt x="274624" y="39127"/>
                  </a:lnTo>
                  <a:lnTo>
                    <a:pt x="270506" y="35781"/>
                  </a:lnTo>
                  <a:lnTo>
                    <a:pt x="266284" y="32567"/>
                  </a:lnTo>
                  <a:lnTo>
                    <a:pt x="261963" y="29489"/>
                  </a:lnTo>
                  <a:lnTo>
                    <a:pt x="257546" y="26549"/>
                  </a:lnTo>
                  <a:lnTo>
                    <a:pt x="253038" y="23751"/>
                  </a:lnTo>
                  <a:lnTo>
                    <a:pt x="248443" y="21098"/>
                  </a:lnTo>
                  <a:lnTo>
                    <a:pt x="243767" y="18591"/>
                  </a:lnTo>
                  <a:lnTo>
                    <a:pt x="239013" y="16235"/>
                  </a:lnTo>
                  <a:lnTo>
                    <a:pt x="234187" y="14030"/>
                  </a:lnTo>
                  <a:lnTo>
                    <a:pt x="229293" y="11980"/>
                  </a:lnTo>
                  <a:lnTo>
                    <a:pt x="224337" y="10086"/>
                  </a:lnTo>
                  <a:lnTo>
                    <a:pt x="219323" y="8350"/>
                  </a:lnTo>
                  <a:lnTo>
                    <a:pt x="214256" y="6774"/>
                  </a:lnTo>
                  <a:lnTo>
                    <a:pt x="209143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3887" y="5018213"/>
              <a:ext cx="167151" cy="191915"/>
            </a:xfrm>
            <a:custGeom>
              <a:avLst/>
              <a:pathLst>
                <a:path w="167151" h="191915">
                  <a:moveTo>
                    <a:pt x="167151" y="0"/>
                  </a:moveTo>
                  <a:lnTo>
                    <a:pt x="161729" y="87"/>
                  </a:lnTo>
                  <a:lnTo>
                    <a:pt x="156313" y="351"/>
                  </a:lnTo>
                  <a:lnTo>
                    <a:pt x="150908" y="791"/>
                  </a:lnTo>
                  <a:lnTo>
                    <a:pt x="145520" y="1405"/>
                  </a:lnTo>
                  <a:lnTo>
                    <a:pt x="140155" y="2194"/>
                  </a:lnTo>
                  <a:lnTo>
                    <a:pt x="134818" y="3156"/>
                  </a:lnTo>
                  <a:lnTo>
                    <a:pt x="129515" y="4291"/>
                  </a:lnTo>
                  <a:lnTo>
                    <a:pt x="124252" y="5598"/>
                  </a:lnTo>
                  <a:lnTo>
                    <a:pt x="119034" y="7074"/>
                  </a:lnTo>
                  <a:lnTo>
                    <a:pt x="113867" y="8719"/>
                  </a:lnTo>
                  <a:lnTo>
                    <a:pt x="108755" y="10531"/>
                  </a:lnTo>
                  <a:lnTo>
                    <a:pt x="103705" y="12507"/>
                  </a:lnTo>
                  <a:lnTo>
                    <a:pt x="98722" y="14647"/>
                  </a:lnTo>
                  <a:lnTo>
                    <a:pt x="93811" y="16947"/>
                  </a:lnTo>
                  <a:lnTo>
                    <a:pt x="88977" y="19404"/>
                  </a:lnTo>
                  <a:lnTo>
                    <a:pt x="84226" y="22018"/>
                  </a:lnTo>
                  <a:lnTo>
                    <a:pt x="79561" y="24784"/>
                  </a:lnTo>
                  <a:lnTo>
                    <a:pt x="74989" y="27700"/>
                  </a:lnTo>
                  <a:lnTo>
                    <a:pt x="70514" y="30763"/>
                  </a:lnTo>
                  <a:lnTo>
                    <a:pt x="66140" y="33969"/>
                  </a:lnTo>
                  <a:lnTo>
                    <a:pt x="61873" y="37315"/>
                  </a:lnTo>
                  <a:lnTo>
                    <a:pt x="57717" y="40798"/>
                  </a:lnTo>
                  <a:lnTo>
                    <a:pt x="53676" y="44414"/>
                  </a:lnTo>
                  <a:lnTo>
                    <a:pt x="49754" y="48160"/>
                  </a:lnTo>
                  <a:lnTo>
                    <a:pt x="45955" y="52030"/>
                  </a:lnTo>
                  <a:lnTo>
                    <a:pt x="42285" y="56022"/>
                  </a:lnTo>
                  <a:lnTo>
                    <a:pt x="38745" y="60130"/>
                  </a:lnTo>
                  <a:lnTo>
                    <a:pt x="35341" y="64352"/>
                  </a:lnTo>
                  <a:lnTo>
                    <a:pt x="32076" y="68681"/>
                  </a:lnTo>
                  <a:lnTo>
                    <a:pt x="28952" y="73114"/>
                  </a:lnTo>
                  <a:lnTo>
                    <a:pt x="25974" y="77646"/>
                  </a:lnTo>
                  <a:lnTo>
                    <a:pt x="23145" y="82272"/>
                  </a:lnTo>
                  <a:lnTo>
                    <a:pt x="20467" y="86988"/>
                  </a:lnTo>
                  <a:lnTo>
                    <a:pt x="17944" y="91788"/>
                  </a:lnTo>
                  <a:lnTo>
                    <a:pt x="15577" y="96667"/>
                  </a:lnTo>
                  <a:lnTo>
                    <a:pt x="13370" y="101621"/>
                  </a:lnTo>
                  <a:lnTo>
                    <a:pt x="11325" y="106643"/>
                  </a:lnTo>
                  <a:lnTo>
                    <a:pt x="9444" y="111729"/>
                  </a:lnTo>
                  <a:lnTo>
                    <a:pt x="7729" y="116874"/>
                  </a:lnTo>
                  <a:lnTo>
                    <a:pt x="6181" y="122071"/>
                  </a:lnTo>
                  <a:lnTo>
                    <a:pt x="4803" y="127316"/>
                  </a:lnTo>
                  <a:lnTo>
                    <a:pt x="3596" y="132603"/>
                  </a:lnTo>
                  <a:lnTo>
                    <a:pt x="2561" y="137926"/>
                  </a:lnTo>
                  <a:lnTo>
                    <a:pt x="1699" y="143280"/>
                  </a:lnTo>
                  <a:lnTo>
                    <a:pt x="1012" y="148659"/>
                  </a:lnTo>
                  <a:lnTo>
                    <a:pt x="499" y="154058"/>
                  </a:lnTo>
                  <a:lnTo>
                    <a:pt x="161" y="159470"/>
                  </a:lnTo>
                  <a:lnTo>
                    <a:pt x="0" y="164891"/>
                  </a:lnTo>
                  <a:lnTo>
                    <a:pt x="14" y="170314"/>
                  </a:lnTo>
                  <a:lnTo>
                    <a:pt x="204" y="175733"/>
                  </a:lnTo>
                  <a:lnTo>
                    <a:pt x="569" y="181144"/>
                  </a:lnTo>
                  <a:lnTo>
                    <a:pt x="1110" y="186539"/>
                  </a:lnTo>
                  <a:lnTo>
                    <a:pt x="1826" y="19191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5713" y="5185380"/>
              <a:ext cx="165325" cy="76839"/>
            </a:xfrm>
            <a:custGeom>
              <a:avLst/>
              <a:pathLst>
                <a:path w="165325" h="76839">
                  <a:moveTo>
                    <a:pt x="0" y="24747"/>
                  </a:moveTo>
                  <a:lnTo>
                    <a:pt x="1014" y="30773"/>
                  </a:lnTo>
                  <a:lnTo>
                    <a:pt x="2249" y="36758"/>
                  </a:lnTo>
                  <a:lnTo>
                    <a:pt x="3702" y="42694"/>
                  </a:lnTo>
                  <a:lnTo>
                    <a:pt x="5370" y="48573"/>
                  </a:lnTo>
                  <a:lnTo>
                    <a:pt x="7252" y="54387"/>
                  </a:lnTo>
                  <a:lnTo>
                    <a:pt x="9346" y="60128"/>
                  </a:lnTo>
                  <a:lnTo>
                    <a:pt x="11647" y="65789"/>
                  </a:lnTo>
                  <a:lnTo>
                    <a:pt x="14155" y="71361"/>
                  </a:lnTo>
                  <a:lnTo>
                    <a:pt x="16864" y="76839"/>
                  </a:lnTo>
                  <a:lnTo>
                    <a:pt x="1653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72578" y="5018213"/>
              <a:ext cx="315619" cy="334325"/>
            </a:xfrm>
            <a:custGeom>
              <a:avLst/>
              <a:pathLst>
                <a:path w="315619" h="334325">
                  <a:moveTo>
                    <a:pt x="0" y="244006"/>
                  </a:moveTo>
                  <a:lnTo>
                    <a:pt x="2521" y="248694"/>
                  </a:lnTo>
                  <a:lnTo>
                    <a:pt x="5190" y="253298"/>
                  </a:lnTo>
                  <a:lnTo>
                    <a:pt x="8005" y="257816"/>
                  </a:lnTo>
                  <a:lnTo>
                    <a:pt x="10962" y="262241"/>
                  </a:lnTo>
                  <a:lnTo>
                    <a:pt x="14058" y="266570"/>
                  </a:lnTo>
                  <a:lnTo>
                    <a:pt x="17291" y="270799"/>
                  </a:lnTo>
                  <a:lnTo>
                    <a:pt x="20657" y="274922"/>
                  </a:lnTo>
                  <a:lnTo>
                    <a:pt x="24152" y="278936"/>
                  </a:lnTo>
                  <a:lnTo>
                    <a:pt x="27773" y="282837"/>
                  </a:lnTo>
                  <a:lnTo>
                    <a:pt x="31516" y="286620"/>
                  </a:lnTo>
                  <a:lnTo>
                    <a:pt x="35379" y="290282"/>
                  </a:lnTo>
                  <a:lnTo>
                    <a:pt x="39355" y="293820"/>
                  </a:lnTo>
                  <a:lnTo>
                    <a:pt x="43443" y="297229"/>
                  </a:lnTo>
                  <a:lnTo>
                    <a:pt x="47636" y="300507"/>
                  </a:lnTo>
                  <a:lnTo>
                    <a:pt x="51932" y="303649"/>
                  </a:lnTo>
                  <a:lnTo>
                    <a:pt x="56326" y="306652"/>
                  </a:lnTo>
                  <a:lnTo>
                    <a:pt x="60813" y="309515"/>
                  </a:lnTo>
                  <a:lnTo>
                    <a:pt x="65389" y="312233"/>
                  </a:lnTo>
                  <a:lnTo>
                    <a:pt x="70050" y="314804"/>
                  </a:lnTo>
                  <a:lnTo>
                    <a:pt x="74790" y="317225"/>
                  </a:lnTo>
                  <a:lnTo>
                    <a:pt x="79604" y="319495"/>
                  </a:lnTo>
                  <a:lnTo>
                    <a:pt x="84488" y="321610"/>
                  </a:lnTo>
                  <a:lnTo>
                    <a:pt x="89437" y="323568"/>
                  </a:lnTo>
                  <a:lnTo>
                    <a:pt x="94446" y="325368"/>
                  </a:lnTo>
                  <a:lnTo>
                    <a:pt x="99510" y="327007"/>
                  </a:lnTo>
                  <a:lnTo>
                    <a:pt x="104623" y="328484"/>
                  </a:lnTo>
                  <a:lnTo>
                    <a:pt x="109781" y="329798"/>
                  </a:lnTo>
                  <a:lnTo>
                    <a:pt x="114978" y="330947"/>
                  </a:lnTo>
                  <a:lnTo>
                    <a:pt x="120209" y="331930"/>
                  </a:lnTo>
                  <a:lnTo>
                    <a:pt x="125469" y="332746"/>
                  </a:lnTo>
                  <a:lnTo>
                    <a:pt x="130751" y="333394"/>
                  </a:lnTo>
                  <a:lnTo>
                    <a:pt x="136052" y="333873"/>
                  </a:lnTo>
                  <a:lnTo>
                    <a:pt x="141366" y="334184"/>
                  </a:lnTo>
                  <a:lnTo>
                    <a:pt x="146686" y="334325"/>
                  </a:lnTo>
                  <a:lnTo>
                    <a:pt x="152009" y="334297"/>
                  </a:lnTo>
                  <a:lnTo>
                    <a:pt x="157327" y="334099"/>
                  </a:lnTo>
                  <a:lnTo>
                    <a:pt x="162637" y="333732"/>
                  </a:lnTo>
                  <a:lnTo>
                    <a:pt x="167933" y="333196"/>
                  </a:lnTo>
                  <a:lnTo>
                    <a:pt x="173208" y="332492"/>
                  </a:lnTo>
                  <a:lnTo>
                    <a:pt x="178459" y="331621"/>
                  </a:lnTo>
                  <a:lnTo>
                    <a:pt x="183679" y="330582"/>
                  </a:lnTo>
                  <a:lnTo>
                    <a:pt x="188864" y="329378"/>
                  </a:lnTo>
                  <a:lnTo>
                    <a:pt x="194007" y="328010"/>
                  </a:lnTo>
                  <a:lnTo>
                    <a:pt x="199105" y="326478"/>
                  </a:lnTo>
                  <a:lnTo>
                    <a:pt x="204151" y="324785"/>
                  </a:lnTo>
                  <a:lnTo>
                    <a:pt x="209140" y="322933"/>
                  </a:lnTo>
                  <a:lnTo>
                    <a:pt x="214068" y="320922"/>
                  </a:lnTo>
                  <a:lnTo>
                    <a:pt x="218930" y="318755"/>
                  </a:lnTo>
                  <a:lnTo>
                    <a:pt x="223720" y="316435"/>
                  </a:lnTo>
                  <a:lnTo>
                    <a:pt x="228434" y="313964"/>
                  </a:lnTo>
                  <a:lnTo>
                    <a:pt x="233066" y="311343"/>
                  </a:lnTo>
                  <a:lnTo>
                    <a:pt x="237613" y="308577"/>
                  </a:lnTo>
                  <a:lnTo>
                    <a:pt x="242070" y="305667"/>
                  </a:lnTo>
                  <a:lnTo>
                    <a:pt x="246432" y="302617"/>
                  </a:lnTo>
                  <a:lnTo>
                    <a:pt x="250694" y="299429"/>
                  </a:lnTo>
                  <a:lnTo>
                    <a:pt x="254853" y="296107"/>
                  </a:lnTo>
                  <a:lnTo>
                    <a:pt x="258904" y="292655"/>
                  </a:lnTo>
                  <a:lnTo>
                    <a:pt x="262843" y="289075"/>
                  </a:lnTo>
                  <a:lnTo>
                    <a:pt x="266666" y="285372"/>
                  </a:lnTo>
                  <a:lnTo>
                    <a:pt x="270369" y="281549"/>
                  </a:lnTo>
                  <a:lnTo>
                    <a:pt x="273948" y="277610"/>
                  </a:lnTo>
                  <a:lnTo>
                    <a:pt x="277401" y="273559"/>
                  </a:lnTo>
                  <a:lnTo>
                    <a:pt x="280722" y="269401"/>
                  </a:lnTo>
                  <a:lnTo>
                    <a:pt x="283910" y="265138"/>
                  </a:lnTo>
                  <a:lnTo>
                    <a:pt x="286960" y="260776"/>
                  </a:lnTo>
                  <a:lnTo>
                    <a:pt x="289870" y="256320"/>
                  </a:lnTo>
                  <a:lnTo>
                    <a:pt x="292637" y="251773"/>
                  </a:lnTo>
                  <a:lnTo>
                    <a:pt x="295257" y="247140"/>
                  </a:lnTo>
                  <a:lnTo>
                    <a:pt x="297729" y="242426"/>
                  </a:lnTo>
                  <a:lnTo>
                    <a:pt x="300049" y="237636"/>
                  </a:lnTo>
                  <a:lnTo>
                    <a:pt x="302215" y="232775"/>
                  </a:lnTo>
                  <a:lnTo>
                    <a:pt x="304226" y="227847"/>
                  </a:lnTo>
                  <a:lnTo>
                    <a:pt x="306079" y="222857"/>
                  </a:lnTo>
                  <a:lnTo>
                    <a:pt x="307772" y="217811"/>
                  </a:lnTo>
                  <a:lnTo>
                    <a:pt x="309303" y="212714"/>
                  </a:lnTo>
                  <a:lnTo>
                    <a:pt x="310672" y="207570"/>
                  </a:lnTo>
                  <a:lnTo>
                    <a:pt x="311876" y="202386"/>
                  </a:lnTo>
                  <a:lnTo>
                    <a:pt x="312914" y="197165"/>
                  </a:lnTo>
                  <a:lnTo>
                    <a:pt x="313786" y="191915"/>
                  </a:lnTo>
                  <a:lnTo>
                    <a:pt x="314490" y="186639"/>
                  </a:lnTo>
                  <a:lnTo>
                    <a:pt x="315026" y="181344"/>
                  </a:lnTo>
                  <a:lnTo>
                    <a:pt x="315393" y="176034"/>
                  </a:lnTo>
                  <a:lnTo>
                    <a:pt x="315590" y="170715"/>
                  </a:lnTo>
                  <a:lnTo>
                    <a:pt x="315619" y="165393"/>
                  </a:lnTo>
                  <a:lnTo>
                    <a:pt x="315477" y="160072"/>
                  </a:lnTo>
                  <a:lnTo>
                    <a:pt x="315167" y="154759"/>
                  </a:lnTo>
                  <a:lnTo>
                    <a:pt x="314687" y="149458"/>
                  </a:lnTo>
                  <a:lnTo>
                    <a:pt x="314039" y="144175"/>
                  </a:lnTo>
                  <a:lnTo>
                    <a:pt x="313223" y="138916"/>
                  </a:lnTo>
                  <a:lnTo>
                    <a:pt x="312240" y="133685"/>
                  </a:lnTo>
                  <a:lnTo>
                    <a:pt x="311092" y="128488"/>
                  </a:lnTo>
                  <a:lnTo>
                    <a:pt x="309778" y="123330"/>
                  </a:lnTo>
                  <a:lnTo>
                    <a:pt x="308300" y="118217"/>
                  </a:lnTo>
                  <a:lnTo>
                    <a:pt x="306661" y="113153"/>
                  </a:lnTo>
                  <a:lnTo>
                    <a:pt x="304861" y="108144"/>
                  </a:lnTo>
                  <a:lnTo>
                    <a:pt x="302903" y="103195"/>
                  </a:lnTo>
                  <a:lnTo>
                    <a:pt x="300788" y="98310"/>
                  </a:lnTo>
                  <a:lnTo>
                    <a:pt x="298519" y="93496"/>
                  </a:lnTo>
                  <a:lnTo>
                    <a:pt x="296098" y="88756"/>
                  </a:lnTo>
                  <a:lnTo>
                    <a:pt x="293527" y="84096"/>
                  </a:lnTo>
                  <a:lnTo>
                    <a:pt x="290808" y="79520"/>
                  </a:lnTo>
                  <a:lnTo>
                    <a:pt x="287946" y="75033"/>
                  </a:lnTo>
                  <a:lnTo>
                    <a:pt x="284942" y="70639"/>
                  </a:lnTo>
                  <a:lnTo>
                    <a:pt x="281800" y="66343"/>
                  </a:lnTo>
                  <a:lnTo>
                    <a:pt x="278523" y="62149"/>
                  </a:lnTo>
                  <a:lnTo>
                    <a:pt x="275114" y="58062"/>
                  </a:lnTo>
                  <a:lnTo>
                    <a:pt x="271576" y="54085"/>
                  </a:lnTo>
                  <a:lnTo>
                    <a:pt x="267914" y="50223"/>
                  </a:lnTo>
                  <a:lnTo>
                    <a:pt x="264130" y="46479"/>
                  </a:lnTo>
                  <a:lnTo>
                    <a:pt x="260229" y="42858"/>
                  </a:lnTo>
                  <a:lnTo>
                    <a:pt x="256215" y="39363"/>
                  </a:lnTo>
                  <a:lnTo>
                    <a:pt x="252092" y="35997"/>
                  </a:lnTo>
                  <a:lnTo>
                    <a:pt x="247864" y="32765"/>
                  </a:lnTo>
                  <a:lnTo>
                    <a:pt x="243535" y="29668"/>
                  </a:lnTo>
                  <a:lnTo>
                    <a:pt x="239109" y="26711"/>
                  </a:lnTo>
                  <a:lnTo>
                    <a:pt x="234592" y="23897"/>
                  </a:lnTo>
                  <a:lnTo>
                    <a:pt x="229987" y="21227"/>
                  </a:lnTo>
                  <a:lnTo>
                    <a:pt x="225300" y="18706"/>
                  </a:lnTo>
                  <a:lnTo>
                    <a:pt x="220535" y="16335"/>
                  </a:lnTo>
                  <a:lnTo>
                    <a:pt x="215696" y="14117"/>
                  </a:lnTo>
                  <a:lnTo>
                    <a:pt x="210790" y="12054"/>
                  </a:lnTo>
                  <a:lnTo>
                    <a:pt x="205820" y="10148"/>
                  </a:lnTo>
                  <a:lnTo>
                    <a:pt x="200793" y="8402"/>
                  </a:lnTo>
                  <a:lnTo>
                    <a:pt x="195712" y="6816"/>
                  </a:lnTo>
                  <a:lnTo>
                    <a:pt x="190583" y="5394"/>
                  </a:lnTo>
                  <a:lnTo>
                    <a:pt x="185412" y="4135"/>
                  </a:lnTo>
                  <a:lnTo>
                    <a:pt x="180203" y="3041"/>
                  </a:lnTo>
                  <a:lnTo>
                    <a:pt x="174962" y="2113"/>
                  </a:lnTo>
                  <a:lnTo>
                    <a:pt x="169694" y="1353"/>
                  </a:lnTo>
                  <a:lnTo>
                    <a:pt x="164404" y="762"/>
                  </a:lnTo>
                  <a:lnTo>
                    <a:pt x="159099" y="338"/>
                  </a:lnTo>
                  <a:lnTo>
                    <a:pt x="153782" y="84"/>
                  </a:lnTo>
                  <a:lnTo>
                    <a:pt x="148460" y="0"/>
                  </a:lnTo>
                  <a:lnTo>
                    <a:pt x="1484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256082" y="4659281"/>
              <a:ext cx="167152" cy="332359"/>
            </a:xfrm>
            <a:custGeom>
              <a:avLst/>
              <a:pathLst>
                <a:path w="167152" h="332359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5" y="3030"/>
                  </a:lnTo>
                  <a:lnTo>
                    <a:pt x="130265" y="4120"/>
                  </a:lnTo>
                  <a:lnTo>
                    <a:pt x="125103" y="5374"/>
                  </a:lnTo>
                  <a:lnTo>
                    <a:pt x="119982" y="6792"/>
                  </a:lnTo>
                  <a:lnTo>
                    <a:pt x="114910" y="8372"/>
                  </a:lnTo>
                  <a:lnTo>
                    <a:pt x="109890" y="10113"/>
                  </a:lnTo>
                  <a:lnTo>
                    <a:pt x="104928" y="12012"/>
                  </a:lnTo>
                  <a:lnTo>
                    <a:pt x="100028" y="14068"/>
                  </a:lnTo>
                  <a:lnTo>
                    <a:pt x="95197" y="16278"/>
                  </a:lnTo>
                  <a:lnTo>
                    <a:pt x="90438" y="18641"/>
                  </a:lnTo>
                  <a:lnTo>
                    <a:pt x="85757" y="21154"/>
                  </a:lnTo>
                  <a:lnTo>
                    <a:pt x="81158" y="23814"/>
                  </a:lnTo>
                  <a:lnTo>
                    <a:pt x="76646" y="26619"/>
                  </a:lnTo>
                  <a:lnTo>
                    <a:pt x="72225" y="29567"/>
                  </a:lnTo>
                  <a:lnTo>
                    <a:pt x="67900" y="32653"/>
                  </a:lnTo>
                  <a:lnTo>
                    <a:pt x="63676" y="35875"/>
                  </a:lnTo>
                  <a:lnTo>
                    <a:pt x="59556" y="39229"/>
                  </a:lnTo>
                  <a:lnTo>
                    <a:pt x="55545" y="42713"/>
                  </a:lnTo>
                  <a:lnTo>
                    <a:pt x="51646" y="46323"/>
                  </a:lnTo>
                  <a:lnTo>
                    <a:pt x="47864" y="50054"/>
                  </a:lnTo>
                  <a:lnTo>
                    <a:pt x="44203" y="53904"/>
                  </a:lnTo>
                  <a:lnTo>
                    <a:pt x="40665" y="57869"/>
                  </a:lnTo>
                  <a:lnTo>
                    <a:pt x="37256" y="61944"/>
                  </a:lnTo>
                  <a:lnTo>
                    <a:pt x="33978" y="66125"/>
                  </a:lnTo>
                  <a:lnTo>
                    <a:pt x="30834" y="70408"/>
                  </a:lnTo>
                  <a:lnTo>
                    <a:pt x="27828" y="74789"/>
                  </a:lnTo>
                  <a:lnTo>
                    <a:pt x="24963" y="79263"/>
                  </a:lnTo>
                  <a:lnTo>
                    <a:pt x="22241" y="83826"/>
                  </a:lnTo>
                  <a:lnTo>
                    <a:pt x="19666" y="88473"/>
                  </a:lnTo>
                  <a:lnTo>
                    <a:pt x="17239" y="93200"/>
                  </a:lnTo>
                  <a:lnTo>
                    <a:pt x="14964" y="98001"/>
                  </a:lnTo>
                  <a:lnTo>
                    <a:pt x="12843" y="102872"/>
                  </a:lnTo>
                  <a:lnTo>
                    <a:pt x="10878" y="107808"/>
                  </a:lnTo>
                  <a:lnTo>
                    <a:pt x="9071" y="112805"/>
                  </a:lnTo>
                  <a:lnTo>
                    <a:pt x="7423" y="117856"/>
                  </a:lnTo>
                  <a:lnTo>
                    <a:pt x="5937" y="122957"/>
                  </a:lnTo>
                  <a:lnTo>
                    <a:pt x="4613" y="128102"/>
                  </a:lnTo>
                  <a:lnTo>
                    <a:pt x="3454" y="133287"/>
                  </a:lnTo>
                  <a:lnTo>
                    <a:pt x="2460" y="138506"/>
                  </a:lnTo>
                  <a:lnTo>
                    <a:pt x="1632" y="143754"/>
                  </a:lnTo>
                  <a:lnTo>
                    <a:pt x="972" y="149026"/>
                  </a:lnTo>
                  <a:lnTo>
                    <a:pt x="479" y="154316"/>
                  </a:lnTo>
                  <a:lnTo>
                    <a:pt x="155" y="159620"/>
                  </a:lnTo>
                  <a:lnTo>
                    <a:pt x="0" y="164930"/>
                  </a:lnTo>
                  <a:lnTo>
                    <a:pt x="13" y="170243"/>
                  </a:lnTo>
                  <a:lnTo>
                    <a:pt x="195" y="175553"/>
                  </a:lnTo>
                  <a:lnTo>
                    <a:pt x="546" y="180855"/>
                  </a:lnTo>
                  <a:lnTo>
                    <a:pt x="1065" y="186142"/>
                  </a:lnTo>
                  <a:lnTo>
                    <a:pt x="1752" y="191411"/>
                  </a:lnTo>
                  <a:lnTo>
                    <a:pt x="2606" y="196655"/>
                  </a:lnTo>
                  <a:lnTo>
                    <a:pt x="3626" y="201869"/>
                  </a:lnTo>
                  <a:lnTo>
                    <a:pt x="4811" y="207048"/>
                  </a:lnTo>
                  <a:lnTo>
                    <a:pt x="6161" y="212187"/>
                  </a:lnTo>
                  <a:lnTo>
                    <a:pt x="7673" y="217280"/>
                  </a:lnTo>
                  <a:lnTo>
                    <a:pt x="9346" y="222323"/>
                  </a:lnTo>
                  <a:lnTo>
                    <a:pt x="11178" y="227310"/>
                  </a:lnTo>
                  <a:lnTo>
                    <a:pt x="13168" y="232236"/>
                  </a:lnTo>
                  <a:lnTo>
                    <a:pt x="15314" y="237097"/>
                  </a:lnTo>
                  <a:lnTo>
                    <a:pt x="17613" y="241887"/>
                  </a:lnTo>
                  <a:lnTo>
                    <a:pt x="20063" y="246601"/>
                  </a:lnTo>
                  <a:lnTo>
                    <a:pt x="22662" y="251235"/>
                  </a:lnTo>
                  <a:lnTo>
                    <a:pt x="25406" y="255784"/>
                  </a:lnTo>
                  <a:lnTo>
                    <a:pt x="28294" y="260244"/>
                  </a:lnTo>
                  <a:lnTo>
                    <a:pt x="31322" y="264610"/>
                  </a:lnTo>
                  <a:lnTo>
                    <a:pt x="34487" y="268877"/>
                  </a:lnTo>
                  <a:lnTo>
                    <a:pt x="37786" y="273042"/>
                  </a:lnTo>
                  <a:lnTo>
                    <a:pt x="41216" y="277099"/>
                  </a:lnTo>
                  <a:lnTo>
                    <a:pt x="44773" y="281046"/>
                  </a:lnTo>
                  <a:lnTo>
                    <a:pt x="48454" y="284877"/>
                  </a:lnTo>
                  <a:lnTo>
                    <a:pt x="52255" y="288590"/>
                  </a:lnTo>
                  <a:lnTo>
                    <a:pt x="56171" y="292180"/>
                  </a:lnTo>
                  <a:lnTo>
                    <a:pt x="60200" y="295644"/>
                  </a:lnTo>
                  <a:lnTo>
                    <a:pt x="64337" y="298977"/>
                  </a:lnTo>
                  <a:lnTo>
                    <a:pt x="68578" y="302178"/>
                  </a:lnTo>
                  <a:lnTo>
                    <a:pt x="72918" y="305243"/>
                  </a:lnTo>
                  <a:lnTo>
                    <a:pt x="77353" y="308167"/>
                  </a:lnTo>
                  <a:lnTo>
                    <a:pt x="81879" y="310950"/>
                  </a:lnTo>
                  <a:lnTo>
                    <a:pt x="86492" y="313587"/>
                  </a:lnTo>
                  <a:lnTo>
                    <a:pt x="91186" y="316077"/>
                  </a:lnTo>
                  <a:lnTo>
                    <a:pt x="95956" y="318415"/>
                  </a:lnTo>
                  <a:lnTo>
                    <a:pt x="100799" y="320602"/>
                  </a:lnTo>
                  <a:lnTo>
                    <a:pt x="105708" y="322633"/>
                  </a:lnTo>
                  <a:lnTo>
                    <a:pt x="110679" y="324507"/>
                  </a:lnTo>
                  <a:lnTo>
                    <a:pt x="115708" y="326222"/>
                  </a:lnTo>
                  <a:lnTo>
                    <a:pt x="120789" y="327776"/>
                  </a:lnTo>
                  <a:lnTo>
                    <a:pt x="125916" y="329169"/>
                  </a:lnTo>
                  <a:lnTo>
                    <a:pt x="131085" y="330397"/>
                  </a:lnTo>
                  <a:lnTo>
                    <a:pt x="136290" y="331461"/>
                  </a:lnTo>
                  <a:lnTo>
                    <a:pt x="141527" y="33235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97610" y="4826449"/>
              <a:ext cx="25624" cy="165191"/>
            </a:xfrm>
            <a:custGeom>
              <a:avLst/>
              <a:pathLst>
                <a:path w="25624" h="165191">
                  <a:moveTo>
                    <a:pt x="0" y="165191"/>
                  </a:moveTo>
                  <a:lnTo>
                    <a:pt x="2562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97610" y="4826449"/>
              <a:ext cx="25624" cy="165191"/>
            </a:xfrm>
            <a:custGeom>
              <a:avLst/>
              <a:pathLst>
                <a:path w="25624" h="165191">
                  <a:moveTo>
                    <a:pt x="0" y="165191"/>
                  </a:moveTo>
                  <a:lnTo>
                    <a:pt x="2562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397610" y="4826449"/>
              <a:ext cx="103251" cy="167151"/>
            </a:xfrm>
            <a:custGeom>
              <a:avLst/>
              <a:pathLst>
                <a:path w="103251" h="167151">
                  <a:moveTo>
                    <a:pt x="0" y="165191"/>
                  </a:moveTo>
                  <a:lnTo>
                    <a:pt x="5549" y="165957"/>
                  </a:lnTo>
                  <a:lnTo>
                    <a:pt x="11122" y="166537"/>
                  </a:lnTo>
                  <a:lnTo>
                    <a:pt x="16711" y="166929"/>
                  </a:lnTo>
                  <a:lnTo>
                    <a:pt x="22310" y="167134"/>
                  </a:lnTo>
                  <a:lnTo>
                    <a:pt x="27912" y="167151"/>
                  </a:lnTo>
                  <a:lnTo>
                    <a:pt x="33512" y="166981"/>
                  </a:lnTo>
                  <a:lnTo>
                    <a:pt x="39103" y="166623"/>
                  </a:lnTo>
                  <a:lnTo>
                    <a:pt x="44679" y="166077"/>
                  </a:lnTo>
                  <a:lnTo>
                    <a:pt x="50234" y="165346"/>
                  </a:lnTo>
                  <a:lnTo>
                    <a:pt x="55761" y="164428"/>
                  </a:lnTo>
                  <a:lnTo>
                    <a:pt x="61254" y="163326"/>
                  </a:lnTo>
                  <a:lnTo>
                    <a:pt x="66707" y="162040"/>
                  </a:lnTo>
                  <a:lnTo>
                    <a:pt x="72114" y="160573"/>
                  </a:lnTo>
                  <a:lnTo>
                    <a:pt x="77468" y="158924"/>
                  </a:lnTo>
                  <a:lnTo>
                    <a:pt x="82765" y="157098"/>
                  </a:lnTo>
                  <a:lnTo>
                    <a:pt x="87997" y="155095"/>
                  </a:lnTo>
                  <a:lnTo>
                    <a:pt x="93159" y="152918"/>
                  </a:lnTo>
                  <a:lnTo>
                    <a:pt x="98246" y="150569"/>
                  </a:lnTo>
                  <a:lnTo>
                    <a:pt x="103251" y="148051"/>
                  </a:lnTo>
                  <a:lnTo>
                    <a:pt x="2562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167167" cy="315218"/>
            </a:xfrm>
            <a:custGeom>
              <a:avLst/>
              <a:pathLst>
                <a:path w="167167" h="315218">
                  <a:moveTo>
                    <a:pt x="77626" y="315218"/>
                  </a:moveTo>
                  <a:lnTo>
                    <a:pt x="82327" y="312656"/>
                  </a:lnTo>
                  <a:lnTo>
                    <a:pt x="86945" y="309945"/>
                  </a:lnTo>
                  <a:lnTo>
                    <a:pt x="91473" y="307087"/>
                  </a:lnTo>
                  <a:lnTo>
                    <a:pt x="95907" y="304085"/>
                  </a:lnTo>
                  <a:lnTo>
                    <a:pt x="100243" y="300944"/>
                  </a:lnTo>
                  <a:lnTo>
                    <a:pt x="104476" y="297665"/>
                  </a:lnTo>
                  <a:lnTo>
                    <a:pt x="108602" y="294252"/>
                  </a:lnTo>
                  <a:lnTo>
                    <a:pt x="112616" y="290708"/>
                  </a:lnTo>
                  <a:lnTo>
                    <a:pt x="116515" y="287038"/>
                  </a:lnTo>
                  <a:lnTo>
                    <a:pt x="120294" y="283245"/>
                  </a:lnTo>
                  <a:lnTo>
                    <a:pt x="123950" y="279333"/>
                  </a:lnTo>
                  <a:lnTo>
                    <a:pt x="127479" y="275305"/>
                  </a:lnTo>
                  <a:lnTo>
                    <a:pt x="130877" y="271167"/>
                  </a:lnTo>
                  <a:lnTo>
                    <a:pt x="134141" y="266922"/>
                  </a:lnTo>
                  <a:lnTo>
                    <a:pt x="137267" y="262575"/>
                  </a:lnTo>
                  <a:lnTo>
                    <a:pt x="140252" y="258130"/>
                  </a:lnTo>
                  <a:lnTo>
                    <a:pt x="143093" y="253591"/>
                  </a:lnTo>
                  <a:lnTo>
                    <a:pt x="145788" y="248964"/>
                  </a:lnTo>
                  <a:lnTo>
                    <a:pt x="148333" y="244253"/>
                  </a:lnTo>
                  <a:lnTo>
                    <a:pt x="150725" y="239463"/>
                  </a:lnTo>
                  <a:lnTo>
                    <a:pt x="152963" y="234598"/>
                  </a:lnTo>
                  <a:lnTo>
                    <a:pt x="155044" y="229665"/>
                  </a:lnTo>
                  <a:lnTo>
                    <a:pt x="156967" y="224667"/>
                  </a:lnTo>
                  <a:lnTo>
                    <a:pt x="158728" y="219611"/>
                  </a:lnTo>
                  <a:lnTo>
                    <a:pt x="160326" y="214500"/>
                  </a:lnTo>
                  <a:lnTo>
                    <a:pt x="161759" y="209341"/>
                  </a:lnTo>
                  <a:lnTo>
                    <a:pt x="163027" y="204139"/>
                  </a:lnTo>
                  <a:lnTo>
                    <a:pt x="164128" y="198899"/>
                  </a:lnTo>
                  <a:lnTo>
                    <a:pt x="165060" y="193626"/>
                  </a:lnTo>
                  <a:lnTo>
                    <a:pt x="165822" y="188326"/>
                  </a:lnTo>
                  <a:lnTo>
                    <a:pt x="166415" y="183004"/>
                  </a:lnTo>
                  <a:lnTo>
                    <a:pt x="166837" y="177666"/>
                  </a:lnTo>
                  <a:lnTo>
                    <a:pt x="167088" y="172318"/>
                  </a:lnTo>
                  <a:lnTo>
                    <a:pt x="167167" y="166964"/>
                  </a:lnTo>
                  <a:lnTo>
                    <a:pt x="167075" y="161610"/>
                  </a:lnTo>
                  <a:lnTo>
                    <a:pt x="166811" y="156262"/>
                  </a:lnTo>
                  <a:lnTo>
                    <a:pt x="166376" y="150925"/>
                  </a:lnTo>
                  <a:lnTo>
                    <a:pt x="165771" y="145605"/>
                  </a:lnTo>
                  <a:lnTo>
                    <a:pt x="164995" y="140307"/>
                  </a:lnTo>
                  <a:lnTo>
                    <a:pt x="164050" y="135037"/>
                  </a:lnTo>
                  <a:lnTo>
                    <a:pt x="162937" y="129799"/>
                  </a:lnTo>
                  <a:lnTo>
                    <a:pt x="161657" y="124600"/>
                  </a:lnTo>
                  <a:lnTo>
                    <a:pt x="160210" y="119444"/>
                  </a:lnTo>
                  <a:lnTo>
                    <a:pt x="158600" y="114338"/>
                  </a:lnTo>
                  <a:lnTo>
                    <a:pt x="156826" y="109285"/>
                  </a:lnTo>
                  <a:lnTo>
                    <a:pt x="154892" y="104292"/>
                  </a:lnTo>
                  <a:lnTo>
                    <a:pt x="152799" y="99364"/>
                  </a:lnTo>
                  <a:lnTo>
                    <a:pt x="150549" y="94505"/>
                  </a:lnTo>
                  <a:lnTo>
                    <a:pt x="148145" y="89721"/>
                  </a:lnTo>
                  <a:lnTo>
                    <a:pt x="145588" y="85016"/>
                  </a:lnTo>
                  <a:lnTo>
                    <a:pt x="142883" y="80395"/>
                  </a:lnTo>
                  <a:lnTo>
                    <a:pt x="140030" y="75864"/>
                  </a:lnTo>
                  <a:lnTo>
                    <a:pt x="137034" y="71426"/>
                  </a:lnTo>
                  <a:lnTo>
                    <a:pt x="133898" y="67086"/>
                  </a:lnTo>
                  <a:lnTo>
                    <a:pt x="130624" y="62849"/>
                  </a:lnTo>
                  <a:lnTo>
                    <a:pt x="127216" y="58719"/>
                  </a:lnTo>
                  <a:lnTo>
                    <a:pt x="123677" y="54700"/>
                  </a:lnTo>
                  <a:lnTo>
                    <a:pt x="120012" y="50797"/>
                  </a:lnTo>
                  <a:lnTo>
                    <a:pt x="116224" y="47013"/>
                  </a:lnTo>
                  <a:lnTo>
                    <a:pt x="112316" y="43352"/>
                  </a:lnTo>
                  <a:lnTo>
                    <a:pt x="108293" y="39819"/>
                  </a:lnTo>
                  <a:lnTo>
                    <a:pt x="104159" y="36416"/>
                  </a:lnTo>
                  <a:lnTo>
                    <a:pt x="99918" y="33147"/>
                  </a:lnTo>
                  <a:lnTo>
                    <a:pt x="95574" y="30016"/>
                  </a:lnTo>
                  <a:lnTo>
                    <a:pt x="91133" y="27025"/>
                  </a:lnTo>
                  <a:lnTo>
                    <a:pt x="86598" y="24178"/>
                  </a:lnTo>
                  <a:lnTo>
                    <a:pt x="81974" y="21478"/>
                  </a:lnTo>
                  <a:lnTo>
                    <a:pt x="77266" y="18928"/>
                  </a:lnTo>
                  <a:lnTo>
                    <a:pt x="72478" y="16529"/>
                  </a:lnTo>
                  <a:lnTo>
                    <a:pt x="67617" y="14285"/>
                  </a:lnTo>
                  <a:lnTo>
                    <a:pt x="62686" y="12198"/>
                  </a:lnTo>
                  <a:lnTo>
                    <a:pt x="57691" y="10270"/>
                  </a:lnTo>
                  <a:lnTo>
                    <a:pt x="52636" y="8503"/>
                  </a:lnTo>
                  <a:lnTo>
                    <a:pt x="47527" y="6898"/>
                  </a:lnTo>
                  <a:lnTo>
                    <a:pt x="42370" y="5458"/>
                  </a:lnTo>
                  <a:lnTo>
                    <a:pt x="37169" y="4184"/>
                  </a:lnTo>
                  <a:lnTo>
                    <a:pt x="31931" y="3077"/>
                  </a:lnTo>
                  <a:lnTo>
                    <a:pt x="26659" y="2139"/>
                  </a:lnTo>
                  <a:lnTo>
                    <a:pt x="21360" y="1370"/>
                  </a:lnTo>
                  <a:lnTo>
                    <a:pt x="16039" y="771"/>
                  </a:lnTo>
                  <a:lnTo>
                    <a:pt x="10702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561307" y="4213821"/>
              <a:ext cx="260773" cy="334322"/>
            </a:xfrm>
            <a:custGeom>
              <a:avLst/>
              <a:pathLst>
                <a:path w="260773" h="334322">
                  <a:moveTo>
                    <a:pt x="167164" y="0"/>
                  </a:moveTo>
                  <a:lnTo>
                    <a:pt x="161827" y="85"/>
                  </a:lnTo>
                  <a:lnTo>
                    <a:pt x="156495" y="340"/>
                  </a:lnTo>
                  <a:lnTo>
                    <a:pt x="151175" y="766"/>
                  </a:lnTo>
                  <a:lnTo>
                    <a:pt x="145870" y="1361"/>
                  </a:lnTo>
                  <a:lnTo>
                    <a:pt x="140588" y="2126"/>
                  </a:lnTo>
                  <a:lnTo>
                    <a:pt x="135332" y="3058"/>
                  </a:lnTo>
                  <a:lnTo>
                    <a:pt x="130109" y="4158"/>
                  </a:lnTo>
                  <a:lnTo>
                    <a:pt x="124924" y="5424"/>
                  </a:lnTo>
                  <a:lnTo>
                    <a:pt x="119782" y="6855"/>
                  </a:lnTo>
                  <a:lnTo>
                    <a:pt x="114688" y="8450"/>
                  </a:lnTo>
                  <a:lnTo>
                    <a:pt x="109647" y="10206"/>
                  </a:lnTo>
                  <a:lnTo>
                    <a:pt x="104665" y="12122"/>
                  </a:lnTo>
                  <a:lnTo>
                    <a:pt x="99747" y="14196"/>
                  </a:lnTo>
                  <a:lnTo>
                    <a:pt x="94898" y="16427"/>
                  </a:lnTo>
                  <a:lnTo>
                    <a:pt x="90122" y="18811"/>
                  </a:lnTo>
                  <a:lnTo>
                    <a:pt x="85425" y="21346"/>
                  </a:lnTo>
                  <a:lnTo>
                    <a:pt x="80812" y="24030"/>
                  </a:lnTo>
                  <a:lnTo>
                    <a:pt x="76286" y="26860"/>
                  </a:lnTo>
                  <a:lnTo>
                    <a:pt x="71853" y="29832"/>
                  </a:lnTo>
                  <a:lnTo>
                    <a:pt x="67517" y="32945"/>
                  </a:lnTo>
                  <a:lnTo>
                    <a:pt x="63282" y="36195"/>
                  </a:lnTo>
                  <a:lnTo>
                    <a:pt x="59154" y="39578"/>
                  </a:lnTo>
                  <a:lnTo>
                    <a:pt x="55136" y="43092"/>
                  </a:lnTo>
                  <a:lnTo>
                    <a:pt x="51232" y="46732"/>
                  </a:lnTo>
                  <a:lnTo>
                    <a:pt x="47446" y="50494"/>
                  </a:lnTo>
                  <a:lnTo>
                    <a:pt x="43782" y="54376"/>
                  </a:lnTo>
                  <a:lnTo>
                    <a:pt x="40244" y="58372"/>
                  </a:lnTo>
                  <a:lnTo>
                    <a:pt x="36835" y="62480"/>
                  </a:lnTo>
                  <a:lnTo>
                    <a:pt x="33559" y="66694"/>
                  </a:lnTo>
                  <a:lnTo>
                    <a:pt x="30420" y="71011"/>
                  </a:lnTo>
                  <a:lnTo>
                    <a:pt x="27420" y="75425"/>
                  </a:lnTo>
                  <a:lnTo>
                    <a:pt x="24562" y="79933"/>
                  </a:lnTo>
                  <a:lnTo>
                    <a:pt x="21850" y="84531"/>
                  </a:lnTo>
                  <a:lnTo>
                    <a:pt x="19286" y="89212"/>
                  </a:lnTo>
                  <a:lnTo>
                    <a:pt x="16872" y="93973"/>
                  </a:lnTo>
                  <a:lnTo>
                    <a:pt x="14612" y="98808"/>
                  </a:lnTo>
                  <a:lnTo>
                    <a:pt x="12507" y="103713"/>
                  </a:lnTo>
                  <a:lnTo>
                    <a:pt x="10560" y="108683"/>
                  </a:lnTo>
                  <a:lnTo>
                    <a:pt x="8773" y="113713"/>
                  </a:lnTo>
                  <a:lnTo>
                    <a:pt x="7147" y="118797"/>
                  </a:lnTo>
                  <a:lnTo>
                    <a:pt x="5685" y="123930"/>
                  </a:lnTo>
                  <a:lnTo>
                    <a:pt x="4387" y="129108"/>
                  </a:lnTo>
                  <a:lnTo>
                    <a:pt x="3254" y="134324"/>
                  </a:lnTo>
                  <a:lnTo>
                    <a:pt x="2289" y="139573"/>
                  </a:lnTo>
                  <a:lnTo>
                    <a:pt x="1493" y="144851"/>
                  </a:lnTo>
                  <a:lnTo>
                    <a:pt x="865" y="150152"/>
                  </a:lnTo>
                  <a:lnTo>
                    <a:pt x="406" y="155470"/>
                  </a:lnTo>
                  <a:lnTo>
                    <a:pt x="118" y="160799"/>
                  </a:lnTo>
                  <a:lnTo>
                    <a:pt x="0" y="166136"/>
                  </a:lnTo>
                  <a:lnTo>
                    <a:pt x="52" y="171473"/>
                  </a:lnTo>
                  <a:lnTo>
                    <a:pt x="274" y="176806"/>
                  </a:lnTo>
                  <a:lnTo>
                    <a:pt x="667" y="182129"/>
                  </a:lnTo>
                  <a:lnTo>
                    <a:pt x="1230" y="187437"/>
                  </a:lnTo>
                  <a:lnTo>
                    <a:pt x="1962" y="192724"/>
                  </a:lnTo>
                  <a:lnTo>
                    <a:pt x="2862" y="197986"/>
                  </a:lnTo>
                  <a:lnTo>
                    <a:pt x="3929" y="203215"/>
                  </a:lnTo>
                  <a:lnTo>
                    <a:pt x="5163" y="208408"/>
                  </a:lnTo>
                  <a:lnTo>
                    <a:pt x="6563" y="213559"/>
                  </a:lnTo>
                  <a:lnTo>
                    <a:pt x="8126" y="218663"/>
                  </a:lnTo>
                  <a:lnTo>
                    <a:pt x="9851" y="223714"/>
                  </a:lnTo>
                  <a:lnTo>
                    <a:pt x="11736" y="228708"/>
                  </a:lnTo>
                  <a:lnTo>
                    <a:pt x="13780" y="233638"/>
                  </a:lnTo>
                  <a:lnTo>
                    <a:pt x="15981" y="238501"/>
                  </a:lnTo>
                  <a:lnTo>
                    <a:pt x="18335" y="243292"/>
                  </a:lnTo>
                  <a:lnTo>
                    <a:pt x="20841" y="248004"/>
                  </a:lnTo>
                  <a:lnTo>
                    <a:pt x="23497" y="252635"/>
                  </a:lnTo>
                  <a:lnTo>
                    <a:pt x="26299" y="257178"/>
                  </a:lnTo>
                  <a:lnTo>
                    <a:pt x="29244" y="261629"/>
                  </a:lnTo>
                  <a:lnTo>
                    <a:pt x="32330" y="265984"/>
                  </a:lnTo>
                  <a:lnTo>
                    <a:pt x="35554" y="270238"/>
                  </a:lnTo>
                  <a:lnTo>
                    <a:pt x="38911" y="274388"/>
                  </a:lnTo>
                  <a:lnTo>
                    <a:pt x="42400" y="278427"/>
                  </a:lnTo>
                  <a:lnTo>
                    <a:pt x="46015" y="282354"/>
                  </a:lnTo>
                  <a:lnTo>
                    <a:pt x="49755" y="286163"/>
                  </a:lnTo>
                  <a:lnTo>
                    <a:pt x="53614" y="289851"/>
                  </a:lnTo>
                  <a:lnTo>
                    <a:pt x="57588" y="293413"/>
                  </a:lnTo>
                  <a:lnTo>
                    <a:pt x="61675" y="296847"/>
                  </a:lnTo>
                  <a:lnTo>
                    <a:pt x="65869" y="300149"/>
                  </a:lnTo>
                  <a:lnTo>
                    <a:pt x="70166" y="303315"/>
                  </a:lnTo>
                  <a:lnTo>
                    <a:pt x="74562" y="306342"/>
                  </a:lnTo>
                  <a:lnTo>
                    <a:pt x="79052" y="309228"/>
                  </a:lnTo>
                  <a:lnTo>
                    <a:pt x="83633" y="311969"/>
                  </a:lnTo>
                  <a:lnTo>
                    <a:pt x="88298" y="314561"/>
                  </a:lnTo>
                  <a:lnTo>
                    <a:pt x="93044" y="317004"/>
                  </a:lnTo>
                  <a:lnTo>
                    <a:pt x="97865" y="319294"/>
                  </a:lnTo>
                  <a:lnTo>
                    <a:pt x="102757" y="321429"/>
                  </a:lnTo>
                  <a:lnTo>
                    <a:pt x="107715" y="323407"/>
                  </a:lnTo>
                  <a:lnTo>
                    <a:pt x="112734" y="325225"/>
                  </a:lnTo>
                  <a:lnTo>
                    <a:pt x="117807" y="326882"/>
                  </a:lnTo>
                  <a:lnTo>
                    <a:pt x="122932" y="328376"/>
                  </a:lnTo>
                  <a:lnTo>
                    <a:pt x="128101" y="329706"/>
                  </a:lnTo>
                  <a:lnTo>
                    <a:pt x="133310" y="330871"/>
                  </a:lnTo>
                  <a:lnTo>
                    <a:pt x="138554" y="331868"/>
                  </a:lnTo>
                  <a:lnTo>
                    <a:pt x="143826" y="332697"/>
                  </a:lnTo>
                  <a:lnTo>
                    <a:pt x="149123" y="333358"/>
                  </a:lnTo>
                  <a:lnTo>
                    <a:pt x="154438" y="333849"/>
                  </a:lnTo>
                  <a:lnTo>
                    <a:pt x="159766" y="334171"/>
                  </a:lnTo>
                  <a:lnTo>
                    <a:pt x="165101" y="334322"/>
                  </a:lnTo>
                  <a:lnTo>
                    <a:pt x="170439" y="334302"/>
                  </a:lnTo>
                  <a:lnTo>
                    <a:pt x="175773" y="334113"/>
                  </a:lnTo>
                  <a:lnTo>
                    <a:pt x="181099" y="333753"/>
                  </a:lnTo>
                  <a:lnTo>
                    <a:pt x="186410" y="333223"/>
                  </a:lnTo>
                  <a:lnTo>
                    <a:pt x="191702" y="332524"/>
                  </a:lnTo>
                  <a:lnTo>
                    <a:pt x="196968" y="331656"/>
                  </a:lnTo>
                  <a:lnTo>
                    <a:pt x="202205" y="330621"/>
                  </a:lnTo>
                  <a:lnTo>
                    <a:pt x="207405" y="329419"/>
                  </a:lnTo>
                  <a:lnTo>
                    <a:pt x="212565" y="328051"/>
                  </a:lnTo>
                  <a:lnTo>
                    <a:pt x="217678" y="326520"/>
                  </a:lnTo>
                  <a:lnTo>
                    <a:pt x="222739" y="324826"/>
                  </a:lnTo>
                  <a:lnTo>
                    <a:pt x="227745" y="322971"/>
                  </a:lnTo>
                  <a:lnTo>
                    <a:pt x="232688" y="320958"/>
                  </a:lnTo>
                  <a:lnTo>
                    <a:pt x="237564" y="318787"/>
                  </a:lnTo>
                  <a:lnTo>
                    <a:pt x="242369" y="316462"/>
                  </a:lnTo>
                  <a:lnTo>
                    <a:pt x="247097" y="313985"/>
                  </a:lnTo>
                  <a:lnTo>
                    <a:pt x="251744" y="311359"/>
                  </a:lnTo>
                  <a:lnTo>
                    <a:pt x="256304" y="308585"/>
                  </a:lnTo>
                  <a:lnTo>
                    <a:pt x="260773" y="30566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380988"/>
              <a:ext cx="93609" cy="138499"/>
            </a:xfrm>
            <a:custGeom>
              <a:avLst/>
              <a:pathLst>
                <a:path w="93609" h="138499">
                  <a:moveTo>
                    <a:pt x="93609" y="13849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380988"/>
              <a:ext cx="160842" cy="138499"/>
            </a:xfrm>
            <a:custGeom>
              <a:avLst/>
              <a:pathLst>
                <a:path w="160842" h="138499">
                  <a:moveTo>
                    <a:pt x="93609" y="138499"/>
                  </a:moveTo>
                  <a:lnTo>
                    <a:pt x="98176" y="135300"/>
                  </a:lnTo>
                  <a:lnTo>
                    <a:pt x="102634" y="131951"/>
                  </a:lnTo>
                  <a:lnTo>
                    <a:pt x="106977" y="128455"/>
                  </a:lnTo>
                  <a:lnTo>
                    <a:pt x="111202" y="124815"/>
                  </a:lnTo>
                  <a:lnTo>
                    <a:pt x="115303" y="121037"/>
                  </a:lnTo>
                  <a:lnTo>
                    <a:pt x="119275" y="117125"/>
                  </a:lnTo>
                  <a:lnTo>
                    <a:pt x="123115" y="113081"/>
                  </a:lnTo>
                  <a:lnTo>
                    <a:pt x="126818" y="108913"/>
                  </a:lnTo>
                  <a:lnTo>
                    <a:pt x="130380" y="104623"/>
                  </a:lnTo>
                  <a:lnTo>
                    <a:pt x="133796" y="100216"/>
                  </a:lnTo>
                  <a:lnTo>
                    <a:pt x="137064" y="95698"/>
                  </a:lnTo>
                  <a:lnTo>
                    <a:pt x="140180" y="91074"/>
                  </a:lnTo>
                  <a:lnTo>
                    <a:pt x="143139" y="86348"/>
                  </a:lnTo>
                  <a:lnTo>
                    <a:pt x="145939" y="81526"/>
                  </a:lnTo>
                  <a:lnTo>
                    <a:pt x="148577" y="76614"/>
                  </a:lnTo>
                  <a:lnTo>
                    <a:pt x="151049" y="71616"/>
                  </a:lnTo>
                  <a:lnTo>
                    <a:pt x="153354" y="66539"/>
                  </a:lnTo>
                  <a:lnTo>
                    <a:pt x="155487" y="61387"/>
                  </a:lnTo>
                  <a:lnTo>
                    <a:pt x="157448" y="56167"/>
                  </a:lnTo>
                  <a:lnTo>
                    <a:pt x="159234" y="50885"/>
                  </a:lnTo>
                  <a:lnTo>
                    <a:pt x="160842" y="4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167146" cy="212714"/>
            </a:xfrm>
            <a:custGeom>
              <a:avLst/>
              <a:pathLst>
                <a:path w="167146" h="212714">
                  <a:moveTo>
                    <a:pt x="160842" y="212714"/>
                  </a:moveTo>
                  <a:lnTo>
                    <a:pt x="162233" y="207480"/>
                  </a:lnTo>
                  <a:lnTo>
                    <a:pt x="163454" y="202203"/>
                  </a:lnTo>
                  <a:lnTo>
                    <a:pt x="164503" y="196890"/>
                  </a:lnTo>
                  <a:lnTo>
                    <a:pt x="165380" y="191545"/>
                  </a:lnTo>
                  <a:lnTo>
                    <a:pt x="166083" y="186175"/>
                  </a:lnTo>
                  <a:lnTo>
                    <a:pt x="166611" y="180785"/>
                  </a:lnTo>
                  <a:lnTo>
                    <a:pt x="166965" y="175381"/>
                  </a:lnTo>
                  <a:lnTo>
                    <a:pt x="167143" y="169968"/>
                  </a:lnTo>
                  <a:lnTo>
                    <a:pt x="167146" y="164552"/>
                  </a:lnTo>
                  <a:lnTo>
                    <a:pt x="166974" y="159139"/>
                  </a:lnTo>
                  <a:lnTo>
                    <a:pt x="166626" y="153735"/>
                  </a:lnTo>
                  <a:lnTo>
                    <a:pt x="166104" y="148344"/>
                  </a:lnTo>
                  <a:lnTo>
                    <a:pt x="165407" y="142973"/>
                  </a:lnTo>
                  <a:lnTo>
                    <a:pt x="164536" y="137628"/>
                  </a:lnTo>
                  <a:lnTo>
                    <a:pt x="163493" y="132313"/>
                  </a:lnTo>
                  <a:lnTo>
                    <a:pt x="162278" y="127036"/>
                  </a:lnTo>
                  <a:lnTo>
                    <a:pt x="160893" y="121800"/>
                  </a:lnTo>
                  <a:lnTo>
                    <a:pt x="159339" y="116612"/>
                  </a:lnTo>
                  <a:lnTo>
                    <a:pt x="157618" y="111477"/>
                  </a:lnTo>
                  <a:lnTo>
                    <a:pt x="155731" y="106400"/>
                  </a:lnTo>
                  <a:lnTo>
                    <a:pt x="153681" y="101387"/>
                  </a:lnTo>
                  <a:lnTo>
                    <a:pt x="151470" y="96444"/>
                  </a:lnTo>
                  <a:lnTo>
                    <a:pt x="149099" y="91574"/>
                  </a:lnTo>
                  <a:lnTo>
                    <a:pt x="146572" y="86784"/>
                  </a:lnTo>
                  <a:lnTo>
                    <a:pt x="143891" y="82078"/>
                  </a:lnTo>
                  <a:lnTo>
                    <a:pt x="141060" y="77462"/>
                  </a:lnTo>
                  <a:lnTo>
                    <a:pt x="138080" y="72939"/>
                  </a:lnTo>
                  <a:lnTo>
                    <a:pt x="134955" y="68516"/>
                  </a:lnTo>
                  <a:lnTo>
                    <a:pt x="131688" y="64196"/>
                  </a:lnTo>
                  <a:lnTo>
                    <a:pt x="128284" y="59984"/>
                  </a:lnTo>
                  <a:lnTo>
                    <a:pt x="124744" y="55885"/>
                  </a:lnTo>
                  <a:lnTo>
                    <a:pt x="121074" y="51902"/>
                  </a:lnTo>
                  <a:lnTo>
                    <a:pt x="117277" y="48041"/>
                  </a:lnTo>
                  <a:lnTo>
                    <a:pt x="113356" y="44304"/>
                  </a:lnTo>
                  <a:lnTo>
                    <a:pt x="109317" y="40697"/>
                  </a:lnTo>
                  <a:lnTo>
                    <a:pt x="105163" y="37222"/>
                  </a:lnTo>
                  <a:lnTo>
                    <a:pt x="100898" y="33884"/>
                  </a:lnTo>
                  <a:lnTo>
                    <a:pt x="96528" y="30685"/>
                  </a:lnTo>
                  <a:lnTo>
                    <a:pt x="92056" y="27630"/>
                  </a:lnTo>
                  <a:lnTo>
                    <a:pt x="87488" y="24721"/>
                  </a:lnTo>
                  <a:lnTo>
                    <a:pt x="82827" y="21962"/>
                  </a:lnTo>
                  <a:lnTo>
                    <a:pt x="78080" y="19355"/>
                  </a:lnTo>
                  <a:lnTo>
                    <a:pt x="73251" y="16903"/>
                  </a:lnTo>
                  <a:lnTo>
                    <a:pt x="68345" y="14609"/>
                  </a:lnTo>
                  <a:lnTo>
                    <a:pt x="63367" y="12475"/>
                  </a:lnTo>
                  <a:lnTo>
                    <a:pt x="58323" y="10504"/>
                  </a:lnTo>
                  <a:lnTo>
                    <a:pt x="53218" y="8697"/>
                  </a:lnTo>
                  <a:lnTo>
                    <a:pt x="48056" y="7056"/>
                  </a:lnTo>
                  <a:lnTo>
                    <a:pt x="42845" y="5583"/>
                  </a:lnTo>
                  <a:lnTo>
                    <a:pt x="37588" y="4280"/>
                  </a:lnTo>
                  <a:lnTo>
                    <a:pt x="32292" y="3148"/>
                  </a:lnTo>
                  <a:lnTo>
                    <a:pt x="26962" y="2188"/>
                  </a:lnTo>
                  <a:lnTo>
                    <a:pt x="21603" y="1401"/>
                  </a:lnTo>
                  <a:lnTo>
                    <a:pt x="16222" y="789"/>
                  </a:lnTo>
                  <a:lnTo>
                    <a:pt x="10824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751850" y="3707720"/>
              <a:ext cx="284737" cy="334316"/>
            </a:xfrm>
            <a:custGeom>
              <a:avLst/>
              <a:pathLst>
                <a:path w="284737" h="334316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6" y="764"/>
                  </a:lnTo>
                  <a:lnTo>
                    <a:pt x="145899" y="1357"/>
                  </a:lnTo>
                  <a:lnTo>
                    <a:pt x="140624" y="2119"/>
                  </a:lnTo>
                  <a:lnTo>
                    <a:pt x="135376" y="3049"/>
                  </a:lnTo>
                  <a:lnTo>
                    <a:pt x="130161" y="4146"/>
                  </a:lnTo>
                  <a:lnTo>
                    <a:pt x="124983" y="5408"/>
                  </a:lnTo>
                  <a:lnTo>
                    <a:pt x="119847" y="6835"/>
                  </a:lnTo>
                  <a:lnTo>
                    <a:pt x="114760" y="8425"/>
                  </a:lnTo>
                  <a:lnTo>
                    <a:pt x="109727" y="10176"/>
                  </a:lnTo>
                  <a:lnTo>
                    <a:pt x="104751" y="12086"/>
                  </a:lnTo>
                  <a:lnTo>
                    <a:pt x="99839" y="14155"/>
                  </a:lnTo>
                  <a:lnTo>
                    <a:pt x="94996" y="16379"/>
                  </a:lnTo>
                  <a:lnTo>
                    <a:pt x="90225" y="18756"/>
                  </a:lnTo>
                  <a:lnTo>
                    <a:pt x="85533" y="21284"/>
                  </a:lnTo>
                  <a:lnTo>
                    <a:pt x="80924" y="23960"/>
                  </a:lnTo>
                  <a:lnTo>
                    <a:pt x="76403" y="26782"/>
                  </a:lnTo>
                  <a:lnTo>
                    <a:pt x="71974" y="29746"/>
                  </a:lnTo>
                  <a:lnTo>
                    <a:pt x="67642" y="32851"/>
                  </a:lnTo>
                  <a:lnTo>
                    <a:pt x="63410" y="36091"/>
                  </a:lnTo>
                  <a:lnTo>
                    <a:pt x="59285" y="39465"/>
                  </a:lnTo>
                  <a:lnTo>
                    <a:pt x="55269" y="42969"/>
                  </a:lnTo>
                  <a:lnTo>
                    <a:pt x="51366" y="46599"/>
                  </a:lnTo>
                  <a:lnTo>
                    <a:pt x="47582" y="50352"/>
                  </a:lnTo>
                  <a:lnTo>
                    <a:pt x="43919" y="54223"/>
                  </a:lnTo>
                  <a:lnTo>
                    <a:pt x="40381" y="58209"/>
                  </a:lnTo>
                  <a:lnTo>
                    <a:pt x="36972" y="62306"/>
                  </a:lnTo>
                  <a:lnTo>
                    <a:pt x="33695" y="66510"/>
                  </a:lnTo>
                  <a:lnTo>
                    <a:pt x="30554" y="70815"/>
                  </a:lnTo>
                  <a:lnTo>
                    <a:pt x="27552" y="75219"/>
                  </a:lnTo>
                  <a:lnTo>
                    <a:pt x="24692" y="79716"/>
                  </a:lnTo>
                  <a:lnTo>
                    <a:pt x="21977" y="84303"/>
                  </a:lnTo>
                  <a:lnTo>
                    <a:pt x="19409" y="88973"/>
                  </a:lnTo>
                  <a:lnTo>
                    <a:pt x="16991" y="93723"/>
                  </a:lnTo>
                  <a:lnTo>
                    <a:pt x="14726" y="98547"/>
                  </a:lnTo>
                  <a:lnTo>
                    <a:pt x="12616" y="103441"/>
                  </a:lnTo>
                  <a:lnTo>
                    <a:pt x="10663" y="108400"/>
                  </a:lnTo>
                  <a:lnTo>
                    <a:pt x="8870" y="113419"/>
                  </a:lnTo>
                  <a:lnTo>
                    <a:pt x="7237" y="118492"/>
                  </a:lnTo>
                  <a:lnTo>
                    <a:pt x="5766" y="123615"/>
                  </a:lnTo>
                  <a:lnTo>
                    <a:pt x="4460" y="128782"/>
                  </a:lnTo>
                  <a:lnTo>
                    <a:pt x="3319" y="133988"/>
                  </a:lnTo>
                  <a:lnTo>
                    <a:pt x="2345" y="139228"/>
                  </a:lnTo>
                  <a:lnTo>
                    <a:pt x="1538" y="144497"/>
                  </a:lnTo>
                  <a:lnTo>
                    <a:pt x="899" y="149788"/>
                  </a:lnTo>
                  <a:lnTo>
                    <a:pt x="430" y="155097"/>
                  </a:lnTo>
                  <a:lnTo>
                    <a:pt x="130" y="160418"/>
                  </a:lnTo>
                  <a:lnTo>
                    <a:pt x="0" y="165746"/>
                  </a:lnTo>
                  <a:lnTo>
                    <a:pt x="39" y="171076"/>
                  </a:lnTo>
                  <a:lnTo>
                    <a:pt x="249" y="176401"/>
                  </a:lnTo>
                  <a:lnTo>
                    <a:pt x="628" y="181717"/>
                  </a:lnTo>
                  <a:lnTo>
                    <a:pt x="1176" y="187019"/>
                  </a:lnTo>
                  <a:lnTo>
                    <a:pt x="1894" y="192300"/>
                  </a:lnTo>
                  <a:lnTo>
                    <a:pt x="2779" y="197556"/>
                  </a:lnTo>
                  <a:lnTo>
                    <a:pt x="3831" y="202780"/>
                  </a:lnTo>
                  <a:lnTo>
                    <a:pt x="5049" y="207969"/>
                  </a:lnTo>
                  <a:lnTo>
                    <a:pt x="6432" y="213116"/>
                  </a:lnTo>
                  <a:lnTo>
                    <a:pt x="7979" y="218216"/>
                  </a:lnTo>
                  <a:lnTo>
                    <a:pt x="9687" y="223265"/>
                  </a:lnTo>
                  <a:lnTo>
                    <a:pt x="11556" y="228256"/>
                  </a:lnTo>
                  <a:lnTo>
                    <a:pt x="13582" y="233186"/>
                  </a:lnTo>
                  <a:lnTo>
                    <a:pt x="15765" y="238048"/>
                  </a:lnTo>
                  <a:lnTo>
                    <a:pt x="18101" y="242838"/>
                  </a:lnTo>
                  <a:lnTo>
                    <a:pt x="20589" y="247552"/>
                  </a:lnTo>
                  <a:lnTo>
                    <a:pt x="23226" y="252183"/>
                  </a:lnTo>
                  <a:lnTo>
                    <a:pt x="26009" y="256728"/>
                  </a:lnTo>
                  <a:lnTo>
                    <a:pt x="28936" y="261182"/>
                  </a:lnTo>
                  <a:lnTo>
                    <a:pt x="32004" y="265541"/>
                  </a:lnTo>
                  <a:lnTo>
                    <a:pt x="35208" y="269800"/>
                  </a:lnTo>
                  <a:lnTo>
                    <a:pt x="38547" y="273954"/>
                  </a:lnTo>
                  <a:lnTo>
                    <a:pt x="42017" y="278000"/>
                  </a:lnTo>
                  <a:lnTo>
                    <a:pt x="45613" y="281933"/>
                  </a:lnTo>
                  <a:lnTo>
                    <a:pt x="49334" y="285749"/>
                  </a:lnTo>
                  <a:lnTo>
                    <a:pt x="53174" y="289445"/>
                  </a:lnTo>
                  <a:lnTo>
                    <a:pt x="57130" y="293016"/>
                  </a:lnTo>
                  <a:lnTo>
                    <a:pt x="61197" y="296460"/>
                  </a:lnTo>
                  <a:lnTo>
                    <a:pt x="65373" y="299772"/>
                  </a:lnTo>
                  <a:lnTo>
                    <a:pt x="69652" y="302950"/>
                  </a:lnTo>
                  <a:lnTo>
                    <a:pt x="74030" y="305989"/>
                  </a:lnTo>
                  <a:lnTo>
                    <a:pt x="78503" y="308887"/>
                  </a:lnTo>
                  <a:lnTo>
                    <a:pt x="83066" y="311642"/>
                  </a:lnTo>
                  <a:lnTo>
                    <a:pt x="87714" y="314249"/>
                  </a:lnTo>
                  <a:lnTo>
                    <a:pt x="92443" y="316707"/>
                  </a:lnTo>
                  <a:lnTo>
                    <a:pt x="97248" y="319013"/>
                  </a:lnTo>
                  <a:lnTo>
                    <a:pt x="102124" y="321164"/>
                  </a:lnTo>
                  <a:lnTo>
                    <a:pt x="107066" y="323159"/>
                  </a:lnTo>
                  <a:lnTo>
                    <a:pt x="112070" y="324996"/>
                  </a:lnTo>
                  <a:lnTo>
                    <a:pt x="117129" y="326672"/>
                  </a:lnTo>
                  <a:lnTo>
                    <a:pt x="122239" y="328186"/>
                  </a:lnTo>
                  <a:lnTo>
                    <a:pt x="127395" y="329536"/>
                  </a:lnTo>
                  <a:lnTo>
                    <a:pt x="132591" y="330721"/>
                  </a:lnTo>
                  <a:lnTo>
                    <a:pt x="137822" y="331740"/>
                  </a:lnTo>
                  <a:lnTo>
                    <a:pt x="143084" y="332591"/>
                  </a:lnTo>
                  <a:lnTo>
                    <a:pt x="148369" y="333275"/>
                  </a:lnTo>
                  <a:lnTo>
                    <a:pt x="153674" y="333789"/>
                  </a:lnTo>
                  <a:lnTo>
                    <a:pt x="158993" y="334135"/>
                  </a:lnTo>
                  <a:lnTo>
                    <a:pt x="164319" y="334310"/>
                  </a:lnTo>
                  <a:lnTo>
                    <a:pt x="169649" y="334316"/>
                  </a:lnTo>
                  <a:lnTo>
                    <a:pt x="174976" y="334152"/>
                  </a:lnTo>
                  <a:lnTo>
                    <a:pt x="180295" y="333818"/>
                  </a:lnTo>
                  <a:lnTo>
                    <a:pt x="185601" y="333314"/>
                  </a:lnTo>
                  <a:lnTo>
                    <a:pt x="190888" y="332642"/>
                  </a:lnTo>
                  <a:lnTo>
                    <a:pt x="196151" y="331801"/>
                  </a:lnTo>
                  <a:lnTo>
                    <a:pt x="201385" y="330794"/>
                  </a:lnTo>
                  <a:lnTo>
                    <a:pt x="206584" y="329619"/>
                  </a:lnTo>
                  <a:lnTo>
                    <a:pt x="211742" y="328280"/>
                  </a:lnTo>
                  <a:lnTo>
                    <a:pt x="216856" y="326777"/>
                  </a:lnTo>
                  <a:lnTo>
                    <a:pt x="221918" y="325112"/>
                  </a:lnTo>
                  <a:lnTo>
                    <a:pt x="226926" y="323286"/>
                  </a:lnTo>
                  <a:lnTo>
                    <a:pt x="231872" y="321301"/>
                  </a:lnTo>
                  <a:lnTo>
                    <a:pt x="236753" y="319160"/>
                  </a:lnTo>
                  <a:lnTo>
                    <a:pt x="241563" y="316864"/>
                  </a:lnTo>
                  <a:lnTo>
                    <a:pt x="246297" y="314417"/>
                  </a:lnTo>
                  <a:lnTo>
                    <a:pt x="250951" y="311819"/>
                  </a:lnTo>
                  <a:lnTo>
                    <a:pt x="255519" y="309074"/>
                  </a:lnTo>
                  <a:lnTo>
                    <a:pt x="259998" y="306186"/>
                  </a:lnTo>
                  <a:lnTo>
                    <a:pt x="264383" y="303155"/>
                  </a:lnTo>
                  <a:lnTo>
                    <a:pt x="268668" y="299987"/>
                  </a:lnTo>
                  <a:lnTo>
                    <a:pt x="272851" y="296684"/>
                  </a:lnTo>
                  <a:lnTo>
                    <a:pt x="276926" y="293249"/>
                  </a:lnTo>
                  <a:lnTo>
                    <a:pt x="280889" y="289686"/>
                  </a:lnTo>
                  <a:lnTo>
                    <a:pt x="284737" y="28599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167163" cy="285998"/>
            </a:xfrm>
            <a:custGeom>
              <a:avLst/>
              <a:pathLst>
                <a:path w="167163" h="285998">
                  <a:moveTo>
                    <a:pt x="117576" y="285998"/>
                  </a:moveTo>
                  <a:lnTo>
                    <a:pt x="121307" y="282186"/>
                  </a:lnTo>
                  <a:lnTo>
                    <a:pt x="124916" y="278257"/>
                  </a:lnTo>
                  <a:lnTo>
                    <a:pt x="128396" y="274214"/>
                  </a:lnTo>
                  <a:lnTo>
                    <a:pt x="131747" y="270063"/>
                  </a:lnTo>
                  <a:lnTo>
                    <a:pt x="134963" y="265807"/>
                  </a:lnTo>
                  <a:lnTo>
                    <a:pt x="138041" y="261451"/>
                  </a:lnTo>
                  <a:lnTo>
                    <a:pt x="140979" y="256998"/>
                  </a:lnTo>
                  <a:lnTo>
                    <a:pt x="143774" y="252454"/>
                  </a:lnTo>
                  <a:lnTo>
                    <a:pt x="146422" y="247824"/>
                  </a:lnTo>
                  <a:lnTo>
                    <a:pt x="148921" y="243111"/>
                  </a:lnTo>
                  <a:lnTo>
                    <a:pt x="151268" y="238320"/>
                  </a:lnTo>
                  <a:lnTo>
                    <a:pt x="153461" y="233458"/>
                  </a:lnTo>
                  <a:lnTo>
                    <a:pt x="155498" y="228527"/>
                  </a:lnTo>
                  <a:lnTo>
                    <a:pt x="157377" y="223535"/>
                  </a:lnTo>
                  <a:lnTo>
                    <a:pt x="159095" y="218485"/>
                  </a:lnTo>
                  <a:lnTo>
                    <a:pt x="160652" y="213382"/>
                  </a:lnTo>
                  <a:lnTo>
                    <a:pt x="162044" y="208233"/>
                  </a:lnTo>
                  <a:lnTo>
                    <a:pt x="163272" y="203042"/>
                  </a:lnTo>
                  <a:lnTo>
                    <a:pt x="164334" y="197814"/>
                  </a:lnTo>
                  <a:lnTo>
                    <a:pt x="165228" y="192555"/>
                  </a:lnTo>
                  <a:lnTo>
                    <a:pt x="165954" y="187270"/>
                  </a:lnTo>
                  <a:lnTo>
                    <a:pt x="166511" y="181965"/>
                  </a:lnTo>
                  <a:lnTo>
                    <a:pt x="166898" y="176644"/>
                  </a:lnTo>
                  <a:lnTo>
                    <a:pt x="167115" y="171314"/>
                  </a:lnTo>
                  <a:lnTo>
                    <a:pt x="167163" y="165980"/>
                  </a:lnTo>
                  <a:lnTo>
                    <a:pt x="167040" y="160647"/>
                  </a:lnTo>
                  <a:lnTo>
                    <a:pt x="166747" y="155321"/>
                  </a:lnTo>
                  <a:lnTo>
                    <a:pt x="166284" y="150006"/>
                  </a:lnTo>
                  <a:lnTo>
                    <a:pt x="165652" y="144710"/>
                  </a:lnTo>
                  <a:lnTo>
                    <a:pt x="164851" y="139436"/>
                  </a:lnTo>
                  <a:lnTo>
                    <a:pt x="163882" y="134190"/>
                  </a:lnTo>
                  <a:lnTo>
                    <a:pt x="162746" y="128978"/>
                  </a:lnTo>
                  <a:lnTo>
                    <a:pt x="161445" y="123804"/>
                  </a:lnTo>
                  <a:lnTo>
                    <a:pt x="159979" y="118675"/>
                  </a:lnTo>
                  <a:lnTo>
                    <a:pt x="158351" y="113595"/>
                  </a:lnTo>
                  <a:lnTo>
                    <a:pt x="156561" y="108570"/>
                  </a:lnTo>
                  <a:lnTo>
                    <a:pt x="154611" y="103605"/>
                  </a:lnTo>
                  <a:lnTo>
                    <a:pt x="152504" y="98704"/>
                  </a:lnTo>
                  <a:lnTo>
                    <a:pt x="150242" y="93873"/>
                  </a:lnTo>
                  <a:lnTo>
                    <a:pt x="147827" y="89116"/>
                  </a:lnTo>
                  <a:lnTo>
                    <a:pt x="145262" y="84439"/>
                  </a:lnTo>
                  <a:lnTo>
                    <a:pt x="142548" y="79847"/>
                  </a:lnTo>
                  <a:lnTo>
                    <a:pt x="139690" y="75343"/>
                  </a:lnTo>
                  <a:lnTo>
                    <a:pt x="136689" y="70933"/>
                  </a:lnTo>
                  <a:lnTo>
                    <a:pt x="133548" y="66620"/>
                  </a:lnTo>
                  <a:lnTo>
                    <a:pt x="130272" y="62410"/>
                  </a:lnTo>
                  <a:lnTo>
                    <a:pt x="126864" y="58307"/>
                  </a:lnTo>
                  <a:lnTo>
                    <a:pt x="123326" y="54315"/>
                  </a:lnTo>
                  <a:lnTo>
                    <a:pt x="119662" y="50437"/>
                  </a:lnTo>
                  <a:lnTo>
                    <a:pt x="115877" y="46679"/>
                  </a:lnTo>
                  <a:lnTo>
                    <a:pt x="111973" y="43043"/>
                  </a:lnTo>
                  <a:lnTo>
                    <a:pt x="107956" y="39533"/>
                  </a:lnTo>
                  <a:lnTo>
                    <a:pt x="103829" y="36154"/>
                  </a:lnTo>
                  <a:lnTo>
                    <a:pt x="99595" y="32908"/>
                  </a:lnTo>
                  <a:lnTo>
                    <a:pt x="95261" y="29798"/>
                  </a:lnTo>
                  <a:lnTo>
                    <a:pt x="90829" y="26829"/>
                  </a:lnTo>
                  <a:lnTo>
                    <a:pt x="86305" y="24002"/>
                  </a:lnTo>
                  <a:lnTo>
                    <a:pt x="81694" y="21321"/>
                  </a:lnTo>
                  <a:lnTo>
                    <a:pt x="76999" y="18789"/>
                  </a:lnTo>
                  <a:lnTo>
                    <a:pt x="72225" y="16407"/>
                  </a:lnTo>
                  <a:lnTo>
                    <a:pt x="67378" y="14180"/>
                  </a:lnTo>
                  <a:lnTo>
                    <a:pt x="62462" y="12108"/>
                  </a:lnTo>
                  <a:lnTo>
                    <a:pt x="57483" y="10194"/>
                  </a:lnTo>
                  <a:lnTo>
                    <a:pt x="52445" y="8440"/>
                  </a:lnTo>
                  <a:lnTo>
                    <a:pt x="47354" y="6847"/>
                  </a:lnTo>
                  <a:lnTo>
                    <a:pt x="42215" y="5418"/>
                  </a:lnTo>
                  <a:lnTo>
                    <a:pt x="37032" y="4153"/>
                  </a:lnTo>
                  <a:lnTo>
                    <a:pt x="31812" y="3054"/>
                  </a:lnTo>
                  <a:lnTo>
                    <a:pt x="26560" y="2123"/>
                  </a:lnTo>
                  <a:lnTo>
                    <a:pt x="21280" y="1360"/>
                  </a:lnTo>
                  <a:lnTo>
                    <a:pt x="15979" y="765"/>
                  </a:lnTo>
                  <a:lnTo>
                    <a:pt x="10662" y="340"/>
                  </a:lnTo>
                  <a:lnTo>
                    <a:pt x="533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tx81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2025-06-06T01:01:48Z</dcterms:modified>
  <cp:category/>
</cp:coreProperties>
</file>