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2020_BLSE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617949" y="1543600"/>
              <a:ext cx="919170" cy="1395166"/>
            </a:xfrm>
            <a:custGeom>
              <a:avLst/>
              <a:pathLst>
                <a:path w="919170" h="1395166">
                  <a:moveTo>
                    <a:pt x="919170" y="0"/>
                  </a:moveTo>
                  <a:lnTo>
                    <a:pt x="0" y="1395166"/>
                  </a:lnTo>
                </a:path>
              </a:pathLst>
            </a:custGeom>
            <a:ln w="429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01106" y="1553340"/>
              <a:ext cx="952855" cy="1894082"/>
            </a:xfrm>
            <a:custGeom>
              <a:avLst/>
              <a:pathLst>
                <a:path w="952855" h="1894082">
                  <a:moveTo>
                    <a:pt x="952855" y="0"/>
                  </a:moveTo>
                  <a:lnTo>
                    <a:pt x="0" y="1894082"/>
                  </a:lnTo>
                </a:path>
              </a:pathLst>
            </a:custGeom>
            <a:ln w="344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3686348" y="1561060"/>
              <a:ext cx="1392067" cy="3818202"/>
            </a:xfrm>
            <a:custGeom>
              <a:avLst/>
              <a:pathLst>
                <a:path w="1392067" h="3818202">
                  <a:moveTo>
                    <a:pt x="0" y="0"/>
                  </a:moveTo>
                  <a:lnTo>
                    <a:pt x="1392067" y="3818202"/>
                  </a:lnTo>
                </a:path>
              </a:pathLst>
            </a:custGeom>
            <a:ln w="601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702993" y="1561060"/>
              <a:ext cx="868834" cy="2383065"/>
            </a:xfrm>
            <a:custGeom>
              <a:avLst/>
              <a:pathLst>
                <a:path w="868834" h="2383065">
                  <a:moveTo>
                    <a:pt x="868834" y="0"/>
                  </a:moveTo>
                  <a:lnTo>
                    <a:pt x="0" y="2383065"/>
                  </a:lnTo>
                </a:path>
              </a:pathLst>
            </a:custGeom>
            <a:ln w="1576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17396" y="1566652"/>
              <a:ext cx="673078" cy="2835136"/>
            </a:xfrm>
            <a:custGeom>
              <a:avLst/>
              <a:pathLst>
                <a:path w="673078" h="2835136">
                  <a:moveTo>
                    <a:pt x="673078" y="0"/>
                  </a:moveTo>
                  <a:lnTo>
                    <a:pt x="0" y="2835136"/>
                  </a:lnTo>
                </a:path>
              </a:pathLst>
            </a:custGeom>
            <a:ln w="2171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000473" y="1518619"/>
              <a:ext cx="506924" cy="477449"/>
            </a:xfrm>
            <a:custGeom>
              <a:avLst/>
              <a:pathLst>
                <a:path w="506924" h="477449">
                  <a:moveTo>
                    <a:pt x="506924" y="0"/>
                  </a:moveTo>
                  <a:lnTo>
                    <a:pt x="0" y="477449"/>
                  </a:lnTo>
                </a:path>
              </a:pathLst>
            </a:custGeom>
            <a:ln w="2605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232006" y="1570038"/>
              <a:ext cx="377643" cy="3225478"/>
            </a:xfrm>
            <a:custGeom>
              <a:avLst/>
              <a:pathLst>
                <a:path w="377643" h="3225478">
                  <a:moveTo>
                    <a:pt x="377643" y="0"/>
                  </a:moveTo>
                  <a:lnTo>
                    <a:pt x="0" y="3225478"/>
                  </a:lnTo>
                </a:path>
              </a:pathLst>
            </a:custGeom>
            <a:ln w="429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753293" y="1531973"/>
              <a:ext cx="768235" cy="913998"/>
            </a:xfrm>
            <a:custGeom>
              <a:avLst/>
              <a:pathLst>
                <a:path w="768235" h="913998">
                  <a:moveTo>
                    <a:pt x="768235" y="0"/>
                  </a:moveTo>
                  <a:lnTo>
                    <a:pt x="0" y="913998"/>
                  </a:lnTo>
                </a:path>
              </a:pathLst>
            </a:custGeom>
            <a:ln w="277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3704214" y="1553340"/>
              <a:ext cx="1853794" cy="3684963"/>
            </a:xfrm>
            <a:custGeom>
              <a:avLst/>
              <a:pathLst>
                <a:path w="1853794" h="3684963">
                  <a:moveTo>
                    <a:pt x="0" y="0"/>
                  </a:moveTo>
                  <a:lnTo>
                    <a:pt x="1853794" y="3684963"/>
                  </a:lnTo>
                </a:path>
              </a:pathLst>
            </a:custGeom>
            <a:ln w="319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750778" y="1518619"/>
              <a:ext cx="2873423" cy="2706349"/>
            </a:xfrm>
            <a:custGeom>
              <a:avLst/>
              <a:pathLst>
                <a:path w="2873423" h="2706349">
                  <a:moveTo>
                    <a:pt x="0" y="0"/>
                  </a:moveTo>
                  <a:lnTo>
                    <a:pt x="2873423" y="2706349"/>
                  </a:lnTo>
                </a:path>
              </a:pathLst>
            </a:custGeom>
            <a:ln w="401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721057" y="1543600"/>
              <a:ext cx="2269814" cy="3445246"/>
            </a:xfrm>
            <a:custGeom>
              <a:avLst/>
              <a:pathLst>
                <a:path w="2269814" h="3445246">
                  <a:moveTo>
                    <a:pt x="0" y="0"/>
                  </a:moveTo>
                  <a:lnTo>
                    <a:pt x="2269814" y="3445246"/>
                  </a:lnTo>
                </a:path>
              </a:pathLst>
            </a:custGeom>
            <a:ln w="319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736648" y="1531973"/>
              <a:ext cx="2616338" cy="3112755"/>
            </a:xfrm>
            <a:custGeom>
              <a:avLst/>
              <a:pathLst>
                <a:path w="2616338" h="3112755">
                  <a:moveTo>
                    <a:pt x="0" y="0"/>
                  </a:moveTo>
                  <a:lnTo>
                    <a:pt x="2616338" y="3112755"/>
                  </a:lnTo>
                </a:path>
              </a:pathLst>
            </a:custGeom>
            <a:ln w="2171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763258" y="1503722"/>
              <a:ext cx="3026066" cy="2249011"/>
            </a:xfrm>
            <a:custGeom>
              <a:avLst/>
              <a:pathLst>
                <a:path w="3026066" h="2249011">
                  <a:moveTo>
                    <a:pt x="0" y="0"/>
                  </a:moveTo>
                  <a:lnTo>
                    <a:pt x="3026066" y="2249011"/>
                  </a:lnTo>
                </a:path>
              </a:pathLst>
            </a:custGeom>
            <a:ln w="319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346736" y="1503722"/>
              <a:ext cx="148182" cy="110131"/>
            </a:xfrm>
            <a:custGeom>
              <a:avLst/>
              <a:pathLst>
                <a:path w="148182" h="110131">
                  <a:moveTo>
                    <a:pt x="148182" y="0"/>
                  </a:moveTo>
                  <a:lnTo>
                    <a:pt x="0" y="110131"/>
                  </a:lnTo>
                </a:path>
              </a:pathLst>
            </a:custGeom>
            <a:ln w="386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795974" y="1297183"/>
              <a:ext cx="1670275" cy="97117"/>
            </a:xfrm>
            <a:custGeom>
              <a:avLst/>
              <a:pathLst>
                <a:path w="1670275" h="97117">
                  <a:moveTo>
                    <a:pt x="1670275" y="0"/>
                  </a:moveTo>
                  <a:lnTo>
                    <a:pt x="0" y="97117"/>
                  </a:lnTo>
                </a:path>
              </a:pathLst>
            </a:custGeom>
            <a:ln w="2037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670813" y="1370958"/>
              <a:ext cx="2817489" cy="1623926"/>
            </a:xfrm>
            <a:custGeom>
              <a:avLst/>
              <a:pathLst>
                <a:path w="2817489" h="1623926">
                  <a:moveTo>
                    <a:pt x="2817489" y="0"/>
                  </a:moveTo>
                  <a:lnTo>
                    <a:pt x="0" y="1623926"/>
                  </a:lnTo>
                </a:path>
              </a:pathLst>
            </a:custGeom>
            <a:ln w="429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660150" y="1387197"/>
              <a:ext cx="2838815" cy="2109844"/>
            </a:xfrm>
            <a:custGeom>
              <a:avLst/>
              <a:pathLst>
                <a:path w="2838815" h="2109844">
                  <a:moveTo>
                    <a:pt x="2838815" y="0"/>
                  </a:moveTo>
                  <a:lnTo>
                    <a:pt x="0" y="2109844"/>
                  </a:lnTo>
                </a:path>
              </a:pathLst>
            </a:custGeom>
            <a:ln w="262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155115" y="1453513"/>
              <a:ext cx="458580" cy="3916770"/>
            </a:xfrm>
            <a:custGeom>
              <a:avLst/>
              <a:pathLst>
                <a:path w="458580" h="3916770">
                  <a:moveTo>
                    <a:pt x="458580" y="0"/>
                  </a:moveTo>
                  <a:lnTo>
                    <a:pt x="0" y="3916770"/>
                  </a:lnTo>
                </a:path>
              </a:pathLst>
            </a:custGeom>
            <a:ln w="293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767423" y="1402094"/>
              <a:ext cx="2744021" cy="2584471"/>
            </a:xfrm>
            <a:custGeom>
              <a:avLst/>
              <a:pathLst>
                <a:path w="2744021" h="2584471">
                  <a:moveTo>
                    <a:pt x="2744021" y="0"/>
                  </a:moveTo>
                  <a:lnTo>
                    <a:pt x="0" y="2584471"/>
                  </a:lnTo>
                </a:path>
              </a:pathLst>
            </a:custGeom>
            <a:ln w="401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986343" y="1415448"/>
              <a:ext cx="2539232" cy="3021019"/>
            </a:xfrm>
            <a:custGeom>
              <a:avLst/>
              <a:pathLst>
                <a:path w="2539232" h="3021019">
                  <a:moveTo>
                    <a:pt x="2539232" y="0"/>
                  </a:moveTo>
                  <a:lnTo>
                    <a:pt x="0" y="3021019"/>
                  </a:lnTo>
                </a:path>
              </a:pathLst>
            </a:custGeom>
            <a:ln w="293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038950" y="1335350"/>
              <a:ext cx="2434018" cy="727464"/>
            </a:xfrm>
            <a:custGeom>
              <a:avLst/>
              <a:pathLst>
                <a:path w="2434018" h="727464">
                  <a:moveTo>
                    <a:pt x="2434018" y="0"/>
                  </a:moveTo>
                  <a:lnTo>
                    <a:pt x="0" y="727464"/>
                  </a:lnTo>
                </a:path>
              </a:pathLst>
            </a:custGeom>
            <a:ln w="2605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304535" y="1427075"/>
              <a:ext cx="2236631" cy="3394879"/>
            </a:xfrm>
            <a:custGeom>
              <a:avLst/>
              <a:pathLst>
                <a:path w="2236631" h="3394879">
                  <a:moveTo>
                    <a:pt x="2236631" y="0"/>
                  </a:moveTo>
                  <a:lnTo>
                    <a:pt x="0" y="3394879"/>
                  </a:lnTo>
                </a:path>
              </a:pathLst>
            </a:custGeom>
            <a:ln w="429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799270" y="1353597"/>
              <a:ext cx="2680328" cy="1154224"/>
            </a:xfrm>
            <a:custGeom>
              <a:avLst/>
              <a:pathLst>
                <a:path w="2680328" h="1154224">
                  <a:moveTo>
                    <a:pt x="2680328" y="0"/>
                  </a:moveTo>
                  <a:lnTo>
                    <a:pt x="0" y="1154224"/>
                  </a:lnTo>
                </a:path>
              </a:pathLst>
            </a:custGeom>
            <a:ln w="500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633135" y="1454647"/>
              <a:ext cx="0" cy="3765824"/>
            </a:xfrm>
            <a:custGeom>
              <a:avLst/>
              <a:pathLst>
                <a:path w="0" h="3765824">
                  <a:moveTo>
                    <a:pt x="0" y="0"/>
                  </a:moveTo>
                  <a:lnTo>
                    <a:pt x="0" y="3765824"/>
                  </a:lnTo>
                </a:path>
              </a:pathLst>
            </a:custGeom>
            <a:ln w="530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4781916" y="1137641"/>
              <a:ext cx="686582" cy="120858"/>
            </a:xfrm>
            <a:custGeom>
              <a:avLst/>
              <a:pathLst>
                <a:path w="686582" h="120858">
                  <a:moveTo>
                    <a:pt x="686582" y="120858"/>
                  </a:moveTo>
                  <a:lnTo>
                    <a:pt x="0" y="0"/>
                  </a:lnTo>
                </a:path>
              </a:pathLst>
            </a:custGeom>
            <a:ln w="429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5690395" y="1444535"/>
              <a:ext cx="998236" cy="2737993"/>
            </a:xfrm>
            <a:custGeom>
              <a:avLst/>
              <a:pathLst>
                <a:path w="998236" h="2737993">
                  <a:moveTo>
                    <a:pt x="0" y="0"/>
                  </a:moveTo>
                  <a:lnTo>
                    <a:pt x="998236" y="2737993"/>
                  </a:lnTo>
                </a:path>
              </a:pathLst>
            </a:custGeom>
            <a:ln w="559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5652574" y="1453513"/>
              <a:ext cx="410826" cy="3508894"/>
            </a:xfrm>
            <a:custGeom>
              <a:avLst/>
              <a:pathLst>
                <a:path w="410826" h="3508894">
                  <a:moveTo>
                    <a:pt x="0" y="0"/>
                  </a:moveTo>
                  <a:lnTo>
                    <a:pt x="410826" y="3508894"/>
                  </a:lnTo>
                </a:path>
              </a:pathLst>
            </a:custGeom>
            <a:ln w="401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5671748" y="1450127"/>
              <a:ext cx="750184" cy="3159922"/>
            </a:xfrm>
            <a:custGeom>
              <a:avLst/>
              <a:pathLst>
                <a:path w="750184" h="3159922">
                  <a:moveTo>
                    <a:pt x="0" y="0"/>
                  </a:moveTo>
                  <a:lnTo>
                    <a:pt x="750184" y="3159922"/>
                  </a:lnTo>
                </a:path>
              </a:pathLst>
            </a:custGeom>
            <a:ln w="429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272780" y="1208382"/>
              <a:ext cx="1193469" cy="69394"/>
            </a:xfrm>
            <a:custGeom>
              <a:avLst/>
              <a:pathLst>
                <a:path w="1193469" h="69394">
                  <a:moveTo>
                    <a:pt x="1193469" y="69394"/>
                  </a:moveTo>
                  <a:lnTo>
                    <a:pt x="0" y="0"/>
                  </a:lnTo>
                </a:path>
              </a:pathLst>
            </a:custGeom>
            <a:ln w="927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295843" y="1186672"/>
              <a:ext cx="177125" cy="52938"/>
            </a:xfrm>
            <a:custGeom>
              <a:avLst/>
              <a:pathLst>
                <a:path w="177125" h="52938">
                  <a:moveTo>
                    <a:pt x="177125" y="52938"/>
                  </a:moveTo>
                  <a:lnTo>
                    <a:pt x="0" y="0"/>
                  </a:lnTo>
                </a:path>
              </a:pathLst>
            </a:custGeom>
            <a:ln w="386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708261" y="1436815"/>
              <a:ext cx="1140107" cy="2266299"/>
            </a:xfrm>
            <a:custGeom>
              <a:avLst/>
              <a:pathLst>
                <a:path w="1140107" h="2266299">
                  <a:moveTo>
                    <a:pt x="0" y="0"/>
                  </a:moveTo>
                  <a:lnTo>
                    <a:pt x="1140107" y="2266299"/>
                  </a:lnTo>
                </a:path>
              </a:pathLst>
            </a:custGeom>
            <a:ln w="429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377202" y="1316461"/>
              <a:ext cx="2091296" cy="368128"/>
            </a:xfrm>
            <a:custGeom>
              <a:avLst/>
              <a:pathLst>
                <a:path w="2091296" h="368128">
                  <a:moveTo>
                    <a:pt x="2091296" y="0"/>
                  </a:moveTo>
                  <a:lnTo>
                    <a:pt x="0" y="368128"/>
                  </a:lnTo>
                </a:path>
              </a:pathLst>
            </a:custGeom>
            <a:ln w="1070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525980" y="3245529"/>
              <a:ext cx="0" cy="184060"/>
            </a:xfrm>
            <a:custGeom>
              <a:avLst/>
              <a:pathLst>
                <a:path w="0" h="184060">
                  <a:moveTo>
                    <a:pt x="0" y="0"/>
                  </a:moveTo>
                  <a:lnTo>
                    <a:pt x="0" y="184060"/>
                  </a:lnTo>
                </a:path>
              </a:pathLst>
            </a:custGeom>
            <a:ln w="400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647670" y="3192976"/>
              <a:ext cx="2366315" cy="2228726"/>
            </a:xfrm>
            <a:custGeom>
              <a:avLst/>
              <a:pathLst>
                <a:path w="2366315" h="2228726">
                  <a:moveTo>
                    <a:pt x="0" y="0"/>
                  </a:moveTo>
                  <a:lnTo>
                    <a:pt x="2366315" y="2228726"/>
                  </a:lnTo>
                </a:path>
              </a:pathLst>
            </a:custGeom>
            <a:ln w="429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545420" y="3244395"/>
              <a:ext cx="80874" cy="690751"/>
            </a:xfrm>
            <a:custGeom>
              <a:avLst/>
              <a:pathLst>
                <a:path w="80874" h="690751">
                  <a:moveTo>
                    <a:pt x="0" y="0"/>
                  </a:moveTo>
                  <a:lnTo>
                    <a:pt x="80874" y="690751"/>
                  </a:lnTo>
                </a:path>
              </a:pathLst>
            </a:custGeom>
            <a:ln w="1001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564594" y="3241008"/>
              <a:ext cx="275576" cy="1160780"/>
            </a:xfrm>
            <a:custGeom>
              <a:avLst/>
              <a:pathLst>
                <a:path w="275576" h="1160780">
                  <a:moveTo>
                    <a:pt x="0" y="0"/>
                  </a:moveTo>
                  <a:lnTo>
                    <a:pt x="275576" y="1160780"/>
                  </a:lnTo>
                </a:path>
              </a:pathLst>
            </a:custGeom>
            <a:ln w="428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583240" y="3235416"/>
              <a:ext cx="572065" cy="1569078"/>
            </a:xfrm>
            <a:custGeom>
              <a:avLst/>
              <a:pathLst>
                <a:path w="572065" h="1569078">
                  <a:moveTo>
                    <a:pt x="0" y="0"/>
                  </a:moveTo>
                  <a:lnTo>
                    <a:pt x="572065" y="1569078"/>
                  </a:lnTo>
                </a:path>
              </a:pathLst>
            </a:custGeom>
            <a:ln w="429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660150" y="3178078"/>
              <a:ext cx="2838815" cy="2109844"/>
            </a:xfrm>
            <a:custGeom>
              <a:avLst/>
              <a:pathLst>
                <a:path w="2838815" h="2109844">
                  <a:moveTo>
                    <a:pt x="0" y="0"/>
                  </a:moveTo>
                  <a:lnTo>
                    <a:pt x="2838815" y="2109844"/>
                  </a:lnTo>
                </a:path>
              </a:pathLst>
            </a:custGeom>
            <a:ln w="1044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686147" y="3126231"/>
              <a:ext cx="3899578" cy="1165481"/>
            </a:xfrm>
            <a:custGeom>
              <a:avLst/>
              <a:pathLst>
                <a:path w="3899578" h="1165481">
                  <a:moveTo>
                    <a:pt x="0" y="0"/>
                  </a:moveTo>
                  <a:lnTo>
                    <a:pt x="3899578" y="1165481"/>
                  </a:lnTo>
                </a:path>
              </a:pathLst>
            </a:custGeom>
            <a:ln w="534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670813" y="3161839"/>
              <a:ext cx="3267194" cy="1883124"/>
            </a:xfrm>
            <a:custGeom>
              <a:avLst/>
              <a:pathLst>
                <a:path w="3267194" h="1883124">
                  <a:moveTo>
                    <a:pt x="0" y="0"/>
                  </a:moveTo>
                  <a:lnTo>
                    <a:pt x="3267194" y="1883124"/>
                  </a:lnTo>
                </a:path>
              </a:pathLst>
            </a:custGeom>
            <a:ln w="429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679517" y="3144479"/>
              <a:ext cx="3627493" cy="1562100"/>
            </a:xfrm>
            <a:custGeom>
              <a:avLst/>
              <a:pathLst>
                <a:path w="3627493" h="1562100">
                  <a:moveTo>
                    <a:pt x="0" y="0"/>
                  </a:moveTo>
                  <a:lnTo>
                    <a:pt x="3627493" y="1562100"/>
                  </a:lnTo>
                </a:path>
              </a:pathLst>
            </a:custGeom>
            <a:ln w="1090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690616" y="3107342"/>
              <a:ext cx="4068242" cy="716127"/>
            </a:xfrm>
            <a:custGeom>
              <a:avLst/>
              <a:pathLst>
                <a:path w="4068242" h="716127">
                  <a:moveTo>
                    <a:pt x="0" y="0"/>
                  </a:moveTo>
                  <a:lnTo>
                    <a:pt x="4068242" y="716127"/>
                  </a:lnTo>
                </a:path>
              </a:pathLst>
            </a:custGeom>
            <a:ln w="462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660150" y="3696474"/>
              <a:ext cx="2341355" cy="1740125"/>
            </a:xfrm>
            <a:custGeom>
              <a:avLst/>
              <a:pathLst>
                <a:path w="2341355" h="1740125">
                  <a:moveTo>
                    <a:pt x="0" y="0"/>
                  </a:moveTo>
                  <a:lnTo>
                    <a:pt x="2341355" y="1740125"/>
                  </a:lnTo>
                </a:path>
              </a:pathLst>
            </a:custGeom>
            <a:ln w="429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564594" y="3759404"/>
              <a:ext cx="42526" cy="179128"/>
            </a:xfrm>
            <a:custGeom>
              <a:avLst/>
              <a:pathLst>
                <a:path w="42526" h="179128">
                  <a:moveTo>
                    <a:pt x="0" y="0"/>
                  </a:moveTo>
                  <a:lnTo>
                    <a:pt x="42526" y="179128"/>
                  </a:lnTo>
                </a:path>
              </a:pathLst>
            </a:custGeom>
            <a:ln w="1167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583240" y="3753812"/>
              <a:ext cx="238282" cy="653568"/>
            </a:xfrm>
            <a:custGeom>
              <a:avLst/>
              <a:pathLst>
                <a:path w="238282" h="653568">
                  <a:moveTo>
                    <a:pt x="0" y="0"/>
                  </a:moveTo>
                  <a:lnTo>
                    <a:pt x="238282" y="653568"/>
                  </a:lnTo>
                </a:path>
              </a:pathLst>
            </a:custGeom>
            <a:ln w="551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601106" y="3746093"/>
              <a:ext cx="536333" cy="1066121"/>
            </a:xfrm>
            <a:custGeom>
              <a:avLst/>
              <a:pathLst>
                <a:path w="536333" h="1066121">
                  <a:moveTo>
                    <a:pt x="0" y="0"/>
                  </a:moveTo>
                  <a:lnTo>
                    <a:pt x="536333" y="1066121"/>
                  </a:lnTo>
                </a:path>
              </a:pathLst>
            </a:custGeom>
            <a:ln w="429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670813" y="3680235"/>
              <a:ext cx="2817489" cy="1623926"/>
            </a:xfrm>
            <a:custGeom>
              <a:avLst/>
              <a:pathLst>
                <a:path w="2817489" h="1623926">
                  <a:moveTo>
                    <a:pt x="0" y="0"/>
                  </a:moveTo>
                  <a:lnTo>
                    <a:pt x="2817489" y="1623926"/>
                  </a:lnTo>
                </a:path>
              </a:pathLst>
            </a:custGeom>
            <a:ln w="1167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690616" y="3625738"/>
              <a:ext cx="3890639" cy="684864"/>
            </a:xfrm>
            <a:custGeom>
              <a:avLst/>
              <a:pathLst>
                <a:path w="3890639" h="684864">
                  <a:moveTo>
                    <a:pt x="0" y="0"/>
                  </a:moveTo>
                  <a:lnTo>
                    <a:pt x="3890639" y="684864"/>
                  </a:lnTo>
                </a:path>
              </a:pathLst>
            </a:custGeom>
            <a:ln w="551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679517" y="3662875"/>
              <a:ext cx="3249786" cy="1399449"/>
            </a:xfrm>
            <a:custGeom>
              <a:avLst/>
              <a:pathLst>
                <a:path w="3249786" h="1399449">
                  <a:moveTo>
                    <a:pt x="0" y="0"/>
                  </a:moveTo>
                  <a:lnTo>
                    <a:pt x="3249786" y="1399449"/>
                  </a:lnTo>
                </a:path>
              </a:pathLst>
            </a:custGeom>
            <a:ln w="401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686147" y="3644627"/>
              <a:ext cx="3614232" cy="1080199"/>
            </a:xfrm>
            <a:custGeom>
              <a:avLst/>
              <a:pathLst>
                <a:path w="3614232" h="1080199">
                  <a:moveTo>
                    <a:pt x="0" y="0"/>
                  </a:moveTo>
                  <a:lnTo>
                    <a:pt x="3614232" y="1080199"/>
                  </a:lnTo>
                </a:path>
              </a:pathLst>
            </a:custGeom>
            <a:ln w="386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692866" y="3606461"/>
              <a:ext cx="4063743" cy="236285"/>
            </a:xfrm>
            <a:custGeom>
              <a:avLst/>
              <a:pathLst>
                <a:path w="4063743" h="236285">
                  <a:moveTo>
                    <a:pt x="0" y="0"/>
                  </a:moveTo>
                  <a:lnTo>
                    <a:pt x="4063743" y="236285"/>
                  </a:lnTo>
                </a:path>
              </a:pathLst>
            </a:custGeom>
            <a:ln w="2155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5295843" y="5435509"/>
              <a:ext cx="177125" cy="52938"/>
            </a:xfrm>
            <a:custGeom>
              <a:avLst/>
              <a:pathLst>
                <a:path w="177125" h="52938">
                  <a:moveTo>
                    <a:pt x="0" y="52938"/>
                  </a:moveTo>
                  <a:lnTo>
                    <a:pt x="177125" y="0"/>
                  </a:lnTo>
                </a:path>
              </a:pathLst>
            </a:custGeom>
            <a:ln w="2275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5269845" y="4439300"/>
              <a:ext cx="1341877" cy="997300"/>
            </a:xfrm>
            <a:custGeom>
              <a:avLst/>
              <a:pathLst>
                <a:path w="1341877" h="997300">
                  <a:moveTo>
                    <a:pt x="0" y="997300"/>
                  </a:moveTo>
                  <a:lnTo>
                    <a:pt x="1341877" y="0"/>
                  </a:lnTo>
                </a:path>
              </a:pathLst>
            </a:custGeom>
            <a:ln w="1650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5289212" y="5194558"/>
              <a:ext cx="640091" cy="275641"/>
            </a:xfrm>
            <a:custGeom>
              <a:avLst/>
              <a:pathLst>
                <a:path w="640091" h="275641">
                  <a:moveTo>
                    <a:pt x="0" y="275641"/>
                  </a:moveTo>
                  <a:lnTo>
                    <a:pt x="640091" y="0"/>
                  </a:lnTo>
                </a:path>
              </a:pathLst>
            </a:custGeom>
            <a:ln w="1576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5280508" y="4856174"/>
              <a:ext cx="1035205" cy="596665"/>
            </a:xfrm>
            <a:custGeom>
              <a:avLst/>
              <a:pathLst>
                <a:path w="1035205" h="596665">
                  <a:moveTo>
                    <a:pt x="0" y="596665"/>
                  </a:moveTo>
                  <a:lnTo>
                    <a:pt x="1035205" y="0"/>
                  </a:lnTo>
                </a:path>
              </a:pathLst>
            </a:custGeom>
            <a:ln w="1219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5257366" y="3967065"/>
              <a:ext cx="1544438" cy="1454637"/>
            </a:xfrm>
            <a:custGeom>
              <a:avLst/>
              <a:pathLst>
                <a:path w="1544438" h="1454637">
                  <a:moveTo>
                    <a:pt x="0" y="1454637"/>
                  </a:moveTo>
                  <a:lnTo>
                    <a:pt x="1544438" y="0"/>
                  </a:lnTo>
                </a:path>
              </a:pathLst>
            </a:custGeom>
            <a:ln w="2275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2790566" y="4184657"/>
              <a:ext cx="2200277" cy="1268181"/>
            </a:xfrm>
            <a:custGeom>
              <a:avLst/>
              <a:pathLst>
                <a:path w="2200277" h="1268181">
                  <a:moveTo>
                    <a:pt x="0" y="0"/>
                  </a:moveTo>
                  <a:lnTo>
                    <a:pt x="2200277" y="1268181"/>
                  </a:lnTo>
                </a:path>
              </a:pathLst>
            </a:custGeom>
            <a:ln w="2171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2720859" y="4250515"/>
              <a:ext cx="82797" cy="164584"/>
            </a:xfrm>
            <a:custGeom>
              <a:avLst/>
              <a:pathLst>
                <a:path w="82797" h="164584">
                  <a:moveTo>
                    <a:pt x="0" y="0"/>
                  </a:moveTo>
                  <a:lnTo>
                    <a:pt x="82797" y="164584"/>
                  </a:lnTo>
                </a:path>
              </a:pathLst>
            </a:custGeom>
            <a:ln w="1219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2737702" y="4240775"/>
              <a:ext cx="382895" cy="581179"/>
            </a:xfrm>
            <a:custGeom>
              <a:avLst/>
              <a:pathLst>
                <a:path w="382895" h="581179">
                  <a:moveTo>
                    <a:pt x="0" y="0"/>
                  </a:moveTo>
                  <a:lnTo>
                    <a:pt x="382895" y="581179"/>
                  </a:lnTo>
                </a:path>
              </a:pathLst>
            </a:custGeom>
            <a:ln w="1650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2799270" y="4167297"/>
              <a:ext cx="2680328" cy="1154224"/>
            </a:xfrm>
            <a:custGeom>
              <a:avLst/>
              <a:pathLst>
                <a:path w="2680328" h="1154224">
                  <a:moveTo>
                    <a:pt x="0" y="0"/>
                  </a:moveTo>
                  <a:lnTo>
                    <a:pt x="2680328" y="1154224"/>
                  </a:lnTo>
                </a:path>
              </a:pathLst>
            </a:custGeom>
            <a:ln w="2605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2812619" y="4110883"/>
              <a:ext cx="3766388" cy="218995"/>
            </a:xfrm>
            <a:custGeom>
              <a:avLst/>
              <a:pathLst>
                <a:path w="3766388" h="218995">
                  <a:moveTo>
                    <a:pt x="0" y="0"/>
                  </a:moveTo>
                  <a:lnTo>
                    <a:pt x="3766388" y="218995"/>
                  </a:lnTo>
                </a:path>
              </a:pathLst>
            </a:custGeom>
            <a:ln w="1911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2805900" y="4149050"/>
              <a:ext cx="3116772" cy="931521"/>
            </a:xfrm>
            <a:custGeom>
              <a:avLst/>
              <a:pathLst>
                <a:path w="3116772" h="931521">
                  <a:moveTo>
                    <a:pt x="0" y="0"/>
                  </a:moveTo>
                  <a:lnTo>
                    <a:pt x="3116772" y="931521"/>
                  </a:lnTo>
                </a:path>
              </a:pathLst>
            </a:custGeom>
            <a:ln w="436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2810369" y="4130161"/>
              <a:ext cx="3485540" cy="613555"/>
            </a:xfrm>
            <a:custGeom>
              <a:avLst/>
              <a:pathLst>
                <a:path w="3485540" h="613555">
                  <a:moveTo>
                    <a:pt x="0" y="0"/>
                  </a:moveTo>
                  <a:lnTo>
                    <a:pt x="3485540" y="613555"/>
                  </a:lnTo>
                </a:path>
              </a:pathLst>
            </a:custGeom>
            <a:ln w="344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812619" y="3862154"/>
              <a:ext cx="3943990" cy="229322"/>
            </a:xfrm>
            <a:custGeom>
              <a:avLst/>
              <a:pathLst>
                <a:path w="3943990" h="229322">
                  <a:moveTo>
                    <a:pt x="0" y="229322"/>
                  </a:moveTo>
                  <a:lnTo>
                    <a:pt x="3943990" y="0"/>
                  </a:lnTo>
                </a:path>
              </a:pathLst>
            </a:custGeom>
            <a:ln w="344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3032320" y="4630552"/>
              <a:ext cx="1949819" cy="839647"/>
            </a:xfrm>
            <a:custGeom>
              <a:avLst/>
              <a:pathLst>
                <a:path w="1949819" h="839647">
                  <a:moveTo>
                    <a:pt x="0" y="0"/>
                  </a:moveTo>
                  <a:lnTo>
                    <a:pt x="1949819" y="839647"/>
                  </a:lnTo>
                </a:path>
              </a:pathLst>
            </a:custGeom>
            <a:ln w="1877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2986343" y="4692403"/>
              <a:ext cx="118663" cy="141178"/>
            </a:xfrm>
            <a:custGeom>
              <a:avLst/>
              <a:pathLst>
                <a:path w="118663" h="141178">
                  <a:moveTo>
                    <a:pt x="0" y="0"/>
                  </a:moveTo>
                  <a:lnTo>
                    <a:pt x="118663" y="141178"/>
                  </a:lnTo>
                </a:path>
              </a:pathLst>
            </a:custGeom>
            <a:ln w="477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3038950" y="4612305"/>
              <a:ext cx="2434018" cy="727464"/>
            </a:xfrm>
            <a:custGeom>
              <a:avLst/>
              <a:pathLst>
                <a:path w="2434018" h="727464">
                  <a:moveTo>
                    <a:pt x="0" y="0"/>
                  </a:moveTo>
                  <a:lnTo>
                    <a:pt x="2434018" y="727464"/>
                  </a:lnTo>
                </a:path>
              </a:pathLst>
            </a:custGeom>
            <a:ln w="2179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3045669" y="4349286"/>
              <a:ext cx="3533338" cy="205445"/>
            </a:xfrm>
            <a:custGeom>
              <a:avLst/>
              <a:pathLst>
                <a:path w="3533338" h="205445">
                  <a:moveTo>
                    <a:pt x="0" y="205445"/>
                  </a:moveTo>
                  <a:lnTo>
                    <a:pt x="3533338" y="0"/>
                  </a:lnTo>
                </a:path>
              </a:pathLst>
            </a:custGeom>
            <a:ln w="459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3043419" y="4593416"/>
              <a:ext cx="2874784" cy="506044"/>
            </a:xfrm>
            <a:custGeom>
              <a:avLst/>
              <a:pathLst>
                <a:path w="2874784" h="506044">
                  <a:moveTo>
                    <a:pt x="0" y="0"/>
                  </a:moveTo>
                  <a:lnTo>
                    <a:pt x="2874784" y="506044"/>
                  </a:lnTo>
                </a:path>
              </a:pathLst>
            </a:custGeom>
            <a:ln w="344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3045669" y="4574139"/>
              <a:ext cx="3247992" cy="188853"/>
            </a:xfrm>
            <a:custGeom>
              <a:avLst/>
              <a:pathLst>
                <a:path w="3247992" h="188853">
                  <a:moveTo>
                    <a:pt x="0" y="0"/>
                  </a:moveTo>
                  <a:lnTo>
                    <a:pt x="3247992" y="188853"/>
                  </a:lnTo>
                </a:path>
              </a:pathLst>
            </a:custGeom>
            <a:ln w="344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3043419" y="3881431"/>
              <a:ext cx="3715439" cy="654023"/>
            </a:xfrm>
            <a:custGeom>
              <a:avLst/>
              <a:pathLst>
                <a:path w="3715439" h="654023">
                  <a:moveTo>
                    <a:pt x="0" y="654023"/>
                  </a:moveTo>
                  <a:lnTo>
                    <a:pt x="3715439" y="0"/>
                  </a:lnTo>
                </a:path>
              </a:pathLst>
            </a:custGeom>
            <a:ln w="2167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2583240" y="2267739"/>
              <a:ext cx="238282" cy="653568"/>
            </a:xfrm>
            <a:custGeom>
              <a:avLst/>
              <a:pathLst>
                <a:path w="238282" h="653568">
                  <a:moveTo>
                    <a:pt x="238282" y="0"/>
                  </a:moveTo>
                  <a:lnTo>
                    <a:pt x="0" y="653568"/>
                  </a:lnTo>
                </a:path>
              </a:pathLst>
            </a:custGeom>
            <a:ln w="493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2564594" y="2273330"/>
              <a:ext cx="275576" cy="1160780"/>
            </a:xfrm>
            <a:custGeom>
              <a:avLst/>
              <a:pathLst>
                <a:path w="275576" h="1160780">
                  <a:moveTo>
                    <a:pt x="275576" y="0"/>
                  </a:moveTo>
                  <a:lnTo>
                    <a:pt x="0" y="1160780"/>
                  </a:lnTo>
                </a:path>
              </a:pathLst>
            </a:custGeom>
            <a:ln w="344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2970752" y="2250279"/>
              <a:ext cx="2072955" cy="3146443"/>
            </a:xfrm>
            <a:custGeom>
              <a:avLst/>
              <a:pathLst>
                <a:path w="2072955" h="3146443">
                  <a:moveTo>
                    <a:pt x="0" y="0"/>
                  </a:moveTo>
                  <a:lnTo>
                    <a:pt x="2072955" y="3146443"/>
                  </a:lnTo>
                </a:path>
              </a:pathLst>
            </a:custGeom>
            <a:ln w="2270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2665173" y="2276717"/>
              <a:ext cx="194171" cy="1658429"/>
            </a:xfrm>
            <a:custGeom>
              <a:avLst/>
              <a:pathLst>
                <a:path w="194171" h="1658429">
                  <a:moveTo>
                    <a:pt x="194171" y="0"/>
                  </a:moveTo>
                  <a:lnTo>
                    <a:pt x="0" y="1658429"/>
                  </a:lnTo>
                </a:path>
              </a:pathLst>
            </a:custGeom>
            <a:ln w="517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2878783" y="2277851"/>
              <a:ext cx="0" cy="2119416"/>
            </a:xfrm>
            <a:custGeom>
              <a:avLst/>
              <a:pathLst>
                <a:path w="0" h="2119416">
                  <a:moveTo>
                    <a:pt x="0" y="0"/>
                  </a:moveTo>
                  <a:lnTo>
                    <a:pt x="0" y="2119416"/>
                  </a:lnTo>
                </a:path>
              </a:pathLst>
            </a:custGeom>
            <a:ln w="344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2898223" y="2276717"/>
              <a:ext cx="294904" cy="2518799"/>
            </a:xfrm>
            <a:custGeom>
              <a:avLst/>
              <a:pathLst>
                <a:path w="294904" h="2518799">
                  <a:moveTo>
                    <a:pt x="0" y="0"/>
                  </a:moveTo>
                  <a:lnTo>
                    <a:pt x="294904" y="2518799"/>
                  </a:lnTo>
                </a:path>
              </a:pathLst>
            </a:custGeom>
            <a:ln w="2270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2986343" y="2238652"/>
              <a:ext cx="2539232" cy="3021019"/>
            </a:xfrm>
            <a:custGeom>
              <a:avLst/>
              <a:pathLst>
                <a:path w="2539232" h="3021019">
                  <a:moveTo>
                    <a:pt x="0" y="0"/>
                  </a:moveTo>
                  <a:lnTo>
                    <a:pt x="2539232" y="3021019"/>
                  </a:lnTo>
                </a:path>
              </a:pathLst>
            </a:custGeom>
            <a:ln w="517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3023616" y="2194161"/>
              <a:ext cx="3577444" cy="2061944"/>
            </a:xfrm>
            <a:custGeom>
              <a:avLst/>
              <a:pathLst>
                <a:path w="3577444" h="2061944">
                  <a:moveTo>
                    <a:pt x="0" y="0"/>
                  </a:moveTo>
                  <a:lnTo>
                    <a:pt x="3577444" y="2061944"/>
                  </a:lnTo>
                </a:path>
              </a:pathLst>
            </a:custGeom>
            <a:ln w="396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3000473" y="2225298"/>
              <a:ext cx="2960676" cy="2788528"/>
            </a:xfrm>
            <a:custGeom>
              <a:avLst/>
              <a:pathLst>
                <a:path w="2960676" h="2788528">
                  <a:moveTo>
                    <a:pt x="0" y="0"/>
                  </a:moveTo>
                  <a:lnTo>
                    <a:pt x="2960676" y="2788528"/>
                  </a:lnTo>
                </a:path>
              </a:pathLst>
            </a:custGeom>
            <a:ln w="327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3012953" y="2210400"/>
              <a:ext cx="3313423" cy="2462579"/>
            </a:xfrm>
            <a:custGeom>
              <a:avLst/>
              <a:pathLst>
                <a:path w="3313423" h="2462579">
                  <a:moveTo>
                    <a:pt x="0" y="0"/>
                  </a:moveTo>
                  <a:lnTo>
                    <a:pt x="3313423" y="2462579"/>
                  </a:lnTo>
                </a:path>
              </a:pathLst>
            </a:custGeom>
            <a:ln w="1431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3372733" y="5009419"/>
              <a:ext cx="1602775" cy="479027"/>
            </a:xfrm>
            <a:custGeom>
              <a:avLst/>
              <a:pathLst>
                <a:path w="1602775" h="479027">
                  <a:moveTo>
                    <a:pt x="0" y="0"/>
                  </a:moveTo>
                  <a:lnTo>
                    <a:pt x="1602775" y="479027"/>
                  </a:lnTo>
                </a:path>
              </a:pathLst>
            </a:custGeom>
            <a:ln w="368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3377202" y="4990530"/>
              <a:ext cx="2091296" cy="368128"/>
            </a:xfrm>
            <a:custGeom>
              <a:avLst/>
              <a:pathLst>
                <a:path w="2091296" h="368128">
                  <a:moveTo>
                    <a:pt x="0" y="0"/>
                  </a:moveTo>
                  <a:lnTo>
                    <a:pt x="2091296" y="368128"/>
                  </a:lnTo>
                </a:path>
              </a:pathLst>
            </a:custGeom>
            <a:ln w="245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3377202" y="4368564"/>
              <a:ext cx="3204053" cy="564005"/>
            </a:xfrm>
            <a:custGeom>
              <a:avLst/>
              <a:pathLst>
                <a:path w="3204053" h="564005">
                  <a:moveTo>
                    <a:pt x="0" y="564005"/>
                  </a:moveTo>
                  <a:lnTo>
                    <a:pt x="3204053" y="0"/>
                  </a:lnTo>
                </a:path>
              </a:pathLst>
            </a:custGeom>
            <a:ln w="2605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3379452" y="4971253"/>
              <a:ext cx="2536502" cy="147484"/>
            </a:xfrm>
            <a:custGeom>
              <a:avLst/>
              <a:pathLst>
                <a:path w="2536502" h="147484">
                  <a:moveTo>
                    <a:pt x="0" y="0"/>
                  </a:moveTo>
                  <a:lnTo>
                    <a:pt x="2536502" y="147484"/>
                  </a:lnTo>
                </a:path>
              </a:pathLst>
            </a:custGeom>
            <a:ln w="601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3379452" y="4782400"/>
              <a:ext cx="2914209" cy="169446"/>
            </a:xfrm>
            <a:custGeom>
              <a:avLst/>
              <a:pathLst>
                <a:path w="2914209" h="169446">
                  <a:moveTo>
                    <a:pt x="0" y="169446"/>
                  </a:moveTo>
                  <a:lnTo>
                    <a:pt x="2914209" y="0"/>
                  </a:lnTo>
                </a:path>
              </a:pathLst>
            </a:custGeom>
            <a:ln w="1148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3372733" y="3900320"/>
              <a:ext cx="3390594" cy="1013360"/>
            </a:xfrm>
            <a:custGeom>
              <a:avLst/>
              <a:pathLst>
                <a:path w="3390594" h="1013360">
                  <a:moveTo>
                    <a:pt x="0" y="1013360"/>
                  </a:moveTo>
                  <a:lnTo>
                    <a:pt x="3390594" y="0"/>
                  </a:lnTo>
                </a:path>
              </a:pathLst>
            </a:custGeom>
            <a:ln w="368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2564594" y="2736586"/>
              <a:ext cx="42526" cy="179128"/>
            </a:xfrm>
            <a:custGeom>
              <a:avLst/>
              <a:pathLst>
                <a:path w="42526" h="179128">
                  <a:moveTo>
                    <a:pt x="42526" y="0"/>
                  </a:moveTo>
                  <a:lnTo>
                    <a:pt x="0" y="179128"/>
                  </a:lnTo>
                </a:path>
              </a:pathLst>
            </a:custGeom>
            <a:ln w="601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2545420" y="2739972"/>
              <a:ext cx="80874" cy="690751"/>
            </a:xfrm>
            <a:custGeom>
              <a:avLst/>
              <a:pathLst>
                <a:path w="80874" h="690751">
                  <a:moveTo>
                    <a:pt x="80874" y="0"/>
                  </a:moveTo>
                  <a:lnTo>
                    <a:pt x="0" y="690751"/>
                  </a:lnTo>
                </a:path>
              </a:pathLst>
            </a:custGeom>
            <a:ln w="1287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2645733" y="2741107"/>
              <a:ext cx="0" cy="1192905"/>
            </a:xfrm>
            <a:custGeom>
              <a:avLst/>
              <a:pathLst>
                <a:path w="0" h="1192905">
                  <a:moveTo>
                    <a:pt x="0" y="0"/>
                  </a:moveTo>
                  <a:lnTo>
                    <a:pt x="0" y="1192905"/>
                  </a:lnTo>
                </a:path>
              </a:pathLst>
            </a:custGeom>
            <a:ln w="363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2665173" y="2739972"/>
              <a:ext cx="194171" cy="1658429"/>
            </a:xfrm>
            <a:custGeom>
              <a:avLst/>
              <a:pathLst>
                <a:path w="194171" h="1658429">
                  <a:moveTo>
                    <a:pt x="0" y="0"/>
                  </a:moveTo>
                  <a:lnTo>
                    <a:pt x="194171" y="1658429"/>
                  </a:lnTo>
                </a:path>
              </a:pathLst>
            </a:custGeom>
            <a:ln w="601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2799270" y="2640056"/>
              <a:ext cx="3793086" cy="1633409"/>
            </a:xfrm>
            <a:custGeom>
              <a:avLst/>
              <a:pathLst>
                <a:path w="3793086" h="1633409">
                  <a:moveTo>
                    <a:pt x="0" y="0"/>
                  </a:moveTo>
                  <a:lnTo>
                    <a:pt x="3793086" y="1633409"/>
                  </a:lnTo>
                </a:path>
              </a:pathLst>
            </a:custGeom>
            <a:ln w="1159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2790566" y="2657417"/>
              <a:ext cx="3525148" cy="2031801"/>
            </a:xfrm>
            <a:custGeom>
              <a:avLst/>
              <a:pathLst>
                <a:path w="3525148" h="2031801">
                  <a:moveTo>
                    <a:pt x="0" y="0"/>
                  </a:moveTo>
                  <a:lnTo>
                    <a:pt x="3525148" y="2031801"/>
                  </a:lnTo>
                </a:path>
              </a:pathLst>
            </a:custGeom>
            <a:ln w="386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3782625" y="1470122"/>
              <a:ext cx="2987333" cy="1286429"/>
            </a:xfrm>
            <a:custGeom>
              <a:avLst/>
              <a:pathLst>
                <a:path w="2987333" h="1286429">
                  <a:moveTo>
                    <a:pt x="2987333" y="1286429"/>
                  </a:moveTo>
                  <a:lnTo>
                    <a:pt x="0" y="0"/>
                  </a:lnTo>
                </a:path>
              </a:pathLst>
            </a:custGeom>
            <a:ln w="601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5740695" y="1415448"/>
              <a:ext cx="1075239" cy="1279252"/>
            </a:xfrm>
            <a:custGeom>
              <a:avLst/>
              <a:pathLst>
                <a:path w="1075239" h="1279252">
                  <a:moveTo>
                    <a:pt x="1075239" y="1279252"/>
                  </a:moveTo>
                  <a:lnTo>
                    <a:pt x="0" y="0"/>
                  </a:lnTo>
                </a:path>
              </a:pathLst>
            </a:custGeom>
            <a:ln w="1431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2692866" y="2832372"/>
              <a:ext cx="4063743" cy="236285"/>
            </a:xfrm>
            <a:custGeom>
              <a:avLst/>
              <a:pathLst>
                <a:path w="4063743" h="236285">
                  <a:moveTo>
                    <a:pt x="4063743" y="0"/>
                  </a:moveTo>
                  <a:lnTo>
                    <a:pt x="0" y="236285"/>
                  </a:lnTo>
                </a:path>
              </a:pathLst>
            </a:custGeom>
            <a:ln w="381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2690616" y="2851650"/>
              <a:ext cx="4068242" cy="716127"/>
            </a:xfrm>
            <a:custGeom>
              <a:avLst/>
              <a:pathLst>
                <a:path w="4068242" h="716127">
                  <a:moveTo>
                    <a:pt x="4068242" y="0"/>
                  </a:moveTo>
                  <a:lnTo>
                    <a:pt x="0" y="716127"/>
                  </a:lnTo>
                </a:path>
              </a:pathLst>
            </a:custGeom>
            <a:ln w="1911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5227644" y="2962264"/>
              <a:ext cx="1603881" cy="2434458"/>
            </a:xfrm>
            <a:custGeom>
              <a:avLst/>
              <a:pathLst>
                <a:path w="1603881" h="2434458">
                  <a:moveTo>
                    <a:pt x="1603881" y="0"/>
                  </a:moveTo>
                  <a:lnTo>
                    <a:pt x="0" y="2434458"/>
                  </a:lnTo>
                </a:path>
              </a:pathLst>
            </a:custGeom>
            <a:ln w="503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2805900" y="2870539"/>
              <a:ext cx="3957427" cy="1182771"/>
            </a:xfrm>
            <a:custGeom>
              <a:avLst/>
              <a:pathLst>
                <a:path w="3957427" h="1182771">
                  <a:moveTo>
                    <a:pt x="3957427" y="0"/>
                  </a:moveTo>
                  <a:lnTo>
                    <a:pt x="0" y="1182771"/>
                  </a:lnTo>
                </a:path>
              </a:pathLst>
            </a:custGeom>
            <a:ln w="601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3032320" y="2888786"/>
              <a:ext cx="3737638" cy="1609532"/>
            </a:xfrm>
            <a:custGeom>
              <a:avLst/>
              <a:pathLst>
                <a:path w="3737638" h="1609532">
                  <a:moveTo>
                    <a:pt x="3737638" y="0"/>
                  </a:moveTo>
                  <a:lnTo>
                    <a:pt x="0" y="1609532"/>
                  </a:lnTo>
                </a:path>
              </a:pathLst>
            </a:custGeom>
            <a:ln w="601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3357399" y="2906146"/>
              <a:ext cx="3421263" cy="1971925"/>
            </a:xfrm>
            <a:custGeom>
              <a:avLst/>
              <a:pathLst>
                <a:path w="3421263" h="1971925">
                  <a:moveTo>
                    <a:pt x="3421263" y="0"/>
                  </a:moveTo>
                  <a:lnTo>
                    <a:pt x="0" y="1971925"/>
                  </a:lnTo>
                </a:path>
              </a:pathLst>
            </a:custGeom>
            <a:ln w="1877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5708261" y="2972004"/>
              <a:ext cx="1140107" cy="2266299"/>
            </a:xfrm>
            <a:custGeom>
              <a:avLst/>
              <a:pathLst>
                <a:path w="1140107" h="2266299">
                  <a:moveTo>
                    <a:pt x="1140107" y="0"/>
                  </a:moveTo>
                  <a:lnTo>
                    <a:pt x="0" y="2266299"/>
                  </a:lnTo>
                </a:path>
              </a:pathLst>
            </a:custGeom>
            <a:ln w="637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6765332" y="2988702"/>
              <a:ext cx="138723" cy="1184847"/>
            </a:xfrm>
            <a:custGeom>
              <a:avLst/>
              <a:pathLst>
                <a:path w="138723" h="1184847">
                  <a:moveTo>
                    <a:pt x="138723" y="0"/>
                  </a:moveTo>
                  <a:lnTo>
                    <a:pt x="0" y="1184847"/>
                  </a:lnTo>
                </a:path>
              </a:pathLst>
            </a:custGeom>
            <a:ln w="2179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6140100" y="2979724"/>
              <a:ext cx="726134" cy="1991662"/>
            </a:xfrm>
            <a:custGeom>
              <a:avLst/>
              <a:pathLst>
                <a:path w="726134" h="1991662">
                  <a:moveTo>
                    <a:pt x="726134" y="0"/>
                  </a:moveTo>
                  <a:lnTo>
                    <a:pt x="0" y="1991662"/>
                  </a:lnTo>
                </a:path>
              </a:pathLst>
            </a:custGeom>
            <a:ln w="663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6499160" y="2985316"/>
              <a:ext cx="385721" cy="1624733"/>
            </a:xfrm>
            <a:custGeom>
              <a:avLst/>
              <a:pathLst>
                <a:path w="385721" h="1624733">
                  <a:moveTo>
                    <a:pt x="385721" y="0"/>
                  </a:moveTo>
                  <a:lnTo>
                    <a:pt x="0" y="1624733"/>
                  </a:lnTo>
                </a:path>
              </a:pathLst>
            </a:custGeom>
            <a:ln w="601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5257366" y="1253417"/>
              <a:ext cx="1544438" cy="1454637"/>
            </a:xfrm>
            <a:custGeom>
              <a:avLst/>
              <a:pathLst>
                <a:path w="1544438" h="1454637">
                  <a:moveTo>
                    <a:pt x="1544438" y="1454637"/>
                  </a:moveTo>
                  <a:lnTo>
                    <a:pt x="0" y="0"/>
                  </a:lnTo>
                </a:path>
              </a:pathLst>
            </a:custGeom>
            <a:ln w="601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6803153" y="2492591"/>
              <a:ext cx="63081" cy="173023"/>
            </a:xfrm>
            <a:custGeom>
              <a:avLst/>
              <a:pathLst>
                <a:path w="63081" h="173023">
                  <a:moveTo>
                    <a:pt x="63081" y="173023"/>
                  </a:moveTo>
                  <a:lnTo>
                    <a:pt x="0" y="0"/>
                  </a:lnTo>
                </a:path>
              </a:pathLst>
            </a:custGeom>
            <a:ln w="2167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6923495" y="2989836"/>
              <a:ext cx="0" cy="695446"/>
            </a:xfrm>
            <a:custGeom>
              <a:avLst/>
              <a:pathLst>
                <a:path w="0" h="695446">
                  <a:moveTo>
                    <a:pt x="0" y="0"/>
                  </a:moveTo>
                  <a:lnTo>
                    <a:pt x="0" y="695446"/>
                  </a:lnTo>
                </a:path>
              </a:pathLst>
            </a:custGeom>
            <a:ln w="672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5754825" y="4454197"/>
              <a:ext cx="869377" cy="818827"/>
            </a:xfrm>
            <a:custGeom>
              <a:avLst/>
              <a:pathLst>
                <a:path w="869377" h="818827">
                  <a:moveTo>
                    <a:pt x="0" y="818827"/>
                  </a:moveTo>
                  <a:lnTo>
                    <a:pt x="869377" y="0"/>
                  </a:lnTo>
                </a:path>
              </a:pathLst>
            </a:custGeom>
            <a:ln w="601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5777968" y="5211919"/>
              <a:ext cx="160039" cy="92242"/>
            </a:xfrm>
            <a:custGeom>
              <a:avLst/>
              <a:pathLst>
                <a:path w="160039" h="92242">
                  <a:moveTo>
                    <a:pt x="0" y="92242"/>
                  </a:moveTo>
                  <a:lnTo>
                    <a:pt x="160039" y="0"/>
                  </a:lnTo>
                </a:path>
              </a:pathLst>
            </a:custGeom>
            <a:ln w="2270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5767305" y="4872413"/>
              <a:ext cx="559071" cy="415509"/>
            </a:xfrm>
            <a:custGeom>
              <a:avLst/>
              <a:pathLst>
                <a:path w="559071" h="415509">
                  <a:moveTo>
                    <a:pt x="0" y="415509"/>
                  </a:moveTo>
                  <a:lnTo>
                    <a:pt x="559071" y="0"/>
                  </a:lnTo>
                </a:path>
              </a:pathLst>
            </a:custGeom>
            <a:ln w="714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5740695" y="3980418"/>
              <a:ext cx="1075239" cy="1279252"/>
            </a:xfrm>
            <a:custGeom>
              <a:avLst/>
              <a:pathLst>
                <a:path w="1075239" h="1279252">
                  <a:moveTo>
                    <a:pt x="0" y="1279252"/>
                  </a:moveTo>
                  <a:lnTo>
                    <a:pt x="1075239" y="0"/>
                  </a:lnTo>
                </a:path>
              </a:pathLst>
            </a:custGeom>
            <a:ln w="601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3789255" y="1156530"/>
              <a:ext cx="667857" cy="199605"/>
            </a:xfrm>
            <a:custGeom>
              <a:avLst/>
              <a:pathLst>
                <a:path w="667857" h="199605">
                  <a:moveTo>
                    <a:pt x="667857" y="0"/>
                  </a:moveTo>
                  <a:lnTo>
                    <a:pt x="0" y="199605"/>
                  </a:lnTo>
                </a:path>
              </a:pathLst>
            </a:custGeom>
            <a:ln w="2270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2647670" y="1223275"/>
              <a:ext cx="1847919" cy="1740472"/>
            </a:xfrm>
            <a:custGeom>
              <a:avLst/>
              <a:pathLst>
                <a:path w="1847919" h="1740472">
                  <a:moveTo>
                    <a:pt x="1847919" y="0"/>
                  </a:moveTo>
                  <a:lnTo>
                    <a:pt x="0" y="1740472"/>
                  </a:lnTo>
                </a:path>
              </a:pathLst>
            </a:custGeom>
            <a:ln w="714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2633540" y="1236628"/>
              <a:ext cx="1876179" cy="2232161"/>
            </a:xfrm>
            <a:custGeom>
              <a:avLst/>
              <a:pathLst>
                <a:path w="1876179" h="2232161">
                  <a:moveTo>
                    <a:pt x="1876179" y="0"/>
                  </a:moveTo>
                  <a:lnTo>
                    <a:pt x="0" y="2232161"/>
                  </a:lnTo>
                </a:path>
              </a:pathLst>
            </a:custGeom>
            <a:ln w="2879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4636719" y="1274694"/>
              <a:ext cx="479517" cy="4095589"/>
            </a:xfrm>
            <a:custGeom>
              <a:avLst/>
              <a:pathLst>
                <a:path w="479517" h="4095589">
                  <a:moveTo>
                    <a:pt x="0" y="0"/>
                  </a:moveTo>
                  <a:lnTo>
                    <a:pt x="479517" y="4095589"/>
                  </a:lnTo>
                </a:path>
              </a:pathLst>
            </a:custGeom>
            <a:ln w="2453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2737702" y="1248255"/>
              <a:ext cx="1787609" cy="2713329"/>
            </a:xfrm>
            <a:custGeom>
              <a:avLst/>
              <a:pathLst>
                <a:path w="1787609" h="2713329">
                  <a:moveTo>
                    <a:pt x="1787609" y="0"/>
                  </a:moveTo>
                  <a:lnTo>
                    <a:pt x="0" y="2713329"/>
                  </a:lnTo>
                </a:path>
              </a:pathLst>
            </a:custGeom>
            <a:ln w="1576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2953909" y="1257996"/>
              <a:ext cx="1588244" cy="3157104"/>
            </a:xfrm>
            <a:custGeom>
              <a:avLst/>
              <a:pathLst>
                <a:path w="1588244" h="3157104">
                  <a:moveTo>
                    <a:pt x="1588244" y="0"/>
                  </a:moveTo>
                  <a:lnTo>
                    <a:pt x="0" y="3157104"/>
                  </a:lnTo>
                </a:path>
              </a:pathLst>
            </a:custGeom>
            <a:ln w="2171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3269826" y="1265715"/>
              <a:ext cx="1290193" cy="3538779"/>
            </a:xfrm>
            <a:custGeom>
              <a:avLst/>
              <a:pathLst>
                <a:path w="1290193" h="3538779">
                  <a:moveTo>
                    <a:pt x="1290193" y="0"/>
                  </a:moveTo>
                  <a:lnTo>
                    <a:pt x="0" y="3538779"/>
                  </a:lnTo>
                </a:path>
              </a:pathLst>
            </a:custGeom>
            <a:ln w="2605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4709248" y="1248255"/>
              <a:ext cx="1944675" cy="2951732"/>
            </a:xfrm>
            <a:custGeom>
              <a:avLst/>
              <a:pathLst>
                <a:path w="1944675" h="2951732">
                  <a:moveTo>
                    <a:pt x="0" y="0"/>
                  </a:moveTo>
                  <a:lnTo>
                    <a:pt x="1944675" y="2951732"/>
                  </a:lnTo>
                </a:path>
              </a:pathLst>
            </a:custGeom>
            <a:ln w="1576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4674540" y="1265715"/>
              <a:ext cx="1351039" cy="3705671"/>
            </a:xfrm>
            <a:custGeom>
              <a:avLst/>
              <a:pathLst>
                <a:path w="1351039" h="3705671">
                  <a:moveTo>
                    <a:pt x="0" y="0"/>
                  </a:moveTo>
                  <a:lnTo>
                    <a:pt x="1351039" y="3705671"/>
                  </a:lnTo>
                </a:path>
              </a:pathLst>
            </a:custGeom>
            <a:ln w="468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6803153" y="4009505"/>
              <a:ext cx="63081" cy="173023"/>
            </a:xfrm>
            <a:custGeom>
              <a:avLst/>
              <a:pathLst>
                <a:path w="63081" h="173023">
                  <a:moveTo>
                    <a:pt x="0" y="173023"/>
                  </a:moveTo>
                  <a:lnTo>
                    <a:pt x="63081" y="0"/>
                  </a:lnTo>
                </a:path>
              </a:pathLst>
            </a:custGeom>
            <a:ln w="809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6190400" y="4467551"/>
              <a:ext cx="447932" cy="532922"/>
            </a:xfrm>
            <a:custGeom>
              <a:avLst/>
              <a:pathLst>
                <a:path w="447932" h="532922">
                  <a:moveTo>
                    <a:pt x="0" y="532922"/>
                  </a:moveTo>
                  <a:lnTo>
                    <a:pt x="447932" y="0"/>
                  </a:lnTo>
                </a:path>
              </a:pathLst>
            </a:custGeom>
            <a:ln w="1576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6174809" y="3992045"/>
              <a:ext cx="656717" cy="996801"/>
            </a:xfrm>
            <a:custGeom>
              <a:avLst/>
              <a:pathLst>
                <a:path w="656717" h="996801">
                  <a:moveTo>
                    <a:pt x="0" y="996801"/>
                  </a:moveTo>
                  <a:lnTo>
                    <a:pt x="656717" y="0"/>
                  </a:lnTo>
                </a:path>
              </a:pathLst>
            </a:custGeom>
            <a:ln w="1576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6552515" y="4479178"/>
              <a:ext cx="101408" cy="153923"/>
            </a:xfrm>
            <a:custGeom>
              <a:avLst/>
              <a:pathLst>
                <a:path w="101408" h="153923">
                  <a:moveTo>
                    <a:pt x="0" y="153923"/>
                  </a:moveTo>
                  <a:lnTo>
                    <a:pt x="101408" y="0"/>
                  </a:lnTo>
                </a:path>
              </a:pathLst>
            </a:custGeom>
            <a:ln w="2037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6535673" y="4001785"/>
              <a:ext cx="312696" cy="621575"/>
            </a:xfrm>
            <a:custGeom>
              <a:avLst/>
              <a:pathLst>
                <a:path w="312696" h="621575">
                  <a:moveTo>
                    <a:pt x="0" y="621575"/>
                  </a:moveTo>
                  <a:lnTo>
                    <a:pt x="312696" y="0"/>
                  </a:lnTo>
                </a:path>
              </a:pathLst>
            </a:custGeom>
            <a:ln w="1372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3782625" y="1264796"/>
              <a:ext cx="169732" cy="73091"/>
            </a:xfrm>
            <a:custGeom>
              <a:avLst/>
              <a:pathLst>
                <a:path w="169732" h="73091">
                  <a:moveTo>
                    <a:pt x="169732" y="0"/>
                  </a:moveTo>
                  <a:lnTo>
                    <a:pt x="0" y="73091"/>
                  </a:lnTo>
                </a:path>
              </a:pathLst>
            </a:custGeom>
            <a:ln w="2697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2633540" y="1326647"/>
              <a:ext cx="1364794" cy="1623746"/>
            </a:xfrm>
            <a:custGeom>
              <a:avLst/>
              <a:pathLst>
                <a:path w="1364794" h="1623746">
                  <a:moveTo>
                    <a:pt x="1364794" y="0"/>
                  </a:moveTo>
                  <a:lnTo>
                    <a:pt x="0" y="1623746"/>
                  </a:lnTo>
                </a:path>
              </a:pathLst>
            </a:custGeom>
            <a:ln w="2023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2617949" y="1338274"/>
              <a:ext cx="1395976" cy="2118888"/>
            </a:xfrm>
            <a:custGeom>
              <a:avLst/>
              <a:pathLst>
                <a:path w="1395976" h="2118888">
                  <a:moveTo>
                    <a:pt x="1395976" y="0"/>
                  </a:moveTo>
                  <a:lnTo>
                    <a:pt x="0" y="2118888"/>
                  </a:lnTo>
                </a:path>
              </a:pathLst>
            </a:custGeom>
            <a:ln w="1576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2720859" y="1348014"/>
              <a:ext cx="1309909" cy="2603830"/>
            </a:xfrm>
            <a:custGeom>
              <a:avLst/>
              <a:pathLst>
                <a:path w="1309909" h="2603830">
                  <a:moveTo>
                    <a:pt x="1309909" y="0"/>
                  </a:moveTo>
                  <a:lnTo>
                    <a:pt x="0" y="2603830"/>
                  </a:lnTo>
                </a:path>
              </a:pathLst>
            </a:custGeom>
            <a:ln w="1879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2936043" y="1355734"/>
              <a:ext cx="1112590" cy="3051646"/>
            </a:xfrm>
            <a:custGeom>
              <a:avLst/>
              <a:pathLst>
                <a:path w="1112590" h="3051646">
                  <a:moveTo>
                    <a:pt x="1112590" y="0"/>
                  </a:moveTo>
                  <a:lnTo>
                    <a:pt x="0" y="3051646"/>
                  </a:lnTo>
                </a:path>
              </a:pathLst>
            </a:custGeom>
            <a:ln w="2066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4213454" y="1326647"/>
              <a:ext cx="2424878" cy="2884968"/>
            </a:xfrm>
            <a:custGeom>
              <a:avLst/>
              <a:pathLst>
                <a:path w="2424878" h="2884968">
                  <a:moveTo>
                    <a:pt x="0" y="0"/>
                  </a:moveTo>
                  <a:lnTo>
                    <a:pt x="2424878" y="2884968"/>
                  </a:lnTo>
                </a:path>
              </a:pathLst>
            </a:custGeom>
            <a:ln w="1576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4197863" y="1338274"/>
              <a:ext cx="2170714" cy="3294827"/>
            </a:xfrm>
            <a:custGeom>
              <a:avLst/>
              <a:pathLst>
                <a:path w="2170714" h="3294827">
                  <a:moveTo>
                    <a:pt x="0" y="0"/>
                  </a:moveTo>
                  <a:lnTo>
                    <a:pt x="2170714" y="3294827"/>
                  </a:lnTo>
                </a:path>
              </a:pathLst>
            </a:custGeom>
            <a:ln w="3213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4227584" y="1313293"/>
              <a:ext cx="2574220" cy="2424542"/>
            </a:xfrm>
            <a:custGeom>
              <a:avLst/>
              <a:pathLst>
                <a:path w="2574220" h="2424542">
                  <a:moveTo>
                    <a:pt x="0" y="0"/>
                  </a:moveTo>
                  <a:lnTo>
                    <a:pt x="2574220" y="2424542"/>
                  </a:lnTo>
                </a:path>
              </a:pathLst>
            </a:custGeom>
            <a:ln w="326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3793724" y="1167783"/>
              <a:ext cx="1177315" cy="207241"/>
            </a:xfrm>
            <a:custGeom>
              <a:avLst/>
              <a:pathLst>
                <a:path w="1177315" h="207241">
                  <a:moveTo>
                    <a:pt x="1177315" y="0"/>
                  </a:moveTo>
                  <a:lnTo>
                    <a:pt x="0" y="207241"/>
                  </a:lnTo>
                </a:path>
              </a:pathLst>
            </a:custGeom>
            <a:ln w="1576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2660150" y="1238519"/>
              <a:ext cx="2341355" cy="1740125"/>
            </a:xfrm>
            <a:custGeom>
              <a:avLst/>
              <a:pathLst>
                <a:path w="2341355" h="1740125">
                  <a:moveTo>
                    <a:pt x="2341355" y="0"/>
                  </a:moveTo>
                  <a:lnTo>
                    <a:pt x="0" y="1740125"/>
                  </a:lnTo>
                </a:path>
              </a:pathLst>
            </a:custGeom>
            <a:ln w="3057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2647670" y="1253417"/>
              <a:ext cx="2366315" cy="2228726"/>
            </a:xfrm>
            <a:custGeom>
              <a:avLst/>
              <a:pathLst>
                <a:path w="2366315" h="2228726">
                  <a:moveTo>
                    <a:pt x="2366315" y="0"/>
                  </a:moveTo>
                  <a:lnTo>
                    <a:pt x="0" y="2228726"/>
                  </a:lnTo>
                </a:path>
              </a:pathLst>
            </a:custGeom>
            <a:ln w="3047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5135676" y="1305970"/>
              <a:ext cx="0" cy="4063179"/>
            </a:xfrm>
            <a:custGeom>
              <a:avLst/>
              <a:pathLst>
                <a:path w="0" h="4063179">
                  <a:moveTo>
                    <a:pt x="0" y="0"/>
                  </a:moveTo>
                  <a:lnTo>
                    <a:pt x="0" y="4063179"/>
                  </a:lnTo>
                </a:path>
              </a:pathLst>
            </a:custGeom>
            <a:ln w="1576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2753293" y="1266770"/>
              <a:ext cx="2274822" cy="2706441"/>
            </a:xfrm>
            <a:custGeom>
              <a:avLst/>
              <a:pathLst>
                <a:path w="2274822" h="2706441">
                  <a:moveTo>
                    <a:pt x="2274822" y="0"/>
                  </a:moveTo>
                  <a:lnTo>
                    <a:pt x="0" y="2706441"/>
                  </a:lnTo>
                </a:path>
              </a:pathLst>
            </a:custGeom>
            <a:ln w="3304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2970752" y="1278397"/>
              <a:ext cx="2072955" cy="3146443"/>
            </a:xfrm>
            <a:custGeom>
              <a:avLst/>
              <a:pathLst>
                <a:path w="2072955" h="3146443">
                  <a:moveTo>
                    <a:pt x="2072955" y="0"/>
                  </a:moveTo>
                  <a:lnTo>
                    <a:pt x="0" y="3146443"/>
                  </a:lnTo>
                </a:path>
              </a:pathLst>
            </a:custGeom>
            <a:ln w="3287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3032320" y="1204919"/>
              <a:ext cx="1949819" cy="839647"/>
            </a:xfrm>
            <a:custGeom>
              <a:avLst/>
              <a:pathLst>
                <a:path w="1949819" h="839647">
                  <a:moveTo>
                    <a:pt x="1949819" y="0"/>
                  </a:moveTo>
                  <a:lnTo>
                    <a:pt x="0" y="839647"/>
                  </a:lnTo>
                </a:path>
              </a:pathLst>
            </a:custGeom>
            <a:ln w="1576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3287692" y="1288138"/>
              <a:ext cx="1772857" cy="3524076"/>
            </a:xfrm>
            <a:custGeom>
              <a:avLst/>
              <a:pathLst>
                <a:path w="1772857" h="3524076">
                  <a:moveTo>
                    <a:pt x="1772857" y="0"/>
                  </a:moveTo>
                  <a:lnTo>
                    <a:pt x="0" y="3524076"/>
                  </a:lnTo>
                </a:path>
              </a:pathLst>
            </a:custGeom>
            <a:ln w="3304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2790566" y="1222280"/>
              <a:ext cx="2200277" cy="1268181"/>
            </a:xfrm>
            <a:custGeom>
              <a:avLst/>
              <a:pathLst>
                <a:path w="2200277" h="1268181">
                  <a:moveTo>
                    <a:pt x="2200277" y="0"/>
                  </a:moveTo>
                  <a:lnTo>
                    <a:pt x="0" y="1268181"/>
                  </a:lnTo>
                </a:path>
              </a:pathLst>
            </a:custGeom>
            <a:ln w="3287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5155115" y="1304836"/>
              <a:ext cx="458580" cy="3916770"/>
            </a:xfrm>
            <a:custGeom>
              <a:avLst/>
              <a:pathLst>
                <a:path w="458580" h="3916770">
                  <a:moveTo>
                    <a:pt x="0" y="0"/>
                  </a:moveTo>
                  <a:lnTo>
                    <a:pt x="458580" y="3916770"/>
                  </a:lnTo>
                </a:path>
              </a:pathLst>
            </a:custGeom>
            <a:ln w="1576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5210802" y="1288138"/>
              <a:ext cx="1459964" cy="2902110"/>
            </a:xfrm>
            <a:custGeom>
              <a:avLst/>
              <a:pathLst>
                <a:path w="1459964" h="2902110">
                  <a:moveTo>
                    <a:pt x="0" y="0"/>
                  </a:moveTo>
                  <a:lnTo>
                    <a:pt x="1459964" y="2902110"/>
                  </a:lnTo>
                </a:path>
              </a:pathLst>
            </a:custGeom>
            <a:ln w="559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5174289" y="1301449"/>
              <a:ext cx="869937" cy="3664345"/>
            </a:xfrm>
            <a:custGeom>
              <a:avLst/>
              <a:pathLst>
                <a:path w="869937" h="3664345">
                  <a:moveTo>
                    <a:pt x="0" y="0"/>
                  </a:moveTo>
                  <a:lnTo>
                    <a:pt x="869937" y="3664345"/>
                  </a:lnTo>
                </a:path>
              </a:pathLst>
            </a:custGeom>
            <a:ln w="277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5192936" y="1295857"/>
              <a:ext cx="1210350" cy="3319784"/>
            </a:xfrm>
            <a:custGeom>
              <a:avLst/>
              <a:pathLst>
                <a:path w="1210350" h="3319784">
                  <a:moveTo>
                    <a:pt x="0" y="0"/>
                  </a:moveTo>
                  <a:lnTo>
                    <a:pt x="1210350" y="3319784"/>
                  </a:lnTo>
                </a:path>
              </a:pathLst>
            </a:custGeom>
            <a:ln w="2171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4272780" y="1148506"/>
              <a:ext cx="696010" cy="40469"/>
            </a:xfrm>
            <a:custGeom>
              <a:avLst/>
              <a:pathLst>
                <a:path w="696010" h="40469">
                  <a:moveTo>
                    <a:pt x="696010" y="0"/>
                  </a:moveTo>
                  <a:lnTo>
                    <a:pt x="0" y="40469"/>
                  </a:lnTo>
                </a:path>
              </a:pathLst>
            </a:custGeom>
            <a:ln w="277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5227644" y="1278397"/>
              <a:ext cx="1603881" cy="2434458"/>
            </a:xfrm>
            <a:custGeom>
              <a:avLst/>
              <a:pathLst>
                <a:path w="1603881" h="2434458">
                  <a:moveTo>
                    <a:pt x="0" y="0"/>
                  </a:moveTo>
                  <a:lnTo>
                    <a:pt x="1603881" y="2434458"/>
                  </a:lnTo>
                </a:path>
              </a:pathLst>
            </a:custGeom>
            <a:ln w="927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3372733" y="1186672"/>
              <a:ext cx="1602775" cy="479027"/>
            </a:xfrm>
            <a:custGeom>
              <a:avLst/>
              <a:pathLst>
                <a:path w="1602775" h="479027">
                  <a:moveTo>
                    <a:pt x="1602775" y="0"/>
                  </a:moveTo>
                  <a:lnTo>
                    <a:pt x="0" y="479027"/>
                  </a:lnTo>
                </a:path>
              </a:pathLst>
            </a:custGeom>
            <a:ln w="2037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5754825" y="1402094"/>
              <a:ext cx="869377" cy="818827"/>
            </a:xfrm>
            <a:custGeom>
              <a:avLst/>
              <a:pathLst>
                <a:path w="869377" h="818827">
                  <a:moveTo>
                    <a:pt x="869377" y="818827"/>
                  </a:moveTo>
                  <a:lnTo>
                    <a:pt x="0" y="0"/>
                  </a:lnTo>
                </a:path>
              </a:pathLst>
            </a:custGeom>
            <a:ln w="2171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2690616" y="2364517"/>
              <a:ext cx="3890639" cy="684864"/>
            </a:xfrm>
            <a:custGeom>
              <a:avLst/>
              <a:pathLst>
                <a:path w="3890639" h="684864">
                  <a:moveTo>
                    <a:pt x="3890639" y="0"/>
                  </a:moveTo>
                  <a:lnTo>
                    <a:pt x="0" y="684864"/>
                  </a:lnTo>
                </a:path>
              </a:pathLst>
            </a:custGeom>
            <a:ln w="1664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2686147" y="2383406"/>
              <a:ext cx="3899578" cy="1165481"/>
            </a:xfrm>
            <a:custGeom>
              <a:avLst/>
              <a:pathLst>
                <a:path w="3899578" h="1165481">
                  <a:moveTo>
                    <a:pt x="3899578" y="0"/>
                  </a:moveTo>
                  <a:lnTo>
                    <a:pt x="0" y="1165481"/>
                  </a:lnTo>
                </a:path>
              </a:pathLst>
            </a:custGeom>
            <a:ln w="1451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5210802" y="2484871"/>
              <a:ext cx="1459964" cy="2902110"/>
            </a:xfrm>
            <a:custGeom>
              <a:avLst/>
              <a:pathLst>
                <a:path w="1459964" h="2902110">
                  <a:moveTo>
                    <a:pt x="1459964" y="0"/>
                  </a:moveTo>
                  <a:lnTo>
                    <a:pt x="0" y="2902110"/>
                  </a:lnTo>
                </a:path>
              </a:pathLst>
            </a:custGeom>
            <a:ln w="2171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2799270" y="2401653"/>
              <a:ext cx="3793086" cy="1633409"/>
            </a:xfrm>
            <a:custGeom>
              <a:avLst/>
              <a:pathLst>
                <a:path w="3793086" h="1633409">
                  <a:moveTo>
                    <a:pt x="3793086" y="0"/>
                  </a:moveTo>
                  <a:lnTo>
                    <a:pt x="0" y="1633409"/>
                  </a:lnTo>
                </a:path>
              </a:pathLst>
            </a:custGeom>
            <a:ln w="1324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3023616" y="2419014"/>
              <a:ext cx="3577444" cy="2061944"/>
            </a:xfrm>
            <a:custGeom>
              <a:avLst/>
              <a:pathLst>
                <a:path w="3577444" h="2061944">
                  <a:moveTo>
                    <a:pt x="3577444" y="0"/>
                  </a:moveTo>
                  <a:lnTo>
                    <a:pt x="0" y="2061944"/>
                  </a:lnTo>
                </a:path>
              </a:pathLst>
            </a:custGeom>
            <a:ln w="527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3346736" y="2435253"/>
              <a:ext cx="3264986" cy="2426580"/>
            </a:xfrm>
            <a:custGeom>
              <a:avLst/>
              <a:pathLst>
                <a:path w="3264986" h="2426580">
                  <a:moveTo>
                    <a:pt x="3264986" y="0"/>
                  </a:moveTo>
                  <a:lnTo>
                    <a:pt x="0" y="2426580"/>
                  </a:lnTo>
                </a:path>
              </a:pathLst>
            </a:custGeom>
            <a:ln w="2171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5690395" y="2492591"/>
              <a:ext cx="998236" cy="2737993"/>
            </a:xfrm>
            <a:custGeom>
              <a:avLst/>
              <a:pathLst>
                <a:path w="998236" h="2737993">
                  <a:moveTo>
                    <a:pt x="998236" y="0"/>
                  </a:moveTo>
                  <a:lnTo>
                    <a:pt x="0" y="2737993"/>
                  </a:lnTo>
                </a:path>
              </a:pathLst>
            </a:custGeom>
            <a:ln w="2155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6745892" y="2502704"/>
              <a:ext cx="0" cy="1669711"/>
            </a:xfrm>
            <a:custGeom>
              <a:avLst/>
              <a:pathLst>
                <a:path w="0" h="1669711">
                  <a:moveTo>
                    <a:pt x="0" y="0"/>
                  </a:moveTo>
                  <a:lnTo>
                    <a:pt x="0" y="1669711"/>
                  </a:lnTo>
                </a:path>
              </a:pathLst>
            </a:custGeom>
            <a:ln w="2037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6121453" y="2498183"/>
              <a:ext cx="585825" cy="2467611"/>
            </a:xfrm>
            <a:custGeom>
              <a:avLst/>
              <a:pathLst>
                <a:path w="585825" h="2467611">
                  <a:moveTo>
                    <a:pt x="585825" y="0"/>
                  </a:moveTo>
                  <a:lnTo>
                    <a:pt x="0" y="2467611"/>
                  </a:lnTo>
                </a:path>
              </a:pathLst>
            </a:custGeom>
            <a:ln w="2615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5269845" y="1238519"/>
              <a:ext cx="1341877" cy="997300"/>
            </a:xfrm>
            <a:custGeom>
              <a:avLst/>
              <a:pathLst>
                <a:path w="1341877" h="997300">
                  <a:moveTo>
                    <a:pt x="1341877" y="997300"/>
                  </a:moveTo>
                  <a:lnTo>
                    <a:pt x="0" y="0"/>
                  </a:lnTo>
                </a:path>
              </a:pathLst>
            </a:custGeom>
            <a:ln w="1879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2601106" y="1862905"/>
              <a:ext cx="536333" cy="1066121"/>
            </a:xfrm>
            <a:custGeom>
              <a:avLst/>
              <a:pathLst>
                <a:path w="536333" h="1066121">
                  <a:moveTo>
                    <a:pt x="536333" y="0"/>
                  </a:moveTo>
                  <a:lnTo>
                    <a:pt x="0" y="1066121"/>
                  </a:lnTo>
                </a:path>
              </a:pathLst>
            </a:custGeom>
            <a:ln w="2171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2583240" y="1870624"/>
              <a:ext cx="572065" cy="1569078"/>
            </a:xfrm>
            <a:custGeom>
              <a:avLst/>
              <a:pathLst>
                <a:path w="572065" h="1569078">
                  <a:moveTo>
                    <a:pt x="572065" y="0"/>
                  </a:moveTo>
                  <a:lnTo>
                    <a:pt x="0" y="1569078"/>
                  </a:lnTo>
                </a:path>
              </a:pathLst>
            </a:custGeom>
            <a:ln w="3275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3287692" y="1862905"/>
              <a:ext cx="1772857" cy="3524076"/>
            </a:xfrm>
            <a:custGeom>
              <a:avLst/>
              <a:pathLst>
                <a:path w="1772857" h="3524076">
                  <a:moveTo>
                    <a:pt x="0" y="0"/>
                  </a:moveTo>
                  <a:lnTo>
                    <a:pt x="1772857" y="3524076"/>
                  </a:lnTo>
                </a:path>
              </a:pathLst>
            </a:custGeom>
            <a:ln w="3213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2684347" y="1876216"/>
              <a:ext cx="489606" cy="2062316"/>
            </a:xfrm>
            <a:custGeom>
              <a:avLst/>
              <a:pathLst>
                <a:path w="489606" h="2062316">
                  <a:moveTo>
                    <a:pt x="489606" y="0"/>
                  </a:moveTo>
                  <a:lnTo>
                    <a:pt x="0" y="2062316"/>
                  </a:lnTo>
                </a:path>
              </a:pathLst>
            </a:custGeom>
            <a:ln w="2171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2898223" y="1879603"/>
              <a:ext cx="294904" cy="2518799"/>
            </a:xfrm>
            <a:custGeom>
              <a:avLst/>
              <a:pathLst>
                <a:path w="294904" h="2518799">
                  <a:moveTo>
                    <a:pt x="294904" y="0"/>
                  </a:moveTo>
                  <a:lnTo>
                    <a:pt x="0" y="2518799"/>
                  </a:lnTo>
                </a:path>
              </a:pathLst>
            </a:custGeom>
            <a:ln w="3239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l171"/>
            <p:cNvSpPr/>
            <p:nvPr/>
          </p:nvSpPr>
          <p:spPr>
            <a:xfrm>
              <a:off x="3346736" y="1813286"/>
              <a:ext cx="3264986" cy="2426580"/>
            </a:xfrm>
            <a:custGeom>
              <a:avLst/>
              <a:pathLst>
                <a:path w="3264986" h="2426580">
                  <a:moveTo>
                    <a:pt x="0" y="0"/>
                  </a:moveTo>
                  <a:lnTo>
                    <a:pt x="3264986" y="2426580"/>
                  </a:lnTo>
                </a:path>
              </a:pathLst>
            </a:custGeom>
            <a:ln w="3057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l172"/>
            <p:cNvSpPr/>
            <p:nvPr/>
          </p:nvSpPr>
          <p:spPr>
            <a:xfrm>
              <a:off x="3320126" y="1841537"/>
              <a:ext cx="2655153" cy="3158935"/>
            </a:xfrm>
            <a:custGeom>
              <a:avLst/>
              <a:pathLst>
                <a:path w="2655153" h="3158935">
                  <a:moveTo>
                    <a:pt x="0" y="0"/>
                  </a:moveTo>
                  <a:lnTo>
                    <a:pt x="2655153" y="3158935"/>
                  </a:lnTo>
                </a:path>
              </a:pathLst>
            </a:custGeom>
            <a:ln w="2171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l173"/>
            <p:cNvSpPr/>
            <p:nvPr/>
          </p:nvSpPr>
          <p:spPr>
            <a:xfrm>
              <a:off x="3334256" y="1828184"/>
              <a:ext cx="3004599" cy="2829898"/>
            </a:xfrm>
            <a:custGeom>
              <a:avLst/>
              <a:pathLst>
                <a:path w="3004599" h="2829898">
                  <a:moveTo>
                    <a:pt x="0" y="0"/>
                  </a:moveTo>
                  <a:lnTo>
                    <a:pt x="3004599" y="2829898"/>
                  </a:lnTo>
                </a:path>
              </a:pathLst>
            </a:custGeom>
            <a:ln w="3363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l174"/>
            <p:cNvSpPr/>
            <p:nvPr/>
          </p:nvSpPr>
          <p:spPr>
            <a:xfrm>
              <a:off x="3357399" y="1797047"/>
              <a:ext cx="3421263" cy="1971925"/>
            </a:xfrm>
            <a:custGeom>
              <a:avLst/>
              <a:pathLst>
                <a:path w="3421263" h="1971925">
                  <a:moveTo>
                    <a:pt x="0" y="0"/>
                  </a:moveTo>
                  <a:lnTo>
                    <a:pt x="3421263" y="1971925"/>
                  </a:lnTo>
                </a:path>
              </a:pathLst>
            </a:custGeom>
            <a:ln w="3304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939605" y="3170392"/>
              <a:ext cx="44173" cy="167167"/>
            </a:xfrm>
            <a:custGeom>
              <a:avLst/>
              <a:pathLst>
                <a:path w="44173" h="167167">
                  <a:moveTo>
                    <a:pt x="44173" y="0"/>
                  </a:moveTo>
                  <a:lnTo>
                    <a:pt x="37788" y="121"/>
                  </a:lnTo>
                  <a:lnTo>
                    <a:pt x="31413" y="487"/>
                  </a:lnTo>
                  <a:lnTo>
                    <a:pt x="25056" y="1096"/>
                  </a:lnTo>
                  <a:lnTo>
                    <a:pt x="18727" y="1948"/>
                  </a:lnTo>
                  <a:lnTo>
                    <a:pt x="12435" y="3040"/>
                  </a:lnTo>
                  <a:lnTo>
                    <a:pt x="6190" y="4372"/>
                  </a:lnTo>
                  <a:lnTo>
                    <a:pt x="0" y="5941"/>
                  </a:lnTo>
                  <a:lnTo>
                    <a:pt x="44173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939605" y="3176334"/>
              <a:ext cx="44173" cy="161225"/>
            </a:xfrm>
            <a:custGeom>
              <a:avLst/>
              <a:pathLst>
                <a:path w="44173" h="161225">
                  <a:moveTo>
                    <a:pt x="0" y="0"/>
                  </a:moveTo>
                  <a:lnTo>
                    <a:pt x="44173" y="161225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939605" y="3176334"/>
              <a:ext cx="44173" cy="161225"/>
            </a:xfrm>
            <a:custGeom>
              <a:avLst/>
              <a:pathLst>
                <a:path w="44173" h="161225">
                  <a:moveTo>
                    <a:pt x="0" y="0"/>
                  </a:moveTo>
                  <a:lnTo>
                    <a:pt x="44173" y="161225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939605" y="3176334"/>
              <a:ext cx="44173" cy="161225"/>
            </a:xfrm>
            <a:custGeom>
              <a:avLst/>
              <a:pathLst>
                <a:path w="44173" h="161225">
                  <a:moveTo>
                    <a:pt x="0" y="0"/>
                  </a:moveTo>
                  <a:lnTo>
                    <a:pt x="44173" y="161225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939605" y="3176334"/>
              <a:ext cx="44173" cy="161225"/>
            </a:xfrm>
            <a:custGeom>
              <a:avLst/>
              <a:pathLst>
                <a:path w="44173" h="161225">
                  <a:moveTo>
                    <a:pt x="0" y="0"/>
                  </a:moveTo>
                  <a:lnTo>
                    <a:pt x="44173" y="16122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939605" y="3176334"/>
              <a:ext cx="44173" cy="161225"/>
            </a:xfrm>
            <a:custGeom>
              <a:avLst/>
              <a:pathLst>
                <a:path w="44173" h="161225">
                  <a:moveTo>
                    <a:pt x="0" y="0"/>
                  </a:moveTo>
                  <a:lnTo>
                    <a:pt x="44173" y="16122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939605" y="3176334"/>
              <a:ext cx="44173" cy="161225"/>
            </a:xfrm>
            <a:custGeom>
              <a:avLst/>
              <a:pathLst>
                <a:path w="44173" h="161225">
                  <a:moveTo>
                    <a:pt x="0" y="0"/>
                  </a:moveTo>
                  <a:lnTo>
                    <a:pt x="44173" y="16122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939605" y="3176334"/>
              <a:ext cx="44173" cy="161225"/>
            </a:xfrm>
            <a:custGeom>
              <a:avLst/>
              <a:pathLst>
                <a:path w="44173" h="161225">
                  <a:moveTo>
                    <a:pt x="0" y="0"/>
                  </a:moveTo>
                  <a:lnTo>
                    <a:pt x="44173" y="16122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939605" y="3176334"/>
              <a:ext cx="44173" cy="161225"/>
            </a:xfrm>
            <a:custGeom>
              <a:avLst/>
              <a:pathLst>
                <a:path w="44173" h="161225">
                  <a:moveTo>
                    <a:pt x="0" y="0"/>
                  </a:moveTo>
                  <a:lnTo>
                    <a:pt x="44173" y="16122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939605" y="3176334"/>
              <a:ext cx="44173" cy="161225"/>
            </a:xfrm>
            <a:custGeom>
              <a:avLst/>
              <a:pathLst>
                <a:path w="44173" h="161225">
                  <a:moveTo>
                    <a:pt x="0" y="0"/>
                  </a:moveTo>
                  <a:lnTo>
                    <a:pt x="44173" y="16122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939605" y="3176334"/>
              <a:ext cx="44173" cy="161225"/>
            </a:xfrm>
            <a:custGeom>
              <a:avLst/>
              <a:pathLst>
                <a:path w="44173" h="161225">
                  <a:moveTo>
                    <a:pt x="0" y="0"/>
                  </a:moveTo>
                  <a:lnTo>
                    <a:pt x="44173" y="16122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939605" y="3176334"/>
              <a:ext cx="44173" cy="161225"/>
            </a:xfrm>
            <a:custGeom>
              <a:avLst/>
              <a:pathLst>
                <a:path w="44173" h="161225">
                  <a:moveTo>
                    <a:pt x="0" y="0"/>
                  </a:moveTo>
                  <a:lnTo>
                    <a:pt x="44173" y="16122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939605" y="3176334"/>
              <a:ext cx="44173" cy="161225"/>
            </a:xfrm>
            <a:custGeom>
              <a:avLst/>
              <a:pathLst>
                <a:path w="44173" h="161225">
                  <a:moveTo>
                    <a:pt x="0" y="0"/>
                  </a:moveTo>
                  <a:lnTo>
                    <a:pt x="44173" y="16122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939605" y="3176334"/>
              <a:ext cx="44173" cy="161225"/>
            </a:xfrm>
            <a:custGeom>
              <a:avLst/>
              <a:pathLst>
                <a:path w="44173" h="161225">
                  <a:moveTo>
                    <a:pt x="0" y="0"/>
                  </a:moveTo>
                  <a:lnTo>
                    <a:pt x="44173" y="1612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939605" y="3176334"/>
              <a:ext cx="44173" cy="161225"/>
            </a:xfrm>
            <a:custGeom>
              <a:avLst/>
              <a:pathLst>
                <a:path w="44173" h="161225">
                  <a:moveTo>
                    <a:pt x="0" y="0"/>
                  </a:moveTo>
                  <a:lnTo>
                    <a:pt x="44173" y="1612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939605" y="3176334"/>
              <a:ext cx="44173" cy="161225"/>
            </a:xfrm>
            <a:custGeom>
              <a:avLst/>
              <a:pathLst>
                <a:path w="44173" h="161225">
                  <a:moveTo>
                    <a:pt x="0" y="0"/>
                  </a:moveTo>
                  <a:lnTo>
                    <a:pt x="44173" y="1612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939605" y="3176334"/>
              <a:ext cx="44173" cy="161225"/>
            </a:xfrm>
            <a:custGeom>
              <a:avLst/>
              <a:pathLst>
                <a:path w="44173" h="161225">
                  <a:moveTo>
                    <a:pt x="0" y="0"/>
                  </a:moveTo>
                  <a:lnTo>
                    <a:pt x="44173" y="1612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939605" y="3176334"/>
              <a:ext cx="44173" cy="161225"/>
            </a:xfrm>
            <a:custGeom>
              <a:avLst/>
              <a:pathLst>
                <a:path w="44173" h="161225">
                  <a:moveTo>
                    <a:pt x="0" y="0"/>
                  </a:moveTo>
                  <a:lnTo>
                    <a:pt x="44173" y="16122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939605" y="3176334"/>
              <a:ext cx="44173" cy="161225"/>
            </a:xfrm>
            <a:custGeom>
              <a:avLst/>
              <a:pathLst>
                <a:path w="44173" h="161225">
                  <a:moveTo>
                    <a:pt x="0" y="0"/>
                  </a:moveTo>
                  <a:lnTo>
                    <a:pt x="44173" y="16122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939605" y="3176334"/>
              <a:ext cx="44173" cy="161225"/>
            </a:xfrm>
            <a:custGeom>
              <a:avLst/>
              <a:pathLst>
                <a:path w="44173" h="161225">
                  <a:moveTo>
                    <a:pt x="0" y="0"/>
                  </a:moveTo>
                  <a:lnTo>
                    <a:pt x="44173" y="16122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939605" y="3176334"/>
              <a:ext cx="44173" cy="161225"/>
            </a:xfrm>
            <a:custGeom>
              <a:avLst/>
              <a:pathLst>
                <a:path w="44173" h="161225">
                  <a:moveTo>
                    <a:pt x="0" y="0"/>
                  </a:moveTo>
                  <a:lnTo>
                    <a:pt x="44173" y="16122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939605" y="3176334"/>
              <a:ext cx="44173" cy="161225"/>
            </a:xfrm>
            <a:custGeom>
              <a:avLst/>
              <a:pathLst>
                <a:path w="44173" h="161225">
                  <a:moveTo>
                    <a:pt x="0" y="0"/>
                  </a:moveTo>
                  <a:lnTo>
                    <a:pt x="44173" y="1612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939605" y="3176334"/>
              <a:ext cx="44173" cy="161225"/>
            </a:xfrm>
            <a:custGeom>
              <a:avLst/>
              <a:pathLst>
                <a:path w="44173" h="161225">
                  <a:moveTo>
                    <a:pt x="0" y="0"/>
                  </a:moveTo>
                  <a:lnTo>
                    <a:pt x="44173" y="1612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939605" y="3176334"/>
              <a:ext cx="44173" cy="161225"/>
            </a:xfrm>
            <a:custGeom>
              <a:avLst/>
              <a:pathLst>
                <a:path w="44173" h="161225">
                  <a:moveTo>
                    <a:pt x="0" y="0"/>
                  </a:moveTo>
                  <a:lnTo>
                    <a:pt x="44173" y="1612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939605" y="3176334"/>
              <a:ext cx="44173" cy="161225"/>
            </a:xfrm>
            <a:custGeom>
              <a:avLst/>
              <a:pathLst>
                <a:path w="44173" h="161225">
                  <a:moveTo>
                    <a:pt x="0" y="0"/>
                  </a:moveTo>
                  <a:lnTo>
                    <a:pt x="44173" y="1612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939605" y="3176334"/>
              <a:ext cx="44173" cy="161225"/>
            </a:xfrm>
            <a:custGeom>
              <a:avLst/>
              <a:pathLst>
                <a:path w="44173" h="161225">
                  <a:moveTo>
                    <a:pt x="0" y="0"/>
                  </a:moveTo>
                  <a:lnTo>
                    <a:pt x="44173" y="16122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939605" y="3176334"/>
              <a:ext cx="44173" cy="161225"/>
            </a:xfrm>
            <a:custGeom>
              <a:avLst/>
              <a:pathLst>
                <a:path w="44173" h="161225">
                  <a:moveTo>
                    <a:pt x="0" y="0"/>
                  </a:moveTo>
                  <a:lnTo>
                    <a:pt x="44173" y="16122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816614" y="3170492"/>
              <a:ext cx="334314" cy="334231"/>
            </a:xfrm>
            <a:custGeom>
              <a:avLst/>
              <a:pathLst>
                <a:path w="334314" h="334231">
                  <a:moveTo>
                    <a:pt x="122991" y="5841"/>
                  </a:moveTo>
                  <a:lnTo>
                    <a:pt x="117912" y="7319"/>
                  </a:lnTo>
                  <a:lnTo>
                    <a:pt x="112882" y="8958"/>
                  </a:lnTo>
                  <a:lnTo>
                    <a:pt x="107906" y="10754"/>
                  </a:lnTo>
                  <a:lnTo>
                    <a:pt x="102990" y="12708"/>
                  </a:lnTo>
                  <a:lnTo>
                    <a:pt x="98138" y="14815"/>
                  </a:lnTo>
                  <a:lnTo>
                    <a:pt x="93355" y="17076"/>
                  </a:lnTo>
                  <a:lnTo>
                    <a:pt x="88646" y="19486"/>
                  </a:lnTo>
                  <a:lnTo>
                    <a:pt x="84016" y="22044"/>
                  </a:lnTo>
                  <a:lnTo>
                    <a:pt x="79469" y="24748"/>
                  </a:lnTo>
                  <a:lnTo>
                    <a:pt x="75010" y="27594"/>
                  </a:lnTo>
                  <a:lnTo>
                    <a:pt x="70643" y="30580"/>
                  </a:lnTo>
                  <a:lnTo>
                    <a:pt x="66373" y="33702"/>
                  </a:lnTo>
                  <a:lnTo>
                    <a:pt x="62204" y="36958"/>
                  </a:lnTo>
                  <a:lnTo>
                    <a:pt x="58140" y="40344"/>
                  </a:lnTo>
                  <a:lnTo>
                    <a:pt x="54185" y="43857"/>
                  </a:lnTo>
                  <a:lnTo>
                    <a:pt x="50343" y="47493"/>
                  </a:lnTo>
                  <a:lnTo>
                    <a:pt x="46618" y="51250"/>
                  </a:lnTo>
                  <a:lnTo>
                    <a:pt x="43014" y="55122"/>
                  </a:lnTo>
                  <a:lnTo>
                    <a:pt x="39534" y="59106"/>
                  </a:lnTo>
                  <a:lnTo>
                    <a:pt x="36182" y="63198"/>
                  </a:lnTo>
                  <a:lnTo>
                    <a:pt x="32961" y="67395"/>
                  </a:lnTo>
                  <a:lnTo>
                    <a:pt x="29874" y="71691"/>
                  </a:lnTo>
                  <a:lnTo>
                    <a:pt x="26925" y="76083"/>
                  </a:lnTo>
                  <a:lnTo>
                    <a:pt x="24117" y="80566"/>
                  </a:lnTo>
                  <a:lnTo>
                    <a:pt x="21451" y="85135"/>
                  </a:lnTo>
                  <a:lnTo>
                    <a:pt x="18932" y="89786"/>
                  </a:lnTo>
                  <a:lnTo>
                    <a:pt x="16561" y="94515"/>
                  </a:lnTo>
                  <a:lnTo>
                    <a:pt x="14341" y="99317"/>
                  </a:lnTo>
                  <a:lnTo>
                    <a:pt x="12274" y="104186"/>
                  </a:lnTo>
                  <a:lnTo>
                    <a:pt x="10362" y="109118"/>
                  </a:lnTo>
                  <a:lnTo>
                    <a:pt x="8607" y="114109"/>
                  </a:lnTo>
                  <a:lnTo>
                    <a:pt x="7010" y="119152"/>
                  </a:lnTo>
                  <a:lnTo>
                    <a:pt x="5575" y="124244"/>
                  </a:lnTo>
                  <a:lnTo>
                    <a:pt x="4301" y="129378"/>
                  </a:lnTo>
                  <a:lnTo>
                    <a:pt x="3190" y="134550"/>
                  </a:lnTo>
                  <a:lnTo>
                    <a:pt x="2243" y="139754"/>
                  </a:lnTo>
                  <a:lnTo>
                    <a:pt x="1461" y="144986"/>
                  </a:lnTo>
                  <a:lnTo>
                    <a:pt x="846" y="150240"/>
                  </a:lnTo>
                  <a:lnTo>
                    <a:pt x="396" y="155511"/>
                  </a:lnTo>
                  <a:lnTo>
                    <a:pt x="114" y="160794"/>
                  </a:lnTo>
                  <a:lnTo>
                    <a:pt x="0" y="166082"/>
                  </a:lnTo>
                  <a:lnTo>
                    <a:pt x="52" y="171372"/>
                  </a:lnTo>
                  <a:lnTo>
                    <a:pt x="272" y="176657"/>
                  </a:lnTo>
                  <a:lnTo>
                    <a:pt x="659" y="181933"/>
                  </a:lnTo>
                  <a:lnTo>
                    <a:pt x="1213" y="187194"/>
                  </a:lnTo>
                  <a:lnTo>
                    <a:pt x="1933" y="192435"/>
                  </a:lnTo>
                  <a:lnTo>
                    <a:pt x="2818" y="197650"/>
                  </a:lnTo>
                  <a:lnTo>
                    <a:pt x="3868" y="202835"/>
                  </a:lnTo>
                  <a:lnTo>
                    <a:pt x="5082" y="207984"/>
                  </a:lnTo>
                  <a:lnTo>
                    <a:pt x="6457" y="213092"/>
                  </a:lnTo>
                  <a:lnTo>
                    <a:pt x="7994" y="218154"/>
                  </a:lnTo>
                  <a:lnTo>
                    <a:pt x="9690" y="223164"/>
                  </a:lnTo>
                  <a:lnTo>
                    <a:pt x="11544" y="228119"/>
                  </a:lnTo>
                  <a:lnTo>
                    <a:pt x="13554" y="233012"/>
                  </a:lnTo>
                  <a:lnTo>
                    <a:pt x="15717" y="237839"/>
                  </a:lnTo>
                  <a:lnTo>
                    <a:pt x="18032" y="242596"/>
                  </a:lnTo>
                  <a:lnTo>
                    <a:pt x="20497" y="247277"/>
                  </a:lnTo>
                  <a:lnTo>
                    <a:pt x="23108" y="251877"/>
                  </a:lnTo>
                  <a:lnTo>
                    <a:pt x="25864" y="256393"/>
                  </a:lnTo>
                  <a:lnTo>
                    <a:pt x="28761" y="260819"/>
                  </a:lnTo>
                  <a:lnTo>
                    <a:pt x="31797" y="265151"/>
                  </a:lnTo>
                  <a:lnTo>
                    <a:pt x="34968" y="269385"/>
                  </a:lnTo>
                  <a:lnTo>
                    <a:pt x="38271" y="273517"/>
                  </a:lnTo>
                  <a:lnTo>
                    <a:pt x="41704" y="277542"/>
                  </a:lnTo>
                  <a:lnTo>
                    <a:pt x="45262" y="281456"/>
                  </a:lnTo>
                  <a:lnTo>
                    <a:pt x="48943" y="285256"/>
                  </a:lnTo>
                  <a:lnTo>
                    <a:pt x="52742" y="288937"/>
                  </a:lnTo>
                  <a:lnTo>
                    <a:pt x="56655" y="292497"/>
                  </a:lnTo>
                  <a:lnTo>
                    <a:pt x="60679" y="295930"/>
                  </a:lnTo>
                  <a:lnTo>
                    <a:pt x="64810" y="299235"/>
                  </a:lnTo>
                  <a:lnTo>
                    <a:pt x="69043" y="302408"/>
                  </a:lnTo>
                  <a:lnTo>
                    <a:pt x="73374" y="305444"/>
                  </a:lnTo>
                  <a:lnTo>
                    <a:pt x="77800" y="308343"/>
                  </a:lnTo>
                  <a:lnTo>
                    <a:pt x="82314" y="311099"/>
                  </a:lnTo>
                  <a:lnTo>
                    <a:pt x="86914" y="313712"/>
                  </a:lnTo>
                  <a:lnTo>
                    <a:pt x="91594" y="316178"/>
                  </a:lnTo>
                  <a:lnTo>
                    <a:pt x="96350" y="318494"/>
                  </a:lnTo>
                  <a:lnTo>
                    <a:pt x="101177" y="320659"/>
                  </a:lnTo>
                  <a:lnTo>
                    <a:pt x="106070" y="322670"/>
                  </a:lnTo>
                  <a:lnTo>
                    <a:pt x="111024" y="324525"/>
                  </a:lnTo>
                  <a:lnTo>
                    <a:pt x="116034" y="326223"/>
                  </a:lnTo>
                  <a:lnTo>
                    <a:pt x="121095" y="327761"/>
                  </a:lnTo>
                  <a:lnTo>
                    <a:pt x="126203" y="329138"/>
                  </a:lnTo>
                  <a:lnTo>
                    <a:pt x="131352" y="330353"/>
                  </a:lnTo>
                  <a:lnTo>
                    <a:pt x="136536" y="331404"/>
                  </a:lnTo>
                  <a:lnTo>
                    <a:pt x="141751" y="332291"/>
                  </a:lnTo>
                  <a:lnTo>
                    <a:pt x="146992" y="333012"/>
                  </a:lnTo>
                  <a:lnTo>
                    <a:pt x="152252" y="333568"/>
                  </a:lnTo>
                  <a:lnTo>
                    <a:pt x="157528" y="333956"/>
                  </a:lnTo>
                  <a:lnTo>
                    <a:pt x="162813" y="334177"/>
                  </a:lnTo>
                  <a:lnTo>
                    <a:pt x="168103" y="334231"/>
                  </a:lnTo>
                  <a:lnTo>
                    <a:pt x="173392" y="334118"/>
                  </a:lnTo>
                  <a:lnTo>
                    <a:pt x="178674" y="333837"/>
                  </a:lnTo>
                  <a:lnTo>
                    <a:pt x="183945" y="333390"/>
                  </a:lnTo>
                  <a:lnTo>
                    <a:pt x="189199" y="332775"/>
                  </a:lnTo>
                  <a:lnTo>
                    <a:pt x="194432" y="331995"/>
                  </a:lnTo>
                  <a:lnTo>
                    <a:pt x="199636" y="331050"/>
                  </a:lnTo>
                  <a:lnTo>
                    <a:pt x="204809" y="329940"/>
                  </a:lnTo>
                  <a:lnTo>
                    <a:pt x="209943" y="328668"/>
                  </a:lnTo>
                  <a:lnTo>
                    <a:pt x="215035" y="327233"/>
                  </a:lnTo>
                  <a:lnTo>
                    <a:pt x="220079" y="325638"/>
                  </a:lnTo>
                  <a:lnTo>
                    <a:pt x="225070" y="323885"/>
                  </a:lnTo>
                  <a:lnTo>
                    <a:pt x="230003" y="321974"/>
                  </a:lnTo>
                  <a:lnTo>
                    <a:pt x="234872" y="319908"/>
                  </a:lnTo>
                  <a:lnTo>
                    <a:pt x="239675" y="317689"/>
                  </a:lnTo>
                  <a:lnTo>
                    <a:pt x="244404" y="315319"/>
                  </a:lnTo>
                  <a:lnTo>
                    <a:pt x="249056" y="312801"/>
                  </a:lnTo>
                  <a:lnTo>
                    <a:pt x="253626" y="310137"/>
                  </a:lnTo>
                  <a:lnTo>
                    <a:pt x="258110" y="307330"/>
                  </a:lnTo>
                  <a:lnTo>
                    <a:pt x="262502" y="304382"/>
                  </a:lnTo>
                  <a:lnTo>
                    <a:pt x="266799" y="301297"/>
                  </a:lnTo>
                  <a:lnTo>
                    <a:pt x="270997" y="298077"/>
                  </a:lnTo>
                  <a:lnTo>
                    <a:pt x="275090" y="294726"/>
                  </a:lnTo>
                  <a:lnTo>
                    <a:pt x="279075" y="291247"/>
                  </a:lnTo>
                  <a:lnTo>
                    <a:pt x="282948" y="287644"/>
                  </a:lnTo>
                  <a:lnTo>
                    <a:pt x="286706" y="283920"/>
                  </a:lnTo>
                  <a:lnTo>
                    <a:pt x="290343" y="280079"/>
                  </a:lnTo>
                  <a:lnTo>
                    <a:pt x="293857" y="276125"/>
                  </a:lnTo>
                  <a:lnTo>
                    <a:pt x="297244" y="272062"/>
                  </a:lnTo>
                  <a:lnTo>
                    <a:pt x="300501" y="267894"/>
                  </a:lnTo>
                  <a:lnTo>
                    <a:pt x="303625" y="263624"/>
                  </a:lnTo>
                  <a:lnTo>
                    <a:pt x="306612" y="259258"/>
                  </a:lnTo>
                  <a:lnTo>
                    <a:pt x="309459" y="254800"/>
                  </a:lnTo>
                  <a:lnTo>
                    <a:pt x="312164" y="250254"/>
                  </a:lnTo>
                  <a:lnTo>
                    <a:pt x="314723" y="245624"/>
                  </a:lnTo>
                  <a:lnTo>
                    <a:pt x="317135" y="240916"/>
                  </a:lnTo>
                  <a:lnTo>
                    <a:pt x="319396" y="236134"/>
                  </a:lnTo>
                  <a:lnTo>
                    <a:pt x="321506" y="231282"/>
                  </a:lnTo>
                  <a:lnTo>
                    <a:pt x="323460" y="226367"/>
                  </a:lnTo>
                  <a:lnTo>
                    <a:pt x="325258" y="221392"/>
                  </a:lnTo>
                  <a:lnTo>
                    <a:pt x="326898" y="216362"/>
                  </a:lnTo>
                  <a:lnTo>
                    <a:pt x="328378" y="211283"/>
                  </a:lnTo>
                  <a:lnTo>
                    <a:pt x="329696" y="206160"/>
                  </a:lnTo>
                  <a:lnTo>
                    <a:pt x="330852" y="200998"/>
                  </a:lnTo>
                  <a:lnTo>
                    <a:pt x="331843" y="195802"/>
                  </a:lnTo>
                  <a:lnTo>
                    <a:pt x="332670" y="190577"/>
                  </a:lnTo>
                  <a:lnTo>
                    <a:pt x="333331" y="185329"/>
                  </a:lnTo>
                  <a:lnTo>
                    <a:pt x="333826" y="180062"/>
                  </a:lnTo>
                  <a:lnTo>
                    <a:pt x="334153" y="174782"/>
                  </a:lnTo>
                  <a:lnTo>
                    <a:pt x="334314" y="169494"/>
                  </a:lnTo>
                  <a:lnTo>
                    <a:pt x="334307" y="164204"/>
                  </a:lnTo>
                  <a:lnTo>
                    <a:pt x="334133" y="158917"/>
                  </a:lnTo>
                  <a:lnTo>
                    <a:pt x="333791" y="153638"/>
                  </a:lnTo>
                  <a:lnTo>
                    <a:pt x="333283" y="148373"/>
                  </a:lnTo>
                  <a:lnTo>
                    <a:pt x="332608" y="143126"/>
                  </a:lnTo>
                  <a:lnTo>
                    <a:pt x="331768" y="137903"/>
                  </a:lnTo>
                  <a:lnTo>
                    <a:pt x="330763" y="132710"/>
                  </a:lnTo>
                  <a:lnTo>
                    <a:pt x="329594" y="127551"/>
                  </a:lnTo>
                  <a:lnTo>
                    <a:pt x="328262" y="122431"/>
                  </a:lnTo>
                  <a:lnTo>
                    <a:pt x="326769" y="117356"/>
                  </a:lnTo>
                  <a:lnTo>
                    <a:pt x="325116" y="112331"/>
                  </a:lnTo>
                  <a:lnTo>
                    <a:pt x="323306" y="107361"/>
                  </a:lnTo>
                  <a:lnTo>
                    <a:pt x="321338" y="102450"/>
                  </a:lnTo>
                  <a:lnTo>
                    <a:pt x="319217" y="97604"/>
                  </a:lnTo>
                  <a:lnTo>
                    <a:pt x="316943" y="92828"/>
                  </a:lnTo>
                  <a:lnTo>
                    <a:pt x="314519" y="88126"/>
                  </a:lnTo>
                  <a:lnTo>
                    <a:pt x="311947" y="83503"/>
                  </a:lnTo>
                  <a:lnTo>
                    <a:pt x="309231" y="78964"/>
                  </a:lnTo>
                  <a:lnTo>
                    <a:pt x="306372" y="74513"/>
                  </a:lnTo>
                  <a:lnTo>
                    <a:pt x="303374" y="70155"/>
                  </a:lnTo>
                  <a:lnTo>
                    <a:pt x="300239" y="65893"/>
                  </a:lnTo>
                  <a:lnTo>
                    <a:pt x="296971" y="61734"/>
                  </a:lnTo>
                  <a:lnTo>
                    <a:pt x="293573" y="57679"/>
                  </a:lnTo>
                  <a:lnTo>
                    <a:pt x="290049" y="53734"/>
                  </a:lnTo>
                  <a:lnTo>
                    <a:pt x="286402" y="49903"/>
                  </a:lnTo>
                  <a:lnTo>
                    <a:pt x="282635" y="46189"/>
                  </a:lnTo>
                  <a:lnTo>
                    <a:pt x="278752" y="42596"/>
                  </a:lnTo>
                  <a:lnTo>
                    <a:pt x="274758" y="39127"/>
                  </a:lnTo>
                  <a:lnTo>
                    <a:pt x="270656" y="35787"/>
                  </a:lnTo>
                  <a:lnTo>
                    <a:pt x="266450" y="32578"/>
                  </a:lnTo>
                  <a:lnTo>
                    <a:pt x="262145" y="29504"/>
                  </a:lnTo>
                  <a:lnTo>
                    <a:pt x="257745" y="26567"/>
                  </a:lnTo>
                  <a:lnTo>
                    <a:pt x="253254" y="23772"/>
                  </a:lnTo>
                  <a:lnTo>
                    <a:pt x="248677" y="21120"/>
                  </a:lnTo>
                  <a:lnTo>
                    <a:pt x="244019" y="18613"/>
                  </a:lnTo>
                  <a:lnTo>
                    <a:pt x="239283" y="16256"/>
                  </a:lnTo>
                  <a:lnTo>
                    <a:pt x="234475" y="14050"/>
                  </a:lnTo>
                  <a:lnTo>
                    <a:pt x="229600" y="11996"/>
                  </a:lnTo>
                  <a:lnTo>
                    <a:pt x="224662" y="10099"/>
                  </a:lnTo>
                  <a:lnTo>
                    <a:pt x="219667" y="8358"/>
                  </a:lnTo>
                  <a:lnTo>
                    <a:pt x="214619" y="6776"/>
                  </a:lnTo>
                  <a:lnTo>
                    <a:pt x="209523" y="5355"/>
                  </a:lnTo>
                  <a:lnTo>
                    <a:pt x="204386" y="4096"/>
                  </a:lnTo>
                  <a:lnTo>
                    <a:pt x="199210" y="2999"/>
                  </a:lnTo>
                  <a:lnTo>
                    <a:pt x="194003" y="2068"/>
                  </a:lnTo>
                  <a:lnTo>
                    <a:pt x="188769" y="1301"/>
                  </a:lnTo>
                  <a:lnTo>
                    <a:pt x="183513" y="700"/>
                  </a:lnTo>
                  <a:lnTo>
                    <a:pt x="178241" y="266"/>
                  </a:lnTo>
                  <a:lnTo>
                    <a:pt x="172958" y="0"/>
                  </a:lnTo>
                  <a:lnTo>
                    <a:pt x="167164" y="1670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983779" y="3170392"/>
              <a:ext cx="5793" cy="167167"/>
            </a:xfrm>
            <a:custGeom>
              <a:avLst/>
              <a:pathLst>
                <a:path w="5793" h="167167">
                  <a:moveTo>
                    <a:pt x="5793" y="10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923495" y="265550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760919" y="2655501"/>
              <a:ext cx="162575" cy="167167"/>
            </a:xfrm>
            <a:custGeom>
              <a:avLst/>
              <a:pathLst>
                <a:path w="162575" h="167167">
                  <a:moveTo>
                    <a:pt x="162575" y="0"/>
                  </a:moveTo>
                  <a:lnTo>
                    <a:pt x="157129" y="88"/>
                  </a:lnTo>
                  <a:lnTo>
                    <a:pt x="151690" y="354"/>
                  </a:lnTo>
                  <a:lnTo>
                    <a:pt x="146261" y="797"/>
                  </a:lnTo>
                  <a:lnTo>
                    <a:pt x="140850" y="1417"/>
                  </a:lnTo>
                  <a:lnTo>
                    <a:pt x="135462" y="2213"/>
                  </a:lnTo>
                  <a:lnTo>
                    <a:pt x="130103" y="3184"/>
                  </a:lnTo>
                  <a:lnTo>
                    <a:pt x="124778" y="4329"/>
                  </a:lnTo>
                  <a:lnTo>
                    <a:pt x="119493" y="5646"/>
                  </a:lnTo>
                  <a:lnTo>
                    <a:pt x="114254" y="7136"/>
                  </a:lnTo>
                  <a:lnTo>
                    <a:pt x="109067" y="8795"/>
                  </a:lnTo>
                  <a:lnTo>
                    <a:pt x="103936" y="10622"/>
                  </a:lnTo>
                  <a:lnTo>
                    <a:pt x="98867" y="12615"/>
                  </a:lnTo>
                  <a:lnTo>
                    <a:pt x="93867" y="14772"/>
                  </a:lnTo>
                  <a:lnTo>
                    <a:pt x="88939" y="17092"/>
                  </a:lnTo>
                  <a:lnTo>
                    <a:pt x="84089" y="19570"/>
                  </a:lnTo>
                  <a:lnTo>
                    <a:pt x="79322" y="22205"/>
                  </a:lnTo>
                  <a:lnTo>
                    <a:pt x="74644" y="24994"/>
                  </a:lnTo>
                  <a:lnTo>
                    <a:pt x="70059" y="27934"/>
                  </a:lnTo>
                  <a:lnTo>
                    <a:pt x="65573" y="31022"/>
                  </a:lnTo>
                  <a:lnTo>
                    <a:pt x="61189" y="34254"/>
                  </a:lnTo>
                  <a:lnTo>
                    <a:pt x="56913" y="37628"/>
                  </a:lnTo>
                  <a:lnTo>
                    <a:pt x="52749" y="41139"/>
                  </a:lnTo>
                  <a:lnTo>
                    <a:pt x="48702" y="44783"/>
                  </a:lnTo>
                  <a:lnTo>
                    <a:pt x="44775" y="48558"/>
                  </a:lnTo>
                  <a:lnTo>
                    <a:pt x="40974" y="52458"/>
                  </a:lnTo>
                  <a:lnTo>
                    <a:pt x="37302" y="56480"/>
                  </a:lnTo>
                  <a:lnTo>
                    <a:pt x="33762" y="60620"/>
                  </a:lnTo>
                  <a:lnTo>
                    <a:pt x="30360" y="64873"/>
                  </a:lnTo>
                  <a:lnTo>
                    <a:pt x="27098" y="69234"/>
                  </a:lnTo>
                  <a:lnTo>
                    <a:pt x="23979" y="73700"/>
                  </a:lnTo>
                  <a:lnTo>
                    <a:pt x="21008" y="78264"/>
                  </a:lnTo>
                  <a:lnTo>
                    <a:pt x="18187" y="82923"/>
                  </a:lnTo>
                  <a:lnTo>
                    <a:pt x="15519" y="87672"/>
                  </a:lnTo>
                  <a:lnTo>
                    <a:pt x="13008" y="92504"/>
                  </a:lnTo>
                  <a:lnTo>
                    <a:pt x="10655" y="97416"/>
                  </a:lnTo>
                  <a:lnTo>
                    <a:pt x="8463" y="102402"/>
                  </a:lnTo>
                  <a:lnTo>
                    <a:pt x="6435" y="107457"/>
                  </a:lnTo>
                  <a:lnTo>
                    <a:pt x="4573" y="112575"/>
                  </a:lnTo>
                  <a:lnTo>
                    <a:pt x="2878" y="117752"/>
                  </a:lnTo>
                  <a:lnTo>
                    <a:pt x="1353" y="122980"/>
                  </a:lnTo>
                  <a:lnTo>
                    <a:pt x="0" y="128256"/>
                  </a:lnTo>
                  <a:lnTo>
                    <a:pt x="162575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760919" y="2783758"/>
              <a:ext cx="162575" cy="38911"/>
            </a:xfrm>
            <a:custGeom>
              <a:avLst/>
              <a:pathLst>
                <a:path w="162575" h="38911">
                  <a:moveTo>
                    <a:pt x="0" y="0"/>
                  </a:moveTo>
                  <a:lnTo>
                    <a:pt x="162575" y="3891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760919" y="2783758"/>
              <a:ext cx="162575" cy="38911"/>
            </a:xfrm>
            <a:custGeom>
              <a:avLst/>
              <a:pathLst>
                <a:path w="162575" h="38911">
                  <a:moveTo>
                    <a:pt x="0" y="0"/>
                  </a:moveTo>
                  <a:lnTo>
                    <a:pt x="162575" y="38911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760919" y="2783758"/>
              <a:ext cx="162575" cy="38911"/>
            </a:xfrm>
            <a:custGeom>
              <a:avLst/>
              <a:pathLst>
                <a:path w="162575" h="38911">
                  <a:moveTo>
                    <a:pt x="0" y="0"/>
                  </a:moveTo>
                  <a:lnTo>
                    <a:pt x="162575" y="3891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760919" y="2783758"/>
              <a:ext cx="162575" cy="38911"/>
            </a:xfrm>
            <a:custGeom>
              <a:avLst/>
              <a:pathLst>
                <a:path w="162575" h="38911">
                  <a:moveTo>
                    <a:pt x="0" y="0"/>
                  </a:moveTo>
                  <a:lnTo>
                    <a:pt x="162575" y="3891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760919" y="2783758"/>
              <a:ext cx="162575" cy="38911"/>
            </a:xfrm>
            <a:custGeom>
              <a:avLst/>
              <a:pathLst>
                <a:path w="162575" h="38911">
                  <a:moveTo>
                    <a:pt x="0" y="0"/>
                  </a:moveTo>
                  <a:lnTo>
                    <a:pt x="162575" y="3891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760919" y="2783758"/>
              <a:ext cx="162575" cy="38911"/>
            </a:xfrm>
            <a:custGeom>
              <a:avLst/>
              <a:pathLst>
                <a:path w="162575" h="38911">
                  <a:moveTo>
                    <a:pt x="0" y="0"/>
                  </a:moveTo>
                  <a:lnTo>
                    <a:pt x="162575" y="3891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760919" y="2783758"/>
              <a:ext cx="162575" cy="38911"/>
            </a:xfrm>
            <a:custGeom>
              <a:avLst/>
              <a:pathLst>
                <a:path w="162575" h="38911">
                  <a:moveTo>
                    <a:pt x="0" y="0"/>
                  </a:moveTo>
                  <a:lnTo>
                    <a:pt x="162575" y="3891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760919" y="2783758"/>
              <a:ext cx="162575" cy="38911"/>
            </a:xfrm>
            <a:custGeom>
              <a:avLst/>
              <a:pathLst>
                <a:path w="162575" h="38911">
                  <a:moveTo>
                    <a:pt x="0" y="0"/>
                  </a:moveTo>
                  <a:lnTo>
                    <a:pt x="162575" y="3891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760919" y="2783758"/>
              <a:ext cx="162575" cy="38911"/>
            </a:xfrm>
            <a:custGeom>
              <a:avLst/>
              <a:pathLst>
                <a:path w="162575" h="38911">
                  <a:moveTo>
                    <a:pt x="0" y="0"/>
                  </a:moveTo>
                  <a:lnTo>
                    <a:pt x="162575" y="3891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760919" y="2783758"/>
              <a:ext cx="162575" cy="38911"/>
            </a:xfrm>
            <a:custGeom>
              <a:avLst/>
              <a:pathLst>
                <a:path w="162575" h="38911">
                  <a:moveTo>
                    <a:pt x="0" y="0"/>
                  </a:moveTo>
                  <a:lnTo>
                    <a:pt x="162575" y="3891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760919" y="2783758"/>
              <a:ext cx="162575" cy="38911"/>
            </a:xfrm>
            <a:custGeom>
              <a:avLst/>
              <a:pathLst>
                <a:path w="162575" h="38911">
                  <a:moveTo>
                    <a:pt x="0" y="0"/>
                  </a:moveTo>
                  <a:lnTo>
                    <a:pt x="162575" y="3891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760919" y="2783758"/>
              <a:ext cx="162575" cy="38911"/>
            </a:xfrm>
            <a:custGeom>
              <a:avLst/>
              <a:pathLst>
                <a:path w="162575" h="38911">
                  <a:moveTo>
                    <a:pt x="0" y="0"/>
                  </a:moveTo>
                  <a:lnTo>
                    <a:pt x="162575" y="389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760919" y="2783758"/>
              <a:ext cx="162575" cy="38911"/>
            </a:xfrm>
            <a:custGeom>
              <a:avLst/>
              <a:pathLst>
                <a:path w="162575" h="38911">
                  <a:moveTo>
                    <a:pt x="0" y="0"/>
                  </a:moveTo>
                  <a:lnTo>
                    <a:pt x="162575" y="389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760919" y="2783758"/>
              <a:ext cx="162575" cy="38911"/>
            </a:xfrm>
            <a:custGeom>
              <a:avLst/>
              <a:pathLst>
                <a:path w="162575" h="38911">
                  <a:moveTo>
                    <a:pt x="0" y="0"/>
                  </a:moveTo>
                  <a:lnTo>
                    <a:pt x="162575" y="389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760919" y="2783758"/>
              <a:ext cx="162575" cy="38911"/>
            </a:xfrm>
            <a:custGeom>
              <a:avLst/>
              <a:pathLst>
                <a:path w="162575" h="38911">
                  <a:moveTo>
                    <a:pt x="0" y="0"/>
                  </a:moveTo>
                  <a:lnTo>
                    <a:pt x="162575" y="389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760919" y="2783758"/>
              <a:ext cx="162575" cy="38911"/>
            </a:xfrm>
            <a:custGeom>
              <a:avLst/>
              <a:pathLst>
                <a:path w="162575" h="38911">
                  <a:moveTo>
                    <a:pt x="0" y="0"/>
                  </a:moveTo>
                  <a:lnTo>
                    <a:pt x="162575" y="3891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760919" y="2783758"/>
              <a:ext cx="162575" cy="38911"/>
            </a:xfrm>
            <a:custGeom>
              <a:avLst/>
              <a:pathLst>
                <a:path w="162575" h="38911">
                  <a:moveTo>
                    <a:pt x="0" y="0"/>
                  </a:moveTo>
                  <a:lnTo>
                    <a:pt x="162575" y="3891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760919" y="2783758"/>
              <a:ext cx="162575" cy="38911"/>
            </a:xfrm>
            <a:custGeom>
              <a:avLst/>
              <a:pathLst>
                <a:path w="162575" h="38911">
                  <a:moveTo>
                    <a:pt x="0" y="0"/>
                  </a:moveTo>
                  <a:lnTo>
                    <a:pt x="162575" y="3891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760919" y="2783758"/>
              <a:ext cx="162575" cy="38911"/>
            </a:xfrm>
            <a:custGeom>
              <a:avLst/>
              <a:pathLst>
                <a:path w="162575" h="38911">
                  <a:moveTo>
                    <a:pt x="0" y="0"/>
                  </a:moveTo>
                  <a:lnTo>
                    <a:pt x="162575" y="3891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760919" y="2783758"/>
              <a:ext cx="162575" cy="38911"/>
            </a:xfrm>
            <a:custGeom>
              <a:avLst/>
              <a:pathLst>
                <a:path w="162575" h="38911">
                  <a:moveTo>
                    <a:pt x="0" y="0"/>
                  </a:moveTo>
                  <a:lnTo>
                    <a:pt x="162575" y="389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6760919" y="2783758"/>
              <a:ext cx="162575" cy="38911"/>
            </a:xfrm>
            <a:custGeom>
              <a:avLst/>
              <a:pathLst>
                <a:path w="162575" h="38911">
                  <a:moveTo>
                    <a:pt x="0" y="0"/>
                  </a:moveTo>
                  <a:lnTo>
                    <a:pt x="162575" y="389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6760919" y="2783758"/>
              <a:ext cx="162575" cy="38911"/>
            </a:xfrm>
            <a:custGeom>
              <a:avLst/>
              <a:pathLst>
                <a:path w="162575" h="38911">
                  <a:moveTo>
                    <a:pt x="0" y="0"/>
                  </a:moveTo>
                  <a:lnTo>
                    <a:pt x="162575" y="389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6760919" y="2783758"/>
              <a:ext cx="162575" cy="38911"/>
            </a:xfrm>
            <a:custGeom>
              <a:avLst/>
              <a:pathLst>
                <a:path w="162575" h="38911">
                  <a:moveTo>
                    <a:pt x="0" y="0"/>
                  </a:moveTo>
                  <a:lnTo>
                    <a:pt x="162575" y="389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6760919" y="2783758"/>
              <a:ext cx="162575" cy="38911"/>
            </a:xfrm>
            <a:custGeom>
              <a:avLst/>
              <a:pathLst>
                <a:path w="162575" h="38911">
                  <a:moveTo>
                    <a:pt x="0" y="0"/>
                  </a:moveTo>
                  <a:lnTo>
                    <a:pt x="162575" y="3891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6760919" y="2783758"/>
              <a:ext cx="162575" cy="38911"/>
            </a:xfrm>
            <a:custGeom>
              <a:avLst/>
              <a:pathLst>
                <a:path w="162575" h="38911">
                  <a:moveTo>
                    <a:pt x="0" y="0"/>
                  </a:moveTo>
                  <a:lnTo>
                    <a:pt x="162575" y="3891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6756341" y="2713112"/>
              <a:ext cx="334302" cy="276723"/>
            </a:xfrm>
            <a:custGeom>
              <a:avLst/>
              <a:pathLst>
                <a:path w="334302" h="276723">
                  <a:moveTo>
                    <a:pt x="4577" y="70645"/>
                  </a:moveTo>
                  <a:lnTo>
                    <a:pt x="3425" y="75820"/>
                  </a:lnTo>
                  <a:lnTo>
                    <a:pt x="2438" y="81028"/>
                  </a:lnTo>
                  <a:lnTo>
                    <a:pt x="1616" y="86266"/>
                  </a:lnTo>
                  <a:lnTo>
                    <a:pt x="961" y="91526"/>
                  </a:lnTo>
                  <a:lnTo>
                    <a:pt x="473" y="96805"/>
                  </a:lnTo>
                  <a:lnTo>
                    <a:pt x="152" y="102097"/>
                  </a:lnTo>
                  <a:lnTo>
                    <a:pt x="0" y="107396"/>
                  </a:lnTo>
                  <a:lnTo>
                    <a:pt x="15" y="112698"/>
                  </a:lnTo>
                  <a:lnTo>
                    <a:pt x="199" y="117996"/>
                  </a:lnTo>
                  <a:lnTo>
                    <a:pt x="550" y="123286"/>
                  </a:lnTo>
                  <a:lnTo>
                    <a:pt x="1069" y="128562"/>
                  </a:lnTo>
                  <a:lnTo>
                    <a:pt x="1756" y="133819"/>
                  </a:lnTo>
                  <a:lnTo>
                    <a:pt x="2608" y="139051"/>
                  </a:lnTo>
                  <a:lnTo>
                    <a:pt x="3626" y="144254"/>
                  </a:lnTo>
                  <a:lnTo>
                    <a:pt x="4809" y="149422"/>
                  </a:lnTo>
                  <a:lnTo>
                    <a:pt x="6154" y="154549"/>
                  </a:lnTo>
                  <a:lnTo>
                    <a:pt x="7662" y="159632"/>
                  </a:lnTo>
                  <a:lnTo>
                    <a:pt x="9330" y="164664"/>
                  </a:lnTo>
                  <a:lnTo>
                    <a:pt x="11157" y="169641"/>
                  </a:lnTo>
                  <a:lnTo>
                    <a:pt x="13141" y="174557"/>
                  </a:lnTo>
                  <a:lnTo>
                    <a:pt x="15279" y="179408"/>
                  </a:lnTo>
                  <a:lnTo>
                    <a:pt x="17571" y="184189"/>
                  </a:lnTo>
                  <a:lnTo>
                    <a:pt x="20012" y="188894"/>
                  </a:lnTo>
                  <a:lnTo>
                    <a:pt x="22602" y="193520"/>
                  </a:lnTo>
                  <a:lnTo>
                    <a:pt x="25337" y="198062"/>
                  </a:lnTo>
                  <a:lnTo>
                    <a:pt x="28215" y="202514"/>
                  </a:lnTo>
                  <a:lnTo>
                    <a:pt x="31232" y="206873"/>
                  </a:lnTo>
                  <a:lnTo>
                    <a:pt x="34387" y="211134"/>
                  </a:lnTo>
                  <a:lnTo>
                    <a:pt x="37674" y="215293"/>
                  </a:lnTo>
                  <a:lnTo>
                    <a:pt x="41092" y="219345"/>
                  </a:lnTo>
                  <a:lnTo>
                    <a:pt x="44637" y="223287"/>
                  </a:lnTo>
                  <a:lnTo>
                    <a:pt x="48305" y="227115"/>
                  </a:lnTo>
                  <a:lnTo>
                    <a:pt x="52092" y="230825"/>
                  </a:lnTo>
                  <a:lnTo>
                    <a:pt x="55996" y="234412"/>
                  </a:lnTo>
                  <a:lnTo>
                    <a:pt x="60011" y="237874"/>
                  </a:lnTo>
                  <a:lnTo>
                    <a:pt x="64133" y="241207"/>
                  </a:lnTo>
                  <a:lnTo>
                    <a:pt x="68360" y="244407"/>
                  </a:lnTo>
                  <a:lnTo>
                    <a:pt x="72686" y="247472"/>
                  </a:lnTo>
                  <a:lnTo>
                    <a:pt x="77106" y="250398"/>
                  </a:lnTo>
                  <a:lnTo>
                    <a:pt x="81618" y="253183"/>
                  </a:lnTo>
                  <a:lnTo>
                    <a:pt x="86215" y="255823"/>
                  </a:lnTo>
                  <a:lnTo>
                    <a:pt x="90894" y="258316"/>
                  </a:lnTo>
                  <a:lnTo>
                    <a:pt x="95649" y="260659"/>
                  </a:lnTo>
                  <a:lnTo>
                    <a:pt x="100476" y="262851"/>
                  </a:lnTo>
                  <a:lnTo>
                    <a:pt x="105371" y="264888"/>
                  </a:lnTo>
                  <a:lnTo>
                    <a:pt x="110327" y="266769"/>
                  </a:lnTo>
                  <a:lnTo>
                    <a:pt x="115341" y="268492"/>
                  </a:lnTo>
                  <a:lnTo>
                    <a:pt x="120407" y="270055"/>
                  </a:lnTo>
                  <a:lnTo>
                    <a:pt x="125520" y="271456"/>
                  </a:lnTo>
                  <a:lnTo>
                    <a:pt x="130674" y="272695"/>
                  </a:lnTo>
                  <a:lnTo>
                    <a:pt x="135866" y="273770"/>
                  </a:lnTo>
                  <a:lnTo>
                    <a:pt x="141088" y="274679"/>
                  </a:lnTo>
                  <a:lnTo>
                    <a:pt x="146337" y="275423"/>
                  </a:lnTo>
                  <a:lnTo>
                    <a:pt x="151607" y="275999"/>
                  </a:lnTo>
                  <a:lnTo>
                    <a:pt x="156893" y="276408"/>
                  </a:lnTo>
                  <a:lnTo>
                    <a:pt x="162189" y="276650"/>
                  </a:lnTo>
                  <a:lnTo>
                    <a:pt x="167490" y="276723"/>
                  </a:lnTo>
                  <a:lnTo>
                    <a:pt x="172790" y="276629"/>
                  </a:lnTo>
                  <a:lnTo>
                    <a:pt x="178085" y="276366"/>
                  </a:lnTo>
                  <a:lnTo>
                    <a:pt x="183369" y="275935"/>
                  </a:lnTo>
                  <a:lnTo>
                    <a:pt x="188637" y="275337"/>
                  </a:lnTo>
                  <a:lnTo>
                    <a:pt x="193883" y="274573"/>
                  </a:lnTo>
                  <a:lnTo>
                    <a:pt x="199102" y="273642"/>
                  </a:lnTo>
                  <a:lnTo>
                    <a:pt x="204289" y="272547"/>
                  </a:lnTo>
                  <a:lnTo>
                    <a:pt x="209439" y="271287"/>
                  </a:lnTo>
                  <a:lnTo>
                    <a:pt x="214546" y="269865"/>
                  </a:lnTo>
                  <a:lnTo>
                    <a:pt x="219605" y="268281"/>
                  </a:lnTo>
                  <a:lnTo>
                    <a:pt x="224612" y="266538"/>
                  </a:lnTo>
                  <a:lnTo>
                    <a:pt x="229561" y="264637"/>
                  </a:lnTo>
                  <a:lnTo>
                    <a:pt x="234447" y="262581"/>
                  </a:lnTo>
                  <a:lnTo>
                    <a:pt x="239265" y="260370"/>
                  </a:lnTo>
                  <a:lnTo>
                    <a:pt x="244011" y="258007"/>
                  </a:lnTo>
                  <a:lnTo>
                    <a:pt x="248680" y="255496"/>
                  </a:lnTo>
                  <a:lnTo>
                    <a:pt x="253267" y="252837"/>
                  </a:lnTo>
                  <a:lnTo>
                    <a:pt x="257767" y="250034"/>
                  </a:lnTo>
                  <a:lnTo>
                    <a:pt x="262176" y="247090"/>
                  </a:lnTo>
                  <a:lnTo>
                    <a:pt x="266489" y="244008"/>
                  </a:lnTo>
                  <a:lnTo>
                    <a:pt x="270702" y="240791"/>
                  </a:lnTo>
                  <a:lnTo>
                    <a:pt x="274812" y="237441"/>
                  </a:lnTo>
                  <a:lnTo>
                    <a:pt x="278813" y="233963"/>
                  </a:lnTo>
                  <a:lnTo>
                    <a:pt x="282701" y="230360"/>
                  </a:lnTo>
                  <a:lnTo>
                    <a:pt x="286474" y="226635"/>
                  </a:lnTo>
                  <a:lnTo>
                    <a:pt x="290126" y="222793"/>
                  </a:lnTo>
                  <a:lnTo>
                    <a:pt x="293655" y="218836"/>
                  </a:lnTo>
                  <a:lnTo>
                    <a:pt x="297057" y="214770"/>
                  </a:lnTo>
                  <a:lnTo>
                    <a:pt x="300328" y="210598"/>
                  </a:lnTo>
                  <a:lnTo>
                    <a:pt x="303465" y="206324"/>
                  </a:lnTo>
                  <a:lnTo>
                    <a:pt x="306465" y="201953"/>
                  </a:lnTo>
                  <a:lnTo>
                    <a:pt x="309324" y="197489"/>
                  </a:lnTo>
                  <a:lnTo>
                    <a:pt x="312041" y="192937"/>
                  </a:lnTo>
                  <a:lnTo>
                    <a:pt x="314612" y="188301"/>
                  </a:lnTo>
                  <a:lnTo>
                    <a:pt x="317035" y="183585"/>
                  </a:lnTo>
                  <a:lnTo>
                    <a:pt x="319307" y="178795"/>
                  </a:lnTo>
                  <a:lnTo>
                    <a:pt x="321426" y="173936"/>
                  </a:lnTo>
                  <a:lnTo>
                    <a:pt x="323390" y="169012"/>
                  </a:lnTo>
                  <a:lnTo>
                    <a:pt x="325197" y="164028"/>
                  </a:lnTo>
                  <a:lnTo>
                    <a:pt x="326845" y="158989"/>
                  </a:lnTo>
                  <a:lnTo>
                    <a:pt x="328332" y="153900"/>
                  </a:lnTo>
                  <a:lnTo>
                    <a:pt x="329657" y="148767"/>
                  </a:lnTo>
                  <a:lnTo>
                    <a:pt x="330818" y="143594"/>
                  </a:lnTo>
                  <a:lnTo>
                    <a:pt x="331815" y="138388"/>
                  </a:lnTo>
                  <a:lnTo>
                    <a:pt x="332647" y="133152"/>
                  </a:lnTo>
                  <a:lnTo>
                    <a:pt x="333312" y="127892"/>
                  </a:lnTo>
                  <a:lnTo>
                    <a:pt x="333810" y="122614"/>
                  </a:lnTo>
                  <a:lnTo>
                    <a:pt x="334140" y="117323"/>
                  </a:lnTo>
                  <a:lnTo>
                    <a:pt x="334302" y="112024"/>
                  </a:lnTo>
                  <a:lnTo>
                    <a:pt x="334296" y="106723"/>
                  </a:lnTo>
                  <a:lnTo>
                    <a:pt x="334123" y="101424"/>
                  </a:lnTo>
                  <a:lnTo>
                    <a:pt x="333781" y="96134"/>
                  </a:lnTo>
                  <a:lnTo>
                    <a:pt x="333271" y="90857"/>
                  </a:lnTo>
                  <a:lnTo>
                    <a:pt x="332595" y="85599"/>
                  </a:lnTo>
                  <a:lnTo>
                    <a:pt x="331752" y="80365"/>
                  </a:lnTo>
                  <a:lnTo>
                    <a:pt x="330743" y="75160"/>
                  </a:lnTo>
                  <a:lnTo>
                    <a:pt x="329571" y="69990"/>
                  </a:lnTo>
                  <a:lnTo>
                    <a:pt x="328234" y="64860"/>
                  </a:lnTo>
                  <a:lnTo>
                    <a:pt x="326736" y="59774"/>
                  </a:lnTo>
                  <a:lnTo>
                    <a:pt x="325077" y="54739"/>
                  </a:lnTo>
                  <a:lnTo>
                    <a:pt x="323260" y="49759"/>
                  </a:lnTo>
                  <a:lnTo>
                    <a:pt x="321285" y="44839"/>
                  </a:lnTo>
                  <a:lnTo>
                    <a:pt x="319155" y="39984"/>
                  </a:lnTo>
                  <a:lnTo>
                    <a:pt x="316873" y="35199"/>
                  </a:lnTo>
                  <a:lnTo>
                    <a:pt x="314440" y="30489"/>
                  </a:lnTo>
                  <a:lnTo>
                    <a:pt x="311858" y="25859"/>
                  </a:lnTo>
                  <a:lnTo>
                    <a:pt x="309132" y="21312"/>
                  </a:lnTo>
                  <a:lnTo>
                    <a:pt x="306262" y="16854"/>
                  </a:lnTo>
                  <a:lnTo>
                    <a:pt x="303253" y="12490"/>
                  </a:lnTo>
                  <a:lnTo>
                    <a:pt x="300106" y="8223"/>
                  </a:lnTo>
                  <a:lnTo>
                    <a:pt x="296826" y="4058"/>
                  </a:lnTo>
                  <a:lnTo>
                    <a:pt x="293416" y="0"/>
                  </a:lnTo>
                  <a:lnTo>
                    <a:pt x="167153" y="10955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6923495" y="2655501"/>
              <a:ext cx="126262" cy="167167"/>
            </a:xfrm>
            <a:custGeom>
              <a:avLst/>
              <a:pathLst>
                <a:path w="126262" h="167167">
                  <a:moveTo>
                    <a:pt x="126262" y="57610"/>
                  </a:moveTo>
                  <a:lnTo>
                    <a:pt x="122587" y="53513"/>
                  </a:lnTo>
                  <a:lnTo>
                    <a:pt x="118779" y="49539"/>
                  </a:lnTo>
                  <a:lnTo>
                    <a:pt x="114842" y="45692"/>
                  </a:lnTo>
                  <a:lnTo>
                    <a:pt x="110781" y="41977"/>
                  </a:lnTo>
                  <a:lnTo>
                    <a:pt x="106599" y="38398"/>
                  </a:lnTo>
                  <a:lnTo>
                    <a:pt x="102302" y="34958"/>
                  </a:lnTo>
                  <a:lnTo>
                    <a:pt x="97894" y="31662"/>
                  </a:lnTo>
                  <a:lnTo>
                    <a:pt x="93380" y="28512"/>
                  </a:lnTo>
                  <a:lnTo>
                    <a:pt x="88764" y="25513"/>
                  </a:lnTo>
                  <a:lnTo>
                    <a:pt x="84053" y="22668"/>
                  </a:lnTo>
                  <a:lnTo>
                    <a:pt x="79250" y="19979"/>
                  </a:lnTo>
                  <a:lnTo>
                    <a:pt x="74361" y="17450"/>
                  </a:lnTo>
                  <a:lnTo>
                    <a:pt x="69392" y="15083"/>
                  </a:lnTo>
                  <a:lnTo>
                    <a:pt x="64348" y="12881"/>
                  </a:lnTo>
                  <a:lnTo>
                    <a:pt x="59233" y="10846"/>
                  </a:lnTo>
                  <a:lnTo>
                    <a:pt x="54055" y="8980"/>
                  </a:lnTo>
                  <a:lnTo>
                    <a:pt x="48818" y="7287"/>
                  </a:lnTo>
                  <a:lnTo>
                    <a:pt x="43528" y="5766"/>
                  </a:lnTo>
                  <a:lnTo>
                    <a:pt x="38190" y="4420"/>
                  </a:lnTo>
                  <a:lnTo>
                    <a:pt x="32812" y="3251"/>
                  </a:lnTo>
                  <a:lnTo>
                    <a:pt x="27398" y="2260"/>
                  </a:lnTo>
                  <a:lnTo>
                    <a:pt x="21954" y="1447"/>
                  </a:lnTo>
                  <a:lnTo>
                    <a:pt x="16486" y="814"/>
                  </a:lnTo>
                  <a:lnTo>
                    <a:pt x="11000" y="362"/>
                  </a:lnTo>
                  <a:lnTo>
                    <a:pt x="5503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6745892" y="216836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6745892" y="216836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6678909" y="2168369"/>
              <a:ext cx="66983" cy="167167"/>
            </a:xfrm>
            <a:custGeom>
              <a:avLst/>
              <a:pathLst>
                <a:path w="66983" h="167167">
                  <a:moveTo>
                    <a:pt x="66983" y="0"/>
                  </a:moveTo>
                  <a:lnTo>
                    <a:pt x="61241" y="98"/>
                  </a:lnTo>
                  <a:lnTo>
                    <a:pt x="55505" y="394"/>
                  </a:lnTo>
                  <a:lnTo>
                    <a:pt x="49783" y="887"/>
                  </a:lnTo>
                  <a:lnTo>
                    <a:pt x="44082" y="1576"/>
                  </a:lnTo>
                  <a:lnTo>
                    <a:pt x="38407" y="2460"/>
                  </a:lnTo>
                  <a:lnTo>
                    <a:pt x="32767" y="3539"/>
                  </a:lnTo>
                  <a:lnTo>
                    <a:pt x="27166" y="4811"/>
                  </a:lnTo>
                  <a:lnTo>
                    <a:pt x="21613" y="6274"/>
                  </a:lnTo>
                  <a:lnTo>
                    <a:pt x="16113" y="7927"/>
                  </a:lnTo>
                  <a:lnTo>
                    <a:pt x="10673" y="9769"/>
                  </a:lnTo>
                  <a:lnTo>
                    <a:pt x="5300" y="11796"/>
                  </a:lnTo>
                  <a:lnTo>
                    <a:pt x="0" y="14006"/>
                  </a:lnTo>
                  <a:lnTo>
                    <a:pt x="66983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6678909" y="2182375"/>
              <a:ext cx="66983" cy="153160"/>
            </a:xfrm>
            <a:custGeom>
              <a:avLst/>
              <a:pathLst>
                <a:path w="66983" h="153160">
                  <a:moveTo>
                    <a:pt x="0" y="0"/>
                  </a:moveTo>
                  <a:lnTo>
                    <a:pt x="66983" y="15316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6678909" y="2182375"/>
              <a:ext cx="66983" cy="153160"/>
            </a:xfrm>
            <a:custGeom>
              <a:avLst/>
              <a:pathLst>
                <a:path w="66983" h="153160">
                  <a:moveTo>
                    <a:pt x="0" y="0"/>
                  </a:moveTo>
                  <a:lnTo>
                    <a:pt x="66983" y="1531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6678909" y="2182375"/>
              <a:ext cx="66983" cy="153160"/>
            </a:xfrm>
            <a:custGeom>
              <a:avLst/>
              <a:pathLst>
                <a:path w="66983" h="153160">
                  <a:moveTo>
                    <a:pt x="0" y="0"/>
                  </a:moveTo>
                  <a:lnTo>
                    <a:pt x="66983" y="1531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6678909" y="2182375"/>
              <a:ext cx="66983" cy="153160"/>
            </a:xfrm>
            <a:custGeom>
              <a:avLst/>
              <a:pathLst>
                <a:path w="66983" h="153160">
                  <a:moveTo>
                    <a:pt x="0" y="0"/>
                  </a:moveTo>
                  <a:lnTo>
                    <a:pt x="66983" y="1531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6678909" y="2182375"/>
              <a:ext cx="66983" cy="153160"/>
            </a:xfrm>
            <a:custGeom>
              <a:avLst/>
              <a:pathLst>
                <a:path w="66983" h="153160">
                  <a:moveTo>
                    <a:pt x="0" y="0"/>
                  </a:moveTo>
                  <a:lnTo>
                    <a:pt x="66983" y="1531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6678909" y="2182375"/>
              <a:ext cx="66983" cy="153160"/>
            </a:xfrm>
            <a:custGeom>
              <a:avLst/>
              <a:pathLst>
                <a:path w="66983" h="153160">
                  <a:moveTo>
                    <a:pt x="0" y="0"/>
                  </a:moveTo>
                  <a:lnTo>
                    <a:pt x="66983" y="1531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6678909" y="2182375"/>
              <a:ext cx="66983" cy="153160"/>
            </a:xfrm>
            <a:custGeom>
              <a:avLst/>
              <a:pathLst>
                <a:path w="66983" h="153160">
                  <a:moveTo>
                    <a:pt x="0" y="0"/>
                  </a:moveTo>
                  <a:lnTo>
                    <a:pt x="66983" y="15316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6678909" y="2182375"/>
              <a:ext cx="66983" cy="153160"/>
            </a:xfrm>
            <a:custGeom>
              <a:avLst/>
              <a:pathLst>
                <a:path w="66983" h="153160">
                  <a:moveTo>
                    <a:pt x="0" y="0"/>
                  </a:moveTo>
                  <a:lnTo>
                    <a:pt x="66983" y="15316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6678909" y="2182375"/>
              <a:ext cx="66983" cy="153160"/>
            </a:xfrm>
            <a:custGeom>
              <a:avLst/>
              <a:pathLst>
                <a:path w="66983" h="153160">
                  <a:moveTo>
                    <a:pt x="0" y="0"/>
                  </a:moveTo>
                  <a:lnTo>
                    <a:pt x="66983" y="15316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6678909" y="2182375"/>
              <a:ext cx="66983" cy="153160"/>
            </a:xfrm>
            <a:custGeom>
              <a:avLst/>
              <a:pathLst>
                <a:path w="66983" h="153160">
                  <a:moveTo>
                    <a:pt x="0" y="0"/>
                  </a:moveTo>
                  <a:lnTo>
                    <a:pt x="66983" y="15316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6678909" y="2182375"/>
              <a:ext cx="66983" cy="153160"/>
            </a:xfrm>
            <a:custGeom>
              <a:avLst/>
              <a:pathLst>
                <a:path w="66983" h="153160">
                  <a:moveTo>
                    <a:pt x="0" y="0"/>
                  </a:moveTo>
                  <a:lnTo>
                    <a:pt x="66983" y="1531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6678909" y="2182375"/>
              <a:ext cx="66983" cy="153160"/>
            </a:xfrm>
            <a:custGeom>
              <a:avLst/>
              <a:pathLst>
                <a:path w="66983" h="153160">
                  <a:moveTo>
                    <a:pt x="0" y="0"/>
                  </a:moveTo>
                  <a:lnTo>
                    <a:pt x="66983" y="1531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6678909" y="2182375"/>
              <a:ext cx="66983" cy="153160"/>
            </a:xfrm>
            <a:custGeom>
              <a:avLst/>
              <a:pathLst>
                <a:path w="66983" h="153160">
                  <a:moveTo>
                    <a:pt x="0" y="0"/>
                  </a:moveTo>
                  <a:lnTo>
                    <a:pt x="66983" y="1531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6678909" y="2182375"/>
              <a:ext cx="66983" cy="153160"/>
            </a:xfrm>
            <a:custGeom>
              <a:avLst/>
              <a:pathLst>
                <a:path w="66983" h="153160">
                  <a:moveTo>
                    <a:pt x="0" y="0"/>
                  </a:moveTo>
                  <a:lnTo>
                    <a:pt x="66983" y="1531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6678909" y="2182375"/>
              <a:ext cx="66983" cy="153160"/>
            </a:xfrm>
            <a:custGeom>
              <a:avLst/>
              <a:pathLst>
                <a:path w="66983" h="153160">
                  <a:moveTo>
                    <a:pt x="0" y="0"/>
                  </a:moveTo>
                  <a:lnTo>
                    <a:pt x="66983" y="15316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6678909" y="2182375"/>
              <a:ext cx="66983" cy="153160"/>
            </a:xfrm>
            <a:custGeom>
              <a:avLst/>
              <a:pathLst>
                <a:path w="66983" h="153160">
                  <a:moveTo>
                    <a:pt x="0" y="0"/>
                  </a:moveTo>
                  <a:lnTo>
                    <a:pt x="66983" y="15316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6678909" y="2182375"/>
              <a:ext cx="66983" cy="153160"/>
            </a:xfrm>
            <a:custGeom>
              <a:avLst/>
              <a:pathLst>
                <a:path w="66983" h="153160">
                  <a:moveTo>
                    <a:pt x="0" y="0"/>
                  </a:moveTo>
                  <a:lnTo>
                    <a:pt x="66983" y="15316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6678909" y="2182375"/>
              <a:ext cx="66983" cy="153160"/>
            </a:xfrm>
            <a:custGeom>
              <a:avLst/>
              <a:pathLst>
                <a:path w="66983" h="153160">
                  <a:moveTo>
                    <a:pt x="0" y="0"/>
                  </a:moveTo>
                  <a:lnTo>
                    <a:pt x="66983" y="15316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6678909" y="2182375"/>
              <a:ext cx="66983" cy="153160"/>
            </a:xfrm>
            <a:custGeom>
              <a:avLst/>
              <a:pathLst>
                <a:path w="66983" h="153160">
                  <a:moveTo>
                    <a:pt x="0" y="0"/>
                  </a:moveTo>
                  <a:lnTo>
                    <a:pt x="66983" y="1531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6678909" y="2182375"/>
              <a:ext cx="66983" cy="153160"/>
            </a:xfrm>
            <a:custGeom>
              <a:avLst/>
              <a:pathLst>
                <a:path w="66983" h="153160">
                  <a:moveTo>
                    <a:pt x="0" y="0"/>
                  </a:moveTo>
                  <a:lnTo>
                    <a:pt x="66983" y="1531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6678909" y="2182375"/>
              <a:ext cx="66983" cy="153160"/>
            </a:xfrm>
            <a:custGeom>
              <a:avLst/>
              <a:pathLst>
                <a:path w="66983" h="153160">
                  <a:moveTo>
                    <a:pt x="0" y="0"/>
                  </a:moveTo>
                  <a:lnTo>
                    <a:pt x="66983" y="1531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6678909" y="2182375"/>
              <a:ext cx="66983" cy="153160"/>
            </a:xfrm>
            <a:custGeom>
              <a:avLst/>
              <a:pathLst>
                <a:path w="66983" h="153160">
                  <a:moveTo>
                    <a:pt x="0" y="0"/>
                  </a:moveTo>
                  <a:lnTo>
                    <a:pt x="66983" y="1531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6678909" y="2182375"/>
              <a:ext cx="66983" cy="153160"/>
            </a:xfrm>
            <a:custGeom>
              <a:avLst/>
              <a:pathLst>
                <a:path w="66983" h="153160">
                  <a:moveTo>
                    <a:pt x="0" y="0"/>
                  </a:moveTo>
                  <a:lnTo>
                    <a:pt x="66983" y="15316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6678909" y="2182375"/>
              <a:ext cx="66983" cy="153160"/>
            </a:xfrm>
            <a:custGeom>
              <a:avLst/>
              <a:pathLst>
                <a:path w="66983" h="153160">
                  <a:moveTo>
                    <a:pt x="0" y="0"/>
                  </a:moveTo>
                  <a:lnTo>
                    <a:pt x="66983" y="15316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6578743" y="2182375"/>
              <a:ext cx="234700" cy="320327"/>
            </a:xfrm>
            <a:custGeom>
              <a:avLst/>
              <a:pathLst>
                <a:path w="234700" h="320327">
                  <a:moveTo>
                    <a:pt x="100165" y="0"/>
                  </a:moveTo>
                  <a:lnTo>
                    <a:pt x="95334" y="2205"/>
                  </a:lnTo>
                  <a:lnTo>
                    <a:pt x="90575" y="4562"/>
                  </a:lnTo>
                  <a:lnTo>
                    <a:pt x="85893" y="7069"/>
                  </a:lnTo>
                  <a:lnTo>
                    <a:pt x="81294" y="9724"/>
                  </a:lnTo>
                  <a:lnTo>
                    <a:pt x="76781" y="12524"/>
                  </a:lnTo>
                  <a:lnTo>
                    <a:pt x="72359" y="15465"/>
                  </a:lnTo>
                  <a:lnTo>
                    <a:pt x="68033" y="18546"/>
                  </a:lnTo>
                  <a:lnTo>
                    <a:pt x="63807" y="21762"/>
                  </a:lnTo>
                  <a:lnTo>
                    <a:pt x="59685" y="25111"/>
                  </a:lnTo>
                  <a:lnTo>
                    <a:pt x="55672" y="28589"/>
                  </a:lnTo>
                  <a:lnTo>
                    <a:pt x="51771" y="32193"/>
                  </a:lnTo>
                  <a:lnTo>
                    <a:pt x="47987" y="35920"/>
                  </a:lnTo>
                  <a:lnTo>
                    <a:pt x="44323" y="39764"/>
                  </a:lnTo>
                  <a:lnTo>
                    <a:pt x="40783" y="43723"/>
                  </a:lnTo>
                  <a:lnTo>
                    <a:pt x="37370" y="47792"/>
                  </a:lnTo>
                  <a:lnTo>
                    <a:pt x="34088" y="51968"/>
                  </a:lnTo>
                  <a:lnTo>
                    <a:pt x="30941" y="56246"/>
                  </a:lnTo>
                  <a:lnTo>
                    <a:pt x="27931" y="60621"/>
                  </a:lnTo>
                  <a:lnTo>
                    <a:pt x="25062" y="65090"/>
                  </a:lnTo>
                  <a:lnTo>
                    <a:pt x="22336" y="69648"/>
                  </a:lnTo>
                  <a:lnTo>
                    <a:pt x="19756" y="74290"/>
                  </a:lnTo>
                  <a:lnTo>
                    <a:pt x="17325" y="79012"/>
                  </a:lnTo>
                  <a:lnTo>
                    <a:pt x="15046" y="83809"/>
                  </a:lnTo>
                  <a:lnTo>
                    <a:pt x="12920" y="88675"/>
                  </a:lnTo>
                  <a:lnTo>
                    <a:pt x="10949" y="93607"/>
                  </a:lnTo>
                  <a:lnTo>
                    <a:pt x="9136" y="98599"/>
                  </a:lnTo>
                  <a:lnTo>
                    <a:pt x="7483" y="103646"/>
                  </a:lnTo>
                  <a:lnTo>
                    <a:pt x="5990" y="108742"/>
                  </a:lnTo>
                  <a:lnTo>
                    <a:pt x="4661" y="113884"/>
                  </a:lnTo>
                  <a:lnTo>
                    <a:pt x="3495" y="119065"/>
                  </a:lnTo>
                  <a:lnTo>
                    <a:pt x="2495" y="124281"/>
                  </a:lnTo>
                  <a:lnTo>
                    <a:pt x="1660" y="129526"/>
                  </a:lnTo>
                  <a:lnTo>
                    <a:pt x="993" y="134795"/>
                  </a:lnTo>
                  <a:lnTo>
                    <a:pt x="494" y="140082"/>
                  </a:lnTo>
                  <a:lnTo>
                    <a:pt x="162" y="145382"/>
                  </a:lnTo>
                  <a:lnTo>
                    <a:pt x="0" y="150691"/>
                  </a:lnTo>
                  <a:lnTo>
                    <a:pt x="5" y="156002"/>
                  </a:lnTo>
                  <a:lnTo>
                    <a:pt x="180" y="161310"/>
                  </a:lnTo>
                  <a:lnTo>
                    <a:pt x="523" y="166609"/>
                  </a:lnTo>
                  <a:lnTo>
                    <a:pt x="1034" y="171895"/>
                  </a:lnTo>
                  <a:lnTo>
                    <a:pt x="1713" y="177163"/>
                  </a:lnTo>
                  <a:lnTo>
                    <a:pt x="2559" y="182406"/>
                  </a:lnTo>
                  <a:lnTo>
                    <a:pt x="3571" y="187619"/>
                  </a:lnTo>
                  <a:lnTo>
                    <a:pt x="4749" y="192798"/>
                  </a:lnTo>
                  <a:lnTo>
                    <a:pt x="6090" y="197937"/>
                  </a:lnTo>
                  <a:lnTo>
                    <a:pt x="7593" y="203030"/>
                  </a:lnTo>
                  <a:lnTo>
                    <a:pt x="9258" y="208073"/>
                  </a:lnTo>
                  <a:lnTo>
                    <a:pt x="11082" y="213061"/>
                  </a:lnTo>
                  <a:lnTo>
                    <a:pt x="13063" y="217988"/>
                  </a:lnTo>
                  <a:lnTo>
                    <a:pt x="15201" y="222850"/>
                  </a:lnTo>
                  <a:lnTo>
                    <a:pt x="17491" y="227642"/>
                  </a:lnTo>
                  <a:lnTo>
                    <a:pt x="19932" y="232358"/>
                  </a:lnTo>
                  <a:lnTo>
                    <a:pt x="22522" y="236995"/>
                  </a:lnTo>
                  <a:lnTo>
                    <a:pt x="25258" y="241546"/>
                  </a:lnTo>
                  <a:lnTo>
                    <a:pt x="28138" y="246009"/>
                  </a:lnTo>
                  <a:lnTo>
                    <a:pt x="31157" y="250378"/>
                  </a:lnTo>
                  <a:lnTo>
                    <a:pt x="34314" y="254649"/>
                  </a:lnTo>
                  <a:lnTo>
                    <a:pt x="37605" y="258817"/>
                  </a:lnTo>
                  <a:lnTo>
                    <a:pt x="41026" y="262879"/>
                  </a:lnTo>
                  <a:lnTo>
                    <a:pt x="44575" y="266830"/>
                  </a:lnTo>
                  <a:lnTo>
                    <a:pt x="48248" y="270666"/>
                  </a:lnTo>
                  <a:lnTo>
                    <a:pt x="52041" y="274383"/>
                  </a:lnTo>
                  <a:lnTo>
                    <a:pt x="55949" y="277979"/>
                  </a:lnTo>
                  <a:lnTo>
                    <a:pt x="59970" y="281448"/>
                  </a:lnTo>
                  <a:lnTo>
                    <a:pt x="64100" y="284788"/>
                  </a:lnTo>
                  <a:lnTo>
                    <a:pt x="68333" y="287995"/>
                  </a:lnTo>
                  <a:lnTo>
                    <a:pt x="72666" y="291066"/>
                  </a:lnTo>
                  <a:lnTo>
                    <a:pt x="77094" y="293997"/>
                  </a:lnTo>
                  <a:lnTo>
                    <a:pt x="81613" y="296787"/>
                  </a:lnTo>
                  <a:lnTo>
                    <a:pt x="86219" y="299432"/>
                  </a:lnTo>
                  <a:lnTo>
                    <a:pt x="90906" y="301929"/>
                  </a:lnTo>
                  <a:lnTo>
                    <a:pt x="95670" y="304275"/>
                  </a:lnTo>
                  <a:lnTo>
                    <a:pt x="100507" y="306470"/>
                  </a:lnTo>
                  <a:lnTo>
                    <a:pt x="105410" y="308509"/>
                  </a:lnTo>
                  <a:lnTo>
                    <a:pt x="110376" y="310392"/>
                  </a:lnTo>
                  <a:lnTo>
                    <a:pt x="115399" y="312116"/>
                  </a:lnTo>
                  <a:lnTo>
                    <a:pt x="120475" y="313680"/>
                  </a:lnTo>
                  <a:lnTo>
                    <a:pt x="125597" y="315081"/>
                  </a:lnTo>
                  <a:lnTo>
                    <a:pt x="130762" y="316319"/>
                  </a:lnTo>
                  <a:lnTo>
                    <a:pt x="135963" y="317393"/>
                  </a:lnTo>
                  <a:lnTo>
                    <a:pt x="141195" y="318301"/>
                  </a:lnTo>
                  <a:lnTo>
                    <a:pt x="146454" y="319042"/>
                  </a:lnTo>
                  <a:lnTo>
                    <a:pt x="151734" y="319615"/>
                  </a:lnTo>
                  <a:lnTo>
                    <a:pt x="157029" y="320021"/>
                  </a:lnTo>
                  <a:lnTo>
                    <a:pt x="162335" y="320258"/>
                  </a:lnTo>
                  <a:lnTo>
                    <a:pt x="167645" y="320327"/>
                  </a:lnTo>
                  <a:lnTo>
                    <a:pt x="172955" y="320227"/>
                  </a:lnTo>
                  <a:lnTo>
                    <a:pt x="178259" y="319958"/>
                  </a:lnTo>
                  <a:lnTo>
                    <a:pt x="183552" y="319521"/>
                  </a:lnTo>
                  <a:lnTo>
                    <a:pt x="188828" y="318916"/>
                  </a:lnTo>
                  <a:lnTo>
                    <a:pt x="194082" y="318144"/>
                  </a:lnTo>
                  <a:lnTo>
                    <a:pt x="199310" y="317205"/>
                  </a:lnTo>
                  <a:lnTo>
                    <a:pt x="204504" y="316100"/>
                  </a:lnTo>
                  <a:lnTo>
                    <a:pt x="209661" y="314832"/>
                  </a:lnTo>
                  <a:lnTo>
                    <a:pt x="214776" y="313400"/>
                  </a:lnTo>
                  <a:lnTo>
                    <a:pt x="219842" y="311806"/>
                  </a:lnTo>
                  <a:lnTo>
                    <a:pt x="224854" y="310052"/>
                  </a:lnTo>
                  <a:lnTo>
                    <a:pt x="229809" y="308140"/>
                  </a:lnTo>
                  <a:lnTo>
                    <a:pt x="234700" y="306071"/>
                  </a:lnTo>
                  <a:lnTo>
                    <a:pt x="167149" y="15316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6745892" y="2168369"/>
              <a:ext cx="167167" cy="320078"/>
            </a:xfrm>
            <a:custGeom>
              <a:avLst/>
              <a:pathLst>
                <a:path w="167167" h="320078">
                  <a:moveTo>
                    <a:pt x="67551" y="320078"/>
                  </a:moveTo>
                  <a:lnTo>
                    <a:pt x="72419" y="317833"/>
                  </a:lnTo>
                  <a:lnTo>
                    <a:pt x="77212" y="315434"/>
                  </a:lnTo>
                  <a:lnTo>
                    <a:pt x="81926" y="312883"/>
                  </a:lnTo>
                  <a:lnTo>
                    <a:pt x="86555" y="310181"/>
                  </a:lnTo>
                  <a:lnTo>
                    <a:pt x="91096" y="307332"/>
                  </a:lnTo>
                  <a:lnTo>
                    <a:pt x="95543" y="304340"/>
                  </a:lnTo>
                  <a:lnTo>
                    <a:pt x="99892" y="301206"/>
                  </a:lnTo>
                  <a:lnTo>
                    <a:pt x="104138" y="297935"/>
                  </a:lnTo>
                  <a:lnTo>
                    <a:pt x="108277" y="294529"/>
                  </a:lnTo>
                  <a:lnTo>
                    <a:pt x="112304" y="290992"/>
                  </a:lnTo>
                  <a:lnTo>
                    <a:pt x="116216" y="287328"/>
                  </a:lnTo>
                  <a:lnTo>
                    <a:pt x="120009" y="283540"/>
                  </a:lnTo>
                  <a:lnTo>
                    <a:pt x="123678" y="279633"/>
                  </a:lnTo>
                  <a:lnTo>
                    <a:pt x="127220" y="275610"/>
                  </a:lnTo>
                  <a:lnTo>
                    <a:pt x="130632" y="271475"/>
                  </a:lnTo>
                  <a:lnTo>
                    <a:pt x="133909" y="267233"/>
                  </a:lnTo>
                  <a:lnTo>
                    <a:pt x="137048" y="262889"/>
                  </a:lnTo>
                  <a:lnTo>
                    <a:pt x="140046" y="258446"/>
                  </a:lnTo>
                  <a:lnTo>
                    <a:pt x="142901" y="253909"/>
                  </a:lnTo>
                  <a:lnTo>
                    <a:pt x="145608" y="249283"/>
                  </a:lnTo>
                  <a:lnTo>
                    <a:pt x="148166" y="244572"/>
                  </a:lnTo>
                  <a:lnTo>
                    <a:pt x="150572" y="239782"/>
                  </a:lnTo>
                  <a:lnTo>
                    <a:pt x="152822" y="234917"/>
                  </a:lnTo>
                  <a:lnTo>
                    <a:pt x="154916" y="229983"/>
                  </a:lnTo>
                  <a:lnTo>
                    <a:pt x="156850" y="224984"/>
                  </a:lnTo>
                  <a:lnTo>
                    <a:pt x="158623" y="219926"/>
                  </a:lnTo>
                  <a:lnTo>
                    <a:pt x="160233" y="214813"/>
                  </a:lnTo>
                  <a:lnTo>
                    <a:pt x="161678" y="209651"/>
                  </a:lnTo>
                  <a:lnTo>
                    <a:pt x="162957" y="204446"/>
                  </a:lnTo>
                  <a:lnTo>
                    <a:pt x="164069" y="199202"/>
                  </a:lnTo>
                  <a:lnTo>
                    <a:pt x="165011" y="193926"/>
                  </a:lnTo>
                  <a:lnTo>
                    <a:pt x="165784" y="188622"/>
                  </a:lnTo>
                  <a:lnTo>
                    <a:pt x="166387" y="183295"/>
                  </a:lnTo>
                  <a:lnTo>
                    <a:pt x="166819" y="177953"/>
                  </a:lnTo>
                  <a:lnTo>
                    <a:pt x="167079" y="172599"/>
                  </a:lnTo>
                  <a:lnTo>
                    <a:pt x="167167" y="167239"/>
                  </a:lnTo>
                  <a:lnTo>
                    <a:pt x="167083" y="161880"/>
                  </a:lnTo>
                  <a:lnTo>
                    <a:pt x="166828" y="156526"/>
                  </a:lnTo>
                  <a:lnTo>
                    <a:pt x="166401" y="151183"/>
                  </a:lnTo>
                  <a:lnTo>
                    <a:pt x="165803" y="145856"/>
                  </a:lnTo>
                  <a:lnTo>
                    <a:pt x="165035" y="140551"/>
                  </a:lnTo>
                  <a:lnTo>
                    <a:pt x="164096" y="135274"/>
                  </a:lnTo>
                  <a:lnTo>
                    <a:pt x="162990" y="130029"/>
                  </a:lnTo>
                  <a:lnTo>
                    <a:pt x="161715" y="124823"/>
                  </a:lnTo>
                  <a:lnTo>
                    <a:pt x="160274" y="119660"/>
                  </a:lnTo>
                  <a:lnTo>
                    <a:pt x="158669" y="114546"/>
                  </a:lnTo>
                  <a:lnTo>
                    <a:pt x="156900" y="109486"/>
                  </a:lnTo>
                  <a:lnTo>
                    <a:pt x="154970" y="104485"/>
                  </a:lnTo>
                  <a:lnTo>
                    <a:pt x="152881" y="99549"/>
                  </a:lnTo>
                  <a:lnTo>
                    <a:pt x="150635" y="94682"/>
                  </a:lnTo>
                  <a:lnTo>
                    <a:pt x="148233" y="89890"/>
                  </a:lnTo>
                  <a:lnTo>
                    <a:pt x="145680" y="85177"/>
                  </a:lnTo>
                  <a:lnTo>
                    <a:pt x="142976" y="80549"/>
                  </a:lnTo>
                  <a:lnTo>
                    <a:pt x="140126" y="76010"/>
                  </a:lnTo>
                  <a:lnTo>
                    <a:pt x="137131" y="71564"/>
                  </a:lnTo>
                  <a:lnTo>
                    <a:pt x="133995" y="67217"/>
                  </a:lnTo>
                  <a:lnTo>
                    <a:pt x="130722" y="62972"/>
                  </a:lnTo>
                  <a:lnTo>
                    <a:pt x="127314" y="58835"/>
                  </a:lnTo>
                  <a:lnTo>
                    <a:pt x="123776" y="54809"/>
                  </a:lnTo>
                  <a:lnTo>
                    <a:pt x="120110" y="50898"/>
                  </a:lnTo>
                  <a:lnTo>
                    <a:pt x="116320" y="47107"/>
                  </a:lnTo>
                  <a:lnTo>
                    <a:pt x="112411" y="43439"/>
                  </a:lnTo>
                  <a:lnTo>
                    <a:pt x="108387" y="39899"/>
                  </a:lnTo>
                  <a:lnTo>
                    <a:pt x="104251" y="36490"/>
                  </a:lnTo>
                  <a:lnTo>
                    <a:pt x="100008" y="33214"/>
                  </a:lnTo>
                  <a:lnTo>
                    <a:pt x="95662" y="30077"/>
                  </a:lnTo>
                  <a:lnTo>
                    <a:pt x="91217" y="27080"/>
                  </a:lnTo>
                  <a:lnTo>
                    <a:pt x="86679" y="24228"/>
                  </a:lnTo>
                  <a:lnTo>
                    <a:pt x="82052" y="21522"/>
                  </a:lnTo>
                  <a:lnTo>
                    <a:pt x="77341" y="18967"/>
                  </a:lnTo>
                  <a:lnTo>
                    <a:pt x="72549" y="16563"/>
                  </a:lnTo>
                  <a:lnTo>
                    <a:pt x="67684" y="14315"/>
                  </a:lnTo>
                  <a:lnTo>
                    <a:pt x="62748" y="12223"/>
                  </a:lnTo>
                  <a:lnTo>
                    <a:pt x="57749" y="10291"/>
                  </a:lnTo>
                  <a:lnTo>
                    <a:pt x="52689" y="8520"/>
                  </a:lnTo>
                  <a:lnTo>
                    <a:pt x="47576" y="6913"/>
                  </a:lnTo>
                  <a:lnTo>
                    <a:pt x="42414" y="5470"/>
                  </a:lnTo>
                  <a:lnTo>
                    <a:pt x="37208" y="4193"/>
                  </a:lnTo>
                  <a:lnTo>
                    <a:pt x="31964" y="3084"/>
                  </a:lnTo>
                  <a:lnTo>
                    <a:pt x="26687" y="2143"/>
                  </a:lnTo>
                  <a:lnTo>
                    <a:pt x="21382" y="1373"/>
                  </a:lnTo>
                  <a:lnTo>
                    <a:pt x="16056" y="772"/>
                  </a:lnTo>
                  <a:lnTo>
                    <a:pt x="10713" y="343"/>
                  </a:lnTo>
                  <a:lnTo>
                    <a:pt x="5359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6408643" y="1735255"/>
              <a:ext cx="51903" cy="167167"/>
            </a:xfrm>
            <a:custGeom>
              <a:avLst/>
              <a:pathLst>
                <a:path w="51903" h="167167">
                  <a:moveTo>
                    <a:pt x="51903" y="0"/>
                  </a:moveTo>
                  <a:lnTo>
                    <a:pt x="46040" y="102"/>
                  </a:lnTo>
                  <a:lnTo>
                    <a:pt x="40185" y="411"/>
                  </a:lnTo>
                  <a:lnTo>
                    <a:pt x="34344" y="924"/>
                  </a:lnTo>
                  <a:lnTo>
                    <a:pt x="28524" y="1642"/>
                  </a:lnTo>
                  <a:lnTo>
                    <a:pt x="22733" y="2564"/>
                  </a:lnTo>
                  <a:lnTo>
                    <a:pt x="16978" y="3688"/>
                  </a:lnTo>
                  <a:lnTo>
                    <a:pt x="11266" y="5014"/>
                  </a:lnTo>
                  <a:lnTo>
                    <a:pt x="5604" y="6539"/>
                  </a:lnTo>
                  <a:lnTo>
                    <a:pt x="0" y="8261"/>
                  </a:lnTo>
                  <a:lnTo>
                    <a:pt x="51903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6408643" y="1743517"/>
              <a:ext cx="51903" cy="158905"/>
            </a:xfrm>
            <a:custGeom>
              <a:avLst/>
              <a:pathLst>
                <a:path w="51903" h="158905">
                  <a:moveTo>
                    <a:pt x="0" y="0"/>
                  </a:moveTo>
                  <a:lnTo>
                    <a:pt x="51903" y="15890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6408643" y="1743517"/>
              <a:ext cx="51903" cy="158905"/>
            </a:xfrm>
            <a:custGeom>
              <a:avLst/>
              <a:pathLst>
                <a:path w="51903" h="158905">
                  <a:moveTo>
                    <a:pt x="0" y="0"/>
                  </a:moveTo>
                  <a:lnTo>
                    <a:pt x="51903" y="15890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6408643" y="1743517"/>
              <a:ext cx="51903" cy="158905"/>
            </a:xfrm>
            <a:custGeom>
              <a:avLst/>
              <a:pathLst>
                <a:path w="51903" h="158905">
                  <a:moveTo>
                    <a:pt x="0" y="0"/>
                  </a:moveTo>
                  <a:lnTo>
                    <a:pt x="51903" y="15890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6408643" y="1743517"/>
              <a:ext cx="51903" cy="158905"/>
            </a:xfrm>
            <a:custGeom>
              <a:avLst/>
              <a:pathLst>
                <a:path w="51903" h="158905">
                  <a:moveTo>
                    <a:pt x="0" y="0"/>
                  </a:moveTo>
                  <a:lnTo>
                    <a:pt x="51903" y="15890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6408643" y="1743517"/>
              <a:ext cx="51903" cy="158905"/>
            </a:xfrm>
            <a:custGeom>
              <a:avLst/>
              <a:pathLst>
                <a:path w="51903" h="158905">
                  <a:moveTo>
                    <a:pt x="0" y="0"/>
                  </a:moveTo>
                  <a:lnTo>
                    <a:pt x="51903" y="15890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6408643" y="1743517"/>
              <a:ext cx="51903" cy="158905"/>
            </a:xfrm>
            <a:custGeom>
              <a:avLst/>
              <a:pathLst>
                <a:path w="51903" h="158905">
                  <a:moveTo>
                    <a:pt x="0" y="0"/>
                  </a:moveTo>
                  <a:lnTo>
                    <a:pt x="51903" y="15890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6408643" y="1743517"/>
              <a:ext cx="51903" cy="158905"/>
            </a:xfrm>
            <a:custGeom>
              <a:avLst/>
              <a:pathLst>
                <a:path w="51903" h="158905">
                  <a:moveTo>
                    <a:pt x="0" y="0"/>
                  </a:moveTo>
                  <a:lnTo>
                    <a:pt x="51903" y="15890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6408643" y="1743517"/>
              <a:ext cx="51903" cy="158905"/>
            </a:xfrm>
            <a:custGeom>
              <a:avLst/>
              <a:pathLst>
                <a:path w="51903" h="158905">
                  <a:moveTo>
                    <a:pt x="0" y="0"/>
                  </a:moveTo>
                  <a:lnTo>
                    <a:pt x="51903" y="15890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6408643" y="1743517"/>
              <a:ext cx="51903" cy="158905"/>
            </a:xfrm>
            <a:custGeom>
              <a:avLst/>
              <a:pathLst>
                <a:path w="51903" h="158905">
                  <a:moveTo>
                    <a:pt x="0" y="0"/>
                  </a:moveTo>
                  <a:lnTo>
                    <a:pt x="51903" y="15890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6408643" y="1743517"/>
              <a:ext cx="51903" cy="158905"/>
            </a:xfrm>
            <a:custGeom>
              <a:avLst/>
              <a:pathLst>
                <a:path w="51903" h="158905">
                  <a:moveTo>
                    <a:pt x="0" y="0"/>
                  </a:moveTo>
                  <a:lnTo>
                    <a:pt x="51903" y="1589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6408643" y="1743517"/>
              <a:ext cx="51903" cy="158905"/>
            </a:xfrm>
            <a:custGeom>
              <a:avLst/>
              <a:pathLst>
                <a:path w="51903" h="158905">
                  <a:moveTo>
                    <a:pt x="0" y="0"/>
                  </a:moveTo>
                  <a:lnTo>
                    <a:pt x="51903" y="1589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6408643" y="1743517"/>
              <a:ext cx="51903" cy="158905"/>
            </a:xfrm>
            <a:custGeom>
              <a:avLst/>
              <a:pathLst>
                <a:path w="51903" h="158905">
                  <a:moveTo>
                    <a:pt x="0" y="0"/>
                  </a:moveTo>
                  <a:lnTo>
                    <a:pt x="51903" y="1589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6408643" y="1743517"/>
              <a:ext cx="51903" cy="158905"/>
            </a:xfrm>
            <a:custGeom>
              <a:avLst/>
              <a:pathLst>
                <a:path w="51903" h="158905">
                  <a:moveTo>
                    <a:pt x="0" y="0"/>
                  </a:moveTo>
                  <a:lnTo>
                    <a:pt x="51903" y="1589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6408643" y="1743517"/>
              <a:ext cx="51903" cy="158905"/>
            </a:xfrm>
            <a:custGeom>
              <a:avLst/>
              <a:pathLst>
                <a:path w="51903" h="158905">
                  <a:moveTo>
                    <a:pt x="0" y="0"/>
                  </a:moveTo>
                  <a:lnTo>
                    <a:pt x="51903" y="15890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6408643" y="1743517"/>
              <a:ext cx="51903" cy="158905"/>
            </a:xfrm>
            <a:custGeom>
              <a:avLst/>
              <a:pathLst>
                <a:path w="51903" h="158905">
                  <a:moveTo>
                    <a:pt x="0" y="0"/>
                  </a:moveTo>
                  <a:lnTo>
                    <a:pt x="51903" y="1589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6408643" y="1743517"/>
              <a:ext cx="51903" cy="158905"/>
            </a:xfrm>
            <a:custGeom>
              <a:avLst/>
              <a:pathLst>
                <a:path w="51903" h="158905">
                  <a:moveTo>
                    <a:pt x="0" y="0"/>
                  </a:moveTo>
                  <a:lnTo>
                    <a:pt x="51903" y="1589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6408643" y="1743517"/>
              <a:ext cx="51903" cy="158905"/>
            </a:xfrm>
            <a:custGeom>
              <a:avLst/>
              <a:pathLst>
                <a:path w="51903" h="158905">
                  <a:moveTo>
                    <a:pt x="0" y="0"/>
                  </a:moveTo>
                  <a:lnTo>
                    <a:pt x="51903" y="15890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6408643" y="1743517"/>
              <a:ext cx="51903" cy="158905"/>
            </a:xfrm>
            <a:custGeom>
              <a:avLst/>
              <a:pathLst>
                <a:path w="51903" h="158905">
                  <a:moveTo>
                    <a:pt x="0" y="0"/>
                  </a:moveTo>
                  <a:lnTo>
                    <a:pt x="51903" y="1589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6408643" y="1743517"/>
              <a:ext cx="51903" cy="158905"/>
            </a:xfrm>
            <a:custGeom>
              <a:avLst/>
              <a:pathLst>
                <a:path w="51903" h="158905">
                  <a:moveTo>
                    <a:pt x="0" y="0"/>
                  </a:moveTo>
                  <a:lnTo>
                    <a:pt x="51903" y="1589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6408643" y="1743517"/>
              <a:ext cx="51903" cy="158905"/>
            </a:xfrm>
            <a:custGeom>
              <a:avLst/>
              <a:pathLst>
                <a:path w="51903" h="158905">
                  <a:moveTo>
                    <a:pt x="0" y="0"/>
                  </a:moveTo>
                  <a:lnTo>
                    <a:pt x="51903" y="1589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6408643" y="1743517"/>
              <a:ext cx="51903" cy="158905"/>
            </a:xfrm>
            <a:custGeom>
              <a:avLst/>
              <a:pathLst>
                <a:path w="51903" h="158905">
                  <a:moveTo>
                    <a:pt x="0" y="0"/>
                  </a:moveTo>
                  <a:lnTo>
                    <a:pt x="51903" y="1589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6408643" y="1743517"/>
              <a:ext cx="51903" cy="158905"/>
            </a:xfrm>
            <a:custGeom>
              <a:avLst/>
              <a:pathLst>
                <a:path w="51903" h="158905">
                  <a:moveTo>
                    <a:pt x="0" y="0"/>
                  </a:moveTo>
                  <a:lnTo>
                    <a:pt x="51903" y="15890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6408643" y="1743517"/>
              <a:ext cx="51903" cy="158905"/>
            </a:xfrm>
            <a:custGeom>
              <a:avLst/>
              <a:pathLst>
                <a:path w="51903" h="158905">
                  <a:moveTo>
                    <a:pt x="0" y="0"/>
                  </a:moveTo>
                  <a:lnTo>
                    <a:pt x="51903" y="15890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6293386" y="1743517"/>
              <a:ext cx="334326" cy="326057"/>
            </a:xfrm>
            <a:custGeom>
              <a:avLst/>
              <a:pathLst>
                <a:path w="334326" h="326057">
                  <a:moveTo>
                    <a:pt x="115257" y="0"/>
                  </a:moveTo>
                  <a:lnTo>
                    <a:pt x="110262" y="1719"/>
                  </a:lnTo>
                  <a:lnTo>
                    <a:pt x="105325" y="3595"/>
                  </a:lnTo>
                  <a:lnTo>
                    <a:pt x="100449" y="5626"/>
                  </a:lnTo>
                  <a:lnTo>
                    <a:pt x="95639" y="7810"/>
                  </a:lnTo>
                  <a:lnTo>
                    <a:pt x="90901" y="10145"/>
                  </a:lnTo>
                  <a:lnTo>
                    <a:pt x="86240" y="12629"/>
                  </a:lnTo>
                  <a:lnTo>
                    <a:pt x="81658" y="15258"/>
                  </a:lnTo>
                  <a:lnTo>
                    <a:pt x="77163" y="18031"/>
                  </a:lnTo>
                  <a:lnTo>
                    <a:pt x="72757" y="20945"/>
                  </a:lnTo>
                  <a:lnTo>
                    <a:pt x="68446" y="23996"/>
                  </a:lnTo>
                  <a:lnTo>
                    <a:pt x="64233" y="27183"/>
                  </a:lnTo>
                  <a:lnTo>
                    <a:pt x="60122" y="30500"/>
                  </a:lnTo>
                  <a:lnTo>
                    <a:pt x="56119" y="33946"/>
                  </a:lnTo>
                  <a:lnTo>
                    <a:pt x="52226" y="37517"/>
                  </a:lnTo>
                  <a:lnTo>
                    <a:pt x="48449" y="41208"/>
                  </a:lnTo>
                  <a:lnTo>
                    <a:pt x="44790" y="45018"/>
                  </a:lnTo>
                  <a:lnTo>
                    <a:pt x="41252" y="48941"/>
                  </a:lnTo>
                  <a:lnTo>
                    <a:pt x="37841" y="52974"/>
                  </a:lnTo>
                  <a:lnTo>
                    <a:pt x="34559" y="57112"/>
                  </a:lnTo>
                  <a:lnTo>
                    <a:pt x="31409" y="61352"/>
                  </a:lnTo>
                  <a:lnTo>
                    <a:pt x="28395" y="65690"/>
                  </a:lnTo>
                  <a:lnTo>
                    <a:pt x="25519" y="70120"/>
                  </a:lnTo>
                  <a:lnTo>
                    <a:pt x="22785" y="74640"/>
                  </a:lnTo>
                  <a:lnTo>
                    <a:pt x="20195" y="79243"/>
                  </a:lnTo>
                  <a:lnTo>
                    <a:pt x="17751" y="83926"/>
                  </a:lnTo>
                  <a:lnTo>
                    <a:pt x="15457" y="88684"/>
                  </a:lnTo>
                  <a:lnTo>
                    <a:pt x="13314" y="93512"/>
                  </a:lnTo>
                  <a:lnTo>
                    <a:pt x="11325" y="98405"/>
                  </a:lnTo>
                  <a:lnTo>
                    <a:pt x="9491" y="103359"/>
                  </a:lnTo>
                  <a:lnTo>
                    <a:pt x="7815" y="108368"/>
                  </a:lnTo>
                  <a:lnTo>
                    <a:pt x="6298" y="113427"/>
                  </a:lnTo>
                  <a:lnTo>
                    <a:pt x="4941" y="118532"/>
                  </a:lnTo>
                  <a:lnTo>
                    <a:pt x="3747" y="123678"/>
                  </a:lnTo>
                  <a:lnTo>
                    <a:pt x="2715" y="128858"/>
                  </a:lnTo>
                  <a:lnTo>
                    <a:pt x="1848" y="134068"/>
                  </a:lnTo>
                  <a:lnTo>
                    <a:pt x="1146" y="139304"/>
                  </a:lnTo>
                  <a:lnTo>
                    <a:pt x="610" y="144559"/>
                  </a:lnTo>
                  <a:lnTo>
                    <a:pt x="240" y="149828"/>
                  </a:lnTo>
                  <a:lnTo>
                    <a:pt x="36" y="155106"/>
                  </a:lnTo>
                  <a:lnTo>
                    <a:pt x="0" y="160388"/>
                  </a:lnTo>
                  <a:lnTo>
                    <a:pt x="130" y="165668"/>
                  </a:lnTo>
                  <a:lnTo>
                    <a:pt x="427" y="170942"/>
                  </a:lnTo>
                  <a:lnTo>
                    <a:pt x="890" y="176204"/>
                  </a:lnTo>
                  <a:lnTo>
                    <a:pt x="1520" y="181448"/>
                  </a:lnTo>
                  <a:lnTo>
                    <a:pt x="2315" y="186670"/>
                  </a:lnTo>
                  <a:lnTo>
                    <a:pt x="3274" y="191864"/>
                  </a:lnTo>
                  <a:lnTo>
                    <a:pt x="4397" y="197026"/>
                  </a:lnTo>
                  <a:lnTo>
                    <a:pt x="5683" y="202149"/>
                  </a:lnTo>
                  <a:lnTo>
                    <a:pt x="7130" y="207229"/>
                  </a:lnTo>
                  <a:lnTo>
                    <a:pt x="8737" y="212261"/>
                  </a:lnTo>
                  <a:lnTo>
                    <a:pt x="10501" y="217239"/>
                  </a:lnTo>
                  <a:lnTo>
                    <a:pt x="12423" y="222160"/>
                  </a:lnTo>
                  <a:lnTo>
                    <a:pt x="14498" y="227017"/>
                  </a:lnTo>
                  <a:lnTo>
                    <a:pt x="16726" y="231806"/>
                  </a:lnTo>
                  <a:lnTo>
                    <a:pt x="19105" y="236522"/>
                  </a:lnTo>
                  <a:lnTo>
                    <a:pt x="21631" y="241161"/>
                  </a:lnTo>
                  <a:lnTo>
                    <a:pt x="24302" y="245718"/>
                  </a:lnTo>
                  <a:lnTo>
                    <a:pt x="27116" y="250188"/>
                  </a:lnTo>
                  <a:lnTo>
                    <a:pt x="30070" y="254567"/>
                  </a:lnTo>
                  <a:lnTo>
                    <a:pt x="33161" y="258851"/>
                  </a:lnTo>
                  <a:lnTo>
                    <a:pt x="36385" y="263034"/>
                  </a:lnTo>
                  <a:lnTo>
                    <a:pt x="39741" y="267114"/>
                  </a:lnTo>
                  <a:lnTo>
                    <a:pt x="43223" y="271086"/>
                  </a:lnTo>
                  <a:lnTo>
                    <a:pt x="46829" y="274945"/>
                  </a:lnTo>
                  <a:lnTo>
                    <a:pt x="50555" y="278689"/>
                  </a:lnTo>
                  <a:lnTo>
                    <a:pt x="54398" y="282313"/>
                  </a:lnTo>
                  <a:lnTo>
                    <a:pt x="58353" y="285814"/>
                  </a:lnTo>
                  <a:lnTo>
                    <a:pt x="62417" y="289188"/>
                  </a:lnTo>
                  <a:lnTo>
                    <a:pt x="66585" y="292433"/>
                  </a:lnTo>
                  <a:lnTo>
                    <a:pt x="70854" y="295544"/>
                  </a:lnTo>
                  <a:lnTo>
                    <a:pt x="75219" y="298518"/>
                  </a:lnTo>
                  <a:lnTo>
                    <a:pt x="79676" y="301353"/>
                  </a:lnTo>
                  <a:lnTo>
                    <a:pt x="84220" y="304046"/>
                  </a:lnTo>
                  <a:lnTo>
                    <a:pt x="88847" y="306594"/>
                  </a:lnTo>
                  <a:lnTo>
                    <a:pt x="93552" y="308994"/>
                  </a:lnTo>
                  <a:lnTo>
                    <a:pt x="98331" y="311245"/>
                  </a:lnTo>
                  <a:lnTo>
                    <a:pt x="103178" y="313343"/>
                  </a:lnTo>
                  <a:lnTo>
                    <a:pt x="108089" y="315288"/>
                  </a:lnTo>
                  <a:lnTo>
                    <a:pt x="113060" y="317076"/>
                  </a:lnTo>
                  <a:lnTo>
                    <a:pt x="118084" y="318706"/>
                  </a:lnTo>
                  <a:lnTo>
                    <a:pt x="123157" y="320177"/>
                  </a:lnTo>
                  <a:lnTo>
                    <a:pt x="128274" y="321487"/>
                  </a:lnTo>
                  <a:lnTo>
                    <a:pt x="133430" y="322634"/>
                  </a:lnTo>
                  <a:lnTo>
                    <a:pt x="138620" y="323618"/>
                  </a:lnTo>
                  <a:lnTo>
                    <a:pt x="143838" y="324438"/>
                  </a:lnTo>
                  <a:lnTo>
                    <a:pt x="149079" y="325092"/>
                  </a:lnTo>
                  <a:lnTo>
                    <a:pt x="154339" y="325580"/>
                  </a:lnTo>
                  <a:lnTo>
                    <a:pt x="159611" y="325902"/>
                  </a:lnTo>
                  <a:lnTo>
                    <a:pt x="164891" y="326057"/>
                  </a:lnTo>
                  <a:lnTo>
                    <a:pt x="170173" y="326045"/>
                  </a:lnTo>
                  <a:lnTo>
                    <a:pt x="175452" y="325867"/>
                  </a:lnTo>
                  <a:lnTo>
                    <a:pt x="180723" y="325521"/>
                  </a:lnTo>
                  <a:lnTo>
                    <a:pt x="185980" y="325010"/>
                  </a:lnTo>
                  <a:lnTo>
                    <a:pt x="191219" y="324332"/>
                  </a:lnTo>
                  <a:lnTo>
                    <a:pt x="196433" y="323490"/>
                  </a:lnTo>
                  <a:lnTo>
                    <a:pt x="201618" y="322483"/>
                  </a:lnTo>
                  <a:lnTo>
                    <a:pt x="206769" y="321312"/>
                  </a:lnTo>
                  <a:lnTo>
                    <a:pt x="211880" y="319980"/>
                  </a:lnTo>
                  <a:lnTo>
                    <a:pt x="216947" y="318487"/>
                  </a:lnTo>
                  <a:lnTo>
                    <a:pt x="221964" y="316834"/>
                  </a:lnTo>
                  <a:lnTo>
                    <a:pt x="226926" y="315024"/>
                  </a:lnTo>
                  <a:lnTo>
                    <a:pt x="231829" y="313057"/>
                  </a:lnTo>
                  <a:lnTo>
                    <a:pt x="236667" y="310937"/>
                  </a:lnTo>
                  <a:lnTo>
                    <a:pt x="241435" y="308666"/>
                  </a:lnTo>
                  <a:lnTo>
                    <a:pt x="246130" y="306244"/>
                  </a:lnTo>
                  <a:lnTo>
                    <a:pt x="250745" y="303676"/>
                  </a:lnTo>
                  <a:lnTo>
                    <a:pt x="255277" y="300963"/>
                  </a:lnTo>
                  <a:lnTo>
                    <a:pt x="259721" y="298108"/>
                  </a:lnTo>
                  <a:lnTo>
                    <a:pt x="264073" y="295114"/>
                  </a:lnTo>
                  <a:lnTo>
                    <a:pt x="268328" y="291984"/>
                  </a:lnTo>
                  <a:lnTo>
                    <a:pt x="272482" y="288721"/>
                  </a:lnTo>
                  <a:lnTo>
                    <a:pt x="276531" y="285329"/>
                  </a:lnTo>
                  <a:lnTo>
                    <a:pt x="280471" y="281811"/>
                  </a:lnTo>
                  <a:lnTo>
                    <a:pt x="284297" y="278169"/>
                  </a:lnTo>
                  <a:lnTo>
                    <a:pt x="288007" y="274409"/>
                  </a:lnTo>
                  <a:lnTo>
                    <a:pt x="291595" y="270533"/>
                  </a:lnTo>
                  <a:lnTo>
                    <a:pt x="295060" y="266546"/>
                  </a:lnTo>
                  <a:lnTo>
                    <a:pt x="298397" y="262452"/>
                  </a:lnTo>
                  <a:lnTo>
                    <a:pt x="301603" y="258254"/>
                  </a:lnTo>
                  <a:lnTo>
                    <a:pt x="304675" y="253957"/>
                  </a:lnTo>
                  <a:lnTo>
                    <a:pt x="307609" y="249565"/>
                  </a:lnTo>
                  <a:lnTo>
                    <a:pt x="310403" y="245082"/>
                  </a:lnTo>
                  <a:lnTo>
                    <a:pt x="313054" y="240513"/>
                  </a:lnTo>
                  <a:lnTo>
                    <a:pt x="315560" y="235863"/>
                  </a:lnTo>
                  <a:lnTo>
                    <a:pt x="317917" y="231136"/>
                  </a:lnTo>
                  <a:lnTo>
                    <a:pt x="320124" y="226337"/>
                  </a:lnTo>
                  <a:lnTo>
                    <a:pt x="322178" y="221471"/>
                  </a:lnTo>
                  <a:lnTo>
                    <a:pt x="324077" y="216542"/>
                  </a:lnTo>
                  <a:lnTo>
                    <a:pt x="325820" y="211556"/>
                  </a:lnTo>
                  <a:lnTo>
                    <a:pt x="327404" y="206517"/>
                  </a:lnTo>
                  <a:lnTo>
                    <a:pt x="328828" y="201431"/>
                  </a:lnTo>
                  <a:lnTo>
                    <a:pt x="330091" y="196302"/>
                  </a:lnTo>
                  <a:lnTo>
                    <a:pt x="331191" y="191135"/>
                  </a:lnTo>
                  <a:lnTo>
                    <a:pt x="332128" y="185937"/>
                  </a:lnTo>
                  <a:lnTo>
                    <a:pt x="332899" y="180711"/>
                  </a:lnTo>
                  <a:lnTo>
                    <a:pt x="333506" y="175464"/>
                  </a:lnTo>
                  <a:lnTo>
                    <a:pt x="333946" y="170201"/>
                  </a:lnTo>
                  <a:lnTo>
                    <a:pt x="334219" y="164926"/>
                  </a:lnTo>
                  <a:lnTo>
                    <a:pt x="334326" y="159645"/>
                  </a:lnTo>
                  <a:lnTo>
                    <a:pt x="334266" y="154363"/>
                  </a:lnTo>
                  <a:lnTo>
                    <a:pt x="334039" y="149086"/>
                  </a:lnTo>
                  <a:lnTo>
                    <a:pt x="333646" y="143818"/>
                  </a:lnTo>
                  <a:lnTo>
                    <a:pt x="333086" y="138566"/>
                  </a:lnTo>
                  <a:lnTo>
                    <a:pt x="332360" y="133334"/>
                  </a:lnTo>
                  <a:lnTo>
                    <a:pt x="331470" y="128127"/>
                  </a:lnTo>
                  <a:lnTo>
                    <a:pt x="330416" y="122951"/>
                  </a:lnTo>
                  <a:lnTo>
                    <a:pt x="329198" y="117811"/>
                  </a:lnTo>
                  <a:lnTo>
                    <a:pt x="327819" y="112713"/>
                  </a:lnTo>
                  <a:lnTo>
                    <a:pt x="326279" y="107660"/>
                  </a:lnTo>
                  <a:lnTo>
                    <a:pt x="324581" y="102658"/>
                  </a:lnTo>
                  <a:lnTo>
                    <a:pt x="322725" y="97713"/>
                  </a:lnTo>
                  <a:lnTo>
                    <a:pt x="320714" y="92829"/>
                  </a:lnTo>
                  <a:lnTo>
                    <a:pt x="318550" y="88010"/>
                  </a:lnTo>
                  <a:lnTo>
                    <a:pt x="316235" y="83263"/>
                  </a:lnTo>
                  <a:lnTo>
                    <a:pt x="313771" y="78591"/>
                  </a:lnTo>
                  <a:lnTo>
                    <a:pt x="311160" y="73999"/>
                  </a:lnTo>
                  <a:lnTo>
                    <a:pt x="308405" y="69492"/>
                  </a:lnTo>
                  <a:lnTo>
                    <a:pt x="305510" y="65074"/>
                  </a:lnTo>
                  <a:lnTo>
                    <a:pt x="302477" y="60750"/>
                  </a:lnTo>
                  <a:lnTo>
                    <a:pt x="299308" y="56523"/>
                  </a:lnTo>
                  <a:lnTo>
                    <a:pt x="296007" y="52400"/>
                  </a:lnTo>
                  <a:lnTo>
                    <a:pt x="292578" y="48382"/>
                  </a:lnTo>
                  <a:lnTo>
                    <a:pt x="289024" y="44475"/>
                  </a:lnTo>
                  <a:lnTo>
                    <a:pt x="285348" y="40682"/>
                  </a:lnTo>
                  <a:lnTo>
                    <a:pt x="281553" y="37007"/>
                  </a:lnTo>
                  <a:lnTo>
                    <a:pt x="277645" y="33454"/>
                  </a:lnTo>
                  <a:lnTo>
                    <a:pt x="273626" y="30026"/>
                  </a:lnTo>
                  <a:lnTo>
                    <a:pt x="269502" y="26726"/>
                  </a:lnTo>
                  <a:lnTo>
                    <a:pt x="265274" y="23559"/>
                  </a:lnTo>
                  <a:lnTo>
                    <a:pt x="260949" y="20527"/>
                  </a:lnTo>
                  <a:lnTo>
                    <a:pt x="256531" y="17633"/>
                  </a:lnTo>
                  <a:lnTo>
                    <a:pt x="252023" y="14880"/>
                  </a:lnTo>
                  <a:lnTo>
                    <a:pt x="247430" y="12270"/>
                  </a:lnTo>
                  <a:lnTo>
                    <a:pt x="242757" y="9808"/>
                  </a:lnTo>
                  <a:lnTo>
                    <a:pt x="238009" y="7494"/>
                  </a:lnTo>
                  <a:lnTo>
                    <a:pt x="167160" y="15890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6460546" y="1735255"/>
              <a:ext cx="70848" cy="167167"/>
            </a:xfrm>
            <a:custGeom>
              <a:avLst/>
              <a:pathLst>
                <a:path w="70848" h="167167">
                  <a:moveTo>
                    <a:pt x="70848" y="15755"/>
                  </a:moveTo>
                  <a:lnTo>
                    <a:pt x="65280" y="13273"/>
                  </a:lnTo>
                  <a:lnTo>
                    <a:pt x="59625" y="10995"/>
                  </a:lnTo>
                  <a:lnTo>
                    <a:pt x="53891" y="8924"/>
                  </a:lnTo>
                  <a:lnTo>
                    <a:pt x="48085" y="7065"/>
                  </a:lnTo>
                  <a:lnTo>
                    <a:pt x="42215" y="5418"/>
                  </a:lnTo>
                  <a:lnTo>
                    <a:pt x="36289" y="3986"/>
                  </a:lnTo>
                  <a:lnTo>
                    <a:pt x="30315" y="2771"/>
                  </a:lnTo>
                  <a:lnTo>
                    <a:pt x="24300" y="1775"/>
                  </a:lnTo>
                  <a:lnTo>
                    <a:pt x="18254" y="999"/>
                  </a:lnTo>
                  <a:lnTo>
                    <a:pt x="12182" y="444"/>
                  </a:lnTo>
                  <a:lnTo>
                    <a:pt x="6095" y="11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5915682" y="1379510"/>
              <a:ext cx="310423" cy="334325"/>
            </a:xfrm>
            <a:custGeom>
              <a:avLst/>
              <a:pathLst>
                <a:path w="310423" h="334325">
                  <a:moveTo>
                    <a:pt x="167157" y="0"/>
                  </a:moveTo>
                  <a:lnTo>
                    <a:pt x="161836" y="84"/>
                  </a:lnTo>
                  <a:lnTo>
                    <a:pt x="156519" y="338"/>
                  </a:lnTo>
                  <a:lnTo>
                    <a:pt x="151214" y="762"/>
                  </a:lnTo>
                  <a:lnTo>
                    <a:pt x="145925" y="1353"/>
                  </a:lnTo>
                  <a:lnTo>
                    <a:pt x="140657" y="2113"/>
                  </a:lnTo>
                  <a:lnTo>
                    <a:pt x="135416" y="3041"/>
                  </a:lnTo>
                  <a:lnTo>
                    <a:pt x="130207" y="4134"/>
                  </a:lnTo>
                  <a:lnTo>
                    <a:pt x="125036" y="5393"/>
                  </a:lnTo>
                  <a:lnTo>
                    <a:pt x="119907" y="6816"/>
                  </a:lnTo>
                  <a:lnTo>
                    <a:pt x="114826" y="8402"/>
                  </a:lnTo>
                  <a:lnTo>
                    <a:pt x="109798" y="10148"/>
                  </a:lnTo>
                  <a:lnTo>
                    <a:pt x="104829" y="12054"/>
                  </a:lnTo>
                  <a:lnTo>
                    <a:pt x="99922" y="14117"/>
                  </a:lnTo>
                  <a:lnTo>
                    <a:pt x="95084" y="16335"/>
                  </a:lnTo>
                  <a:lnTo>
                    <a:pt x="90319" y="18705"/>
                  </a:lnTo>
                  <a:lnTo>
                    <a:pt x="85632" y="21227"/>
                  </a:lnTo>
                  <a:lnTo>
                    <a:pt x="81027" y="23896"/>
                  </a:lnTo>
                  <a:lnTo>
                    <a:pt x="76510" y="26711"/>
                  </a:lnTo>
                  <a:lnTo>
                    <a:pt x="72084" y="29668"/>
                  </a:lnTo>
                  <a:lnTo>
                    <a:pt x="67755" y="32764"/>
                  </a:lnTo>
                  <a:lnTo>
                    <a:pt x="63527" y="35996"/>
                  </a:lnTo>
                  <a:lnTo>
                    <a:pt x="59404" y="39362"/>
                  </a:lnTo>
                  <a:lnTo>
                    <a:pt x="55390" y="42857"/>
                  </a:lnTo>
                  <a:lnTo>
                    <a:pt x="51489" y="46478"/>
                  </a:lnTo>
                  <a:lnTo>
                    <a:pt x="47706" y="50222"/>
                  </a:lnTo>
                  <a:lnTo>
                    <a:pt x="44043" y="54084"/>
                  </a:lnTo>
                  <a:lnTo>
                    <a:pt x="40506" y="58060"/>
                  </a:lnTo>
                  <a:lnTo>
                    <a:pt x="37097" y="62147"/>
                  </a:lnTo>
                  <a:lnTo>
                    <a:pt x="33819" y="66341"/>
                  </a:lnTo>
                  <a:lnTo>
                    <a:pt x="30677" y="70637"/>
                  </a:lnTo>
                  <a:lnTo>
                    <a:pt x="27673" y="75031"/>
                  </a:lnTo>
                  <a:lnTo>
                    <a:pt x="24811" y="79518"/>
                  </a:lnTo>
                  <a:lnTo>
                    <a:pt x="22093" y="84094"/>
                  </a:lnTo>
                  <a:lnTo>
                    <a:pt x="19522" y="88754"/>
                  </a:lnTo>
                  <a:lnTo>
                    <a:pt x="17100" y="93494"/>
                  </a:lnTo>
                  <a:lnTo>
                    <a:pt x="14831" y="98308"/>
                  </a:lnTo>
                  <a:lnTo>
                    <a:pt x="12716" y="103192"/>
                  </a:lnTo>
                  <a:lnTo>
                    <a:pt x="10758" y="108141"/>
                  </a:lnTo>
                  <a:lnTo>
                    <a:pt x="8958" y="113150"/>
                  </a:lnTo>
                  <a:lnTo>
                    <a:pt x="7318" y="118214"/>
                  </a:lnTo>
                  <a:lnTo>
                    <a:pt x="5841" y="123327"/>
                  </a:lnTo>
                  <a:lnTo>
                    <a:pt x="4527" y="128485"/>
                  </a:lnTo>
                  <a:lnTo>
                    <a:pt x="3378" y="133682"/>
                  </a:lnTo>
                  <a:lnTo>
                    <a:pt x="2395" y="138912"/>
                  </a:lnTo>
                  <a:lnTo>
                    <a:pt x="1579" y="144172"/>
                  </a:lnTo>
                  <a:lnTo>
                    <a:pt x="931" y="149455"/>
                  </a:lnTo>
                  <a:lnTo>
                    <a:pt x="451" y="154755"/>
                  </a:lnTo>
                  <a:lnTo>
                    <a:pt x="141" y="160069"/>
                  </a:lnTo>
                  <a:lnTo>
                    <a:pt x="0" y="165389"/>
                  </a:lnTo>
                  <a:lnTo>
                    <a:pt x="28" y="170712"/>
                  </a:lnTo>
                  <a:lnTo>
                    <a:pt x="225" y="176030"/>
                  </a:lnTo>
                  <a:lnTo>
                    <a:pt x="592" y="181340"/>
                  </a:lnTo>
                  <a:lnTo>
                    <a:pt x="1128" y="186635"/>
                  </a:lnTo>
                  <a:lnTo>
                    <a:pt x="1831" y="191911"/>
                  </a:lnTo>
                  <a:lnTo>
                    <a:pt x="2703" y="197162"/>
                  </a:lnTo>
                  <a:lnTo>
                    <a:pt x="3741" y="202382"/>
                  </a:lnTo>
                  <a:lnTo>
                    <a:pt x="4945" y="207566"/>
                  </a:lnTo>
                  <a:lnTo>
                    <a:pt x="6313" y="212710"/>
                  </a:lnTo>
                  <a:lnTo>
                    <a:pt x="7845" y="217807"/>
                  </a:lnTo>
                  <a:lnTo>
                    <a:pt x="9538" y="222853"/>
                  </a:lnTo>
                  <a:lnTo>
                    <a:pt x="11390" y="227843"/>
                  </a:lnTo>
                  <a:lnTo>
                    <a:pt x="13401" y="232771"/>
                  </a:lnTo>
                  <a:lnTo>
                    <a:pt x="15567" y="237632"/>
                  </a:lnTo>
                  <a:lnTo>
                    <a:pt x="17887" y="242422"/>
                  </a:lnTo>
                  <a:lnTo>
                    <a:pt x="20359" y="247136"/>
                  </a:lnTo>
                  <a:lnTo>
                    <a:pt x="22979" y="251769"/>
                  </a:lnTo>
                  <a:lnTo>
                    <a:pt x="25745" y="256316"/>
                  </a:lnTo>
                  <a:lnTo>
                    <a:pt x="28655" y="260772"/>
                  </a:lnTo>
                  <a:lnTo>
                    <a:pt x="31705" y="265134"/>
                  </a:lnTo>
                  <a:lnTo>
                    <a:pt x="34892" y="269397"/>
                  </a:lnTo>
                  <a:lnTo>
                    <a:pt x="38214" y="273555"/>
                  </a:lnTo>
                  <a:lnTo>
                    <a:pt x="41666" y="277606"/>
                  </a:lnTo>
                  <a:lnTo>
                    <a:pt x="45245" y="281545"/>
                  </a:lnTo>
                  <a:lnTo>
                    <a:pt x="48948" y="285368"/>
                  </a:lnTo>
                  <a:lnTo>
                    <a:pt x="52771" y="289072"/>
                  </a:lnTo>
                  <a:lnTo>
                    <a:pt x="56710" y="292651"/>
                  </a:lnTo>
                  <a:lnTo>
                    <a:pt x="60761" y="296104"/>
                  </a:lnTo>
                  <a:lnTo>
                    <a:pt x="64919" y="299425"/>
                  </a:lnTo>
                  <a:lnTo>
                    <a:pt x="69182" y="302613"/>
                  </a:lnTo>
                  <a:lnTo>
                    <a:pt x="73543" y="305664"/>
                  </a:lnTo>
                  <a:lnTo>
                    <a:pt x="78000" y="308574"/>
                  </a:lnTo>
                  <a:lnTo>
                    <a:pt x="82546" y="311340"/>
                  </a:lnTo>
                  <a:lnTo>
                    <a:pt x="87179" y="313961"/>
                  </a:lnTo>
                  <a:lnTo>
                    <a:pt x="91893" y="316432"/>
                  </a:lnTo>
                  <a:lnTo>
                    <a:pt x="96683" y="318753"/>
                  </a:lnTo>
                  <a:lnTo>
                    <a:pt x="101544" y="320919"/>
                  </a:lnTo>
                  <a:lnTo>
                    <a:pt x="106472" y="322930"/>
                  </a:lnTo>
                  <a:lnTo>
                    <a:pt x="111461" y="324783"/>
                  </a:lnTo>
                  <a:lnTo>
                    <a:pt x="116507" y="326476"/>
                  </a:lnTo>
                  <a:lnTo>
                    <a:pt x="121605" y="328008"/>
                  </a:lnTo>
                  <a:lnTo>
                    <a:pt x="126748" y="329377"/>
                  </a:lnTo>
                  <a:lnTo>
                    <a:pt x="131932" y="330581"/>
                  </a:lnTo>
                  <a:lnTo>
                    <a:pt x="137152" y="331620"/>
                  </a:lnTo>
                  <a:lnTo>
                    <a:pt x="142403" y="332491"/>
                  </a:lnTo>
                  <a:lnTo>
                    <a:pt x="147678" y="333196"/>
                  </a:lnTo>
                  <a:lnTo>
                    <a:pt x="152974" y="333732"/>
                  </a:lnTo>
                  <a:lnTo>
                    <a:pt x="158284" y="334099"/>
                  </a:lnTo>
                  <a:lnTo>
                    <a:pt x="163602" y="334297"/>
                  </a:lnTo>
                  <a:lnTo>
                    <a:pt x="168925" y="334325"/>
                  </a:lnTo>
                  <a:lnTo>
                    <a:pt x="174245" y="334184"/>
                  </a:lnTo>
                  <a:lnTo>
                    <a:pt x="179558" y="333874"/>
                  </a:lnTo>
                  <a:lnTo>
                    <a:pt x="184859" y="333395"/>
                  </a:lnTo>
                  <a:lnTo>
                    <a:pt x="190142" y="332747"/>
                  </a:lnTo>
                  <a:lnTo>
                    <a:pt x="195402" y="331931"/>
                  </a:lnTo>
                  <a:lnTo>
                    <a:pt x="200632" y="330948"/>
                  </a:lnTo>
                  <a:lnTo>
                    <a:pt x="205829" y="329800"/>
                  </a:lnTo>
                  <a:lnTo>
                    <a:pt x="210987" y="328486"/>
                  </a:lnTo>
                  <a:lnTo>
                    <a:pt x="216100" y="327009"/>
                  </a:lnTo>
                  <a:lnTo>
                    <a:pt x="221164" y="325370"/>
                  </a:lnTo>
                  <a:lnTo>
                    <a:pt x="226173" y="323571"/>
                  </a:lnTo>
                  <a:lnTo>
                    <a:pt x="231122" y="321613"/>
                  </a:lnTo>
                  <a:lnTo>
                    <a:pt x="236007" y="319498"/>
                  </a:lnTo>
                  <a:lnTo>
                    <a:pt x="240821" y="317229"/>
                  </a:lnTo>
                  <a:lnTo>
                    <a:pt x="245561" y="314808"/>
                  </a:lnTo>
                  <a:lnTo>
                    <a:pt x="250221" y="312237"/>
                  </a:lnTo>
                  <a:lnTo>
                    <a:pt x="254797" y="309519"/>
                  </a:lnTo>
                  <a:lnTo>
                    <a:pt x="259285" y="306657"/>
                  </a:lnTo>
                  <a:lnTo>
                    <a:pt x="263679" y="303654"/>
                  </a:lnTo>
                  <a:lnTo>
                    <a:pt x="267975" y="300512"/>
                  </a:lnTo>
                  <a:lnTo>
                    <a:pt x="272169" y="297235"/>
                  </a:lnTo>
                  <a:lnTo>
                    <a:pt x="276256" y="293826"/>
                  </a:lnTo>
                  <a:lnTo>
                    <a:pt x="280233" y="290288"/>
                  </a:lnTo>
                  <a:lnTo>
                    <a:pt x="284095" y="286626"/>
                  </a:lnTo>
                  <a:lnTo>
                    <a:pt x="287839" y="282843"/>
                  </a:lnTo>
                  <a:lnTo>
                    <a:pt x="291460" y="278943"/>
                  </a:lnTo>
                  <a:lnTo>
                    <a:pt x="294956" y="274929"/>
                  </a:lnTo>
                  <a:lnTo>
                    <a:pt x="298321" y="270806"/>
                  </a:lnTo>
                  <a:lnTo>
                    <a:pt x="301554" y="266578"/>
                  </a:lnTo>
                  <a:lnTo>
                    <a:pt x="304651" y="262249"/>
                  </a:lnTo>
                  <a:lnTo>
                    <a:pt x="307608" y="257824"/>
                  </a:lnTo>
                  <a:lnTo>
                    <a:pt x="310423" y="253306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6082840" y="1546678"/>
              <a:ext cx="143265" cy="86139"/>
            </a:xfrm>
            <a:custGeom>
              <a:avLst/>
              <a:pathLst>
                <a:path w="143265" h="86139">
                  <a:moveTo>
                    <a:pt x="143265" y="8613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6082840" y="1546678"/>
              <a:ext cx="143265" cy="86139"/>
            </a:xfrm>
            <a:custGeom>
              <a:avLst/>
              <a:pathLst>
                <a:path w="143265" h="86139">
                  <a:moveTo>
                    <a:pt x="143265" y="8613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6082840" y="1546678"/>
              <a:ext cx="143265" cy="86139"/>
            </a:xfrm>
            <a:custGeom>
              <a:avLst/>
              <a:pathLst>
                <a:path w="143265" h="86139">
                  <a:moveTo>
                    <a:pt x="143265" y="8613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6082840" y="1546678"/>
              <a:ext cx="143265" cy="86139"/>
            </a:xfrm>
            <a:custGeom>
              <a:avLst/>
              <a:pathLst>
                <a:path w="143265" h="86139">
                  <a:moveTo>
                    <a:pt x="143265" y="8613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6082840" y="1546678"/>
              <a:ext cx="143265" cy="86139"/>
            </a:xfrm>
            <a:custGeom>
              <a:avLst/>
              <a:pathLst>
                <a:path w="143265" h="86139">
                  <a:moveTo>
                    <a:pt x="143265" y="8613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6082840" y="1546678"/>
              <a:ext cx="143265" cy="86139"/>
            </a:xfrm>
            <a:custGeom>
              <a:avLst/>
              <a:pathLst>
                <a:path w="143265" h="86139">
                  <a:moveTo>
                    <a:pt x="143265" y="8613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6082840" y="1546678"/>
              <a:ext cx="143265" cy="86139"/>
            </a:xfrm>
            <a:custGeom>
              <a:avLst/>
              <a:pathLst>
                <a:path w="143265" h="86139">
                  <a:moveTo>
                    <a:pt x="143265" y="8613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6082840" y="1546678"/>
              <a:ext cx="143265" cy="86139"/>
            </a:xfrm>
            <a:custGeom>
              <a:avLst/>
              <a:pathLst>
                <a:path w="143265" h="86139">
                  <a:moveTo>
                    <a:pt x="143265" y="8613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6082840" y="1546678"/>
              <a:ext cx="143265" cy="86139"/>
            </a:xfrm>
            <a:custGeom>
              <a:avLst/>
              <a:pathLst>
                <a:path w="143265" h="86139">
                  <a:moveTo>
                    <a:pt x="143265" y="8613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6082840" y="1546678"/>
              <a:ext cx="143265" cy="86139"/>
            </a:xfrm>
            <a:custGeom>
              <a:avLst/>
              <a:pathLst>
                <a:path w="143265" h="86139">
                  <a:moveTo>
                    <a:pt x="143265" y="8613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6082840" y="1546678"/>
              <a:ext cx="143265" cy="86139"/>
            </a:xfrm>
            <a:custGeom>
              <a:avLst/>
              <a:pathLst>
                <a:path w="143265" h="86139">
                  <a:moveTo>
                    <a:pt x="143265" y="8613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6082840" y="1546678"/>
              <a:ext cx="143265" cy="86139"/>
            </a:xfrm>
            <a:custGeom>
              <a:avLst/>
              <a:pathLst>
                <a:path w="143265" h="86139">
                  <a:moveTo>
                    <a:pt x="143265" y="8613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6082840" y="1546678"/>
              <a:ext cx="143265" cy="86139"/>
            </a:xfrm>
            <a:custGeom>
              <a:avLst/>
              <a:pathLst>
                <a:path w="143265" h="86139">
                  <a:moveTo>
                    <a:pt x="143265" y="8613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6082840" y="1546678"/>
              <a:ext cx="143265" cy="86139"/>
            </a:xfrm>
            <a:custGeom>
              <a:avLst/>
              <a:pathLst>
                <a:path w="143265" h="86139">
                  <a:moveTo>
                    <a:pt x="143265" y="8613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6082840" y="1546678"/>
              <a:ext cx="143265" cy="86139"/>
            </a:xfrm>
            <a:custGeom>
              <a:avLst/>
              <a:pathLst>
                <a:path w="143265" h="86139">
                  <a:moveTo>
                    <a:pt x="143265" y="8613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6082840" y="1546678"/>
              <a:ext cx="143265" cy="86139"/>
            </a:xfrm>
            <a:custGeom>
              <a:avLst/>
              <a:pathLst>
                <a:path w="143265" h="86139">
                  <a:moveTo>
                    <a:pt x="143265" y="8613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6082840" y="1546678"/>
              <a:ext cx="143265" cy="86139"/>
            </a:xfrm>
            <a:custGeom>
              <a:avLst/>
              <a:pathLst>
                <a:path w="143265" h="86139">
                  <a:moveTo>
                    <a:pt x="143265" y="8613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6082840" y="1546678"/>
              <a:ext cx="143265" cy="86139"/>
            </a:xfrm>
            <a:custGeom>
              <a:avLst/>
              <a:pathLst>
                <a:path w="143265" h="86139">
                  <a:moveTo>
                    <a:pt x="143265" y="8613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6082840" y="1546678"/>
              <a:ext cx="143265" cy="86139"/>
            </a:xfrm>
            <a:custGeom>
              <a:avLst/>
              <a:pathLst>
                <a:path w="143265" h="86139">
                  <a:moveTo>
                    <a:pt x="143265" y="8613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6082840" y="1546678"/>
              <a:ext cx="143265" cy="86139"/>
            </a:xfrm>
            <a:custGeom>
              <a:avLst/>
              <a:pathLst>
                <a:path w="143265" h="86139">
                  <a:moveTo>
                    <a:pt x="143265" y="8613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6082840" y="1546678"/>
              <a:ext cx="143265" cy="86139"/>
            </a:xfrm>
            <a:custGeom>
              <a:avLst/>
              <a:pathLst>
                <a:path w="143265" h="86139">
                  <a:moveTo>
                    <a:pt x="143265" y="8613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6082840" y="1546678"/>
              <a:ext cx="143265" cy="86139"/>
            </a:xfrm>
            <a:custGeom>
              <a:avLst/>
              <a:pathLst>
                <a:path w="143265" h="86139">
                  <a:moveTo>
                    <a:pt x="143265" y="8613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6082840" y="1546678"/>
              <a:ext cx="143531" cy="86139"/>
            </a:xfrm>
            <a:custGeom>
              <a:avLst/>
              <a:pathLst>
                <a:path w="143531" h="86139">
                  <a:moveTo>
                    <a:pt x="143265" y="86139"/>
                  </a:moveTo>
                  <a:lnTo>
                    <a:pt x="143531" y="856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6082840" y="1379510"/>
              <a:ext cx="167165" cy="252863"/>
            </a:xfrm>
            <a:custGeom>
              <a:avLst/>
              <a:pathLst>
                <a:path w="167165" h="252863">
                  <a:moveTo>
                    <a:pt x="143531" y="252863"/>
                  </a:moveTo>
                  <a:lnTo>
                    <a:pt x="146195" y="248233"/>
                  </a:lnTo>
                  <a:lnTo>
                    <a:pt x="148711" y="243521"/>
                  </a:lnTo>
                  <a:lnTo>
                    <a:pt x="151074" y="238730"/>
                  </a:lnTo>
                  <a:lnTo>
                    <a:pt x="153284" y="233867"/>
                  </a:lnTo>
                  <a:lnTo>
                    <a:pt x="155336" y="228936"/>
                  </a:lnTo>
                  <a:lnTo>
                    <a:pt x="157231" y="223941"/>
                  </a:lnTo>
                  <a:lnTo>
                    <a:pt x="158964" y="218889"/>
                  </a:lnTo>
                  <a:lnTo>
                    <a:pt x="160536" y="213783"/>
                  </a:lnTo>
                  <a:lnTo>
                    <a:pt x="161943" y="208630"/>
                  </a:lnTo>
                  <a:lnTo>
                    <a:pt x="163185" y="203435"/>
                  </a:lnTo>
                  <a:lnTo>
                    <a:pt x="164261" y="198203"/>
                  </a:lnTo>
                  <a:lnTo>
                    <a:pt x="165168" y="192939"/>
                  </a:lnTo>
                  <a:lnTo>
                    <a:pt x="165907" y="187649"/>
                  </a:lnTo>
                  <a:lnTo>
                    <a:pt x="166477" y="182338"/>
                  </a:lnTo>
                  <a:lnTo>
                    <a:pt x="166877" y="177011"/>
                  </a:lnTo>
                  <a:lnTo>
                    <a:pt x="167106" y="171674"/>
                  </a:lnTo>
                  <a:lnTo>
                    <a:pt x="167165" y="166333"/>
                  </a:lnTo>
                  <a:lnTo>
                    <a:pt x="167053" y="160992"/>
                  </a:lnTo>
                  <a:lnTo>
                    <a:pt x="166770" y="155658"/>
                  </a:lnTo>
                  <a:lnTo>
                    <a:pt x="166317" y="150336"/>
                  </a:lnTo>
                  <a:lnTo>
                    <a:pt x="165695" y="145031"/>
                  </a:lnTo>
                  <a:lnTo>
                    <a:pt x="164903" y="139748"/>
                  </a:lnTo>
                  <a:lnTo>
                    <a:pt x="163943" y="134493"/>
                  </a:lnTo>
                  <a:lnTo>
                    <a:pt x="162815" y="129272"/>
                  </a:lnTo>
                  <a:lnTo>
                    <a:pt x="161521" y="124089"/>
                  </a:lnTo>
                  <a:lnTo>
                    <a:pt x="160062" y="118951"/>
                  </a:lnTo>
                  <a:lnTo>
                    <a:pt x="158440" y="113861"/>
                  </a:lnTo>
                  <a:lnTo>
                    <a:pt x="156656" y="108827"/>
                  </a:lnTo>
                  <a:lnTo>
                    <a:pt x="154712" y="103851"/>
                  </a:lnTo>
                  <a:lnTo>
                    <a:pt x="152610" y="98940"/>
                  </a:lnTo>
                  <a:lnTo>
                    <a:pt x="150353" y="94099"/>
                  </a:lnTo>
                  <a:lnTo>
                    <a:pt x="147941" y="89333"/>
                  </a:lnTo>
                  <a:lnTo>
                    <a:pt x="145379" y="84646"/>
                  </a:lnTo>
                  <a:lnTo>
                    <a:pt x="142668" y="80043"/>
                  </a:lnTo>
                  <a:lnTo>
                    <a:pt x="139812" y="75529"/>
                  </a:lnTo>
                  <a:lnTo>
                    <a:pt x="136813" y="71109"/>
                  </a:lnTo>
                  <a:lnTo>
                    <a:pt x="133674" y="66787"/>
                  </a:lnTo>
                  <a:lnTo>
                    <a:pt x="130399" y="62568"/>
                  </a:lnTo>
                  <a:lnTo>
                    <a:pt x="126990" y="58455"/>
                  </a:lnTo>
                  <a:lnTo>
                    <a:pt x="123452" y="54453"/>
                  </a:lnTo>
                  <a:lnTo>
                    <a:pt x="119788" y="50566"/>
                  </a:lnTo>
                  <a:lnTo>
                    <a:pt x="116001" y="46798"/>
                  </a:lnTo>
                  <a:lnTo>
                    <a:pt x="112096" y="43154"/>
                  </a:lnTo>
                  <a:lnTo>
                    <a:pt x="108077" y="39636"/>
                  </a:lnTo>
                  <a:lnTo>
                    <a:pt x="103947" y="36248"/>
                  </a:lnTo>
                  <a:lnTo>
                    <a:pt x="99711" y="32993"/>
                  </a:lnTo>
                  <a:lnTo>
                    <a:pt x="95373" y="29876"/>
                  </a:lnTo>
                  <a:lnTo>
                    <a:pt x="90938" y="26899"/>
                  </a:lnTo>
                  <a:lnTo>
                    <a:pt x="86410" y="24065"/>
                  </a:lnTo>
                  <a:lnTo>
                    <a:pt x="81794" y="21377"/>
                  </a:lnTo>
                  <a:lnTo>
                    <a:pt x="77094" y="18838"/>
                  </a:lnTo>
                  <a:lnTo>
                    <a:pt x="72316" y="16451"/>
                  </a:lnTo>
                  <a:lnTo>
                    <a:pt x="67464" y="14217"/>
                  </a:lnTo>
                  <a:lnTo>
                    <a:pt x="62543" y="12140"/>
                  </a:lnTo>
                  <a:lnTo>
                    <a:pt x="57558" y="10221"/>
                  </a:lnTo>
                  <a:lnTo>
                    <a:pt x="52514" y="8462"/>
                  </a:lnTo>
                  <a:lnTo>
                    <a:pt x="47416" y="6865"/>
                  </a:lnTo>
                  <a:lnTo>
                    <a:pt x="42271" y="5432"/>
                  </a:lnTo>
                  <a:lnTo>
                    <a:pt x="37082" y="4164"/>
                  </a:lnTo>
                  <a:lnTo>
                    <a:pt x="31855" y="3063"/>
                  </a:lnTo>
                  <a:lnTo>
                    <a:pt x="26595" y="2129"/>
                  </a:lnTo>
                  <a:lnTo>
                    <a:pt x="21309" y="1363"/>
                  </a:lnTo>
                  <a:lnTo>
                    <a:pt x="16001" y="767"/>
                  </a:lnTo>
                  <a:lnTo>
                    <a:pt x="10676" y="341"/>
                  </a:lnTo>
                  <a:lnTo>
                    <a:pt x="5340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5465987" y="1120312"/>
              <a:ext cx="334298" cy="334334"/>
            </a:xfrm>
            <a:custGeom>
              <a:avLst/>
              <a:pathLst>
                <a:path w="334298" h="334334">
                  <a:moveTo>
                    <a:pt x="167147" y="0"/>
                  </a:moveTo>
                  <a:lnTo>
                    <a:pt x="161845" y="84"/>
                  </a:lnTo>
                  <a:lnTo>
                    <a:pt x="156548" y="336"/>
                  </a:lnTo>
                  <a:lnTo>
                    <a:pt x="151262" y="756"/>
                  </a:lnTo>
                  <a:lnTo>
                    <a:pt x="145992" y="1344"/>
                  </a:lnTo>
                  <a:lnTo>
                    <a:pt x="140743" y="2098"/>
                  </a:lnTo>
                  <a:lnTo>
                    <a:pt x="135521" y="3018"/>
                  </a:lnTo>
                  <a:lnTo>
                    <a:pt x="130330" y="4104"/>
                  </a:lnTo>
                  <a:lnTo>
                    <a:pt x="125177" y="5354"/>
                  </a:lnTo>
                  <a:lnTo>
                    <a:pt x="120066" y="6767"/>
                  </a:lnTo>
                  <a:lnTo>
                    <a:pt x="115002" y="8341"/>
                  </a:lnTo>
                  <a:lnTo>
                    <a:pt x="109991" y="10074"/>
                  </a:lnTo>
                  <a:lnTo>
                    <a:pt x="105037" y="11966"/>
                  </a:lnTo>
                  <a:lnTo>
                    <a:pt x="100145" y="14014"/>
                  </a:lnTo>
                  <a:lnTo>
                    <a:pt x="95322" y="16217"/>
                  </a:lnTo>
                  <a:lnTo>
                    <a:pt x="90570" y="18571"/>
                  </a:lnTo>
                  <a:lnTo>
                    <a:pt x="85895" y="21074"/>
                  </a:lnTo>
                  <a:lnTo>
                    <a:pt x="81303" y="23725"/>
                  </a:lnTo>
                  <a:lnTo>
                    <a:pt x="76796" y="26520"/>
                  </a:lnTo>
                  <a:lnTo>
                    <a:pt x="72381" y="29456"/>
                  </a:lnTo>
                  <a:lnTo>
                    <a:pt x="68060" y="32531"/>
                  </a:lnTo>
                  <a:lnTo>
                    <a:pt x="63840" y="35742"/>
                  </a:lnTo>
                  <a:lnTo>
                    <a:pt x="59723" y="39085"/>
                  </a:lnTo>
                  <a:lnTo>
                    <a:pt x="55715" y="42556"/>
                  </a:lnTo>
                  <a:lnTo>
                    <a:pt x="51819" y="46153"/>
                  </a:lnTo>
                  <a:lnTo>
                    <a:pt x="48039" y="49872"/>
                  </a:lnTo>
                  <a:lnTo>
                    <a:pt x="44378" y="53709"/>
                  </a:lnTo>
                  <a:lnTo>
                    <a:pt x="40841" y="57660"/>
                  </a:lnTo>
                  <a:lnTo>
                    <a:pt x="37432" y="61721"/>
                  </a:lnTo>
                  <a:lnTo>
                    <a:pt x="34152" y="65889"/>
                  </a:lnTo>
                  <a:lnTo>
                    <a:pt x="31007" y="70158"/>
                  </a:lnTo>
                  <a:lnTo>
                    <a:pt x="27999" y="74525"/>
                  </a:lnTo>
                  <a:lnTo>
                    <a:pt x="25130" y="78985"/>
                  </a:lnTo>
                  <a:lnTo>
                    <a:pt x="22405" y="83533"/>
                  </a:lnTo>
                  <a:lnTo>
                    <a:pt x="19825" y="88166"/>
                  </a:lnTo>
                  <a:lnTo>
                    <a:pt x="17393" y="92879"/>
                  </a:lnTo>
                  <a:lnTo>
                    <a:pt x="15112" y="97666"/>
                  </a:lnTo>
                  <a:lnTo>
                    <a:pt x="12985" y="102523"/>
                  </a:lnTo>
                  <a:lnTo>
                    <a:pt x="11012" y="107445"/>
                  </a:lnTo>
                  <a:lnTo>
                    <a:pt x="9196" y="112428"/>
                  </a:lnTo>
                  <a:lnTo>
                    <a:pt x="7539" y="117465"/>
                  </a:lnTo>
                  <a:lnTo>
                    <a:pt x="6043" y="122552"/>
                  </a:lnTo>
                  <a:lnTo>
                    <a:pt x="4709" y="127685"/>
                  </a:lnTo>
                  <a:lnTo>
                    <a:pt x="3539" y="132857"/>
                  </a:lnTo>
                  <a:lnTo>
                    <a:pt x="2533" y="138063"/>
                  </a:lnTo>
                  <a:lnTo>
                    <a:pt x="1693" y="143299"/>
                  </a:lnTo>
                  <a:lnTo>
                    <a:pt x="1019" y="148559"/>
                  </a:lnTo>
                  <a:lnTo>
                    <a:pt x="512" y="153837"/>
                  </a:lnTo>
                  <a:lnTo>
                    <a:pt x="173" y="159129"/>
                  </a:lnTo>
                  <a:lnTo>
                    <a:pt x="2" y="164429"/>
                  </a:lnTo>
                  <a:lnTo>
                    <a:pt x="0" y="169732"/>
                  </a:lnTo>
                  <a:lnTo>
                    <a:pt x="165" y="175032"/>
                  </a:lnTo>
                  <a:lnTo>
                    <a:pt x="498" y="180325"/>
                  </a:lnTo>
                  <a:lnTo>
                    <a:pt x="1000" y="185604"/>
                  </a:lnTo>
                  <a:lnTo>
                    <a:pt x="1668" y="190864"/>
                  </a:lnTo>
                  <a:lnTo>
                    <a:pt x="2503" y="196101"/>
                  </a:lnTo>
                  <a:lnTo>
                    <a:pt x="3503" y="201309"/>
                  </a:lnTo>
                  <a:lnTo>
                    <a:pt x="4669" y="206482"/>
                  </a:lnTo>
                  <a:lnTo>
                    <a:pt x="5997" y="211615"/>
                  </a:lnTo>
                  <a:lnTo>
                    <a:pt x="7488" y="216704"/>
                  </a:lnTo>
                  <a:lnTo>
                    <a:pt x="9140" y="221743"/>
                  </a:lnTo>
                  <a:lnTo>
                    <a:pt x="10950" y="226728"/>
                  </a:lnTo>
                  <a:lnTo>
                    <a:pt x="12918" y="231652"/>
                  </a:lnTo>
                  <a:lnTo>
                    <a:pt x="15041" y="236511"/>
                  </a:lnTo>
                  <a:lnTo>
                    <a:pt x="17317" y="241301"/>
                  </a:lnTo>
                  <a:lnTo>
                    <a:pt x="19744" y="246016"/>
                  </a:lnTo>
                  <a:lnTo>
                    <a:pt x="22319" y="250651"/>
                  </a:lnTo>
                  <a:lnTo>
                    <a:pt x="25039" y="255203"/>
                  </a:lnTo>
                  <a:lnTo>
                    <a:pt x="27903" y="259666"/>
                  </a:lnTo>
                  <a:lnTo>
                    <a:pt x="30907" y="264036"/>
                  </a:lnTo>
                  <a:lnTo>
                    <a:pt x="34048" y="268308"/>
                  </a:lnTo>
                  <a:lnTo>
                    <a:pt x="37323" y="272479"/>
                  </a:lnTo>
                  <a:lnTo>
                    <a:pt x="40729" y="276544"/>
                  </a:lnTo>
                  <a:lnTo>
                    <a:pt x="44261" y="280498"/>
                  </a:lnTo>
                  <a:lnTo>
                    <a:pt x="47918" y="284339"/>
                  </a:lnTo>
                  <a:lnTo>
                    <a:pt x="51694" y="288062"/>
                  </a:lnTo>
                  <a:lnTo>
                    <a:pt x="55587" y="291663"/>
                  </a:lnTo>
                  <a:lnTo>
                    <a:pt x="59591" y="295138"/>
                  </a:lnTo>
                  <a:lnTo>
                    <a:pt x="63705" y="298485"/>
                  </a:lnTo>
                  <a:lnTo>
                    <a:pt x="67922" y="301700"/>
                  </a:lnTo>
                  <a:lnTo>
                    <a:pt x="72239" y="304780"/>
                  </a:lnTo>
                  <a:lnTo>
                    <a:pt x="76651" y="307721"/>
                  </a:lnTo>
                  <a:lnTo>
                    <a:pt x="81155" y="310520"/>
                  </a:lnTo>
                  <a:lnTo>
                    <a:pt x="85745" y="313176"/>
                  </a:lnTo>
                  <a:lnTo>
                    <a:pt x="90417" y="315684"/>
                  </a:lnTo>
                  <a:lnTo>
                    <a:pt x="95166" y="318043"/>
                  </a:lnTo>
                  <a:lnTo>
                    <a:pt x="99988" y="320250"/>
                  </a:lnTo>
                  <a:lnTo>
                    <a:pt x="104877" y="322304"/>
                  </a:lnTo>
                  <a:lnTo>
                    <a:pt x="109829" y="324201"/>
                  </a:lnTo>
                  <a:lnTo>
                    <a:pt x="114838" y="325940"/>
                  </a:lnTo>
                  <a:lnTo>
                    <a:pt x="119900" y="327519"/>
                  </a:lnTo>
                  <a:lnTo>
                    <a:pt x="125010" y="328937"/>
                  </a:lnTo>
                  <a:lnTo>
                    <a:pt x="130162" y="330192"/>
                  </a:lnTo>
                  <a:lnTo>
                    <a:pt x="135352" y="331283"/>
                  </a:lnTo>
                  <a:lnTo>
                    <a:pt x="140573" y="332209"/>
                  </a:lnTo>
                  <a:lnTo>
                    <a:pt x="145821" y="332968"/>
                  </a:lnTo>
                  <a:lnTo>
                    <a:pt x="151091" y="333561"/>
                  </a:lnTo>
                  <a:lnTo>
                    <a:pt x="156376" y="333987"/>
                  </a:lnTo>
                  <a:lnTo>
                    <a:pt x="161673" y="334245"/>
                  </a:lnTo>
                  <a:lnTo>
                    <a:pt x="166975" y="334334"/>
                  </a:lnTo>
                  <a:lnTo>
                    <a:pt x="172277" y="334256"/>
                  </a:lnTo>
                  <a:lnTo>
                    <a:pt x="177574" y="334009"/>
                  </a:lnTo>
                  <a:lnTo>
                    <a:pt x="182861" y="333594"/>
                  </a:lnTo>
                  <a:lnTo>
                    <a:pt x="188132" y="333012"/>
                  </a:lnTo>
                  <a:lnTo>
                    <a:pt x="193381" y="332263"/>
                  </a:lnTo>
                  <a:lnTo>
                    <a:pt x="198604" y="331348"/>
                  </a:lnTo>
                  <a:lnTo>
                    <a:pt x="203796" y="330268"/>
                  </a:lnTo>
                  <a:lnTo>
                    <a:pt x="208951" y="329023"/>
                  </a:lnTo>
                  <a:lnTo>
                    <a:pt x="214063" y="327616"/>
                  </a:lnTo>
                  <a:lnTo>
                    <a:pt x="219129" y="326047"/>
                  </a:lnTo>
                  <a:lnTo>
                    <a:pt x="224142" y="324318"/>
                  </a:lnTo>
                  <a:lnTo>
                    <a:pt x="229098" y="322432"/>
                  </a:lnTo>
                  <a:lnTo>
                    <a:pt x="233991" y="320388"/>
                  </a:lnTo>
                  <a:lnTo>
                    <a:pt x="238817" y="318191"/>
                  </a:lnTo>
                  <a:lnTo>
                    <a:pt x="243571" y="315842"/>
                  </a:lnTo>
                  <a:lnTo>
                    <a:pt x="248249" y="313343"/>
                  </a:lnTo>
                  <a:lnTo>
                    <a:pt x="252844" y="310697"/>
                  </a:lnTo>
                  <a:lnTo>
                    <a:pt x="257353" y="307907"/>
                  </a:lnTo>
                  <a:lnTo>
                    <a:pt x="261772" y="304975"/>
                  </a:lnTo>
                  <a:lnTo>
                    <a:pt x="266095" y="301905"/>
                  </a:lnTo>
                  <a:lnTo>
                    <a:pt x="270319" y="298698"/>
                  </a:lnTo>
                  <a:lnTo>
                    <a:pt x="274439" y="295360"/>
                  </a:lnTo>
                  <a:lnTo>
                    <a:pt x="278451" y="291892"/>
                  </a:lnTo>
                  <a:lnTo>
                    <a:pt x="282351" y="288299"/>
                  </a:lnTo>
                  <a:lnTo>
                    <a:pt x="286135" y="284584"/>
                  </a:lnTo>
                  <a:lnTo>
                    <a:pt x="289799" y="280751"/>
                  </a:lnTo>
                  <a:lnTo>
                    <a:pt x="293340" y="276804"/>
                  </a:lnTo>
                  <a:lnTo>
                    <a:pt x="296754" y="272746"/>
                  </a:lnTo>
                  <a:lnTo>
                    <a:pt x="300038" y="268582"/>
                  </a:lnTo>
                  <a:lnTo>
                    <a:pt x="303188" y="264316"/>
                  </a:lnTo>
                  <a:lnTo>
                    <a:pt x="306200" y="259953"/>
                  </a:lnTo>
                  <a:lnTo>
                    <a:pt x="309073" y="255495"/>
                  </a:lnTo>
                  <a:lnTo>
                    <a:pt x="311804" y="250950"/>
                  </a:lnTo>
                  <a:lnTo>
                    <a:pt x="314388" y="246319"/>
                  </a:lnTo>
                  <a:lnTo>
                    <a:pt x="316825" y="241609"/>
                  </a:lnTo>
                  <a:lnTo>
                    <a:pt x="319110" y="236824"/>
                  </a:lnTo>
                  <a:lnTo>
                    <a:pt x="321243" y="231969"/>
                  </a:lnTo>
                  <a:lnTo>
                    <a:pt x="323221" y="227049"/>
                  </a:lnTo>
                  <a:lnTo>
                    <a:pt x="325042" y="222069"/>
                  </a:lnTo>
                  <a:lnTo>
                    <a:pt x="326704" y="217033"/>
                  </a:lnTo>
                  <a:lnTo>
                    <a:pt x="328205" y="211947"/>
                  </a:lnTo>
                  <a:lnTo>
                    <a:pt x="329544" y="206817"/>
                  </a:lnTo>
                  <a:lnTo>
                    <a:pt x="330720" y="201646"/>
                  </a:lnTo>
                  <a:lnTo>
                    <a:pt x="331732" y="196440"/>
                  </a:lnTo>
                  <a:lnTo>
                    <a:pt x="332577" y="191205"/>
                  </a:lnTo>
                  <a:lnTo>
                    <a:pt x="333257" y="185946"/>
                  </a:lnTo>
                  <a:lnTo>
                    <a:pt x="333769" y="180668"/>
                  </a:lnTo>
                  <a:lnTo>
                    <a:pt x="334113" y="175377"/>
                  </a:lnTo>
                  <a:lnTo>
                    <a:pt x="334289" y="170077"/>
                  </a:lnTo>
                  <a:lnTo>
                    <a:pt x="334298" y="164774"/>
                  </a:lnTo>
                  <a:lnTo>
                    <a:pt x="334138" y="159474"/>
                  </a:lnTo>
                  <a:lnTo>
                    <a:pt x="333810" y="154181"/>
                  </a:lnTo>
                  <a:lnTo>
                    <a:pt x="333314" y="148901"/>
                  </a:lnTo>
                  <a:lnTo>
                    <a:pt x="332651" y="143640"/>
                  </a:lnTo>
                  <a:lnTo>
                    <a:pt x="331821" y="138403"/>
                  </a:lnTo>
                  <a:lnTo>
                    <a:pt x="330826" y="133194"/>
                  </a:lnTo>
                  <a:lnTo>
                    <a:pt x="329666" y="128020"/>
                  </a:lnTo>
                  <a:lnTo>
                    <a:pt x="328343" y="122885"/>
                  </a:lnTo>
                  <a:lnTo>
                    <a:pt x="326857" y="117794"/>
                  </a:lnTo>
                  <a:lnTo>
                    <a:pt x="325211" y="112753"/>
                  </a:lnTo>
                  <a:lnTo>
                    <a:pt x="323406" y="107767"/>
                  </a:lnTo>
                  <a:lnTo>
                    <a:pt x="321443" y="102841"/>
                  </a:lnTo>
                  <a:lnTo>
                    <a:pt x="319325" y="97980"/>
                  </a:lnTo>
                  <a:lnTo>
                    <a:pt x="317054" y="93188"/>
                  </a:lnTo>
                  <a:lnTo>
                    <a:pt x="314632" y="88470"/>
                  </a:lnTo>
                  <a:lnTo>
                    <a:pt x="312062" y="83832"/>
                  </a:lnTo>
                  <a:lnTo>
                    <a:pt x="309346" y="79278"/>
                  </a:lnTo>
                  <a:lnTo>
                    <a:pt x="306487" y="74812"/>
                  </a:lnTo>
                  <a:lnTo>
                    <a:pt x="303487" y="70439"/>
                  </a:lnTo>
                  <a:lnTo>
                    <a:pt x="300351" y="66163"/>
                  </a:lnTo>
                  <a:lnTo>
                    <a:pt x="297080" y="61989"/>
                  </a:lnTo>
                  <a:lnTo>
                    <a:pt x="293679" y="57921"/>
                  </a:lnTo>
                  <a:lnTo>
                    <a:pt x="290150" y="53962"/>
                  </a:lnTo>
                  <a:lnTo>
                    <a:pt x="286498" y="50118"/>
                  </a:lnTo>
                  <a:lnTo>
                    <a:pt x="282725" y="46391"/>
                  </a:lnTo>
                  <a:lnTo>
                    <a:pt x="278836" y="42786"/>
                  </a:lnTo>
                  <a:lnTo>
                    <a:pt x="274835" y="39306"/>
                  </a:lnTo>
                  <a:lnTo>
                    <a:pt x="270725" y="35955"/>
                  </a:lnTo>
                  <a:lnTo>
                    <a:pt x="266511" y="32736"/>
                  </a:lnTo>
                  <a:lnTo>
                    <a:pt x="262198" y="29652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5633135" y="1149965"/>
              <a:ext cx="95050" cy="137515"/>
            </a:xfrm>
            <a:custGeom>
              <a:avLst/>
              <a:pathLst>
                <a:path w="95050" h="137515">
                  <a:moveTo>
                    <a:pt x="95050" y="0"/>
                  </a:moveTo>
                  <a:lnTo>
                    <a:pt x="0" y="13751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5633135" y="1149965"/>
              <a:ext cx="95050" cy="137515"/>
            </a:xfrm>
            <a:custGeom>
              <a:avLst/>
              <a:pathLst>
                <a:path w="95050" h="137515">
                  <a:moveTo>
                    <a:pt x="95050" y="0"/>
                  </a:moveTo>
                  <a:lnTo>
                    <a:pt x="0" y="13751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5633135" y="1149965"/>
              <a:ext cx="95050" cy="137515"/>
            </a:xfrm>
            <a:custGeom>
              <a:avLst/>
              <a:pathLst>
                <a:path w="95050" h="137515">
                  <a:moveTo>
                    <a:pt x="95050" y="0"/>
                  </a:moveTo>
                  <a:lnTo>
                    <a:pt x="0" y="13751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5633135" y="1149965"/>
              <a:ext cx="95050" cy="137515"/>
            </a:xfrm>
            <a:custGeom>
              <a:avLst/>
              <a:pathLst>
                <a:path w="95050" h="137515">
                  <a:moveTo>
                    <a:pt x="95050" y="0"/>
                  </a:moveTo>
                  <a:lnTo>
                    <a:pt x="0" y="13751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5633135" y="1149965"/>
              <a:ext cx="95050" cy="137515"/>
            </a:xfrm>
            <a:custGeom>
              <a:avLst/>
              <a:pathLst>
                <a:path w="95050" h="137515">
                  <a:moveTo>
                    <a:pt x="95050" y="0"/>
                  </a:moveTo>
                  <a:lnTo>
                    <a:pt x="0" y="13751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5633135" y="1149965"/>
              <a:ext cx="95050" cy="137515"/>
            </a:xfrm>
            <a:custGeom>
              <a:avLst/>
              <a:pathLst>
                <a:path w="95050" h="137515">
                  <a:moveTo>
                    <a:pt x="95050" y="0"/>
                  </a:moveTo>
                  <a:lnTo>
                    <a:pt x="0" y="13751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5633135" y="1149965"/>
              <a:ext cx="95050" cy="137515"/>
            </a:xfrm>
            <a:custGeom>
              <a:avLst/>
              <a:pathLst>
                <a:path w="95050" h="137515">
                  <a:moveTo>
                    <a:pt x="95050" y="0"/>
                  </a:moveTo>
                  <a:lnTo>
                    <a:pt x="0" y="13751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5633135" y="1149965"/>
              <a:ext cx="95050" cy="137515"/>
            </a:xfrm>
            <a:custGeom>
              <a:avLst/>
              <a:pathLst>
                <a:path w="95050" h="137515">
                  <a:moveTo>
                    <a:pt x="95050" y="0"/>
                  </a:moveTo>
                  <a:lnTo>
                    <a:pt x="0" y="1375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5633135" y="1149965"/>
              <a:ext cx="95050" cy="137515"/>
            </a:xfrm>
            <a:custGeom>
              <a:avLst/>
              <a:pathLst>
                <a:path w="95050" h="137515">
                  <a:moveTo>
                    <a:pt x="95050" y="0"/>
                  </a:moveTo>
                  <a:lnTo>
                    <a:pt x="0" y="1375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5633135" y="1149965"/>
              <a:ext cx="95050" cy="137515"/>
            </a:xfrm>
            <a:custGeom>
              <a:avLst/>
              <a:pathLst>
                <a:path w="95050" h="137515">
                  <a:moveTo>
                    <a:pt x="95050" y="0"/>
                  </a:moveTo>
                  <a:lnTo>
                    <a:pt x="0" y="1375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5633135" y="1149965"/>
              <a:ext cx="95050" cy="137515"/>
            </a:xfrm>
            <a:custGeom>
              <a:avLst/>
              <a:pathLst>
                <a:path w="95050" h="137515">
                  <a:moveTo>
                    <a:pt x="95050" y="0"/>
                  </a:moveTo>
                  <a:lnTo>
                    <a:pt x="0" y="1375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5633135" y="1149965"/>
              <a:ext cx="95050" cy="137515"/>
            </a:xfrm>
            <a:custGeom>
              <a:avLst/>
              <a:pathLst>
                <a:path w="95050" h="137515">
                  <a:moveTo>
                    <a:pt x="95050" y="0"/>
                  </a:moveTo>
                  <a:lnTo>
                    <a:pt x="0" y="13751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5633135" y="1149965"/>
              <a:ext cx="95050" cy="137515"/>
            </a:xfrm>
            <a:custGeom>
              <a:avLst/>
              <a:pathLst>
                <a:path w="95050" h="137515">
                  <a:moveTo>
                    <a:pt x="95050" y="0"/>
                  </a:moveTo>
                  <a:lnTo>
                    <a:pt x="0" y="1375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5633135" y="1149965"/>
              <a:ext cx="95050" cy="137515"/>
            </a:xfrm>
            <a:custGeom>
              <a:avLst/>
              <a:pathLst>
                <a:path w="95050" h="137515">
                  <a:moveTo>
                    <a:pt x="95050" y="0"/>
                  </a:moveTo>
                  <a:lnTo>
                    <a:pt x="0" y="1375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5633135" y="1149965"/>
              <a:ext cx="95050" cy="137515"/>
            </a:xfrm>
            <a:custGeom>
              <a:avLst/>
              <a:pathLst>
                <a:path w="95050" h="137515">
                  <a:moveTo>
                    <a:pt x="95050" y="0"/>
                  </a:moveTo>
                  <a:lnTo>
                    <a:pt x="0" y="13751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5633135" y="1149965"/>
              <a:ext cx="95050" cy="137515"/>
            </a:xfrm>
            <a:custGeom>
              <a:avLst/>
              <a:pathLst>
                <a:path w="95050" h="137515">
                  <a:moveTo>
                    <a:pt x="95050" y="0"/>
                  </a:moveTo>
                  <a:lnTo>
                    <a:pt x="0" y="1375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5633135" y="1149965"/>
              <a:ext cx="95050" cy="137515"/>
            </a:xfrm>
            <a:custGeom>
              <a:avLst/>
              <a:pathLst>
                <a:path w="95050" h="137515">
                  <a:moveTo>
                    <a:pt x="95050" y="0"/>
                  </a:moveTo>
                  <a:lnTo>
                    <a:pt x="0" y="1375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5633135" y="1149965"/>
              <a:ext cx="95050" cy="137515"/>
            </a:xfrm>
            <a:custGeom>
              <a:avLst/>
              <a:pathLst>
                <a:path w="95050" h="137515">
                  <a:moveTo>
                    <a:pt x="95050" y="0"/>
                  </a:moveTo>
                  <a:lnTo>
                    <a:pt x="0" y="1375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5633135" y="1149965"/>
              <a:ext cx="95050" cy="137515"/>
            </a:xfrm>
            <a:custGeom>
              <a:avLst/>
              <a:pathLst>
                <a:path w="95050" h="137515">
                  <a:moveTo>
                    <a:pt x="95050" y="0"/>
                  </a:moveTo>
                  <a:lnTo>
                    <a:pt x="0" y="1375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5633135" y="1149965"/>
              <a:ext cx="95050" cy="137515"/>
            </a:xfrm>
            <a:custGeom>
              <a:avLst/>
              <a:pathLst>
                <a:path w="95050" h="137515">
                  <a:moveTo>
                    <a:pt x="95050" y="0"/>
                  </a:moveTo>
                  <a:lnTo>
                    <a:pt x="0" y="13751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5633135" y="1149965"/>
              <a:ext cx="95050" cy="137515"/>
            </a:xfrm>
            <a:custGeom>
              <a:avLst/>
              <a:pathLst>
                <a:path w="95050" h="137515">
                  <a:moveTo>
                    <a:pt x="95050" y="0"/>
                  </a:moveTo>
                  <a:lnTo>
                    <a:pt x="0" y="13751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5633135" y="1148568"/>
              <a:ext cx="95050" cy="138911"/>
            </a:xfrm>
            <a:custGeom>
              <a:avLst/>
              <a:pathLst>
                <a:path w="95050" h="138911">
                  <a:moveTo>
                    <a:pt x="95050" y="1396"/>
                  </a:moveTo>
                  <a:lnTo>
                    <a:pt x="92996" y="0"/>
                  </a:lnTo>
                  <a:lnTo>
                    <a:pt x="0" y="13891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5633135" y="1120312"/>
              <a:ext cx="92996" cy="167167"/>
            </a:xfrm>
            <a:custGeom>
              <a:avLst/>
              <a:pathLst>
                <a:path w="92996" h="167167">
                  <a:moveTo>
                    <a:pt x="92996" y="28255"/>
                  </a:moveTo>
                  <a:lnTo>
                    <a:pt x="88121" y="25112"/>
                  </a:lnTo>
                  <a:lnTo>
                    <a:pt x="83139" y="22140"/>
                  </a:lnTo>
                  <a:lnTo>
                    <a:pt x="78057" y="19343"/>
                  </a:lnTo>
                  <a:lnTo>
                    <a:pt x="72882" y="16724"/>
                  </a:lnTo>
                  <a:lnTo>
                    <a:pt x="67618" y="14286"/>
                  </a:lnTo>
                  <a:lnTo>
                    <a:pt x="62273" y="12032"/>
                  </a:lnTo>
                  <a:lnTo>
                    <a:pt x="56853" y="9964"/>
                  </a:lnTo>
                  <a:lnTo>
                    <a:pt x="51365" y="8087"/>
                  </a:lnTo>
                  <a:lnTo>
                    <a:pt x="45814" y="6400"/>
                  </a:lnTo>
                  <a:lnTo>
                    <a:pt x="40209" y="4907"/>
                  </a:lnTo>
                  <a:lnTo>
                    <a:pt x="34555" y="3610"/>
                  </a:lnTo>
                  <a:lnTo>
                    <a:pt x="28860" y="2510"/>
                  </a:lnTo>
                  <a:lnTo>
                    <a:pt x="23129" y="1607"/>
                  </a:lnTo>
                  <a:lnTo>
                    <a:pt x="17371" y="905"/>
                  </a:lnTo>
                  <a:lnTo>
                    <a:pt x="11592" y="402"/>
                  </a:lnTo>
                  <a:lnTo>
                    <a:pt x="5799" y="10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4968521" y="971635"/>
              <a:ext cx="334320" cy="334330"/>
            </a:xfrm>
            <a:custGeom>
              <a:avLst/>
              <a:pathLst>
                <a:path w="334320" h="334330">
                  <a:moveTo>
                    <a:pt x="167155" y="0"/>
                  </a:moveTo>
                  <a:lnTo>
                    <a:pt x="161863" y="83"/>
                  </a:lnTo>
                  <a:lnTo>
                    <a:pt x="156577" y="334"/>
                  </a:lnTo>
                  <a:lnTo>
                    <a:pt x="151301" y="753"/>
                  </a:lnTo>
                  <a:lnTo>
                    <a:pt x="146042" y="1338"/>
                  </a:lnTo>
                  <a:lnTo>
                    <a:pt x="140803" y="2090"/>
                  </a:lnTo>
                  <a:lnTo>
                    <a:pt x="135591" y="3006"/>
                  </a:lnTo>
                  <a:lnTo>
                    <a:pt x="130410" y="4088"/>
                  </a:lnTo>
                  <a:lnTo>
                    <a:pt x="125267" y="5333"/>
                  </a:lnTo>
                  <a:lnTo>
                    <a:pt x="120165" y="6740"/>
                  </a:lnTo>
                  <a:lnTo>
                    <a:pt x="115111" y="8307"/>
                  </a:lnTo>
                  <a:lnTo>
                    <a:pt x="110108" y="10034"/>
                  </a:lnTo>
                  <a:lnTo>
                    <a:pt x="105163" y="11919"/>
                  </a:lnTo>
                  <a:lnTo>
                    <a:pt x="100280" y="13959"/>
                  </a:lnTo>
                  <a:lnTo>
                    <a:pt x="95464" y="16153"/>
                  </a:lnTo>
                  <a:lnTo>
                    <a:pt x="90719" y="18497"/>
                  </a:lnTo>
                  <a:lnTo>
                    <a:pt x="86052" y="20991"/>
                  </a:lnTo>
                  <a:lnTo>
                    <a:pt x="81465" y="23632"/>
                  </a:lnTo>
                  <a:lnTo>
                    <a:pt x="76965" y="26416"/>
                  </a:lnTo>
                  <a:lnTo>
                    <a:pt x="72555" y="29342"/>
                  </a:lnTo>
                  <a:lnTo>
                    <a:pt x="68239" y="32405"/>
                  </a:lnTo>
                  <a:lnTo>
                    <a:pt x="64023" y="35604"/>
                  </a:lnTo>
                  <a:lnTo>
                    <a:pt x="59910" y="38934"/>
                  </a:lnTo>
                  <a:lnTo>
                    <a:pt x="55905" y="42393"/>
                  </a:lnTo>
                  <a:lnTo>
                    <a:pt x="52011" y="45977"/>
                  </a:lnTo>
                  <a:lnTo>
                    <a:pt x="48233" y="49683"/>
                  </a:lnTo>
                  <a:lnTo>
                    <a:pt x="44574" y="53506"/>
                  </a:lnTo>
                  <a:lnTo>
                    <a:pt x="41037" y="57443"/>
                  </a:lnTo>
                  <a:lnTo>
                    <a:pt x="37627" y="61490"/>
                  </a:lnTo>
                  <a:lnTo>
                    <a:pt x="34347" y="65643"/>
                  </a:lnTo>
                  <a:lnTo>
                    <a:pt x="31200" y="69898"/>
                  </a:lnTo>
                  <a:lnTo>
                    <a:pt x="28189" y="74250"/>
                  </a:lnTo>
                  <a:lnTo>
                    <a:pt x="25318" y="78695"/>
                  </a:lnTo>
                  <a:lnTo>
                    <a:pt x="22588" y="83229"/>
                  </a:lnTo>
                  <a:lnTo>
                    <a:pt x="20004" y="87847"/>
                  </a:lnTo>
                  <a:lnTo>
                    <a:pt x="17567" y="92545"/>
                  </a:lnTo>
                  <a:lnTo>
                    <a:pt x="15280" y="97317"/>
                  </a:lnTo>
                  <a:lnTo>
                    <a:pt x="13145" y="102160"/>
                  </a:lnTo>
                  <a:lnTo>
                    <a:pt x="11164" y="107067"/>
                  </a:lnTo>
                  <a:lnTo>
                    <a:pt x="9340" y="112035"/>
                  </a:lnTo>
                  <a:lnTo>
                    <a:pt x="7674" y="117058"/>
                  </a:lnTo>
                  <a:lnTo>
                    <a:pt x="6168" y="122132"/>
                  </a:lnTo>
                  <a:lnTo>
                    <a:pt x="4823" y="127250"/>
                  </a:lnTo>
                  <a:lnTo>
                    <a:pt x="3641" y="132408"/>
                  </a:lnTo>
                  <a:lnTo>
                    <a:pt x="2622" y="137602"/>
                  </a:lnTo>
                  <a:lnTo>
                    <a:pt x="1769" y="142825"/>
                  </a:lnTo>
                  <a:lnTo>
                    <a:pt x="1081" y="148072"/>
                  </a:lnTo>
                  <a:lnTo>
                    <a:pt x="560" y="153338"/>
                  </a:lnTo>
                  <a:lnTo>
                    <a:pt x="206" y="158619"/>
                  </a:lnTo>
                  <a:lnTo>
                    <a:pt x="19" y="163907"/>
                  </a:lnTo>
                  <a:lnTo>
                    <a:pt x="0" y="169200"/>
                  </a:lnTo>
                  <a:lnTo>
                    <a:pt x="148" y="174490"/>
                  </a:lnTo>
                  <a:lnTo>
                    <a:pt x="463" y="179772"/>
                  </a:lnTo>
                  <a:lnTo>
                    <a:pt x="946" y="185043"/>
                  </a:lnTo>
                  <a:lnTo>
                    <a:pt x="1595" y="190295"/>
                  </a:lnTo>
                  <a:lnTo>
                    <a:pt x="2410" y="195524"/>
                  </a:lnTo>
                  <a:lnTo>
                    <a:pt x="3390" y="200724"/>
                  </a:lnTo>
                  <a:lnTo>
                    <a:pt x="4534" y="205891"/>
                  </a:lnTo>
                  <a:lnTo>
                    <a:pt x="5841" y="211019"/>
                  </a:lnTo>
                  <a:lnTo>
                    <a:pt x="7310" y="216104"/>
                  </a:lnTo>
                  <a:lnTo>
                    <a:pt x="8940" y="221139"/>
                  </a:lnTo>
                  <a:lnTo>
                    <a:pt x="10727" y="226120"/>
                  </a:lnTo>
                  <a:lnTo>
                    <a:pt x="12672" y="231042"/>
                  </a:lnTo>
                  <a:lnTo>
                    <a:pt x="14771" y="235900"/>
                  </a:lnTo>
                  <a:lnTo>
                    <a:pt x="17023" y="240689"/>
                  </a:lnTo>
                  <a:lnTo>
                    <a:pt x="19426" y="245404"/>
                  </a:lnTo>
                  <a:lnTo>
                    <a:pt x="21976" y="250041"/>
                  </a:lnTo>
                  <a:lnTo>
                    <a:pt x="24672" y="254595"/>
                  </a:lnTo>
                  <a:lnTo>
                    <a:pt x="27511" y="259061"/>
                  </a:lnTo>
                  <a:lnTo>
                    <a:pt x="30490" y="263436"/>
                  </a:lnTo>
                  <a:lnTo>
                    <a:pt x="33605" y="267713"/>
                  </a:lnTo>
                  <a:lnTo>
                    <a:pt x="36855" y="271890"/>
                  </a:lnTo>
                  <a:lnTo>
                    <a:pt x="40235" y="275962"/>
                  </a:lnTo>
                  <a:lnTo>
                    <a:pt x="43743" y="279925"/>
                  </a:lnTo>
                  <a:lnTo>
                    <a:pt x="47374" y="283775"/>
                  </a:lnTo>
                  <a:lnTo>
                    <a:pt x="51125" y="287508"/>
                  </a:lnTo>
                  <a:lnTo>
                    <a:pt x="54992" y="291121"/>
                  </a:lnTo>
                  <a:lnTo>
                    <a:pt x="58972" y="294609"/>
                  </a:lnTo>
                  <a:lnTo>
                    <a:pt x="63060" y="297970"/>
                  </a:lnTo>
                  <a:lnTo>
                    <a:pt x="67253" y="301199"/>
                  </a:lnTo>
                  <a:lnTo>
                    <a:pt x="71546" y="304294"/>
                  </a:lnTo>
                  <a:lnTo>
                    <a:pt x="75934" y="307252"/>
                  </a:lnTo>
                  <a:lnTo>
                    <a:pt x="80414" y="310069"/>
                  </a:lnTo>
                  <a:lnTo>
                    <a:pt x="84981" y="312743"/>
                  </a:lnTo>
                  <a:lnTo>
                    <a:pt x="89630" y="315271"/>
                  </a:lnTo>
                  <a:lnTo>
                    <a:pt x="94357" y="317651"/>
                  </a:lnTo>
                  <a:lnTo>
                    <a:pt x="99157" y="319880"/>
                  </a:lnTo>
                  <a:lnTo>
                    <a:pt x="104025" y="321956"/>
                  </a:lnTo>
                  <a:lnTo>
                    <a:pt x="108956" y="323877"/>
                  </a:lnTo>
                  <a:lnTo>
                    <a:pt x="113946" y="325640"/>
                  </a:lnTo>
                  <a:lnTo>
                    <a:pt x="118989" y="327245"/>
                  </a:lnTo>
                  <a:lnTo>
                    <a:pt x="124080" y="328690"/>
                  </a:lnTo>
                  <a:lnTo>
                    <a:pt x="129214" y="329972"/>
                  </a:lnTo>
                  <a:lnTo>
                    <a:pt x="134387" y="331091"/>
                  </a:lnTo>
                  <a:lnTo>
                    <a:pt x="139592" y="332046"/>
                  </a:lnTo>
                  <a:lnTo>
                    <a:pt x="144825" y="332836"/>
                  </a:lnTo>
                  <a:lnTo>
                    <a:pt x="150080" y="333460"/>
                  </a:lnTo>
                  <a:lnTo>
                    <a:pt x="155353" y="333917"/>
                  </a:lnTo>
                  <a:lnTo>
                    <a:pt x="160637" y="334207"/>
                  </a:lnTo>
                  <a:lnTo>
                    <a:pt x="165928" y="334330"/>
                  </a:lnTo>
                  <a:lnTo>
                    <a:pt x="171220" y="334285"/>
                  </a:lnTo>
                  <a:lnTo>
                    <a:pt x="176507" y="334073"/>
                  </a:lnTo>
                  <a:lnTo>
                    <a:pt x="181786" y="333693"/>
                  </a:lnTo>
                  <a:lnTo>
                    <a:pt x="187050" y="333146"/>
                  </a:lnTo>
                  <a:lnTo>
                    <a:pt x="192294" y="332433"/>
                  </a:lnTo>
                  <a:lnTo>
                    <a:pt x="197512" y="331555"/>
                  </a:lnTo>
                  <a:lnTo>
                    <a:pt x="202701" y="330511"/>
                  </a:lnTo>
                  <a:lnTo>
                    <a:pt x="207853" y="329304"/>
                  </a:lnTo>
                  <a:lnTo>
                    <a:pt x="212965" y="327935"/>
                  </a:lnTo>
                  <a:lnTo>
                    <a:pt x="218031" y="326404"/>
                  </a:lnTo>
                  <a:lnTo>
                    <a:pt x="223046" y="324714"/>
                  </a:lnTo>
                  <a:lnTo>
                    <a:pt x="228005" y="322866"/>
                  </a:lnTo>
                  <a:lnTo>
                    <a:pt x="232903" y="320862"/>
                  </a:lnTo>
                  <a:lnTo>
                    <a:pt x="237735" y="318703"/>
                  </a:lnTo>
                  <a:lnTo>
                    <a:pt x="242497" y="316393"/>
                  </a:lnTo>
                  <a:lnTo>
                    <a:pt x="247182" y="313934"/>
                  </a:lnTo>
                  <a:lnTo>
                    <a:pt x="251788" y="311327"/>
                  </a:lnTo>
                  <a:lnTo>
                    <a:pt x="256309" y="308576"/>
                  </a:lnTo>
                  <a:lnTo>
                    <a:pt x="260740" y="305683"/>
                  </a:lnTo>
                  <a:lnTo>
                    <a:pt x="265078" y="302651"/>
                  </a:lnTo>
                  <a:lnTo>
                    <a:pt x="269317" y="299484"/>
                  </a:lnTo>
                  <a:lnTo>
                    <a:pt x="273455" y="296183"/>
                  </a:lnTo>
                  <a:lnTo>
                    <a:pt x="277485" y="292754"/>
                  </a:lnTo>
                  <a:lnTo>
                    <a:pt x="281405" y="289199"/>
                  </a:lnTo>
                  <a:lnTo>
                    <a:pt x="285211" y="285521"/>
                  </a:lnTo>
                  <a:lnTo>
                    <a:pt x="288898" y="281725"/>
                  </a:lnTo>
                  <a:lnTo>
                    <a:pt x="292463" y="277814"/>
                  </a:lnTo>
                  <a:lnTo>
                    <a:pt x="295903" y="273792"/>
                  </a:lnTo>
                  <a:lnTo>
                    <a:pt x="299213" y="269663"/>
                  </a:lnTo>
                  <a:lnTo>
                    <a:pt x="302392" y="265431"/>
                  </a:lnTo>
                  <a:lnTo>
                    <a:pt x="305434" y="261101"/>
                  </a:lnTo>
                  <a:lnTo>
                    <a:pt x="308338" y="256677"/>
                  </a:lnTo>
                  <a:lnTo>
                    <a:pt x="311101" y="252163"/>
                  </a:lnTo>
                  <a:lnTo>
                    <a:pt x="313719" y="247564"/>
                  </a:lnTo>
                  <a:lnTo>
                    <a:pt x="316191" y="242885"/>
                  </a:lnTo>
                  <a:lnTo>
                    <a:pt x="318513" y="238129"/>
                  </a:lnTo>
                  <a:lnTo>
                    <a:pt x="320683" y="233303"/>
                  </a:lnTo>
                  <a:lnTo>
                    <a:pt x="322700" y="228410"/>
                  </a:lnTo>
                  <a:lnTo>
                    <a:pt x="324560" y="223455"/>
                  </a:lnTo>
                  <a:lnTo>
                    <a:pt x="326263" y="218445"/>
                  </a:lnTo>
                  <a:lnTo>
                    <a:pt x="327807" y="213383"/>
                  </a:lnTo>
                  <a:lnTo>
                    <a:pt x="329189" y="208274"/>
                  </a:lnTo>
                  <a:lnTo>
                    <a:pt x="330409" y="203125"/>
                  </a:lnTo>
                  <a:lnTo>
                    <a:pt x="331465" y="197939"/>
                  </a:lnTo>
                  <a:lnTo>
                    <a:pt x="332357" y="192723"/>
                  </a:lnTo>
                  <a:lnTo>
                    <a:pt x="333083" y="187480"/>
                  </a:lnTo>
                  <a:lnTo>
                    <a:pt x="333643" y="182218"/>
                  </a:lnTo>
                  <a:lnTo>
                    <a:pt x="334036" y="176940"/>
                  </a:lnTo>
                  <a:lnTo>
                    <a:pt x="334262" y="171653"/>
                  </a:lnTo>
                  <a:lnTo>
                    <a:pt x="334320" y="166361"/>
                  </a:lnTo>
                  <a:lnTo>
                    <a:pt x="334211" y="161070"/>
                  </a:lnTo>
                  <a:lnTo>
                    <a:pt x="333934" y="155785"/>
                  </a:lnTo>
                  <a:lnTo>
                    <a:pt x="333490" y="150512"/>
                  </a:lnTo>
                  <a:lnTo>
                    <a:pt x="332880" y="145255"/>
                  </a:lnTo>
                  <a:lnTo>
                    <a:pt x="332103" y="140020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5135676" y="1111656"/>
              <a:ext cx="164948" cy="27146"/>
            </a:xfrm>
            <a:custGeom>
              <a:avLst/>
              <a:pathLst>
                <a:path w="164948" h="27146">
                  <a:moveTo>
                    <a:pt x="164948" y="0"/>
                  </a:moveTo>
                  <a:lnTo>
                    <a:pt x="0" y="2714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5135676" y="1111656"/>
              <a:ext cx="164948" cy="27146"/>
            </a:xfrm>
            <a:custGeom>
              <a:avLst/>
              <a:pathLst>
                <a:path w="164948" h="27146">
                  <a:moveTo>
                    <a:pt x="164948" y="0"/>
                  </a:moveTo>
                  <a:lnTo>
                    <a:pt x="0" y="2714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5135676" y="1111656"/>
              <a:ext cx="164948" cy="27146"/>
            </a:xfrm>
            <a:custGeom>
              <a:avLst/>
              <a:pathLst>
                <a:path w="164948" h="27146">
                  <a:moveTo>
                    <a:pt x="164948" y="0"/>
                  </a:moveTo>
                  <a:lnTo>
                    <a:pt x="0" y="2714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5135676" y="1111656"/>
              <a:ext cx="164948" cy="27146"/>
            </a:xfrm>
            <a:custGeom>
              <a:avLst/>
              <a:pathLst>
                <a:path w="164948" h="27146">
                  <a:moveTo>
                    <a:pt x="164948" y="0"/>
                  </a:moveTo>
                  <a:lnTo>
                    <a:pt x="0" y="2714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5135676" y="1111656"/>
              <a:ext cx="164948" cy="27146"/>
            </a:xfrm>
            <a:custGeom>
              <a:avLst/>
              <a:pathLst>
                <a:path w="164948" h="27146">
                  <a:moveTo>
                    <a:pt x="164948" y="0"/>
                  </a:moveTo>
                  <a:lnTo>
                    <a:pt x="0" y="2714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5135676" y="1111656"/>
              <a:ext cx="164948" cy="27146"/>
            </a:xfrm>
            <a:custGeom>
              <a:avLst/>
              <a:pathLst>
                <a:path w="164948" h="27146">
                  <a:moveTo>
                    <a:pt x="164948" y="0"/>
                  </a:moveTo>
                  <a:lnTo>
                    <a:pt x="0" y="2714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5135676" y="1111656"/>
              <a:ext cx="164948" cy="27146"/>
            </a:xfrm>
            <a:custGeom>
              <a:avLst/>
              <a:pathLst>
                <a:path w="164948" h="27146">
                  <a:moveTo>
                    <a:pt x="164948" y="0"/>
                  </a:moveTo>
                  <a:lnTo>
                    <a:pt x="0" y="271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5135676" y="1111656"/>
              <a:ext cx="164948" cy="27146"/>
            </a:xfrm>
            <a:custGeom>
              <a:avLst/>
              <a:pathLst>
                <a:path w="164948" h="27146">
                  <a:moveTo>
                    <a:pt x="164948" y="0"/>
                  </a:moveTo>
                  <a:lnTo>
                    <a:pt x="0" y="271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5135676" y="1111656"/>
              <a:ext cx="164948" cy="27146"/>
            </a:xfrm>
            <a:custGeom>
              <a:avLst/>
              <a:pathLst>
                <a:path w="164948" h="27146">
                  <a:moveTo>
                    <a:pt x="164948" y="0"/>
                  </a:moveTo>
                  <a:lnTo>
                    <a:pt x="0" y="271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5135676" y="1111656"/>
              <a:ext cx="164948" cy="27146"/>
            </a:xfrm>
            <a:custGeom>
              <a:avLst/>
              <a:pathLst>
                <a:path w="164948" h="27146">
                  <a:moveTo>
                    <a:pt x="164948" y="0"/>
                  </a:moveTo>
                  <a:lnTo>
                    <a:pt x="0" y="271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5135676" y="1111656"/>
              <a:ext cx="164948" cy="27146"/>
            </a:xfrm>
            <a:custGeom>
              <a:avLst/>
              <a:pathLst>
                <a:path w="164948" h="27146">
                  <a:moveTo>
                    <a:pt x="164948" y="0"/>
                  </a:moveTo>
                  <a:lnTo>
                    <a:pt x="0" y="2714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5135676" y="1111656"/>
              <a:ext cx="164948" cy="27146"/>
            </a:xfrm>
            <a:custGeom>
              <a:avLst/>
              <a:pathLst>
                <a:path w="164948" h="27146">
                  <a:moveTo>
                    <a:pt x="164948" y="0"/>
                  </a:moveTo>
                  <a:lnTo>
                    <a:pt x="0" y="2714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5135676" y="1111656"/>
              <a:ext cx="164948" cy="27146"/>
            </a:xfrm>
            <a:custGeom>
              <a:avLst/>
              <a:pathLst>
                <a:path w="164948" h="27146">
                  <a:moveTo>
                    <a:pt x="164948" y="0"/>
                  </a:moveTo>
                  <a:lnTo>
                    <a:pt x="0" y="2714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5135676" y="1111656"/>
              <a:ext cx="164948" cy="27146"/>
            </a:xfrm>
            <a:custGeom>
              <a:avLst/>
              <a:pathLst>
                <a:path w="164948" h="27146">
                  <a:moveTo>
                    <a:pt x="164948" y="0"/>
                  </a:moveTo>
                  <a:lnTo>
                    <a:pt x="0" y="2714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5135676" y="1111656"/>
              <a:ext cx="164948" cy="27146"/>
            </a:xfrm>
            <a:custGeom>
              <a:avLst/>
              <a:pathLst>
                <a:path w="164948" h="27146">
                  <a:moveTo>
                    <a:pt x="164948" y="0"/>
                  </a:moveTo>
                  <a:lnTo>
                    <a:pt x="0" y="271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5135676" y="1111656"/>
              <a:ext cx="164948" cy="27146"/>
            </a:xfrm>
            <a:custGeom>
              <a:avLst/>
              <a:pathLst>
                <a:path w="164948" h="27146">
                  <a:moveTo>
                    <a:pt x="164948" y="0"/>
                  </a:moveTo>
                  <a:lnTo>
                    <a:pt x="0" y="271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5135676" y="1111656"/>
              <a:ext cx="164948" cy="27146"/>
            </a:xfrm>
            <a:custGeom>
              <a:avLst/>
              <a:pathLst>
                <a:path w="164948" h="27146">
                  <a:moveTo>
                    <a:pt x="164948" y="0"/>
                  </a:moveTo>
                  <a:lnTo>
                    <a:pt x="0" y="271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5135676" y="1111656"/>
              <a:ext cx="164948" cy="27146"/>
            </a:xfrm>
            <a:custGeom>
              <a:avLst/>
              <a:pathLst>
                <a:path w="164948" h="27146">
                  <a:moveTo>
                    <a:pt x="164948" y="0"/>
                  </a:moveTo>
                  <a:lnTo>
                    <a:pt x="0" y="271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5135676" y="1111656"/>
              <a:ext cx="164948" cy="27146"/>
            </a:xfrm>
            <a:custGeom>
              <a:avLst/>
              <a:pathLst>
                <a:path w="164948" h="27146">
                  <a:moveTo>
                    <a:pt x="164948" y="0"/>
                  </a:moveTo>
                  <a:lnTo>
                    <a:pt x="0" y="2714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5135676" y="1111656"/>
              <a:ext cx="164948" cy="27146"/>
            </a:xfrm>
            <a:custGeom>
              <a:avLst/>
              <a:pathLst>
                <a:path w="164948" h="27146">
                  <a:moveTo>
                    <a:pt x="164948" y="0"/>
                  </a:moveTo>
                  <a:lnTo>
                    <a:pt x="0" y="2714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5135676" y="1108394"/>
              <a:ext cx="164948" cy="30408"/>
            </a:xfrm>
            <a:custGeom>
              <a:avLst/>
              <a:pathLst>
                <a:path w="164948" h="30408">
                  <a:moveTo>
                    <a:pt x="164948" y="3261"/>
                  </a:moveTo>
                  <a:lnTo>
                    <a:pt x="164378" y="0"/>
                  </a:lnTo>
                  <a:lnTo>
                    <a:pt x="0" y="3040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5135676" y="971635"/>
              <a:ext cx="164378" cy="167167"/>
            </a:xfrm>
            <a:custGeom>
              <a:avLst/>
              <a:pathLst>
                <a:path w="164378" h="167167">
                  <a:moveTo>
                    <a:pt x="164378" y="136758"/>
                  </a:moveTo>
                  <a:lnTo>
                    <a:pt x="163311" y="131469"/>
                  </a:lnTo>
                  <a:lnTo>
                    <a:pt x="162074" y="126218"/>
                  </a:lnTo>
                  <a:lnTo>
                    <a:pt x="160668" y="121009"/>
                  </a:lnTo>
                  <a:lnTo>
                    <a:pt x="159095" y="115848"/>
                  </a:lnTo>
                  <a:lnTo>
                    <a:pt x="157356" y="110741"/>
                  </a:lnTo>
                  <a:lnTo>
                    <a:pt x="155453" y="105692"/>
                  </a:lnTo>
                  <a:lnTo>
                    <a:pt x="153388" y="100708"/>
                  </a:lnTo>
                  <a:lnTo>
                    <a:pt x="151164" y="95792"/>
                  </a:lnTo>
                  <a:lnTo>
                    <a:pt x="148782" y="90951"/>
                  </a:lnTo>
                  <a:lnTo>
                    <a:pt x="146245" y="86190"/>
                  </a:lnTo>
                  <a:lnTo>
                    <a:pt x="143555" y="81513"/>
                  </a:lnTo>
                  <a:lnTo>
                    <a:pt x="140717" y="76925"/>
                  </a:lnTo>
                  <a:lnTo>
                    <a:pt x="137731" y="72431"/>
                  </a:lnTo>
                  <a:lnTo>
                    <a:pt x="134602" y="68035"/>
                  </a:lnTo>
                  <a:lnTo>
                    <a:pt x="131333" y="63743"/>
                  </a:lnTo>
                  <a:lnTo>
                    <a:pt x="127927" y="59559"/>
                  </a:lnTo>
                  <a:lnTo>
                    <a:pt x="124388" y="55487"/>
                  </a:lnTo>
                  <a:lnTo>
                    <a:pt x="120719" y="51531"/>
                  </a:lnTo>
                  <a:lnTo>
                    <a:pt x="116925" y="47695"/>
                  </a:lnTo>
                  <a:lnTo>
                    <a:pt x="113008" y="43984"/>
                  </a:lnTo>
                  <a:lnTo>
                    <a:pt x="108974" y="40402"/>
                  </a:lnTo>
                  <a:lnTo>
                    <a:pt x="104827" y="36951"/>
                  </a:lnTo>
                  <a:lnTo>
                    <a:pt x="100570" y="33636"/>
                  </a:lnTo>
                  <a:lnTo>
                    <a:pt x="96209" y="30460"/>
                  </a:lnTo>
                  <a:lnTo>
                    <a:pt x="91747" y="27427"/>
                  </a:lnTo>
                  <a:lnTo>
                    <a:pt x="87190" y="24539"/>
                  </a:lnTo>
                  <a:lnTo>
                    <a:pt x="82541" y="21799"/>
                  </a:lnTo>
                  <a:lnTo>
                    <a:pt x="77807" y="19211"/>
                  </a:lnTo>
                  <a:lnTo>
                    <a:pt x="72992" y="16777"/>
                  </a:lnTo>
                  <a:lnTo>
                    <a:pt x="68101" y="14500"/>
                  </a:lnTo>
                  <a:lnTo>
                    <a:pt x="63139" y="12382"/>
                  </a:lnTo>
                  <a:lnTo>
                    <a:pt x="58111" y="10425"/>
                  </a:lnTo>
                  <a:lnTo>
                    <a:pt x="53023" y="8631"/>
                  </a:lnTo>
                  <a:lnTo>
                    <a:pt x="47879" y="7003"/>
                  </a:lnTo>
                  <a:lnTo>
                    <a:pt x="42686" y="5541"/>
                  </a:lnTo>
                  <a:lnTo>
                    <a:pt x="37448" y="4248"/>
                  </a:lnTo>
                  <a:lnTo>
                    <a:pt x="32171" y="3124"/>
                  </a:lnTo>
                  <a:lnTo>
                    <a:pt x="26860" y="2172"/>
                  </a:lnTo>
                  <a:lnTo>
                    <a:pt x="21522" y="1391"/>
                  </a:lnTo>
                  <a:lnTo>
                    <a:pt x="16161" y="783"/>
                  </a:lnTo>
                  <a:lnTo>
                    <a:pt x="10783" y="348"/>
                  </a:lnTo>
                  <a:lnTo>
                    <a:pt x="5394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4495881" y="941493"/>
              <a:ext cx="121398" cy="167167"/>
            </a:xfrm>
            <a:custGeom>
              <a:avLst/>
              <a:pathLst>
                <a:path w="121398" h="167167">
                  <a:moveTo>
                    <a:pt x="121398" y="0"/>
                  </a:moveTo>
                  <a:lnTo>
                    <a:pt x="115738" y="95"/>
                  </a:lnTo>
                  <a:lnTo>
                    <a:pt x="110084" y="383"/>
                  </a:lnTo>
                  <a:lnTo>
                    <a:pt x="104443" y="862"/>
                  </a:lnTo>
                  <a:lnTo>
                    <a:pt x="98822" y="1531"/>
                  </a:lnTo>
                  <a:lnTo>
                    <a:pt x="93226" y="2390"/>
                  </a:lnTo>
                  <a:lnTo>
                    <a:pt x="87663" y="3439"/>
                  </a:lnTo>
                  <a:lnTo>
                    <a:pt x="82139" y="4675"/>
                  </a:lnTo>
                  <a:lnTo>
                    <a:pt x="76659" y="6097"/>
                  </a:lnTo>
                  <a:lnTo>
                    <a:pt x="71231" y="7705"/>
                  </a:lnTo>
                  <a:lnTo>
                    <a:pt x="65861" y="9495"/>
                  </a:lnTo>
                  <a:lnTo>
                    <a:pt x="60554" y="11466"/>
                  </a:lnTo>
                  <a:lnTo>
                    <a:pt x="55316" y="13615"/>
                  </a:lnTo>
                  <a:lnTo>
                    <a:pt x="50155" y="15941"/>
                  </a:lnTo>
                  <a:lnTo>
                    <a:pt x="45075" y="18440"/>
                  </a:lnTo>
                  <a:lnTo>
                    <a:pt x="40083" y="21109"/>
                  </a:lnTo>
                  <a:lnTo>
                    <a:pt x="35185" y="23946"/>
                  </a:lnTo>
                  <a:lnTo>
                    <a:pt x="30385" y="26947"/>
                  </a:lnTo>
                  <a:lnTo>
                    <a:pt x="25689" y="30109"/>
                  </a:lnTo>
                  <a:lnTo>
                    <a:pt x="21103" y="33429"/>
                  </a:lnTo>
                  <a:lnTo>
                    <a:pt x="16632" y="36901"/>
                  </a:lnTo>
                  <a:lnTo>
                    <a:pt x="12282" y="40523"/>
                  </a:lnTo>
                  <a:lnTo>
                    <a:pt x="8056" y="44291"/>
                  </a:lnTo>
                  <a:lnTo>
                    <a:pt x="3960" y="48199"/>
                  </a:lnTo>
                  <a:lnTo>
                    <a:pt x="0" y="52244"/>
                  </a:lnTo>
                  <a:lnTo>
                    <a:pt x="12139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4495881" y="993737"/>
              <a:ext cx="121398" cy="114923"/>
            </a:xfrm>
            <a:custGeom>
              <a:avLst/>
              <a:pathLst>
                <a:path w="121398" h="114923">
                  <a:moveTo>
                    <a:pt x="0" y="0"/>
                  </a:moveTo>
                  <a:lnTo>
                    <a:pt x="121398" y="11492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4495881" y="993737"/>
              <a:ext cx="121398" cy="114923"/>
            </a:xfrm>
            <a:custGeom>
              <a:avLst/>
              <a:pathLst>
                <a:path w="121398" h="114923">
                  <a:moveTo>
                    <a:pt x="0" y="0"/>
                  </a:moveTo>
                  <a:lnTo>
                    <a:pt x="121398" y="11492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4495881" y="993737"/>
              <a:ext cx="121398" cy="114923"/>
            </a:xfrm>
            <a:custGeom>
              <a:avLst/>
              <a:pathLst>
                <a:path w="121398" h="114923">
                  <a:moveTo>
                    <a:pt x="0" y="0"/>
                  </a:moveTo>
                  <a:lnTo>
                    <a:pt x="121398" y="11492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4495881" y="993737"/>
              <a:ext cx="121398" cy="114923"/>
            </a:xfrm>
            <a:custGeom>
              <a:avLst/>
              <a:pathLst>
                <a:path w="121398" h="114923">
                  <a:moveTo>
                    <a:pt x="0" y="0"/>
                  </a:moveTo>
                  <a:lnTo>
                    <a:pt x="121398" y="11492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4495881" y="993737"/>
              <a:ext cx="121398" cy="114923"/>
            </a:xfrm>
            <a:custGeom>
              <a:avLst/>
              <a:pathLst>
                <a:path w="121398" h="114923">
                  <a:moveTo>
                    <a:pt x="0" y="0"/>
                  </a:moveTo>
                  <a:lnTo>
                    <a:pt x="121398" y="11492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4495881" y="993737"/>
              <a:ext cx="121398" cy="114923"/>
            </a:xfrm>
            <a:custGeom>
              <a:avLst/>
              <a:pathLst>
                <a:path w="121398" h="114923">
                  <a:moveTo>
                    <a:pt x="0" y="0"/>
                  </a:moveTo>
                  <a:lnTo>
                    <a:pt x="121398" y="1149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4495881" y="993737"/>
              <a:ext cx="121398" cy="114923"/>
            </a:xfrm>
            <a:custGeom>
              <a:avLst/>
              <a:pathLst>
                <a:path w="121398" h="114923">
                  <a:moveTo>
                    <a:pt x="0" y="0"/>
                  </a:moveTo>
                  <a:lnTo>
                    <a:pt x="121398" y="1149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4495881" y="993737"/>
              <a:ext cx="121398" cy="114923"/>
            </a:xfrm>
            <a:custGeom>
              <a:avLst/>
              <a:pathLst>
                <a:path w="121398" h="114923">
                  <a:moveTo>
                    <a:pt x="0" y="0"/>
                  </a:moveTo>
                  <a:lnTo>
                    <a:pt x="121398" y="1149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4495881" y="993737"/>
              <a:ext cx="121398" cy="114923"/>
            </a:xfrm>
            <a:custGeom>
              <a:avLst/>
              <a:pathLst>
                <a:path w="121398" h="114923">
                  <a:moveTo>
                    <a:pt x="0" y="0"/>
                  </a:moveTo>
                  <a:lnTo>
                    <a:pt x="121398" y="1149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4495881" y="993737"/>
              <a:ext cx="121398" cy="114923"/>
            </a:xfrm>
            <a:custGeom>
              <a:avLst/>
              <a:pathLst>
                <a:path w="121398" h="114923">
                  <a:moveTo>
                    <a:pt x="0" y="0"/>
                  </a:moveTo>
                  <a:lnTo>
                    <a:pt x="121398" y="11492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4495881" y="993737"/>
              <a:ext cx="121398" cy="114923"/>
            </a:xfrm>
            <a:custGeom>
              <a:avLst/>
              <a:pathLst>
                <a:path w="121398" h="114923">
                  <a:moveTo>
                    <a:pt x="0" y="0"/>
                  </a:moveTo>
                  <a:lnTo>
                    <a:pt x="121398" y="1149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4495881" y="993737"/>
              <a:ext cx="121398" cy="114923"/>
            </a:xfrm>
            <a:custGeom>
              <a:avLst/>
              <a:pathLst>
                <a:path w="121398" h="114923">
                  <a:moveTo>
                    <a:pt x="0" y="0"/>
                  </a:moveTo>
                  <a:lnTo>
                    <a:pt x="121398" y="1149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4495881" y="993737"/>
              <a:ext cx="121398" cy="114923"/>
            </a:xfrm>
            <a:custGeom>
              <a:avLst/>
              <a:pathLst>
                <a:path w="121398" h="114923">
                  <a:moveTo>
                    <a:pt x="0" y="0"/>
                  </a:moveTo>
                  <a:lnTo>
                    <a:pt x="121398" y="11492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4495881" y="993737"/>
              <a:ext cx="121398" cy="114923"/>
            </a:xfrm>
            <a:custGeom>
              <a:avLst/>
              <a:pathLst>
                <a:path w="121398" h="114923">
                  <a:moveTo>
                    <a:pt x="0" y="0"/>
                  </a:moveTo>
                  <a:lnTo>
                    <a:pt x="121398" y="1149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4495881" y="993737"/>
              <a:ext cx="121398" cy="114923"/>
            </a:xfrm>
            <a:custGeom>
              <a:avLst/>
              <a:pathLst>
                <a:path w="121398" h="114923">
                  <a:moveTo>
                    <a:pt x="0" y="0"/>
                  </a:moveTo>
                  <a:lnTo>
                    <a:pt x="121398" y="1149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4495881" y="993737"/>
              <a:ext cx="121398" cy="114923"/>
            </a:xfrm>
            <a:custGeom>
              <a:avLst/>
              <a:pathLst>
                <a:path w="121398" h="114923">
                  <a:moveTo>
                    <a:pt x="0" y="0"/>
                  </a:moveTo>
                  <a:lnTo>
                    <a:pt x="121398" y="1149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4495881" y="993737"/>
              <a:ext cx="121398" cy="114923"/>
            </a:xfrm>
            <a:custGeom>
              <a:avLst/>
              <a:pathLst>
                <a:path w="121398" h="114923">
                  <a:moveTo>
                    <a:pt x="0" y="0"/>
                  </a:moveTo>
                  <a:lnTo>
                    <a:pt x="121398" y="1149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4495881" y="993737"/>
              <a:ext cx="121398" cy="114923"/>
            </a:xfrm>
            <a:custGeom>
              <a:avLst/>
              <a:pathLst>
                <a:path w="121398" h="114923">
                  <a:moveTo>
                    <a:pt x="0" y="0"/>
                  </a:moveTo>
                  <a:lnTo>
                    <a:pt x="121398" y="11492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4495881" y="993737"/>
              <a:ext cx="121398" cy="114923"/>
            </a:xfrm>
            <a:custGeom>
              <a:avLst/>
              <a:pathLst>
                <a:path w="121398" h="114923">
                  <a:moveTo>
                    <a:pt x="0" y="0"/>
                  </a:moveTo>
                  <a:lnTo>
                    <a:pt x="121398" y="11492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4450114" y="971796"/>
              <a:ext cx="334329" cy="304022"/>
            </a:xfrm>
            <a:custGeom>
              <a:avLst/>
              <a:pathLst>
                <a:path w="334329" h="304022">
                  <a:moveTo>
                    <a:pt x="45767" y="21941"/>
                  </a:moveTo>
                  <a:lnTo>
                    <a:pt x="42179" y="25853"/>
                  </a:lnTo>
                  <a:lnTo>
                    <a:pt x="38718" y="29878"/>
                  </a:lnTo>
                  <a:lnTo>
                    <a:pt x="35385" y="34010"/>
                  </a:lnTo>
                  <a:lnTo>
                    <a:pt x="32186" y="38246"/>
                  </a:lnTo>
                  <a:lnTo>
                    <a:pt x="29123" y="42582"/>
                  </a:lnTo>
                  <a:lnTo>
                    <a:pt x="26199" y="47012"/>
                  </a:lnTo>
                  <a:lnTo>
                    <a:pt x="23417" y="51533"/>
                  </a:lnTo>
                  <a:lnTo>
                    <a:pt x="20780" y="56141"/>
                  </a:lnTo>
                  <a:lnTo>
                    <a:pt x="18291" y="60829"/>
                  </a:lnTo>
                  <a:lnTo>
                    <a:pt x="15952" y="65595"/>
                  </a:lnTo>
                  <a:lnTo>
                    <a:pt x="13765" y="70432"/>
                  </a:lnTo>
                  <a:lnTo>
                    <a:pt x="11733" y="75336"/>
                  </a:lnTo>
                  <a:lnTo>
                    <a:pt x="9858" y="80302"/>
                  </a:lnTo>
                  <a:lnTo>
                    <a:pt x="8141" y="85326"/>
                  </a:lnTo>
                  <a:lnTo>
                    <a:pt x="6585" y="90401"/>
                  </a:lnTo>
                  <a:lnTo>
                    <a:pt x="5191" y="95523"/>
                  </a:lnTo>
                  <a:lnTo>
                    <a:pt x="3960" y="100687"/>
                  </a:lnTo>
                  <a:lnTo>
                    <a:pt x="2893" y="105887"/>
                  </a:lnTo>
                  <a:lnTo>
                    <a:pt x="1993" y="111118"/>
                  </a:lnTo>
                  <a:lnTo>
                    <a:pt x="1258" y="116376"/>
                  </a:lnTo>
                  <a:lnTo>
                    <a:pt x="691" y="121654"/>
                  </a:lnTo>
                  <a:lnTo>
                    <a:pt x="292" y="126947"/>
                  </a:lnTo>
                  <a:lnTo>
                    <a:pt x="62" y="132251"/>
                  </a:lnTo>
                  <a:lnTo>
                    <a:pt x="0" y="137559"/>
                  </a:lnTo>
                  <a:lnTo>
                    <a:pt x="106" y="142866"/>
                  </a:lnTo>
                  <a:lnTo>
                    <a:pt x="381" y="148168"/>
                  </a:lnTo>
                  <a:lnTo>
                    <a:pt x="824" y="153458"/>
                  </a:lnTo>
                  <a:lnTo>
                    <a:pt x="1434" y="158731"/>
                  </a:lnTo>
                  <a:lnTo>
                    <a:pt x="2212" y="163982"/>
                  </a:lnTo>
                  <a:lnTo>
                    <a:pt x="3156" y="169206"/>
                  </a:lnTo>
                  <a:lnTo>
                    <a:pt x="4266" y="174397"/>
                  </a:lnTo>
                  <a:lnTo>
                    <a:pt x="5540" y="179551"/>
                  </a:lnTo>
                  <a:lnTo>
                    <a:pt x="6977" y="184661"/>
                  </a:lnTo>
                  <a:lnTo>
                    <a:pt x="8575" y="189723"/>
                  </a:lnTo>
                  <a:lnTo>
                    <a:pt x="10334" y="194732"/>
                  </a:lnTo>
                  <a:lnTo>
                    <a:pt x="12250" y="199682"/>
                  </a:lnTo>
                  <a:lnTo>
                    <a:pt x="14323" y="204569"/>
                  </a:lnTo>
                  <a:lnTo>
                    <a:pt x="16549" y="209388"/>
                  </a:lnTo>
                  <a:lnTo>
                    <a:pt x="18928" y="214134"/>
                  </a:lnTo>
                  <a:lnTo>
                    <a:pt x="21456" y="218802"/>
                  </a:lnTo>
                  <a:lnTo>
                    <a:pt x="24131" y="223387"/>
                  </a:lnTo>
                  <a:lnTo>
                    <a:pt x="26951" y="227885"/>
                  </a:lnTo>
                  <a:lnTo>
                    <a:pt x="29912" y="232291"/>
                  </a:lnTo>
                  <a:lnTo>
                    <a:pt x="33011" y="236601"/>
                  </a:lnTo>
                  <a:lnTo>
                    <a:pt x="36245" y="240810"/>
                  </a:lnTo>
                  <a:lnTo>
                    <a:pt x="39612" y="244915"/>
                  </a:lnTo>
                  <a:lnTo>
                    <a:pt x="43107" y="248910"/>
                  </a:lnTo>
                  <a:lnTo>
                    <a:pt x="46727" y="252793"/>
                  </a:lnTo>
                  <a:lnTo>
                    <a:pt x="50468" y="256559"/>
                  </a:lnTo>
                  <a:lnTo>
                    <a:pt x="54328" y="260203"/>
                  </a:lnTo>
                  <a:lnTo>
                    <a:pt x="58301" y="263724"/>
                  </a:lnTo>
                  <a:lnTo>
                    <a:pt x="62384" y="267117"/>
                  </a:lnTo>
                  <a:lnTo>
                    <a:pt x="66572" y="270378"/>
                  </a:lnTo>
                  <a:lnTo>
                    <a:pt x="70862" y="273505"/>
                  </a:lnTo>
                  <a:lnTo>
                    <a:pt x="75249" y="276494"/>
                  </a:lnTo>
                  <a:lnTo>
                    <a:pt x="79729" y="279342"/>
                  </a:lnTo>
                  <a:lnTo>
                    <a:pt x="84297" y="282046"/>
                  </a:lnTo>
                  <a:lnTo>
                    <a:pt x="88949" y="284604"/>
                  </a:lnTo>
                  <a:lnTo>
                    <a:pt x="93679" y="287013"/>
                  </a:lnTo>
                  <a:lnTo>
                    <a:pt x="98484" y="289271"/>
                  </a:lnTo>
                  <a:lnTo>
                    <a:pt x="103357" y="291375"/>
                  </a:lnTo>
                  <a:lnTo>
                    <a:pt x="108295" y="293323"/>
                  </a:lnTo>
                  <a:lnTo>
                    <a:pt x="113293" y="295113"/>
                  </a:lnTo>
                  <a:lnTo>
                    <a:pt x="118345" y="296744"/>
                  </a:lnTo>
                  <a:lnTo>
                    <a:pt x="123446" y="298213"/>
                  </a:lnTo>
                  <a:lnTo>
                    <a:pt x="128591" y="299520"/>
                  </a:lnTo>
                  <a:lnTo>
                    <a:pt x="133775" y="300663"/>
                  </a:lnTo>
                  <a:lnTo>
                    <a:pt x="138992" y="301640"/>
                  </a:lnTo>
                  <a:lnTo>
                    <a:pt x="144239" y="302452"/>
                  </a:lnTo>
                  <a:lnTo>
                    <a:pt x="149508" y="303096"/>
                  </a:lnTo>
                  <a:lnTo>
                    <a:pt x="154795" y="303573"/>
                  </a:lnTo>
                  <a:lnTo>
                    <a:pt x="160094" y="303882"/>
                  </a:lnTo>
                  <a:lnTo>
                    <a:pt x="165401" y="304022"/>
                  </a:lnTo>
                  <a:lnTo>
                    <a:pt x="170709" y="303994"/>
                  </a:lnTo>
                  <a:lnTo>
                    <a:pt x="176014" y="303797"/>
                  </a:lnTo>
                  <a:lnTo>
                    <a:pt x="181310" y="303432"/>
                  </a:lnTo>
                  <a:lnTo>
                    <a:pt x="186592" y="302899"/>
                  </a:lnTo>
                  <a:lnTo>
                    <a:pt x="191854" y="302198"/>
                  </a:lnTo>
                  <a:lnTo>
                    <a:pt x="197091" y="301331"/>
                  </a:lnTo>
                  <a:lnTo>
                    <a:pt x="202298" y="300298"/>
                  </a:lnTo>
                  <a:lnTo>
                    <a:pt x="207469" y="299100"/>
                  </a:lnTo>
                  <a:lnTo>
                    <a:pt x="212600" y="297739"/>
                  </a:lnTo>
                  <a:lnTo>
                    <a:pt x="217685" y="296215"/>
                  </a:lnTo>
                  <a:lnTo>
                    <a:pt x="222720" y="294531"/>
                  </a:lnTo>
                  <a:lnTo>
                    <a:pt x="227698" y="292687"/>
                  </a:lnTo>
                  <a:lnTo>
                    <a:pt x="232615" y="290687"/>
                  </a:lnTo>
                  <a:lnTo>
                    <a:pt x="237466" y="288531"/>
                  </a:lnTo>
                  <a:lnTo>
                    <a:pt x="242246" y="286222"/>
                  </a:lnTo>
                  <a:lnTo>
                    <a:pt x="246951" y="283763"/>
                  </a:lnTo>
                  <a:lnTo>
                    <a:pt x="251575" y="281156"/>
                  </a:lnTo>
                  <a:lnTo>
                    <a:pt x="256114" y="278403"/>
                  </a:lnTo>
                  <a:lnTo>
                    <a:pt x="260563" y="275507"/>
                  </a:lnTo>
                  <a:lnTo>
                    <a:pt x="264918" y="272472"/>
                  </a:lnTo>
                  <a:lnTo>
                    <a:pt x="269174" y="269300"/>
                  </a:lnTo>
                  <a:lnTo>
                    <a:pt x="273328" y="265994"/>
                  </a:lnTo>
                  <a:lnTo>
                    <a:pt x="277374" y="262558"/>
                  </a:lnTo>
                  <a:lnTo>
                    <a:pt x="281310" y="258995"/>
                  </a:lnTo>
                  <a:lnTo>
                    <a:pt x="285130" y="255310"/>
                  </a:lnTo>
                  <a:lnTo>
                    <a:pt x="288831" y="251504"/>
                  </a:lnTo>
                  <a:lnTo>
                    <a:pt x="292410" y="247583"/>
                  </a:lnTo>
                  <a:lnTo>
                    <a:pt x="295862" y="243551"/>
                  </a:lnTo>
                  <a:lnTo>
                    <a:pt x="299185" y="239411"/>
                  </a:lnTo>
                  <a:lnTo>
                    <a:pt x="302374" y="235167"/>
                  </a:lnTo>
                  <a:lnTo>
                    <a:pt x="305427" y="230825"/>
                  </a:lnTo>
                  <a:lnTo>
                    <a:pt x="308341" y="226387"/>
                  </a:lnTo>
                  <a:lnTo>
                    <a:pt x="311112" y="221860"/>
                  </a:lnTo>
                  <a:lnTo>
                    <a:pt x="313739" y="217246"/>
                  </a:lnTo>
                  <a:lnTo>
                    <a:pt x="316217" y="212552"/>
                  </a:lnTo>
                  <a:lnTo>
                    <a:pt x="318545" y="207781"/>
                  </a:lnTo>
                  <a:lnTo>
                    <a:pt x="320720" y="202939"/>
                  </a:lnTo>
                  <a:lnTo>
                    <a:pt x="322741" y="198030"/>
                  </a:lnTo>
                  <a:lnTo>
                    <a:pt x="324605" y="193059"/>
                  </a:lnTo>
                  <a:lnTo>
                    <a:pt x="326309" y="188032"/>
                  </a:lnTo>
                  <a:lnTo>
                    <a:pt x="327854" y="182953"/>
                  </a:lnTo>
                  <a:lnTo>
                    <a:pt x="329236" y="177828"/>
                  </a:lnTo>
                  <a:lnTo>
                    <a:pt x="330455" y="172661"/>
                  </a:lnTo>
                  <a:lnTo>
                    <a:pt x="331509" y="167458"/>
                  </a:lnTo>
                  <a:lnTo>
                    <a:pt x="332398" y="162225"/>
                  </a:lnTo>
                  <a:lnTo>
                    <a:pt x="333120" y="156966"/>
                  </a:lnTo>
                  <a:lnTo>
                    <a:pt x="333675" y="151686"/>
                  </a:lnTo>
                  <a:lnTo>
                    <a:pt x="334061" y="146392"/>
                  </a:lnTo>
                  <a:lnTo>
                    <a:pt x="334280" y="141088"/>
                  </a:lnTo>
                  <a:lnTo>
                    <a:pt x="334329" y="135780"/>
                  </a:lnTo>
                  <a:lnTo>
                    <a:pt x="334211" y="130472"/>
                  </a:lnTo>
                  <a:lnTo>
                    <a:pt x="333924" y="125172"/>
                  </a:lnTo>
                  <a:lnTo>
                    <a:pt x="333468" y="119883"/>
                  </a:lnTo>
                  <a:lnTo>
                    <a:pt x="332845" y="114611"/>
                  </a:lnTo>
                  <a:lnTo>
                    <a:pt x="332055" y="109362"/>
                  </a:lnTo>
                  <a:lnTo>
                    <a:pt x="331099" y="104140"/>
                  </a:lnTo>
                  <a:lnTo>
                    <a:pt x="329977" y="98951"/>
                  </a:lnTo>
                  <a:lnTo>
                    <a:pt x="328691" y="93801"/>
                  </a:lnTo>
                  <a:lnTo>
                    <a:pt x="327242" y="88694"/>
                  </a:lnTo>
                  <a:lnTo>
                    <a:pt x="325632" y="83636"/>
                  </a:lnTo>
                  <a:lnTo>
                    <a:pt x="323862" y="78631"/>
                  </a:lnTo>
                  <a:lnTo>
                    <a:pt x="321934" y="73685"/>
                  </a:lnTo>
                  <a:lnTo>
                    <a:pt x="319850" y="68803"/>
                  </a:lnTo>
                  <a:lnTo>
                    <a:pt x="317612" y="63989"/>
                  </a:lnTo>
                  <a:lnTo>
                    <a:pt x="315222" y="59249"/>
                  </a:lnTo>
                  <a:lnTo>
                    <a:pt x="312683" y="54587"/>
                  </a:lnTo>
                  <a:lnTo>
                    <a:pt x="309998" y="50008"/>
                  </a:lnTo>
                  <a:lnTo>
                    <a:pt x="307168" y="45517"/>
                  </a:lnTo>
                  <a:lnTo>
                    <a:pt x="304197" y="41118"/>
                  </a:lnTo>
                  <a:lnTo>
                    <a:pt x="301088" y="36815"/>
                  </a:lnTo>
                  <a:lnTo>
                    <a:pt x="297843" y="32613"/>
                  </a:lnTo>
                  <a:lnTo>
                    <a:pt x="294467" y="28516"/>
                  </a:lnTo>
                  <a:lnTo>
                    <a:pt x="290963" y="24529"/>
                  </a:lnTo>
                  <a:lnTo>
                    <a:pt x="287334" y="20655"/>
                  </a:lnTo>
                  <a:lnTo>
                    <a:pt x="283583" y="16898"/>
                  </a:lnTo>
                  <a:lnTo>
                    <a:pt x="279715" y="13262"/>
                  </a:lnTo>
                  <a:lnTo>
                    <a:pt x="275734" y="9751"/>
                  </a:lnTo>
                  <a:lnTo>
                    <a:pt x="271643" y="6368"/>
                  </a:lnTo>
                  <a:lnTo>
                    <a:pt x="267447" y="3116"/>
                  </a:lnTo>
                  <a:lnTo>
                    <a:pt x="263150" y="0"/>
                  </a:lnTo>
                  <a:lnTo>
                    <a:pt x="167165" y="13686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4617280" y="941493"/>
              <a:ext cx="95984" cy="167167"/>
            </a:xfrm>
            <a:custGeom>
              <a:avLst/>
              <a:pathLst>
                <a:path w="95984" h="167167">
                  <a:moveTo>
                    <a:pt x="95984" y="30302"/>
                  </a:moveTo>
                  <a:lnTo>
                    <a:pt x="91279" y="27121"/>
                  </a:lnTo>
                  <a:lnTo>
                    <a:pt x="86469" y="24101"/>
                  </a:lnTo>
                  <a:lnTo>
                    <a:pt x="81559" y="21246"/>
                  </a:lnTo>
                  <a:lnTo>
                    <a:pt x="76555" y="18559"/>
                  </a:lnTo>
                  <a:lnTo>
                    <a:pt x="71462" y="16044"/>
                  </a:lnTo>
                  <a:lnTo>
                    <a:pt x="66287" y="13704"/>
                  </a:lnTo>
                  <a:lnTo>
                    <a:pt x="61035" y="11540"/>
                  </a:lnTo>
                  <a:lnTo>
                    <a:pt x="55713" y="9557"/>
                  </a:lnTo>
                  <a:lnTo>
                    <a:pt x="50327" y="7755"/>
                  </a:lnTo>
                  <a:lnTo>
                    <a:pt x="44882" y="6137"/>
                  </a:lnTo>
                  <a:lnTo>
                    <a:pt x="39386" y="4706"/>
                  </a:lnTo>
                  <a:lnTo>
                    <a:pt x="33844" y="3461"/>
                  </a:lnTo>
                  <a:lnTo>
                    <a:pt x="28263" y="2406"/>
                  </a:lnTo>
                  <a:lnTo>
                    <a:pt x="22650" y="1541"/>
                  </a:lnTo>
                  <a:lnTo>
                    <a:pt x="17010" y="867"/>
                  </a:lnTo>
                  <a:lnTo>
                    <a:pt x="11351" y="385"/>
                  </a:lnTo>
                  <a:lnTo>
                    <a:pt x="5678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3999697" y="1031511"/>
              <a:ext cx="106197" cy="167167"/>
            </a:xfrm>
            <a:custGeom>
              <a:avLst/>
              <a:pathLst>
                <a:path w="106197" h="167167">
                  <a:moveTo>
                    <a:pt x="106197" y="0"/>
                  </a:moveTo>
                  <a:lnTo>
                    <a:pt x="100444" y="99"/>
                  </a:lnTo>
                  <a:lnTo>
                    <a:pt x="94699" y="395"/>
                  </a:lnTo>
                  <a:lnTo>
                    <a:pt x="88967" y="890"/>
                  </a:lnTo>
                  <a:lnTo>
                    <a:pt x="83255" y="1581"/>
                  </a:lnTo>
                  <a:lnTo>
                    <a:pt x="77571" y="2469"/>
                  </a:lnTo>
                  <a:lnTo>
                    <a:pt x="71920" y="3551"/>
                  </a:lnTo>
                  <a:lnTo>
                    <a:pt x="66310" y="4828"/>
                  </a:lnTo>
                  <a:lnTo>
                    <a:pt x="60747" y="6296"/>
                  </a:lnTo>
                  <a:lnTo>
                    <a:pt x="55238" y="7956"/>
                  </a:lnTo>
                  <a:lnTo>
                    <a:pt x="49790" y="9804"/>
                  </a:lnTo>
                  <a:lnTo>
                    <a:pt x="44408" y="11838"/>
                  </a:lnTo>
                  <a:lnTo>
                    <a:pt x="39100" y="14056"/>
                  </a:lnTo>
                  <a:lnTo>
                    <a:pt x="33871" y="16456"/>
                  </a:lnTo>
                  <a:lnTo>
                    <a:pt x="28727" y="19034"/>
                  </a:lnTo>
                  <a:lnTo>
                    <a:pt x="23676" y="21787"/>
                  </a:lnTo>
                  <a:lnTo>
                    <a:pt x="18722" y="24713"/>
                  </a:lnTo>
                  <a:lnTo>
                    <a:pt x="13872" y="27808"/>
                  </a:lnTo>
                  <a:lnTo>
                    <a:pt x="9131" y="31067"/>
                  </a:lnTo>
                  <a:lnTo>
                    <a:pt x="4505" y="34488"/>
                  </a:lnTo>
                  <a:lnTo>
                    <a:pt x="0" y="38066"/>
                  </a:lnTo>
                  <a:lnTo>
                    <a:pt x="10619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3999697" y="1069578"/>
              <a:ext cx="106197" cy="129101"/>
            </a:xfrm>
            <a:custGeom>
              <a:avLst/>
              <a:pathLst>
                <a:path w="106197" h="129101">
                  <a:moveTo>
                    <a:pt x="0" y="0"/>
                  </a:moveTo>
                  <a:lnTo>
                    <a:pt x="106197" y="12910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3999697" y="1069578"/>
              <a:ext cx="106197" cy="129101"/>
            </a:xfrm>
            <a:custGeom>
              <a:avLst/>
              <a:pathLst>
                <a:path w="106197" h="129101">
                  <a:moveTo>
                    <a:pt x="0" y="0"/>
                  </a:moveTo>
                  <a:lnTo>
                    <a:pt x="106197" y="12910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3999697" y="1069578"/>
              <a:ext cx="106197" cy="129101"/>
            </a:xfrm>
            <a:custGeom>
              <a:avLst/>
              <a:pathLst>
                <a:path w="106197" h="129101">
                  <a:moveTo>
                    <a:pt x="0" y="0"/>
                  </a:moveTo>
                  <a:lnTo>
                    <a:pt x="106197" y="12910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3999697" y="1069578"/>
              <a:ext cx="106197" cy="129101"/>
            </a:xfrm>
            <a:custGeom>
              <a:avLst/>
              <a:pathLst>
                <a:path w="106197" h="129101">
                  <a:moveTo>
                    <a:pt x="0" y="0"/>
                  </a:moveTo>
                  <a:lnTo>
                    <a:pt x="106197" y="12910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3999697" y="1069578"/>
              <a:ext cx="106197" cy="129101"/>
            </a:xfrm>
            <a:custGeom>
              <a:avLst/>
              <a:pathLst>
                <a:path w="106197" h="129101">
                  <a:moveTo>
                    <a:pt x="0" y="0"/>
                  </a:moveTo>
                  <a:lnTo>
                    <a:pt x="106197" y="1291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3999697" y="1069578"/>
              <a:ext cx="106197" cy="129101"/>
            </a:xfrm>
            <a:custGeom>
              <a:avLst/>
              <a:pathLst>
                <a:path w="106197" h="129101">
                  <a:moveTo>
                    <a:pt x="0" y="0"/>
                  </a:moveTo>
                  <a:lnTo>
                    <a:pt x="106197" y="1291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3999697" y="1069578"/>
              <a:ext cx="106197" cy="129101"/>
            </a:xfrm>
            <a:custGeom>
              <a:avLst/>
              <a:pathLst>
                <a:path w="106197" h="129101">
                  <a:moveTo>
                    <a:pt x="0" y="0"/>
                  </a:moveTo>
                  <a:lnTo>
                    <a:pt x="106197" y="1291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3999697" y="1069578"/>
              <a:ext cx="106197" cy="129101"/>
            </a:xfrm>
            <a:custGeom>
              <a:avLst/>
              <a:pathLst>
                <a:path w="106197" h="129101">
                  <a:moveTo>
                    <a:pt x="0" y="0"/>
                  </a:moveTo>
                  <a:lnTo>
                    <a:pt x="106197" y="1291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3999697" y="1069578"/>
              <a:ext cx="106197" cy="129101"/>
            </a:xfrm>
            <a:custGeom>
              <a:avLst/>
              <a:pathLst>
                <a:path w="106197" h="129101">
                  <a:moveTo>
                    <a:pt x="0" y="0"/>
                  </a:moveTo>
                  <a:lnTo>
                    <a:pt x="106197" y="12910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3999697" y="1069578"/>
              <a:ext cx="106197" cy="129101"/>
            </a:xfrm>
            <a:custGeom>
              <a:avLst/>
              <a:pathLst>
                <a:path w="106197" h="129101">
                  <a:moveTo>
                    <a:pt x="0" y="0"/>
                  </a:moveTo>
                  <a:lnTo>
                    <a:pt x="106197" y="12910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3999697" y="1069578"/>
              <a:ext cx="106197" cy="129101"/>
            </a:xfrm>
            <a:custGeom>
              <a:avLst/>
              <a:pathLst>
                <a:path w="106197" h="129101">
                  <a:moveTo>
                    <a:pt x="0" y="0"/>
                  </a:moveTo>
                  <a:lnTo>
                    <a:pt x="106197" y="12910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3999697" y="1069578"/>
              <a:ext cx="106197" cy="129101"/>
            </a:xfrm>
            <a:custGeom>
              <a:avLst/>
              <a:pathLst>
                <a:path w="106197" h="129101">
                  <a:moveTo>
                    <a:pt x="0" y="0"/>
                  </a:moveTo>
                  <a:lnTo>
                    <a:pt x="106197" y="12910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3999697" y="1069578"/>
              <a:ext cx="106197" cy="129101"/>
            </a:xfrm>
            <a:custGeom>
              <a:avLst/>
              <a:pathLst>
                <a:path w="106197" h="129101">
                  <a:moveTo>
                    <a:pt x="0" y="0"/>
                  </a:moveTo>
                  <a:lnTo>
                    <a:pt x="106197" y="1291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3999697" y="1069578"/>
              <a:ext cx="106197" cy="129101"/>
            </a:xfrm>
            <a:custGeom>
              <a:avLst/>
              <a:pathLst>
                <a:path w="106197" h="129101">
                  <a:moveTo>
                    <a:pt x="0" y="0"/>
                  </a:moveTo>
                  <a:lnTo>
                    <a:pt x="106197" y="1291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3999697" y="1069578"/>
              <a:ext cx="106197" cy="129101"/>
            </a:xfrm>
            <a:custGeom>
              <a:avLst/>
              <a:pathLst>
                <a:path w="106197" h="129101">
                  <a:moveTo>
                    <a:pt x="0" y="0"/>
                  </a:moveTo>
                  <a:lnTo>
                    <a:pt x="106197" y="1291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3999697" y="1069578"/>
              <a:ext cx="106197" cy="129101"/>
            </a:xfrm>
            <a:custGeom>
              <a:avLst/>
              <a:pathLst>
                <a:path w="106197" h="129101">
                  <a:moveTo>
                    <a:pt x="0" y="0"/>
                  </a:moveTo>
                  <a:lnTo>
                    <a:pt x="106197" y="1291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3999697" y="1069578"/>
              <a:ext cx="106197" cy="129101"/>
            </a:xfrm>
            <a:custGeom>
              <a:avLst/>
              <a:pathLst>
                <a:path w="106197" h="129101">
                  <a:moveTo>
                    <a:pt x="0" y="0"/>
                  </a:moveTo>
                  <a:lnTo>
                    <a:pt x="106197" y="12910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3999697" y="1069578"/>
              <a:ext cx="106197" cy="129101"/>
            </a:xfrm>
            <a:custGeom>
              <a:avLst/>
              <a:pathLst>
                <a:path w="106197" h="129101">
                  <a:moveTo>
                    <a:pt x="0" y="0"/>
                  </a:moveTo>
                  <a:lnTo>
                    <a:pt x="106197" y="12910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3938742" y="1069578"/>
              <a:ext cx="167152" cy="279033"/>
            </a:xfrm>
            <a:custGeom>
              <a:avLst/>
              <a:pathLst>
                <a:path w="167152" h="279033">
                  <a:moveTo>
                    <a:pt x="60954" y="0"/>
                  </a:moveTo>
                  <a:lnTo>
                    <a:pt x="56855" y="3483"/>
                  </a:lnTo>
                  <a:lnTo>
                    <a:pt x="52871" y="7097"/>
                  </a:lnTo>
                  <a:lnTo>
                    <a:pt x="49005" y="10837"/>
                  </a:lnTo>
                  <a:lnTo>
                    <a:pt x="45261" y="14699"/>
                  </a:lnTo>
                  <a:lnTo>
                    <a:pt x="41643" y="18680"/>
                  </a:lnTo>
                  <a:lnTo>
                    <a:pt x="38156" y="22776"/>
                  </a:lnTo>
                  <a:lnTo>
                    <a:pt x="34801" y="26981"/>
                  </a:lnTo>
                  <a:lnTo>
                    <a:pt x="31584" y="31292"/>
                  </a:lnTo>
                  <a:lnTo>
                    <a:pt x="28508" y="35705"/>
                  </a:lnTo>
                  <a:lnTo>
                    <a:pt x="25574" y="40214"/>
                  </a:lnTo>
                  <a:lnTo>
                    <a:pt x="22788" y="44815"/>
                  </a:lnTo>
                  <a:lnTo>
                    <a:pt x="20151" y="49503"/>
                  </a:lnTo>
                  <a:lnTo>
                    <a:pt x="17666" y="54274"/>
                  </a:lnTo>
                  <a:lnTo>
                    <a:pt x="15336" y="59122"/>
                  </a:lnTo>
                  <a:lnTo>
                    <a:pt x="13163" y="64043"/>
                  </a:lnTo>
                  <a:lnTo>
                    <a:pt x="11149" y="69031"/>
                  </a:lnTo>
                  <a:lnTo>
                    <a:pt x="9298" y="74082"/>
                  </a:lnTo>
                  <a:lnTo>
                    <a:pt x="7609" y="79189"/>
                  </a:lnTo>
                  <a:lnTo>
                    <a:pt x="6086" y="84348"/>
                  </a:lnTo>
                  <a:lnTo>
                    <a:pt x="4729" y="89553"/>
                  </a:lnTo>
                  <a:lnTo>
                    <a:pt x="3541" y="94800"/>
                  </a:lnTo>
                  <a:lnTo>
                    <a:pt x="2522" y="100081"/>
                  </a:lnTo>
                  <a:lnTo>
                    <a:pt x="1674" y="105393"/>
                  </a:lnTo>
                  <a:lnTo>
                    <a:pt x="997" y="110730"/>
                  </a:lnTo>
                  <a:lnTo>
                    <a:pt x="492" y="116085"/>
                  </a:lnTo>
                  <a:lnTo>
                    <a:pt x="159" y="121454"/>
                  </a:lnTo>
                  <a:lnTo>
                    <a:pt x="0" y="126831"/>
                  </a:lnTo>
                  <a:lnTo>
                    <a:pt x="13" y="132210"/>
                  </a:lnTo>
                  <a:lnTo>
                    <a:pt x="200" y="137586"/>
                  </a:lnTo>
                  <a:lnTo>
                    <a:pt x="559" y="142953"/>
                  </a:lnTo>
                  <a:lnTo>
                    <a:pt x="1091" y="148306"/>
                  </a:lnTo>
                  <a:lnTo>
                    <a:pt x="1795" y="153639"/>
                  </a:lnTo>
                  <a:lnTo>
                    <a:pt x="2670" y="158946"/>
                  </a:lnTo>
                  <a:lnTo>
                    <a:pt x="3715" y="164223"/>
                  </a:lnTo>
                  <a:lnTo>
                    <a:pt x="4930" y="169463"/>
                  </a:lnTo>
                  <a:lnTo>
                    <a:pt x="6313" y="174661"/>
                  </a:lnTo>
                  <a:lnTo>
                    <a:pt x="7862" y="179813"/>
                  </a:lnTo>
                  <a:lnTo>
                    <a:pt x="9576" y="184912"/>
                  </a:lnTo>
                  <a:lnTo>
                    <a:pt x="11453" y="189952"/>
                  </a:lnTo>
                  <a:lnTo>
                    <a:pt x="13492" y="194930"/>
                  </a:lnTo>
                  <a:lnTo>
                    <a:pt x="15689" y="199840"/>
                  </a:lnTo>
                  <a:lnTo>
                    <a:pt x="18044" y="204677"/>
                  </a:lnTo>
                  <a:lnTo>
                    <a:pt x="20552" y="209435"/>
                  </a:lnTo>
                  <a:lnTo>
                    <a:pt x="23213" y="214110"/>
                  </a:lnTo>
                  <a:lnTo>
                    <a:pt x="26023" y="218697"/>
                  </a:lnTo>
                  <a:lnTo>
                    <a:pt x="28978" y="223192"/>
                  </a:lnTo>
                  <a:lnTo>
                    <a:pt x="32077" y="227589"/>
                  </a:lnTo>
                  <a:lnTo>
                    <a:pt x="35316" y="231883"/>
                  </a:lnTo>
                  <a:lnTo>
                    <a:pt x="38691" y="236072"/>
                  </a:lnTo>
                  <a:lnTo>
                    <a:pt x="42199" y="240150"/>
                  </a:lnTo>
                  <a:lnTo>
                    <a:pt x="45837" y="244112"/>
                  </a:lnTo>
                  <a:lnTo>
                    <a:pt x="49600" y="247956"/>
                  </a:lnTo>
                  <a:lnTo>
                    <a:pt x="53485" y="251677"/>
                  </a:lnTo>
                  <a:lnTo>
                    <a:pt x="57488" y="255270"/>
                  </a:lnTo>
                  <a:lnTo>
                    <a:pt x="61604" y="258733"/>
                  </a:lnTo>
                  <a:lnTo>
                    <a:pt x="65829" y="262062"/>
                  </a:lnTo>
                  <a:lnTo>
                    <a:pt x="70160" y="265253"/>
                  </a:lnTo>
                  <a:lnTo>
                    <a:pt x="74591" y="268303"/>
                  </a:lnTo>
                  <a:lnTo>
                    <a:pt x="79117" y="271209"/>
                  </a:lnTo>
                  <a:lnTo>
                    <a:pt x="83735" y="273968"/>
                  </a:lnTo>
                  <a:lnTo>
                    <a:pt x="88439" y="276577"/>
                  </a:lnTo>
                  <a:lnTo>
                    <a:pt x="93225" y="279033"/>
                  </a:lnTo>
                  <a:lnTo>
                    <a:pt x="167152" y="12910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4031968" y="1031511"/>
              <a:ext cx="241085" cy="334322"/>
            </a:xfrm>
            <a:custGeom>
              <a:avLst/>
              <a:pathLst>
                <a:path w="241085" h="334322">
                  <a:moveTo>
                    <a:pt x="0" y="317100"/>
                  </a:moveTo>
                  <a:lnTo>
                    <a:pt x="4812" y="319378"/>
                  </a:lnTo>
                  <a:lnTo>
                    <a:pt x="9695" y="321502"/>
                  </a:lnTo>
                  <a:lnTo>
                    <a:pt x="14644" y="323470"/>
                  </a:lnTo>
                  <a:lnTo>
                    <a:pt x="19652" y="325279"/>
                  </a:lnTo>
                  <a:lnTo>
                    <a:pt x="24715" y="326927"/>
                  </a:lnTo>
                  <a:lnTo>
                    <a:pt x="29829" y="328413"/>
                  </a:lnTo>
                  <a:lnTo>
                    <a:pt x="34987" y="329736"/>
                  </a:lnTo>
                  <a:lnTo>
                    <a:pt x="40184" y="330894"/>
                  </a:lnTo>
                  <a:lnTo>
                    <a:pt x="45416" y="331885"/>
                  </a:lnTo>
                  <a:lnTo>
                    <a:pt x="50677" y="332710"/>
                  </a:lnTo>
                  <a:lnTo>
                    <a:pt x="55961" y="333366"/>
                  </a:lnTo>
                  <a:lnTo>
                    <a:pt x="61264" y="333854"/>
                  </a:lnTo>
                  <a:lnTo>
                    <a:pt x="66579" y="334173"/>
                  </a:lnTo>
                  <a:lnTo>
                    <a:pt x="71902" y="334322"/>
                  </a:lnTo>
                  <a:lnTo>
                    <a:pt x="77227" y="334302"/>
                  </a:lnTo>
                  <a:lnTo>
                    <a:pt x="82549" y="334112"/>
                  </a:lnTo>
                  <a:lnTo>
                    <a:pt x="87862" y="333753"/>
                  </a:lnTo>
                  <a:lnTo>
                    <a:pt x="93160" y="333224"/>
                  </a:lnTo>
                  <a:lnTo>
                    <a:pt x="98440" y="332527"/>
                  </a:lnTo>
                  <a:lnTo>
                    <a:pt x="103694" y="331663"/>
                  </a:lnTo>
                  <a:lnTo>
                    <a:pt x="108918" y="330631"/>
                  </a:lnTo>
                  <a:lnTo>
                    <a:pt x="114107" y="329434"/>
                  </a:lnTo>
                  <a:lnTo>
                    <a:pt x="119254" y="328072"/>
                  </a:lnTo>
                  <a:lnTo>
                    <a:pt x="124356" y="326546"/>
                  </a:lnTo>
                  <a:lnTo>
                    <a:pt x="129407" y="324859"/>
                  </a:lnTo>
                  <a:lnTo>
                    <a:pt x="134401" y="323012"/>
                  </a:lnTo>
                  <a:lnTo>
                    <a:pt x="139334" y="321007"/>
                  </a:lnTo>
                  <a:lnTo>
                    <a:pt x="144201" y="318846"/>
                  </a:lnTo>
                  <a:lnTo>
                    <a:pt x="148996" y="316530"/>
                  </a:lnTo>
                  <a:lnTo>
                    <a:pt x="153715" y="314064"/>
                  </a:lnTo>
                  <a:lnTo>
                    <a:pt x="158354" y="311448"/>
                  </a:lnTo>
                  <a:lnTo>
                    <a:pt x="162906" y="308685"/>
                  </a:lnTo>
                  <a:lnTo>
                    <a:pt x="167368" y="305780"/>
                  </a:lnTo>
                  <a:lnTo>
                    <a:pt x="171736" y="302733"/>
                  </a:lnTo>
                  <a:lnTo>
                    <a:pt x="176004" y="299549"/>
                  </a:lnTo>
                  <a:lnTo>
                    <a:pt x="180169" y="296231"/>
                  </a:lnTo>
                  <a:lnTo>
                    <a:pt x="184225" y="292781"/>
                  </a:lnTo>
                  <a:lnTo>
                    <a:pt x="188170" y="289205"/>
                  </a:lnTo>
                  <a:lnTo>
                    <a:pt x="191999" y="285504"/>
                  </a:lnTo>
                  <a:lnTo>
                    <a:pt x="195708" y="281683"/>
                  </a:lnTo>
                  <a:lnTo>
                    <a:pt x="199294" y="277746"/>
                  </a:lnTo>
                  <a:lnTo>
                    <a:pt x="202752" y="273697"/>
                  </a:lnTo>
                  <a:lnTo>
                    <a:pt x="206080" y="269540"/>
                  </a:lnTo>
                  <a:lnTo>
                    <a:pt x="209274" y="265279"/>
                  </a:lnTo>
                  <a:lnTo>
                    <a:pt x="212330" y="260919"/>
                  </a:lnTo>
                  <a:lnTo>
                    <a:pt x="215246" y="256463"/>
                  </a:lnTo>
                  <a:lnTo>
                    <a:pt x="218018" y="251916"/>
                  </a:lnTo>
                  <a:lnTo>
                    <a:pt x="220644" y="247284"/>
                  </a:lnTo>
                  <a:lnTo>
                    <a:pt x="223122" y="242570"/>
                  </a:lnTo>
                  <a:lnTo>
                    <a:pt x="225447" y="237780"/>
                  </a:lnTo>
                  <a:lnTo>
                    <a:pt x="227620" y="232918"/>
                  </a:lnTo>
                  <a:lnTo>
                    <a:pt x="229636" y="227990"/>
                  </a:lnTo>
                  <a:lnTo>
                    <a:pt x="231494" y="223000"/>
                  </a:lnTo>
                  <a:lnTo>
                    <a:pt x="233192" y="217953"/>
                  </a:lnTo>
                  <a:lnTo>
                    <a:pt x="234729" y="212854"/>
                  </a:lnTo>
                  <a:lnTo>
                    <a:pt x="236103" y="207710"/>
                  </a:lnTo>
                  <a:lnTo>
                    <a:pt x="237312" y="202524"/>
                  </a:lnTo>
                  <a:lnTo>
                    <a:pt x="238355" y="197302"/>
                  </a:lnTo>
                  <a:lnTo>
                    <a:pt x="239231" y="192050"/>
                  </a:lnTo>
                  <a:lnTo>
                    <a:pt x="239940" y="186772"/>
                  </a:lnTo>
                  <a:lnTo>
                    <a:pt x="240480" y="181474"/>
                  </a:lnTo>
                  <a:lnTo>
                    <a:pt x="240851" y="176162"/>
                  </a:lnTo>
                  <a:lnTo>
                    <a:pt x="241053" y="170841"/>
                  </a:lnTo>
                  <a:lnTo>
                    <a:pt x="241085" y="165516"/>
                  </a:lnTo>
                  <a:lnTo>
                    <a:pt x="240948" y="160193"/>
                  </a:lnTo>
                  <a:lnTo>
                    <a:pt x="240641" y="154877"/>
                  </a:lnTo>
                  <a:lnTo>
                    <a:pt x="240165" y="149573"/>
                  </a:lnTo>
                  <a:lnTo>
                    <a:pt x="239520" y="144287"/>
                  </a:lnTo>
                  <a:lnTo>
                    <a:pt x="238708" y="139025"/>
                  </a:lnTo>
                  <a:lnTo>
                    <a:pt x="237728" y="133791"/>
                  </a:lnTo>
                  <a:lnTo>
                    <a:pt x="236582" y="128591"/>
                  </a:lnTo>
                  <a:lnTo>
                    <a:pt x="235270" y="123430"/>
                  </a:lnTo>
                  <a:lnTo>
                    <a:pt x="233796" y="118313"/>
                  </a:lnTo>
                  <a:lnTo>
                    <a:pt x="232158" y="113246"/>
                  </a:lnTo>
                  <a:lnTo>
                    <a:pt x="230361" y="108234"/>
                  </a:lnTo>
                  <a:lnTo>
                    <a:pt x="228404" y="103281"/>
                  </a:lnTo>
                  <a:lnTo>
                    <a:pt x="226291" y="98393"/>
                  </a:lnTo>
                  <a:lnTo>
                    <a:pt x="224023" y="93575"/>
                  </a:lnTo>
                  <a:lnTo>
                    <a:pt x="221603" y="88832"/>
                  </a:lnTo>
                  <a:lnTo>
                    <a:pt x="219033" y="84168"/>
                  </a:lnTo>
                  <a:lnTo>
                    <a:pt x="216316" y="79589"/>
                  </a:lnTo>
                  <a:lnTo>
                    <a:pt x="213455" y="75098"/>
                  </a:lnTo>
                  <a:lnTo>
                    <a:pt x="210452" y="70701"/>
                  </a:lnTo>
                  <a:lnTo>
                    <a:pt x="207310" y="66401"/>
                  </a:lnTo>
                  <a:lnTo>
                    <a:pt x="204033" y="62204"/>
                  </a:lnTo>
                  <a:lnTo>
                    <a:pt x="200624" y="58113"/>
                  </a:lnTo>
                  <a:lnTo>
                    <a:pt x="197086" y="54133"/>
                  </a:lnTo>
                  <a:lnTo>
                    <a:pt x="193423" y="50268"/>
                  </a:lnTo>
                  <a:lnTo>
                    <a:pt x="189639" y="46521"/>
                  </a:lnTo>
                  <a:lnTo>
                    <a:pt x="185738" y="42897"/>
                  </a:lnTo>
                  <a:lnTo>
                    <a:pt x="181723" y="39399"/>
                  </a:lnTo>
                  <a:lnTo>
                    <a:pt x="177599" y="36030"/>
                  </a:lnTo>
                  <a:lnTo>
                    <a:pt x="173370" y="32795"/>
                  </a:lnTo>
                  <a:lnTo>
                    <a:pt x="169040" y="29696"/>
                  </a:lnTo>
                  <a:lnTo>
                    <a:pt x="164613" y="26736"/>
                  </a:lnTo>
                  <a:lnTo>
                    <a:pt x="160094" y="23919"/>
                  </a:lnTo>
                  <a:lnTo>
                    <a:pt x="155488" y="21247"/>
                  </a:lnTo>
                  <a:lnTo>
                    <a:pt x="150799" y="18723"/>
                  </a:lnTo>
                  <a:lnTo>
                    <a:pt x="146032" y="16350"/>
                  </a:lnTo>
                  <a:lnTo>
                    <a:pt x="141192" y="14130"/>
                  </a:lnTo>
                  <a:lnTo>
                    <a:pt x="136284" y="12065"/>
                  </a:lnTo>
                  <a:lnTo>
                    <a:pt x="131312" y="10158"/>
                  </a:lnTo>
                  <a:lnTo>
                    <a:pt x="126282" y="8410"/>
                  </a:lnTo>
                  <a:lnTo>
                    <a:pt x="121199" y="6823"/>
                  </a:lnTo>
                  <a:lnTo>
                    <a:pt x="116068" y="5399"/>
                  </a:lnTo>
                  <a:lnTo>
                    <a:pt x="110894" y="4138"/>
                  </a:lnTo>
                  <a:lnTo>
                    <a:pt x="105683" y="3044"/>
                  </a:lnTo>
                  <a:lnTo>
                    <a:pt x="100440" y="2115"/>
                  </a:lnTo>
                  <a:lnTo>
                    <a:pt x="95169" y="1355"/>
                  </a:lnTo>
                  <a:lnTo>
                    <a:pt x="89877" y="762"/>
                  </a:lnTo>
                  <a:lnTo>
                    <a:pt x="84569" y="339"/>
                  </a:lnTo>
                  <a:lnTo>
                    <a:pt x="79250" y="84"/>
                  </a:lnTo>
                  <a:lnTo>
                    <a:pt x="73926" y="0"/>
                  </a:lnTo>
                  <a:lnTo>
                    <a:pt x="7392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3461929" y="1236837"/>
              <a:ext cx="167159" cy="324842"/>
            </a:xfrm>
            <a:custGeom>
              <a:avLst/>
              <a:pathLst>
                <a:path w="167159" h="324842">
                  <a:moveTo>
                    <a:pt x="167159" y="0"/>
                  </a:moveTo>
                  <a:lnTo>
                    <a:pt x="161835" y="84"/>
                  </a:lnTo>
                  <a:lnTo>
                    <a:pt x="156516" y="339"/>
                  </a:lnTo>
                  <a:lnTo>
                    <a:pt x="151209" y="762"/>
                  </a:lnTo>
                  <a:lnTo>
                    <a:pt x="145918" y="1354"/>
                  </a:lnTo>
                  <a:lnTo>
                    <a:pt x="140648" y="2115"/>
                  </a:lnTo>
                  <a:lnTo>
                    <a:pt x="135405" y="3043"/>
                  </a:lnTo>
                  <a:lnTo>
                    <a:pt x="130194" y="4138"/>
                  </a:lnTo>
                  <a:lnTo>
                    <a:pt x="125021" y="5397"/>
                  </a:lnTo>
                  <a:lnTo>
                    <a:pt x="119891" y="6821"/>
                  </a:lnTo>
                  <a:lnTo>
                    <a:pt x="114808" y="8408"/>
                  </a:lnTo>
                  <a:lnTo>
                    <a:pt x="109779" y="10156"/>
                  </a:lnTo>
                  <a:lnTo>
                    <a:pt x="104807" y="12063"/>
                  </a:lnTo>
                  <a:lnTo>
                    <a:pt x="99900" y="14127"/>
                  </a:lnTo>
                  <a:lnTo>
                    <a:pt x="95060" y="16347"/>
                  </a:lnTo>
                  <a:lnTo>
                    <a:pt x="90293" y="18719"/>
                  </a:lnTo>
                  <a:lnTo>
                    <a:pt x="85605" y="21243"/>
                  </a:lnTo>
                  <a:lnTo>
                    <a:pt x="80999" y="23914"/>
                  </a:lnTo>
                  <a:lnTo>
                    <a:pt x="76480" y="26730"/>
                  </a:lnTo>
                  <a:lnTo>
                    <a:pt x="72054" y="29689"/>
                  </a:lnTo>
                  <a:lnTo>
                    <a:pt x="67724" y="32788"/>
                  </a:lnTo>
                  <a:lnTo>
                    <a:pt x="63495" y="36023"/>
                  </a:lnTo>
                  <a:lnTo>
                    <a:pt x="59371" y="39391"/>
                  </a:lnTo>
                  <a:lnTo>
                    <a:pt x="55356" y="42888"/>
                  </a:lnTo>
                  <a:lnTo>
                    <a:pt x="51455" y="46512"/>
                  </a:lnTo>
                  <a:lnTo>
                    <a:pt x="47671" y="50258"/>
                  </a:lnTo>
                  <a:lnTo>
                    <a:pt x="44009" y="54122"/>
                  </a:lnTo>
                  <a:lnTo>
                    <a:pt x="40471" y="58101"/>
                  </a:lnTo>
                  <a:lnTo>
                    <a:pt x="37062" y="62191"/>
                  </a:lnTo>
                  <a:lnTo>
                    <a:pt x="33785" y="66388"/>
                  </a:lnTo>
                  <a:lnTo>
                    <a:pt x="30643" y="70686"/>
                  </a:lnTo>
                  <a:lnTo>
                    <a:pt x="27640" y="75083"/>
                  </a:lnTo>
                  <a:lnTo>
                    <a:pt x="24778" y="79573"/>
                  </a:lnTo>
                  <a:lnTo>
                    <a:pt x="22061" y="84151"/>
                  </a:lnTo>
                  <a:lnTo>
                    <a:pt x="19491" y="88814"/>
                  </a:lnTo>
                  <a:lnTo>
                    <a:pt x="17070" y="93557"/>
                  </a:lnTo>
                  <a:lnTo>
                    <a:pt x="14802" y="98374"/>
                  </a:lnTo>
                  <a:lnTo>
                    <a:pt x="12688" y="103261"/>
                  </a:lnTo>
                  <a:lnTo>
                    <a:pt x="10732" y="108213"/>
                  </a:lnTo>
                  <a:lnTo>
                    <a:pt x="8934" y="113224"/>
                  </a:lnTo>
                  <a:lnTo>
                    <a:pt x="7296" y="118291"/>
                  </a:lnTo>
                  <a:lnTo>
                    <a:pt x="5820" y="123407"/>
                  </a:lnTo>
                  <a:lnTo>
                    <a:pt x="4509" y="128567"/>
                  </a:lnTo>
                  <a:lnTo>
                    <a:pt x="3362" y="133766"/>
                  </a:lnTo>
                  <a:lnTo>
                    <a:pt x="2381" y="139000"/>
                  </a:lnTo>
                  <a:lnTo>
                    <a:pt x="1568" y="144261"/>
                  </a:lnTo>
                  <a:lnTo>
                    <a:pt x="922" y="149547"/>
                  </a:lnTo>
                  <a:lnTo>
                    <a:pt x="445" y="154850"/>
                  </a:lnTo>
                  <a:lnTo>
                    <a:pt x="138" y="160165"/>
                  </a:lnTo>
                  <a:lnTo>
                    <a:pt x="0" y="165488"/>
                  </a:lnTo>
                  <a:lnTo>
                    <a:pt x="31" y="170812"/>
                  </a:lnTo>
                  <a:lnTo>
                    <a:pt x="232" y="176133"/>
                  </a:lnTo>
                  <a:lnTo>
                    <a:pt x="602" y="181444"/>
                  </a:lnTo>
                  <a:lnTo>
                    <a:pt x="1141" y="186741"/>
                  </a:lnTo>
                  <a:lnTo>
                    <a:pt x="1849" y="192018"/>
                  </a:lnTo>
                  <a:lnTo>
                    <a:pt x="2724" y="197270"/>
                  </a:lnTo>
                  <a:lnTo>
                    <a:pt x="3766" y="202492"/>
                  </a:lnTo>
                  <a:lnTo>
                    <a:pt x="4974" y="207677"/>
                  </a:lnTo>
                  <a:lnTo>
                    <a:pt x="6346" y="212822"/>
                  </a:lnTo>
                  <a:lnTo>
                    <a:pt x="7882" y="217920"/>
                  </a:lnTo>
                  <a:lnTo>
                    <a:pt x="9579" y="222967"/>
                  </a:lnTo>
                  <a:lnTo>
                    <a:pt x="11436" y="227957"/>
                  </a:lnTo>
                  <a:lnTo>
                    <a:pt x="13451" y="232885"/>
                  </a:lnTo>
                  <a:lnTo>
                    <a:pt x="15622" y="237747"/>
                  </a:lnTo>
                  <a:lnTo>
                    <a:pt x="17946" y="242537"/>
                  </a:lnTo>
                  <a:lnTo>
                    <a:pt x="20422" y="247251"/>
                  </a:lnTo>
                  <a:lnTo>
                    <a:pt x="23047" y="251883"/>
                  </a:lnTo>
                  <a:lnTo>
                    <a:pt x="25818" y="256430"/>
                  </a:lnTo>
                  <a:lnTo>
                    <a:pt x="28733" y="260886"/>
                  </a:lnTo>
                  <a:lnTo>
                    <a:pt x="31787" y="265247"/>
                  </a:lnTo>
                  <a:lnTo>
                    <a:pt x="34980" y="269508"/>
                  </a:lnTo>
                  <a:lnTo>
                    <a:pt x="38306" y="273665"/>
                  </a:lnTo>
                  <a:lnTo>
                    <a:pt x="41763" y="277715"/>
                  </a:lnTo>
                  <a:lnTo>
                    <a:pt x="45347" y="281652"/>
                  </a:lnTo>
                  <a:lnTo>
                    <a:pt x="49055" y="285474"/>
                  </a:lnTo>
                  <a:lnTo>
                    <a:pt x="52882" y="289175"/>
                  </a:lnTo>
                  <a:lnTo>
                    <a:pt x="56826" y="292752"/>
                  </a:lnTo>
                  <a:lnTo>
                    <a:pt x="60881" y="296202"/>
                  </a:lnTo>
                  <a:lnTo>
                    <a:pt x="65045" y="299521"/>
                  </a:lnTo>
                  <a:lnTo>
                    <a:pt x="69311" y="302706"/>
                  </a:lnTo>
                  <a:lnTo>
                    <a:pt x="73677" y="305754"/>
                  </a:lnTo>
                  <a:lnTo>
                    <a:pt x="78138" y="308660"/>
                  </a:lnTo>
                  <a:lnTo>
                    <a:pt x="82690" y="311424"/>
                  </a:lnTo>
                  <a:lnTo>
                    <a:pt x="87327" y="314040"/>
                  </a:lnTo>
                  <a:lnTo>
                    <a:pt x="92045" y="316508"/>
                  </a:lnTo>
                  <a:lnTo>
                    <a:pt x="96839" y="318825"/>
                  </a:lnTo>
                  <a:lnTo>
                    <a:pt x="101704" y="320987"/>
                  </a:lnTo>
                  <a:lnTo>
                    <a:pt x="106636" y="322994"/>
                  </a:lnTo>
                  <a:lnTo>
                    <a:pt x="111629" y="324842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3573559" y="1404005"/>
              <a:ext cx="55529" cy="157675"/>
            </a:xfrm>
            <a:custGeom>
              <a:avLst/>
              <a:pathLst>
                <a:path w="55529" h="157675">
                  <a:moveTo>
                    <a:pt x="0" y="157675"/>
                  </a:moveTo>
                  <a:lnTo>
                    <a:pt x="55529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3573559" y="1404005"/>
              <a:ext cx="55529" cy="157675"/>
            </a:xfrm>
            <a:custGeom>
              <a:avLst/>
              <a:pathLst>
                <a:path w="55529" h="157675">
                  <a:moveTo>
                    <a:pt x="0" y="157675"/>
                  </a:moveTo>
                  <a:lnTo>
                    <a:pt x="55529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3573559" y="1404005"/>
              <a:ext cx="55529" cy="157675"/>
            </a:xfrm>
            <a:custGeom>
              <a:avLst/>
              <a:pathLst>
                <a:path w="55529" h="157675">
                  <a:moveTo>
                    <a:pt x="0" y="157675"/>
                  </a:moveTo>
                  <a:lnTo>
                    <a:pt x="55529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3573559" y="1404005"/>
              <a:ext cx="55529" cy="157675"/>
            </a:xfrm>
            <a:custGeom>
              <a:avLst/>
              <a:pathLst>
                <a:path w="55529" h="157675">
                  <a:moveTo>
                    <a:pt x="0" y="157675"/>
                  </a:moveTo>
                  <a:lnTo>
                    <a:pt x="5552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3573559" y="1404005"/>
              <a:ext cx="55529" cy="157675"/>
            </a:xfrm>
            <a:custGeom>
              <a:avLst/>
              <a:pathLst>
                <a:path w="55529" h="157675">
                  <a:moveTo>
                    <a:pt x="0" y="157675"/>
                  </a:moveTo>
                  <a:lnTo>
                    <a:pt x="5552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3573559" y="1404005"/>
              <a:ext cx="55529" cy="157675"/>
            </a:xfrm>
            <a:custGeom>
              <a:avLst/>
              <a:pathLst>
                <a:path w="55529" h="157675">
                  <a:moveTo>
                    <a:pt x="0" y="157675"/>
                  </a:moveTo>
                  <a:lnTo>
                    <a:pt x="5552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3573559" y="1404005"/>
              <a:ext cx="55529" cy="157675"/>
            </a:xfrm>
            <a:custGeom>
              <a:avLst/>
              <a:pathLst>
                <a:path w="55529" h="157675">
                  <a:moveTo>
                    <a:pt x="0" y="157675"/>
                  </a:moveTo>
                  <a:lnTo>
                    <a:pt x="5552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3573559" y="1404005"/>
              <a:ext cx="55529" cy="157675"/>
            </a:xfrm>
            <a:custGeom>
              <a:avLst/>
              <a:pathLst>
                <a:path w="55529" h="157675">
                  <a:moveTo>
                    <a:pt x="0" y="157675"/>
                  </a:moveTo>
                  <a:lnTo>
                    <a:pt x="55529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3573559" y="1404005"/>
              <a:ext cx="55529" cy="157675"/>
            </a:xfrm>
            <a:custGeom>
              <a:avLst/>
              <a:pathLst>
                <a:path w="55529" h="157675">
                  <a:moveTo>
                    <a:pt x="0" y="157675"/>
                  </a:moveTo>
                  <a:lnTo>
                    <a:pt x="5552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3573559" y="1404005"/>
              <a:ext cx="55529" cy="157675"/>
            </a:xfrm>
            <a:custGeom>
              <a:avLst/>
              <a:pathLst>
                <a:path w="55529" h="157675">
                  <a:moveTo>
                    <a:pt x="0" y="157675"/>
                  </a:moveTo>
                  <a:lnTo>
                    <a:pt x="5552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3573559" y="1404005"/>
              <a:ext cx="55529" cy="157675"/>
            </a:xfrm>
            <a:custGeom>
              <a:avLst/>
              <a:pathLst>
                <a:path w="55529" h="157675">
                  <a:moveTo>
                    <a:pt x="0" y="157675"/>
                  </a:moveTo>
                  <a:lnTo>
                    <a:pt x="55529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3573559" y="1404005"/>
              <a:ext cx="55529" cy="157675"/>
            </a:xfrm>
            <a:custGeom>
              <a:avLst/>
              <a:pathLst>
                <a:path w="55529" h="157675">
                  <a:moveTo>
                    <a:pt x="0" y="157675"/>
                  </a:moveTo>
                  <a:lnTo>
                    <a:pt x="5552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3573559" y="1404005"/>
              <a:ext cx="55529" cy="157675"/>
            </a:xfrm>
            <a:custGeom>
              <a:avLst/>
              <a:pathLst>
                <a:path w="55529" h="157675">
                  <a:moveTo>
                    <a:pt x="0" y="157675"/>
                  </a:moveTo>
                  <a:lnTo>
                    <a:pt x="5552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3573559" y="1404005"/>
              <a:ext cx="55529" cy="157675"/>
            </a:xfrm>
            <a:custGeom>
              <a:avLst/>
              <a:pathLst>
                <a:path w="55529" h="157675">
                  <a:moveTo>
                    <a:pt x="0" y="157675"/>
                  </a:moveTo>
                  <a:lnTo>
                    <a:pt x="5552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3573559" y="1404005"/>
              <a:ext cx="55529" cy="157675"/>
            </a:xfrm>
            <a:custGeom>
              <a:avLst/>
              <a:pathLst>
                <a:path w="55529" h="157675">
                  <a:moveTo>
                    <a:pt x="0" y="157675"/>
                  </a:moveTo>
                  <a:lnTo>
                    <a:pt x="5552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3573559" y="1404005"/>
              <a:ext cx="55529" cy="157675"/>
            </a:xfrm>
            <a:custGeom>
              <a:avLst/>
              <a:pathLst>
                <a:path w="55529" h="157675">
                  <a:moveTo>
                    <a:pt x="0" y="157675"/>
                  </a:moveTo>
                  <a:lnTo>
                    <a:pt x="5552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3573559" y="1404005"/>
              <a:ext cx="55529" cy="157675"/>
            </a:xfrm>
            <a:custGeom>
              <a:avLst/>
              <a:pathLst>
                <a:path w="55529" h="157675">
                  <a:moveTo>
                    <a:pt x="0" y="157675"/>
                  </a:moveTo>
                  <a:lnTo>
                    <a:pt x="5552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3573559" y="1252071"/>
              <a:ext cx="222695" cy="319091"/>
            </a:xfrm>
            <a:custGeom>
              <a:avLst/>
              <a:pathLst>
                <a:path w="222695" h="319091">
                  <a:moveTo>
                    <a:pt x="0" y="309608"/>
                  </a:moveTo>
                  <a:lnTo>
                    <a:pt x="5036" y="311293"/>
                  </a:lnTo>
                  <a:lnTo>
                    <a:pt x="10124" y="312816"/>
                  </a:lnTo>
                  <a:lnTo>
                    <a:pt x="15257" y="314177"/>
                  </a:lnTo>
                  <a:lnTo>
                    <a:pt x="20431" y="315375"/>
                  </a:lnTo>
                  <a:lnTo>
                    <a:pt x="25641" y="316407"/>
                  </a:lnTo>
                  <a:lnTo>
                    <a:pt x="30880" y="317273"/>
                  </a:lnTo>
                  <a:lnTo>
                    <a:pt x="36145" y="317973"/>
                  </a:lnTo>
                  <a:lnTo>
                    <a:pt x="41429" y="318505"/>
                  </a:lnTo>
                  <a:lnTo>
                    <a:pt x="46727" y="318869"/>
                  </a:lnTo>
                  <a:lnTo>
                    <a:pt x="52034" y="319064"/>
                  </a:lnTo>
                  <a:lnTo>
                    <a:pt x="57345" y="319091"/>
                  </a:lnTo>
                  <a:lnTo>
                    <a:pt x="62654" y="318949"/>
                  </a:lnTo>
                  <a:lnTo>
                    <a:pt x="67956" y="318638"/>
                  </a:lnTo>
                  <a:lnTo>
                    <a:pt x="73245" y="318159"/>
                  </a:lnTo>
                  <a:lnTo>
                    <a:pt x="78516" y="317512"/>
                  </a:lnTo>
                  <a:lnTo>
                    <a:pt x="83764" y="316699"/>
                  </a:lnTo>
                  <a:lnTo>
                    <a:pt x="88984" y="315719"/>
                  </a:lnTo>
                  <a:lnTo>
                    <a:pt x="94169" y="314573"/>
                  </a:lnTo>
                  <a:lnTo>
                    <a:pt x="99316" y="313264"/>
                  </a:lnTo>
                  <a:lnTo>
                    <a:pt x="104419" y="311791"/>
                  </a:lnTo>
                  <a:lnTo>
                    <a:pt x="109472" y="310158"/>
                  </a:lnTo>
                  <a:lnTo>
                    <a:pt x="114471" y="308364"/>
                  </a:lnTo>
                  <a:lnTo>
                    <a:pt x="119410" y="306413"/>
                  </a:lnTo>
                  <a:lnTo>
                    <a:pt x="124285" y="304306"/>
                  </a:lnTo>
                  <a:lnTo>
                    <a:pt x="129091" y="302045"/>
                  </a:lnTo>
                  <a:lnTo>
                    <a:pt x="133822" y="299633"/>
                  </a:lnTo>
                  <a:lnTo>
                    <a:pt x="138474" y="297071"/>
                  </a:lnTo>
                  <a:lnTo>
                    <a:pt x="143043" y="294363"/>
                  </a:lnTo>
                  <a:lnTo>
                    <a:pt x="147523" y="291511"/>
                  </a:lnTo>
                  <a:lnTo>
                    <a:pt x="151910" y="288519"/>
                  </a:lnTo>
                  <a:lnTo>
                    <a:pt x="156200" y="285388"/>
                  </a:lnTo>
                  <a:lnTo>
                    <a:pt x="160388" y="282123"/>
                  </a:lnTo>
                  <a:lnTo>
                    <a:pt x="164471" y="278726"/>
                  </a:lnTo>
                  <a:lnTo>
                    <a:pt x="168444" y="275202"/>
                  </a:lnTo>
                  <a:lnTo>
                    <a:pt x="172302" y="271553"/>
                  </a:lnTo>
                  <a:lnTo>
                    <a:pt x="176043" y="267783"/>
                  </a:lnTo>
                  <a:lnTo>
                    <a:pt x="179662" y="263896"/>
                  </a:lnTo>
                  <a:lnTo>
                    <a:pt x="183156" y="259897"/>
                  </a:lnTo>
                  <a:lnTo>
                    <a:pt x="186521" y="255788"/>
                  </a:lnTo>
                  <a:lnTo>
                    <a:pt x="189754" y="251575"/>
                  </a:lnTo>
                  <a:lnTo>
                    <a:pt x="192852" y="247261"/>
                  </a:lnTo>
                  <a:lnTo>
                    <a:pt x="195810" y="242851"/>
                  </a:lnTo>
                  <a:lnTo>
                    <a:pt x="198628" y="238349"/>
                  </a:lnTo>
                  <a:lnTo>
                    <a:pt x="201300" y="233759"/>
                  </a:lnTo>
                  <a:lnTo>
                    <a:pt x="203826" y="229088"/>
                  </a:lnTo>
                  <a:lnTo>
                    <a:pt x="206202" y="224338"/>
                  </a:lnTo>
                  <a:lnTo>
                    <a:pt x="208426" y="219515"/>
                  </a:lnTo>
                  <a:lnTo>
                    <a:pt x="210496" y="214624"/>
                  </a:lnTo>
                  <a:lnTo>
                    <a:pt x="212409" y="209670"/>
                  </a:lnTo>
                  <a:lnTo>
                    <a:pt x="214164" y="204658"/>
                  </a:lnTo>
                  <a:lnTo>
                    <a:pt x="215759" y="199592"/>
                  </a:lnTo>
                  <a:lnTo>
                    <a:pt x="217192" y="194478"/>
                  </a:lnTo>
                  <a:lnTo>
                    <a:pt x="218461" y="189322"/>
                  </a:lnTo>
                  <a:lnTo>
                    <a:pt x="219567" y="184127"/>
                  </a:lnTo>
                  <a:lnTo>
                    <a:pt x="220507" y="178900"/>
                  </a:lnTo>
                  <a:lnTo>
                    <a:pt x="221280" y="173646"/>
                  </a:lnTo>
                  <a:lnTo>
                    <a:pt x="221886" y="168370"/>
                  </a:lnTo>
                  <a:lnTo>
                    <a:pt x="222324" y="163077"/>
                  </a:lnTo>
                  <a:lnTo>
                    <a:pt x="222594" y="157773"/>
                  </a:lnTo>
                  <a:lnTo>
                    <a:pt x="222695" y="152463"/>
                  </a:lnTo>
                  <a:lnTo>
                    <a:pt x="222628" y="147153"/>
                  </a:lnTo>
                  <a:lnTo>
                    <a:pt x="222392" y="141848"/>
                  </a:lnTo>
                  <a:lnTo>
                    <a:pt x="221987" y="136552"/>
                  </a:lnTo>
                  <a:lnTo>
                    <a:pt x="221415" y="131272"/>
                  </a:lnTo>
                  <a:lnTo>
                    <a:pt x="220675" y="126013"/>
                  </a:lnTo>
                  <a:lnTo>
                    <a:pt x="219768" y="120781"/>
                  </a:lnTo>
                  <a:lnTo>
                    <a:pt x="218695" y="115579"/>
                  </a:lnTo>
                  <a:lnTo>
                    <a:pt x="217458" y="110415"/>
                  </a:lnTo>
                  <a:lnTo>
                    <a:pt x="216058" y="105292"/>
                  </a:lnTo>
                  <a:lnTo>
                    <a:pt x="214495" y="100216"/>
                  </a:lnTo>
                  <a:lnTo>
                    <a:pt x="212772" y="95193"/>
                  </a:lnTo>
                  <a:lnTo>
                    <a:pt x="210890" y="90226"/>
                  </a:lnTo>
                  <a:lnTo>
                    <a:pt x="208852" y="85322"/>
                  </a:lnTo>
                  <a:lnTo>
                    <a:pt x="206659" y="80486"/>
                  </a:lnTo>
                  <a:lnTo>
                    <a:pt x="204313" y="75721"/>
                  </a:lnTo>
                  <a:lnTo>
                    <a:pt x="201817" y="71033"/>
                  </a:lnTo>
                  <a:lnTo>
                    <a:pt x="199173" y="66427"/>
                  </a:lnTo>
                  <a:lnTo>
                    <a:pt x="196385" y="61908"/>
                  </a:lnTo>
                  <a:lnTo>
                    <a:pt x="193454" y="57479"/>
                  </a:lnTo>
                  <a:lnTo>
                    <a:pt x="190384" y="53145"/>
                  </a:lnTo>
                  <a:lnTo>
                    <a:pt x="187178" y="48911"/>
                  </a:lnTo>
                  <a:lnTo>
                    <a:pt x="183839" y="44781"/>
                  </a:lnTo>
                  <a:lnTo>
                    <a:pt x="180370" y="40760"/>
                  </a:lnTo>
                  <a:lnTo>
                    <a:pt x="176776" y="36850"/>
                  </a:lnTo>
                  <a:lnTo>
                    <a:pt x="173059" y="33057"/>
                  </a:lnTo>
                  <a:lnTo>
                    <a:pt x="169224" y="29383"/>
                  </a:lnTo>
                  <a:lnTo>
                    <a:pt x="165273" y="25834"/>
                  </a:lnTo>
                  <a:lnTo>
                    <a:pt x="161212" y="22411"/>
                  </a:lnTo>
                  <a:lnTo>
                    <a:pt x="157045" y="19120"/>
                  </a:lnTo>
                  <a:lnTo>
                    <a:pt x="152775" y="15962"/>
                  </a:lnTo>
                  <a:lnTo>
                    <a:pt x="148406" y="12941"/>
                  </a:lnTo>
                  <a:lnTo>
                    <a:pt x="143945" y="10061"/>
                  </a:lnTo>
                  <a:lnTo>
                    <a:pt x="139393" y="7324"/>
                  </a:lnTo>
                  <a:lnTo>
                    <a:pt x="134757" y="4733"/>
                  </a:lnTo>
                  <a:lnTo>
                    <a:pt x="130042" y="2291"/>
                  </a:lnTo>
                  <a:lnTo>
                    <a:pt x="125251" y="0"/>
                  </a:lnTo>
                  <a:lnTo>
                    <a:pt x="55529" y="15193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3629088" y="1236837"/>
              <a:ext cx="69721" cy="167167"/>
            </a:xfrm>
            <a:custGeom>
              <a:avLst/>
              <a:pathLst>
                <a:path w="69721" h="167167">
                  <a:moveTo>
                    <a:pt x="69721" y="15233"/>
                  </a:moveTo>
                  <a:lnTo>
                    <a:pt x="64231" y="12832"/>
                  </a:lnTo>
                  <a:lnTo>
                    <a:pt x="58657" y="10629"/>
                  </a:lnTo>
                  <a:lnTo>
                    <a:pt x="53008" y="8627"/>
                  </a:lnTo>
                  <a:lnTo>
                    <a:pt x="47292" y="6829"/>
                  </a:lnTo>
                  <a:lnTo>
                    <a:pt x="41514" y="5236"/>
                  </a:lnTo>
                  <a:lnTo>
                    <a:pt x="35683" y="3852"/>
                  </a:lnTo>
                  <a:lnTo>
                    <a:pt x="29806" y="2678"/>
                  </a:lnTo>
                  <a:lnTo>
                    <a:pt x="23891" y="1716"/>
                  </a:lnTo>
                  <a:lnTo>
                    <a:pt x="17945" y="966"/>
                  </a:lnTo>
                  <a:lnTo>
                    <a:pt x="11976" y="429"/>
                  </a:lnTo>
                  <a:lnTo>
                    <a:pt x="5992" y="10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3085493" y="1546402"/>
              <a:ext cx="127073" cy="167167"/>
            </a:xfrm>
            <a:custGeom>
              <a:avLst/>
              <a:pathLst>
                <a:path w="127073" h="167167">
                  <a:moveTo>
                    <a:pt x="127073" y="0"/>
                  </a:moveTo>
                  <a:lnTo>
                    <a:pt x="121521" y="92"/>
                  </a:lnTo>
                  <a:lnTo>
                    <a:pt x="115976" y="368"/>
                  </a:lnTo>
                  <a:lnTo>
                    <a:pt x="110444" y="829"/>
                  </a:lnTo>
                  <a:lnTo>
                    <a:pt x="104929" y="1473"/>
                  </a:lnTo>
                  <a:lnTo>
                    <a:pt x="99439" y="2299"/>
                  </a:lnTo>
                  <a:lnTo>
                    <a:pt x="93979" y="3308"/>
                  </a:lnTo>
                  <a:lnTo>
                    <a:pt x="88556" y="4497"/>
                  </a:lnTo>
                  <a:lnTo>
                    <a:pt x="83176" y="5866"/>
                  </a:lnTo>
                  <a:lnTo>
                    <a:pt x="77844" y="7413"/>
                  </a:lnTo>
                  <a:lnTo>
                    <a:pt x="72566" y="9135"/>
                  </a:lnTo>
                  <a:lnTo>
                    <a:pt x="67348" y="11033"/>
                  </a:lnTo>
                  <a:lnTo>
                    <a:pt x="62196" y="13102"/>
                  </a:lnTo>
                  <a:lnTo>
                    <a:pt x="57116" y="15341"/>
                  </a:lnTo>
                  <a:lnTo>
                    <a:pt x="52113" y="17748"/>
                  </a:lnTo>
                  <a:lnTo>
                    <a:pt x="47192" y="20320"/>
                  </a:lnTo>
                  <a:lnTo>
                    <a:pt x="42360" y="23054"/>
                  </a:lnTo>
                  <a:lnTo>
                    <a:pt x="37621" y="25946"/>
                  </a:lnTo>
                  <a:lnTo>
                    <a:pt x="32981" y="28994"/>
                  </a:lnTo>
                  <a:lnTo>
                    <a:pt x="28444" y="32195"/>
                  </a:lnTo>
                  <a:lnTo>
                    <a:pt x="24016" y="35545"/>
                  </a:lnTo>
                  <a:lnTo>
                    <a:pt x="19702" y="39040"/>
                  </a:lnTo>
                  <a:lnTo>
                    <a:pt x="15507" y="42676"/>
                  </a:lnTo>
                  <a:lnTo>
                    <a:pt x="11434" y="46449"/>
                  </a:lnTo>
                  <a:lnTo>
                    <a:pt x="7489" y="50356"/>
                  </a:lnTo>
                  <a:lnTo>
                    <a:pt x="3676" y="54391"/>
                  </a:lnTo>
                  <a:lnTo>
                    <a:pt x="0" y="58551"/>
                  </a:lnTo>
                  <a:lnTo>
                    <a:pt x="127073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3085493" y="1604954"/>
              <a:ext cx="127073" cy="108615"/>
            </a:xfrm>
            <a:custGeom>
              <a:avLst/>
              <a:pathLst>
                <a:path w="127073" h="108615">
                  <a:moveTo>
                    <a:pt x="0" y="0"/>
                  </a:moveTo>
                  <a:lnTo>
                    <a:pt x="127073" y="10861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3085493" y="1604954"/>
              <a:ext cx="127073" cy="108615"/>
            </a:xfrm>
            <a:custGeom>
              <a:avLst/>
              <a:pathLst>
                <a:path w="127073" h="108615">
                  <a:moveTo>
                    <a:pt x="0" y="0"/>
                  </a:moveTo>
                  <a:lnTo>
                    <a:pt x="127073" y="10861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3085493" y="1604954"/>
              <a:ext cx="127073" cy="108615"/>
            </a:xfrm>
            <a:custGeom>
              <a:avLst/>
              <a:pathLst>
                <a:path w="127073" h="108615">
                  <a:moveTo>
                    <a:pt x="0" y="0"/>
                  </a:moveTo>
                  <a:lnTo>
                    <a:pt x="127073" y="1086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3085493" y="1604954"/>
              <a:ext cx="127073" cy="108615"/>
            </a:xfrm>
            <a:custGeom>
              <a:avLst/>
              <a:pathLst>
                <a:path w="127073" h="108615">
                  <a:moveTo>
                    <a:pt x="0" y="0"/>
                  </a:moveTo>
                  <a:lnTo>
                    <a:pt x="127073" y="1086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3085493" y="1604954"/>
              <a:ext cx="127073" cy="108615"/>
            </a:xfrm>
            <a:custGeom>
              <a:avLst/>
              <a:pathLst>
                <a:path w="127073" h="108615">
                  <a:moveTo>
                    <a:pt x="0" y="0"/>
                  </a:moveTo>
                  <a:lnTo>
                    <a:pt x="127073" y="1086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3085493" y="1604954"/>
              <a:ext cx="127073" cy="108615"/>
            </a:xfrm>
            <a:custGeom>
              <a:avLst/>
              <a:pathLst>
                <a:path w="127073" h="108615">
                  <a:moveTo>
                    <a:pt x="0" y="0"/>
                  </a:moveTo>
                  <a:lnTo>
                    <a:pt x="127073" y="1086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3085493" y="1604954"/>
              <a:ext cx="127073" cy="108615"/>
            </a:xfrm>
            <a:custGeom>
              <a:avLst/>
              <a:pathLst>
                <a:path w="127073" h="108615">
                  <a:moveTo>
                    <a:pt x="0" y="0"/>
                  </a:moveTo>
                  <a:lnTo>
                    <a:pt x="127073" y="10861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3085493" y="1604954"/>
              <a:ext cx="127073" cy="108615"/>
            </a:xfrm>
            <a:custGeom>
              <a:avLst/>
              <a:pathLst>
                <a:path w="127073" h="108615">
                  <a:moveTo>
                    <a:pt x="0" y="0"/>
                  </a:moveTo>
                  <a:lnTo>
                    <a:pt x="127073" y="1086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3085493" y="1604954"/>
              <a:ext cx="127073" cy="108615"/>
            </a:xfrm>
            <a:custGeom>
              <a:avLst/>
              <a:pathLst>
                <a:path w="127073" h="108615">
                  <a:moveTo>
                    <a:pt x="0" y="0"/>
                  </a:moveTo>
                  <a:lnTo>
                    <a:pt x="127073" y="1086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3085493" y="1604954"/>
              <a:ext cx="127073" cy="108615"/>
            </a:xfrm>
            <a:custGeom>
              <a:avLst/>
              <a:pathLst>
                <a:path w="127073" h="108615">
                  <a:moveTo>
                    <a:pt x="0" y="0"/>
                  </a:moveTo>
                  <a:lnTo>
                    <a:pt x="127073" y="10861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3085493" y="1604954"/>
              <a:ext cx="127073" cy="108615"/>
            </a:xfrm>
            <a:custGeom>
              <a:avLst/>
              <a:pathLst>
                <a:path w="127073" h="108615">
                  <a:moveTo>
                    <a:pt x="0" y="0"/>
                  </a:moveTo>
                  <a:lnTo>
                    <a:pt x="127073" y="1086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3085493" y="1604954"/>
              <a:ext cx="127073" cy="108615"/>
            </a:xfrm>
            <a:custGeom>
              <a:avLst/>
              <a:pathLst>
                <a:path w="127073" h="108615">
                  <a:moveTo>
                    <a:pt x="0" y="0"/>
                  </a:moveTo>
                  <a:lnTo>
                    <a:pt x="127073" y="1086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085493" y="1604954"/>
              <a:ext cx="127073" cy="108615"/>
            </a:xfrm>
            <a:custGeom>
              <a:avLst/>
              <a:pathLst>
                <a:path w="127073" h="108615">
                  <a:moveTo>
                    <a:pt x="0" y="0"/>
                  </a:moveTo>
                  <a:lnTo>
                    <a:pt x="127073" y="1086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5493" y="1604954"/>
              <a:ext cx="127073" cy="108615"/>
            </a:xfrm>
            <a:custGeom>
              <a:avLst/>
              <a:pathLst>
                <a:path w="127073" h="108615">
                  <a:moveTo>
                    <a:pt x="0" y="0"/>
                  </a:moveTo>
                  <a:lnTo>
                    <a:pt x="127073" y="1086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5493" y="1604954"/>
              <a:ext cx="127073" cy="108615"/>
            </a:xfrm>
            <a:custGeom>
              <a:avLst/>
              <a:pathLst>
                <a:path w="127073" h="108615">
                  <a:moveTo>
                    <a:pt x="0" y="0"/>
                  </a:moveTo>
                  <a:lnTo>
                    <a:pt x="127073" y="10861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5493" y="1604954"/>
              <a:ext cx="127073" cy="108615"/>
            </a:xfrm>
            <a:custGeom>
              <a:avLst/>
              <a:pathLst>
                <a:path w="127073" h="108615">
                  <a:moveTo>
                    <a:pt x="0" y="0"/>
                  </a:moveTo>
                  <a:lnTo>
                    <a:pt x="127073" y="10861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45409" y="1570598"/>
              <a:ext cx="334310" cy="310138"/>
            </a:xfrm>
            <a:custGeom>
              <a:avLst/>
              <a:pathLst>
                <a:path w="334310" h="310138">
                  <a:moveTo>
                    <a:pt x="40084" y="34355"/>
                  </a:moveTo>
                  <a:lnTo>
                    <a:pt x="36710" y="38431"/>
                  </a:lnTo>
                  <a:lnTo>
                    <a:pt x="33467" y="42612"/>
                  </a:lnTo>
                  <a:lnTo>
                    <a:pt x="30357" y="46894"/>
                  </a:lnTo>
                  <a:lnTo>
                    <a:pt x="27385" y="51272"/>
                  </a:lnTo>
                  <a:lnTo>
                    <a:pt x="24553" y="55741"/>
                  </a:lnTo>
                  <a:lnTo>
                    <a:pt x="21863" y="60298"/>
                  </a:lnTo>
                  <a:lnTo>
                    <a:pt x="19320" y="64938"/>
                  </a:lnTo>
                  <a:lnTo>
                    <a:pt x="16924" y="69656"/>
                  </a:lnTo>
                  <a:lnTo>
                    <a:pt x="14679" y="74448"/>
                  </a:lnTo>
                  <a:lnTo>
                    <a:pt x="12587" y="79308"/>
                  </a:lnTo>
                  <a:lnTo>
                    <a:pt x="10649" y="84232"/>
                  </a:lnTo>
                  <a:lnTo>
                    <a:pt x="8868" y="89215"/>
                  </a:lnTo>
                  <a:lnTo>
                    <a:pt x="7246" y="94252"/>
                  </a:lnTo>
                  <a:lnTo>
                    <a:pt x="5785" y="99337"/>
                  </a:lnTo>
                  <a:lnTo>
                    <a:pt x="4484" y="104467"/>
                  </a:lnTo>
                  <a:lnTo>
                    <a:pt x="3347" y="109635"/>
                  </a:lnTo>
                  <a:lnTo>
                    <a:pt x="2374" y="114836"/>
                  </a:lnTo>
                  <a:lnTo>
                    <a:pt x="1566" y="120065"/>
                  </a:lnTo>
                  <a:lnTo>
                    <a:pt x="924" y="125318"/>
                  </a:lnTo>
                  <a:lnTo>
                    <a:pt x="449" y="130588"/>
                  </a:lnTo>
                  <a:lnTo>
                    <a:pt x="141" y="135870"/>
                  </a:lnTo>
                  <a:lnTo>
                    <a:pt x="0" y="141160"/>
                  </a:lnTo>
                  <a:lnTo>
                    <a:pt x="26" y="146451"/>
                  </a:lnTo>
                  <a:lnTo>
                    <a:pt x="220" y="151739"/>
                  </a:lnTo>
                  <a:lnTo>
                    <a:pt x="581" y="157018"/>
                  </a:lnTo>
                  <a:lnTo>
                    <a:pt x="1109" y="162283"/>
                  </a:lnTo>
                  <a:lnTo>
                    <a:pt x="1803" y="167529"/>
                  </a:lnTo>
                  <a:lnTo>
                    <a:pt x="2664" y="172750"/>
                  </a:lnTo>
                  <a:lnTo>
                    <a:pt x="3688" y="177941"/>
                  </a:lnTo>
                  <a:lnTo>
                    <a:pt x="4877" y="183098"/>
                  </a:lnTo>
                  <a:lnTo>
                    <a:pt x="6229" y="188214"/>
                  </a:lnTo>
                  <a:lnTo>
                    <a:pt x="7741" y="193284"/>
                  </a:lnTo>
                  <a:lnTo>
                    <a:pt x="9413" y="198305"/>
                  </a:lnTo>
                  <a:lnTo>
                    <a:pt x="11244" y="203270"/>
                  </a:lnTo>
                  <a:lnTo>
                    <a:pt x="13230" y="208174"/>
                  </a:lnTo>
                  <a:lnTo>
                    <a:pt x="15371" y="213013"/>
                  </a:lnTo>
                  <a:lnTo>
                    <a:pt x="17664" y="217782"/>
                  </a:lnTo>
                  <a:lnTo>
                    <a:pt x="20107" y="222476"/>
                  </a:lnTo>
                  <a:lnTo>
                    <a:pt x="22697" y="227090"/>
                  </a:lnTo>
                  <a:lnTo>
                    <a:pt x="25431" y="231620"/>
                  </a:lnTo>
                  <a:lnTo>
                    <a:pt x="28308" y="236061"/>
                  </a:lnTo>
                  <a:lnTo>
                    <a:pt x="31324" y="240409"/>
                  </a:lnTo>
                  <a:lnTo>
                    <a:pt x="34476" y="244660"/>
                  </a:lnTo>
                  <a:lnTo>
                    <a:pt x="37761" y="248808"/>
                  </a:lnTo>
                  <a:lnTo>
                    <a:pt x="41175" y="252850"/>
                  </a:lnTo>
                  <a:lnTo>
                    <a:pt x="44716" y="256783"/>
                  </a:lnTo>
                  <a:lnTo>
                    <a:pt x="48380" y="260601"/>
                  </a:lnTo>
                  <a:lnTo>
                    <a:pt x="52162" y="264301"/>
                  </a:lnTo>
                  <a:lnTo>
                    <a:pt x="56060" y="267880"/>
                  </a:lnTo>
                  <a:lnTo>
                    <a:pt x="60069" y="271334"/>
                  </a:lnTo>
                  <a:lnTo>
                    <a:pt x="64185" y="274659"/>
                  </a:lnTo>
                  <a:lnTo>
                    <a:pt x="68405" y="277852"/>
                  </a:lnTo>
                  <a:lnTo>
                    <a:pt x="72723" y="280910"/>
                  </a:lnTo>
                  <a:lnTo>
                    <a:pt x="77136" y="283829"/>
                  </a:lnTo>
                  <a:lnTo>
                    <a:pt x="81639" y="286608"/>
                  </a:lnTo>
                  <a:lnTo>
                    <a:pt x="86228" y="289243"/>
                  </a:lnTo>
                  <a:lnTo>
                    <a:pt x="90898" y="291731"/>
                  </a:lnTo>
                  <a:lnTo>
                    <a:pt x="95645" y="294070"/>
                  </a:lnTo>
                  <a:lnTo>
                    <a:pt x="100463" y="296257"/>
                  </a:lnTo>
                  <a:lnTo>
                    <a:pt x="105348" y="298291"/>
                  </a:lnTo>
                  <a:lnTo>
                    <a:pt x="110294" y="300170"/>
                  </a:lnTo>
                  <a:lnTo>
                    <a:pt x="115298" y="301891"/>
                  </a:lnTo>
                  <a:lnTo>
                    <a:pt x="120354" y="303453"/>
                  </a:lnTo>
                  <a:lnTo>
                    <a:pt x="125457" y="304853"/>
                  </a:lnTo>
                  <a:lnTo>
                    <a:pt x="130601" y="306092"/>
                  </a:lnTo>
                  <a:lnTo>
                    <a:pt x="135782" y="307167"/>
                  </a:lnTo>
                  <a:lnTo>
                    <a:pt x="140995" y="308078"/>
                  </a:lnTo>
                  <a:lnTo>
                    <a:pt x="146233" y="308823"/>
                  </a:lnTo>
                  <a:lnTo>
                    <a:pt x="151493" y="309403"/>
                  </a:lnTo>
                  <a:lnTo>
                    <a:pt x="156769" y="309815"/>
                  </a:lnTo>
                  <a:lnTo>
                    <a:pt x="162054" y="310060"/>
                  </a:lnTo>
                  <a:lnTo>
                    <a:pt x="167345" y="310138"/>
                  </a:lnTo>
                  <a:lnTo>
                    <a:pt x="172636" y="310048"/>
                  </a:lnTo>
                  <a:lnTo>
                    <a:pt x="177921" y="309791"/>
                  </a:lnTo>
                  <a:lnTo>
                    <a:pt x="183196" y="309367"/>
                  </a:lnTo>
                  <a:lnTo>
                    <a:pt x="188454" y="308776"/>
                  </a:lnTo>
                  <a:lnTo>
                    <a:pt x="193691" y="308019"/>
                  </a:lnTo>
                  <a:lnTo>
                    <a:pt x="198902" y="307096"/>
                  </a:lnTo>
                  <a:lnTo>
                    <a:pt x="204080" y="306009"/>
                  </a:lnTo>
                  <a:lnTo>
                    <a:pt x="209222" y="304759"/>
                  </a:lnTo>
                  <a:lnTo>
                    <a:pt x="214321" y="303347"/>
                  </a:lnTo>
                  <a:lnTo>
                    <a:pt x="219374" y="301774"/>
                  </a:lnTo>
                  <a:lnTo>
                    <a:pt x="224374" y="300041"/>
                  </a:lnTo>
                  <a:lnTo>
                    <a:pt x="229316" y="298152"/>
                  </a:lnTo>
                  <a:lnTo>
                    <a:pt x="234196" y="296107"/>
                  </a:lnTo>
                  <a:lnTo>
                    <a:pt x="239010" y="293908"/>
                  </a:lnTo>
                  <a:lnTo>
                    <a:pt x="243751" y="291559"/>
                  </a:lnTo>
                  <a:lnTo>
                    <a:pt x="248415" y="289060"/>
                  </a:lnTo>
                  <a:lnTo>
                    <a:pt x="252998" y="286415"/>
                  </a:lnTo>
                  <a:lnTo>
                    <a:pt x="257495" y="283626"/>
                  </a:lnTo>
                  <a:lnTo>
                    <a:pt x="261902" y="280697"/>
                  </a:lnTo>
                  <a:lnTo>
                    <a:pt x="266213" y="277629"/>
                  </a:lnTo>
                  <a:lnTo>
                    <a:pt x="270425" y="274426"/>
                  </a:lnTo>
                  <a:lnTo>
                    <a:pt x="274534" y="271092"/>
                  </a:lnTo>
                  <a:lnTo>
                    <a:pt x="278535" y="267630"/>
                  </a:lnTo>
                  <a:lnTo>
                    <a:pt x="282425" y="264042"/>
                  </a:lnTo>
                  <a:lnTo>
                    <a:pt x="286199" y="260333"/>
                  </a:lnTo>
                  <a:lnTo>
                    <a:pt x="289854" y="256507"/>
                  </a:lnTo>
                  <a:lnTo>
                    <a:pt x="293386" y="252566"/>
                  </a:lnTo>
                  <a:lnTo>
                    <a:pt x="296791" y="248516"/>
                  </a:lnTo>
                  <a:lnTo>
                    <a:pt x="300067" y="244361"/>
                  </a:lnTo>
                  <a:lnTo>
                    <a:pt x="303209" y="240103"/>
                  </a:lnTo>
                  <a:lnTo>
                    <a:pt x="306215" y="235749"/>
                  </a:lnTo>
                  <a:lnTo>
                    <a:pt x="309082" y="231301"/>
                  </a:lnTo>
                  <a:lnTo>
                    <a:pt x="311807" y="226765"/>
                  </a:lnTo>
                  <a:lnTo>
                    <a:pt x="314386" y="222145"/>
                  </a:lnTo>
                  <a:lnTo>
                    <a:pt x="316818" y="217445"/>
                  </a:lnTo>
                  <a:lnTo>
                    <a:pt x="319101" y="212671"/>
                  </a:lnTo>
                  <a:lnTo>
                    <a:pt x="321230" y="207827"/>
                  </a:lnTo>
                  <a:lnTo>
                    <a:pt x="323206" y="202918"/>
                  </a:lnTo>
                  <a:lnTo>
                    <a:pt x="325025" y="197949"/>
                  </a:lnTo>
                  <a:lnTo>
                    <a:pt x="326686" y="192925"/>
                  </a:lnTo>
                  <a:lnTo>
                    <a:pt x="328187" y="187851"/>
                  </a:lnTo>
                  <a:lnTo>
                    <a:pt x="329527" y="182732"/>
                  </a:lnTo>
                  <a:lnTo>
                    <a:pt x="330704" y="177573"/>
                  </a:lnTo>
                  <a:lnTo>
                    <a:pt x="331717" y="172380"/>
                  </a:lnTo>
                  <a:lnTo>
                    <a:pt x="332566" y="167157"/>
                  </a:lnTo>
                  <a:lnTo>
                    <a:pt x="333248" y="161910"/>
                  </a:lnTo>
                  <a:lnTo>
                    <a:pt x="333764" y="156643"/>
                  </a:lnTo>
                  <a:lnTo>
                    <a:pt x="334114" y="151363"/>
                  </a:lnTo>
                  <a:lnTo>
                    <a:pt x="334296" y="146075"/>
                  </a:lnTo>
                  <a:lnTo>
                    <a:pt x="334310" y="140784"/>
                  </a:lnTo>
                  <a:lnTo>
                    <a:pt x="334157" y="135494"/>
                  </a:lnTo>
                  <a:lnTo>
                    <a:pt x="333837" y="130212"/>
                  </a:lnTo>
                  <a:lnTo>
                    <a:pt x="333350" y="124943"/>
                  </a:lnTo>
                  <a:lnTo>
                    <a:pt x="332696" y="119693"/>
                  </a:lnTo>
                  <a:lnTo>
                    <a:pt x="331876" y="114465"/>
                  </a:lnTo>
                  <a:lnTo>
                    <a:pt x="330891" y="109266"/>
                  </a:lnTo>
                  <a:lnTo>
                    <a:pt x="329743" y="104101"/>
                  </a:lnTo>
                  <a:lnTo>
                    <a:pt x="328431" y="98974"/>
                  </a:lnTo>
                  <a:lnTo>
                    <a:pt x="326958" y="93892"/>
                  </a:lnTo>
                  <a:lnTo>
                    <a:pt x="325324" y="88859"/>
                  </a:lnTo>
                  <a:lnTo>
                    <a:pt x="323533" y="83880"/>
                  </a:lnTo>
                  <a:lnTo>
                    <a:pt x="321584" y="78960"/>
                  </a:lnTo>
                  <a:lnTo>
                    <a:pt x="319481" y="74105"/>
                  </a:lnTo>
                  <a:lnTo>
                    <a:pt x="317225" y="69318"/>
                  </a:lnTo>
                  <a:lnTo>
                    <a:pt x="314819" y="64606"/>
                  </a:lnTo>
                  <a:lnTo>
                    <a:pt x="312264" y="59972"/>
                  </a:lnTo>
                  <a:lnTo>
                    <a:pt x="309565" y="55420"/>
                  </a:lnTo>
                  <a:lnTo>
                    <a:pt x="306722" y="50957"/>
                  </a:lnTo>
                  <a:lnTo>
                    <a:pt x="303740" y="46586"/>
                  </a:lnTo>
                  <a:lnTo>
                    <a:pt x="300621" y="42312"/>
                  </a:lnTo>
                  <a:lnTo>
                    <a:pt x="297369" y="38138"/>
                  </a:lnTo>
                  <a:lnTo>
                    <a:pt x="293985" y="34069"/>
                  </a:lnTo>
                  <a:lnTo>
                    <a:pt x="290475" y="30110"/>
                  </a:lnTo>
                  <a:lnTo>
                    <a:pt x="286841" y="26263"/>
                  </a:lnTo>
                  <a:lnTo>
                    <a:pt x="283088" y="22534"/>
                  </a:lnTo>
                  <a:lnTo>
                    <a:pt x="279218" y="18925"/>
                  </a:lnTo>
                  <a:lnTo>
                    <a:pt x="275236" y="15440"/>
                  </a:lnTo>
                  <a:lnTo>
                    <a:pt x="271145" y="12084"/>
                  </a:lnTo>
                  <a:lnTo>
                    <a:pt x="266950" y="8858"/>
                  </a:lnTo>
                  <a:lnTo>
                    <a:pt x="262656" y="5767"/>
                  </a:lnTo>
                  <a:lnTo>
                    <a:pt x="258265" y="2813"/>
                  </a:lnTo>
                  <a:lnTo>
                    <a:pt x="253784" y="0"/>
                  </a:lnTo>
                  <a:lnTo>
                    <a:pt x="167157" y="14297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212566" y="1546402"/>
              <a:ext cx="86626" cy="167167"/>
            </a:xfrm>
            <a:custGeom>
              <a:avLst/>
              <a:pathLst>
                <a:path w="86626" h="167167">
                  <a:moveTo>
                    <a:pt x="86626" y="24196"/>
                  </a:moveTo>
                  <a:lnTo>
                    <a:pt x="81709" y="21330"/>
                  </a:lnTo>
                  <a:lnTo>
                    <a:pt x="76698" y="18633"/>
                  </a:lnTo>
                  <a:lnTo>
                    <a:pt x="71597" y="16108"/>
                  </a:lnTo>
                  <a:lnTo>
                    <a:pt x="66413" y="13759"/>
                  </a:lnTo>
                  <a:lnTo>
                    <a:pt x="61153" y="11587"/>
                  </a:lnTo>
                  <a:lnTo>
                    <a:pt x="55821" y="9595"/>
                  </a:lnTo>
                  <a:lnTo>
                    <a:pt x="50425" y="7786"/>
                  </a:lnTo>
                  <a:lnTo>
                    <a:pt x="44971" y="6162"/>
                  </a:lnTo>
                  <a:lnTo>
                    <a:pt x="39464" y="4725"/>
                  </a:lnTo>
                  <a:lnTo>
                    <a:pt x="33912" y="3475"/>
                  </a:lnTo>
                  <a:lnTo>
                    <a:pt x="28320" y="2416"/>
                  </a:lnTo>
                  <a:lnTo>
                    <a:pt x="22695" y="1547"/>
                  </a:lnTo>
                  <a:lnTo>
                    <a:pt x="17044" y="871"/>
                  </a:lnTo>
                  <a:lnTo>
                    <a:pt x="11374" y="387"/>
                  </a:lnTo>
                  <a:lnTo>
                    <a:pt x="5690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784586" y="1943516"/>
              <a:ext cx="94197" cy="167167"/>
            </a:xfrm>
            <a:custGeom>
              <a:avLst/>
              <a:pathLst>
                <a:path w="94197" h="167167">
                  <a:moveTo>
                    <a:pt x="94197" y="0"/>
                  </a:moveTo>
                  <a:lnTo>
                    <a:pt x="88639" y="92"/>
                  </a:lnTo>
                  <a:lnTo>
                    <a:pt x="83086" y="369"/>
                  </a:lnTo>
                  <a:lnTo>
                    <a:pt x="77547" y="831"/>
                  </a:lnTo>
                  <a:lnTo>
                    <a:pt x="72025" y="1476"/>
                  </a:lnTo>
                  <a:lnTo>
                    <a:pt x="66528" y="2305"/>
                  </a:lnTo>
                  <a:lnTo>
                    <a:pt x="61062" y="3316"/>
                  </a:lnTo>
                  <a:lnTo>
                    <a:pt x="55632" y="4509"/>
                  </a:lnTo>
                  <a:lnTo>
                    <a:pt x="50245" y="5881"/>
                  </a:lnTo>
                  <a:lnTo>
                    <a:pt x="44907" y="7431"/>
                  </a:lnTo>
                  <a:lnTo>
                    <a:pt x="39623" y="9159"/>
                  </a:lnTo>
                  <a:lnTo>
                    <a:pt x="34399" y="11060"/>
                  </a:lnTo>
                  <a:lnTo>
                    <a:pt x="29242" y="13135"/>
                  </a:lnTo>
                  <a:lnTo>
                    <a:pt x="24156" y="15380"/>
                  </a:lnTo>
                  <a:lnTo>
                    <a:pt x="19148" y="17793"/>
                  </a:lnTo>
                  <a:lnTo>
                    <a:pt x="14223" y="20371"/>
                  </a:lnTo>
                  <a:lnTo>
                    <a:pt x="9386" y="23111"/>
                  </a:lnTo>
                  <a:lnTo>
                    <a:pt x="4643" y="26010"/>
                  </a:lnTo>
                  <a:lnTo>
                    <a:pt x="0" y="29066"/>
                  </a:lnTo>
                  <a:lnTo>
                    <a:pt x="94197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784586" y="1972583"/>
              <a:ext cx="94197" cy="138100"/>
            </a:xfrm>
            <a:custGeom>
              <a:avLst/>
              <a:pathLst>
                <a:path w="94197" h="138100">
                  <a:moveTo>
                    <a:pt x="0" y="0"/>
                  </a:moveTo>
                  <a:lnTo>
                    <a:pt x="94197" y="13810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784586" y="1972583"/>
              <a:ext cx="94197" cy="138100"/>
            </a:xfrm>
            <a:custGeom>
              <a:avLst/>
              <a:pathLst>
                <a:path w="94197" h="138100">
                  <a:moveTo>
                    <a:pt x="0" y="0"/>
                  </a:moveTo>
                  <a:lnTo>
                    <a:pt x="94197" y="1381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84586" y="1972583"/>
              <a:ext cx="94197" cy="138100"/>
            </a:xfrm>
            <a:custGeom>
              <a:avLst/>
              <a:pathLst>
                <a:path w="94197" h="138100">
                  <a:moveTo>
                    <a:pt x="0" y="0"/>
                  </a:moveTo>
                  <a:lnTo>
                    <a:pt x="94197" y="1381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84586" y="1972583"/>
              <a:ext cx="94197" cy="138100"/>
            </a:xfrm>
            <a:custGeom>
              <a:avLst/>
              <a:pathLst>
                <a:path w="94197" h="138100">
                  <a:moveTo>
                    <a:pt x="0" y="0"/>
                  </a:moveTo>
                  <a:lnTo>
                    <a:pt x="94197" y="1381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84586" y="1972583"/>
              <a:ext cx="94197" cy="138100"/>
            </a:xfrm>
            <a:custGeom>
              <a:avLst/>
              <a:pathLst>
                <a:path w="94197" h="138100">
                  <a:moveTo>
                    <a:pt x="0" y="0"/>
                  </a:moveTo>
                  <a:lnTo>
                    <a:pt x="94197" y="1381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84586" y="1972583"/>
              <a:ext cx="94197" cy="138100"/>
            </a:xfrm>
            <a:custGeom>
              <a:avLst/>
              <a:pathLst>
                <a:path w="94197" h="138100">
                  <a:moveTo>
                    <a:pt x="0" y="0"/>
                  </a:moveTo>
                  <a:lnTo>
                    <a:pt x="94197" y="13810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84586" y="1972583"/>
              <a:ext cx="94197" cy="138100"/>
            </a:xfrm>
            <a:custGeom>
              <a:avLst/>
              <a:pathLst>
                <a:path w="94197" h="138100">
                  <a:moveTo>
                    <a:pt x="0" y="0"/>
                  </a:moveTo>
                  <a:lnTo>
                    <a:pt x="94197" y="13810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84586" y="1972583"/>
              <a:ext cx="94197" cy="138100"/>
            </a:xfrm>
            <a:custGeom>
              <a:avLst/>
              <a:pathLst>
                <a:path w="94197" h="138100">
                  <a:moveTo>
                    <a:pt x="0" y="0"/>
                  </a:moveTo>
                  <a:lnTo>
                    <a:pt x="94197" y="13810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4586" y="1972583"/>
              <a:ext cx="94197" cy="138100"/>
            </a:xfrm>
            <a:custGeom>
              <a:avLst/>
              <a:pathLst>
                <a:path w="94197" h="138100">
                  <a:moveTo>
                    <a:pt x="0" y="0"/>
                  </a:moveTo>
                  <a:lnTo>
                    <a:pt x="94197" y="13810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4586" y="1972583"/>
              <a:ext cx="94197" cy="138100"/>
            </a:xfrm>
            <a:custGeom>
              <a:avLst/>
              <a:pathLst>
                <a:path w="94197" h="138100">
                  <a:moveTo>
                    <a:pt x="0" y="0"/>
                  </a:moveTo>
                  <a:lnTo>
                    <a:pt x="94197" y="1381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4586" y="1972583"/>
              <a:ext cx="94197" cy="138100"/>
            </a:xfrm>
            <a:custGeom>
              <a:avLst/>
              <a:pathLst>
                <a:path w="94197" h="138100">
                  <a:moveTo>
                    <a:pt x="0" y="0"/>
                  </a:moveTo>
                  <a:lnTo>
                    <a:pt x="94197" y="1381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4586" y="1972583"/>
              <a:ext cx="94197" cy="138100"/>
            </a:xfrm>
            <a:custGeom>
              <a:avLst/>
              <a:pathLst>
                <a:path w="94197" h="138100">
                  <a:moveTo>
                    <a:pt x="0" y="0"/>
                  </a:moveTo>
                  <a:lnTo>
                    <a:pt x="94197" y="1381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4586" y="1972583"/>
              <a:ext cx="94197" cy="138100"/>
            </a:xfrm>
            <a:custGeom>
              <a:avLst/>
              <a:pathLst>
                <a:path w="94197" h="138100">
                  <a:moveTo>
                    <a:pt x="0" y="0"/>
                  </a:moveTo>
                  <a:lnTo>
                    <a:pt x="94197" y="1381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4586" y="1972583"/>
              <a:ext cx="94197" cy="138100"/>
            </a:xfrm>
            <a:custGeom>
              <a:avLst/>
              <a:pathLst>
                <a:path w="94197" h="138100">
                  <a:moveTo>
                    <a:pt x="0" y="0"/>
                  </a:moveTo>
                  <a:lnTo>
                    <a:pt x="94197" y="13810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4586" y="1972583"/>
              <a:ext cx="94197" cy="138100"/>
            </a:xfrm>
            <a:custGeom>
              <a:avLst/>
              <a:pathLst>
                <a:path w="94197" h="138100">
                  <a:moveTo>
                    <a:pt x="0" y="0"/>
                  </a:moveTo>
                  <a:lnTo>
                    <a:pt x="94197" y="13810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84159" y="1972583"/>
              <a:ext cx="94624" cy="138100"/>
            </a:xfrm>
            <a:custGeom>
              <a:avLst/>
              <a:pathLst>
                <a:path w="94624" h="138100">
                  <a:moveTo>
                    <a:pt x="426" y="0"/>
                  </a:moveTo>
                  <a:lnTo>
                    <a:pt x="0" y="292"/>
                  </a:lnTo>
                  <a:lnTo>
                    <a:pt x="94624" y="13810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711634" y="1943516"/>
              <a:ext cx="334296" cy="334334"/>
            </a:xfrm>
            <a:custGeom>
              <a:avLst/>
              <a:pathLst>
                <a:path w="334296" h="334334">
                  <a:moveTo>
                    <a:pt x="72524" y="29358"/>
                  </a:moveTo>
                  <a:lnTo>
                    <a:pt x="68199" y="32431"/>
                  </a:lnTo>
                  <a:lnTo>
                    <a:pt x="63973" y="35639"/>
                  </a:lnTo>
                  <a:lnTo>
                    <a:pt x="59851" y="38979"/>
                  </a:lnTo>
                  <a:lnTo>
                    <a:pt x="55837" y="42449"/>
                  </a:lnTo>
                  <a:lnTo>
                    <a:pt x="51935" y="46044"/>
                  </a:lnTo>
                  <a:lnTo>
                    <a:pt x="48149" y="49761"/>
                  </a:lnTo>
                  <a:lnTo>
                    <a:pt x="44483" y="53597"/>
                  </a:lnTo>
                  <a:lnTo>
                    <a:pt x="40941" y="57547"/>
                  </a:lnTo>
                  <a:lnTo>
                    <a:pt x="37525" y="61607"/>
                  </a:lnTo>
                  <a:lnTo>
                    <a:pt x="34241" y="65774"/>
                  </a:lnTo>
                  <a:lnTo>
                    <a:pt x="31090" y="70043"/>
                  </a:lnTo>
                  <a:lnTo>
                    <a:pt x="28076" y="74410"/>
                  </a:lnTo>
                  <a:lnTo>
                    <a:pt x="25203" y="78870"/>
                  </a:lnTo>
                  <a:lnTo>
                    <a:pt x="22472" y="83419"/>
                  </a:lnTo>
                  <a:lnTo>
                    <a:pt x="19887" y="88052"/>
                  </a:lnTo>
                  <a:lnTo>
                    <a:pt x="17451" y="92765"/>
                  </a:lnTo>
                  <a:lnTo>
                    <a:pt x="15165" y="97554"/>
                  </a:lnTo>
                  <a:lnTo>
                    <a:pt x="13033" y="102412"/>
                  </a:lnTo>
                  <a:lnTo>
                    <a:pt x="11055" y="107335"/>
                  </a:lnTo>
                  <a:lnTo>
                    <a:pt x="9235" y="112319"/>
                  </a:lnTo>
                  <a:lnTo>
                    <a:pt x="7574" y="117358"/>
                  </a:lnTo>
                  <a:lnTo>
                    <a:pt x="6074" y="122447"/>
                  </a:lnTo>
                  <a:lnTo>
                    <a:pt x="4736" y="127581"/>
                  </a:lnTo>
                  <a:lnTo>
                    <a:pt x="3561" y="132755"/>
                  </a:lnTo>
                  <a:lnTo>
                    <a:pt x="2552" y="137964"/>
                  </a:lnTo>
                  <a:lnTo>
                    <a:pt x="1708" y="143202"/>
                  </a:lnTo>
                  <a:lnTo>
                    <a:pt x="1031" y="148465"/>
                  </a:lnTo>
                  <a:lnTo>
                    <a:pt x="521" y="153746"/>
                  </a:lnTo>
                  <a:lnTo>
                    <a:pt x="179" y="159040"/>
                  </a:lnTo>
                  <a:lnTo>
                    <a:pt x="5" y="164343"/>
                  </a:lnTo>
                  <a:lnTo>
                    <a:pt x="0" y="169649"/>
                  </a:lnTo>
                  <a:lnTo>
                    <a:pt x="162" y="174952"/>
                  </a:lnTo>
                  <a:lnTo>
                    <a:pt x="494" y="180248"/>
                  </a:lnTo>
                  <a:lnTo>
                    <a:pt x="993" y="185530"/>
                  </a:lnTo>
                  <a:lnTo>
                    <a:pt x="1659" y="190793"/>
                  </a:lnTo>
                  <a:lnTo>
                    <a:pt x="2492" y="196033"/>
                  </a:lnTo>
                  <a:lnTo>
                    <a:pt x="3491" y="201244"/>
                  </a:lnTo>
                  <a:lnTo>
                    <a:pt x="4655" y="206421"/>
                  </a:lnTo>
                  <a:lnTo>
                    <a:pt x="5983" y="211557"/>
                  </a:lnTo>
                  <a:lnTo>
                    <a:pt x="7473" y="216650"/>
                  </a:lnTo>
                  <a:lnTo>
                    <a:pt x="9123" y="221692"/>
                  </a:lnTo>
                  <a:lnTo>
                    <a:pt x="10933" y="226679"/>
                  </a:lnTo>
                  <a:lnTo>
                    <a:pt x="12901" y="231607"/>
                  </a:lnTo>
                  <a:lnTo>
                    <a:pt x="15023" y="236470"/>
                  </a:lnTo>
                  <a:lnTo>
                    <a:pt x="17299" y="241262"/>
                  </a:lnTo>
                  <a:lnTo>
                    <a:pt x="19726" y="245980"/>
                  </a:lnTo>
                  <a:lnTo>
                    <a:pt x="22301" y="250619"/>
                  </a:lnTo>
                  <a:lnTo>
                    <a:pt x="25023" y="255174"/>
                  </a:lnTo>
                  <a:lnTo>
                    <a:pt x="27887" y="259640"/>
                  </a:lnTo>
                  <a:lnTo>
                    <a:pt x="30892" y="264013"/>
                  </a:lnTo>
                  <a:lnTo>
                    <a:pt x="34034" y="268288"/>
                  </a:lnTo>
                  <a:lnTo>
                    <a:pt x="37310" y="272461"/>
                  </a:lnTo>
                  <a:lnTo>
                    <a:pt x="40717" y="276529"/>
                  </a:lnTo>
                  <a:lnTo>
                    <a:pt x="44251" y="280486"/>
                  </a:lnTo>
                  <a:lnTo>
                    <a:pt x="47909" y="284329"/>
                  </a:lnTo>
                  <a:lnTo>
                    <a:pt x="51687" y="288054"/>
                  </a:lnTo>
                  <a:lnTo>
                    <a:pt x="55582" y="291657"/>
                  </a:lnTo>
                  <a:lnTo>
                    <a:pt x="59589" y="295135"/>
                  </a:lnTo>
                  <a:lnTo>
                    <a:pt x="63704" y="298484"/>
                  </a:lnTo>
                  <a:lnTo>
                    <a:pt x="67923" y="301701"/>
                  </a:lnTo>
                  <a:lnTo>
                    <a:pt x="72243" y="304782"/>
                  </a:lnTo>
                  <a:lnTo>
                    <a:pt x="76658" y="307724"/>
                  </a:lnTo>
                  <a:lnTo>
                    <a:pt x="81164" y="310525"/>
                  </a:lnTo>
                  <a:lnTo>
                    <a:pt x="85757" y="313182"/>
                  </a:lnTo>
                  <a:lnTo>
                    <a:pt x="90431" y="315691"/>
                  </a:lnTo>
                  <a:lnTo>
                    <a:pt x="95183" y="318051"/>
                  </a:lnTo>
                  <a:lnTo>
                    <a:pt x="100008" y="320259"/>
                  </a:lnTo>
                  <a:lnTo>
                    <a:pt x="104900" y="322312"/>
                  </a:lnTo>
                  <a:lnTo>
                    <a:pt x="109855" y="324210"/>
                  </a:lnTo>
                  <a:lnTo>
                    <a:pt x="114868" y="325949"/>
                  </a:lnTo>
                  <a:lnTo>
                    <a:pt x="119933" y="327528"/>
                  </a:lnTo>
                  <a:lnTo>
                    <a:pt x="125046" y="328945"/>
                  </a:lnTo>
                  <a:lnTo>
                    <a:pt x="130201" y="330200"/>
                  </a:lnTo>
                  <a:lnTo>
                    <a:pt x="135393" y="331291"/>
                  </a:lnTo>
                  <a:lnTo>
                    <a:pt x="140618" y="332216"/>
                  </a:lnTo>
                  <a:lnTo>
                    <a:pt x="145869" y="332974"/>
                  </a:lnTo>
                  <a:lnTo>
                    <a:pt x="151141" y="333566"/>
                  </a:lnTo>
                  <a:lnTo>
                    <a:pt x="156430" y="333990"/>
                  </a:lnTo>
                  <a:lnTo>
                    <a:pt x="161730" y="334247"/>
                  </a:lnTo>
                  <a:lnTo>
                    <a:pt x="167035" y="334334"/>
                  </a:lnTo>
                  <a:lnTo>
                    <a:pt x="172340" y="334254"/>
                  </a:lnTo>
                  <a:lnTo>
                    <a:pt x="177640" y="334005"/>
                  </a:lnTo>
                  <a:lnTo>
                    <a:pt x="182929" y="333588"/>
                  </a:lnTo>
                  <a:lnTo>
                    <a:pt x="188202" y="333003"/>
                  </a:lnTo>
                  <a:lnTo>
                    <a:pt x="193454" y="332252"/>
                  </a:lnTo>
                  <a:lnTo>
                    <a:pt x="198680" y="331334"/>
                  </a:lnTo>
                  <a:lnTo>
                    <a:pt x="203874" y="330250"/>
                  </a:lnTo>
                  <a:lnTo>
                    <a:pt x="209031" y="329003"/>
                  </a:lnTo>
                  <a:lnTo>
                    <a:pt x="214146" y="327592"/>
                  </a:lnTo>
                  <a:lnTo>
                    <a:pt x="219213" y="326020"/>
                  </a:lnTo>
                  <a:lnTo>
                    <a:pt x="224228" y="324288"/>
                  </a:lnTo>
                  <a:lnTo>
                    <a:pt x="229185" y="322397"/>
                  </a:lnTo>
                  <a:lnTo>
                    <a:pt x="234080" y="320350"/>
                  </a:lnTo>
                  <a:lnTo>
                    <a:pt x="238908" y="318149"/>
                  </a:lnTo>
                  <a:lnTo>
                    <a:pt x="243663" y="315796"/>
                  </a:lnTo>
                  <a:lnTo>
                    <a:pt x="248341" y="313293"/>
                  </a:lnTo>
                  <a:lnTo>
                    <a:pt x="252938" y="310642"/>
                  </a:lnTo>
                  <a:lnTo>
                    <a:pt x="257448" y="307847"/>
                  </a:lnTo>
                  <a:lnTo>
                    <a:pt x="261867" y="304911"/>
                  </a:lnTo>
                  <a:lnTo>
                    <a:pt x="266190" y="301836"/>
                  </a:lnTo>
                  <a:lnTo>
                    <a:pt x="270414" y="298625"/>
                  </a:lnTo>
                  <a:lnTo>
                    <a:pt x="274534" y="295282"/>
                  </a:lnTo>
                  <a:lnTo>
                    <a:pt x="278545" y="291809"/>
                  </a:lnTo>
                  <a:lnTo>
                    <a:pt x="282445" y="288211"/>
                  </a:lnTo>
                  <a:lnTo>
                    <a:pt x="286228" y="284491"/>
                  </a:lnTo>
                  <a:lnTo>
                    <a:pt x="289891" y="280653"/>
                  </a:lnTo>
                  <a:lnTo>
                    <a:pt x="293431" y="276701"/>
                  </a:lnTo>
                  <a:lnTo>
                    <a:pt x="296843" y="272638"/>
                  </a:lnTo>
                  <a:lnTo>
                    <a:pt x="300125" y="268469"/>
                  </a:lnTo>
                  <a:lnTo>
                    <a:pt x="303273" y="264198"/>
                  </a:lnTo>
                  <a:lnTo>
                    <a:pt x="306284" y="259829"/>
                  </a:lnTo>
                  <a:lnTo>
                    <a:pt x="309154" y="255367"/>
                  </a:lnTo>
                  <a:lnTo>
                    <a:pt x="311882" y="250816"/>
                  </a:lnTo>
                  <a:lnTo>
                    <a:pt x="314463" y="246181"/>
                  </a:lnTo>
                  <a:lnTo>
                    <a:pt x="316897" y="241466"/>
                  </a:lnTo>
                  <a:lnTo>
                    <a:pt x="319179" y="236677"/>
                  </a:lnTo>
                  <a:lnTo>
                    <a:pt x="321309" y="231817"/>
                  </a:lnTo>
                  <a:lnTo>
                    <a:pt x="323283" y="226892"/>
                  </a:lnTo>
                  <a:lnTo>
                    <a:pt x="325099" y="221907"/>
                  </a:lnTo>
                  <a:lnTo>
                    <a:pt x="326757" y="216867"/>
                  </a:lnTo>
                  <a:lnTo>
                    <a:pt x="328254" y="211777"/>
                  </a:lnTo>
                  <a:lnTo>
                    <a:pt x="329588" y="206642"/>
                  </a:lnTo>
                  <a:lnTo>
                    <a:pt x="330759" y="201467"/>
                  </a:lnTo>
                  <a:lnTo>
                    <a:pt x="331765" y="196258"/>
                  </a:lnTo>
                  <a:lnTo>
                    <a:pt x="332606" y="191019"/>
                  </a:lnTo>
                  <a:lnTo>
                    <a:pt x="333279" y="185756"/>
                  </a:lnTo>
                  <a:lnTo>
                    <a:pt x="333785" y="180475"/>
                  </a:lnTo>
                  <a:lnTo>
                    <a:pt x="334124" y="175180"/>
                  </a:lnTo>
                  <a:lnTo>
                    <a:pt x="334294" y="169877"/>
                  </a:lnTo>
                  <a:lnTo>
                    <a:pt x="334296" y="164571"/>
                  </a:lnTo>
                  <a:lnTo>
                    <a:pt x="334129" y="159268"/>
                  </a:lnTo>
                  <a:lnTo>
                    <a:pt x="333794" y="153973"/>
                  </a:lnTo>
                  <a:lnTo>
                    <a:pt x="333292" y="148691"/>
                  </a:lnTo>
                  <a:lnTo>
                    <a:pt x="332622" y="143428"/>
                  </a:lnTo>
                  <a:lnTo>
                    <a:pt x="331785" y="138188"/>
                  </a:lnTo>
                  <a:lnTo>
                    <a:pt x="330783" y="132978"/>
                  </a:lnTo>
                  <a:lnTo>
                    <a:pt x="329615" y="127803"/>
                  </a:lnTo>
                  <a:lnTo>
                    <a:pt x="328284" y="122667"/>
                  </a:lnTo>
                  <a:lnTo>
                    <a:pt x="326791" y="117575"/>
                  </a:lnTo>
                  <a:lnTo>
                    <a:pt x="325137" y="112534"/>
                  </a:lnTo>
                  <a:lnTo>
                    <a:pt x="323323" y="107548"/>
                  </a:lnTo>
                  <a:lnTo>
                    <a:pt x="321353" y="102622"/>
                  </a:lnTo>
                  <a:lnTo>
                    <a:pt x="319227" y="97761"/>
                  </a:lnTo>
                  <a:lnTo>
                    <a:pt x="316947" y="92970"/>
                  </a:lnTo>
                  <a:lnTo>
                    <a:pt x="314517" y="88253"/>
                  </a:lnTo>
                  <a:lnTo>
                    <a:pt x="311939" y="83616"/>
                  </a:lnTo>
                  <a:lnTo>
                    <a:pt x="309214" y="79063"/>
                  </a:lnTo>
                  <a:lnTo>
                    <a:pt x="306347" y="74599"/>
                  </a:lnTo>
                  <a:lnTo>
                    <a:pt x="303339" y="70228"/>
                  </a:lnTo>
                  <a:lnTo>
                    <a:pt x="300194" y="65955"/>
                  </a:lnTo>
                  <a:lnTo>
                    <a:pt x="296915" y="61784"/>
                  </a:lnTo>
                  <a:lnTo>
                    <a:pt x="293506" y="57719"/>
                  </a:lnTo>
                  <a:lnTo>
                    <a:pt x="289969" y="53764"/>
                  </a:lnTo>
                  <a:lnTo>
                    <a:pt x="286308" y="49924"/>
                  </a:lnTo>
                  <a:lnTo>
                    <a:pt x="282527" y="46201"/>
                  </a:lnTo>
                  <a:lnTo>
                    <a:pt x="278630" y="42601"/>
                  </a:lnTo>
                  <a:lnTo>
                    <a:pt x="274621" y="39126"/>
                  </a:lnTo>
                  <a:lnTo>
                    <a:pt x="270504" y="35779"/>
                  </a:lnTo>
                  <a:lnTo>
                    <a:pt x="266282" y="32566"/>
                  </a:lnTo>
                  <a:lnTo>
                    <a:pt x="261960" y="29487"/>
                  </a:lnTo>
                  <a:lnTo>
                    <a:pt x="257543" y="26548"/>
                  </a:lnTo>
                  <a:lnTo>
                    <a:pt x="253035" y="23750"/>
                  </a:lnTo>
                  <a:lnTo>
                    <a:pt x="248441" y="21097"/>
                  </a:lnTo>
                  <a:lnTo>
                    <a:pt x="243764" y="18591"/>
                  </a:lnTo>
                  <a:lnTo>
                    <a:pt x="239011" y="16234"/>
                  </a:lnTo>
                  <a:lnTo>
                    <a:pt x="234185" y="14029"/>
                  </a:lnTo>
                  <a:lnTo>
                    <a:pt x="229291" y="11979"/>
                  </a:lnTo>
                  <a:lnTo>
                    <a:pt x="224335" y="10085"/>
                  </a:lnTo>
                  <a:lnTo>
                    <a:pt x="219321" y="8350"/>
                  </a:lnTo>
                  <a:lnTo>
                    <a:pt x="214255" y="6774"/>
                  </a:lnTo>
                  <a:lnTo>
                    <a:pt x="209141" y="5360"/>
                  </a:lnTo>
                  <a:lnTo>
                    <a:pt x="203985" y="4109"/>
                  </a:lnTo>
                  <a:lnTo>
                    <a:pt x="198792" y="3022"/>
                  </a:lnTo>
                  <a:lnTo>
                    <a:pt x="193567" y="2100"/>
                  </a:lnTo>
                  <a:lnTo>
                    <a:pt x="188315" y="1345"/>
                  </a:lnTo>
                  <a:lnTo>
                    <a:pt x="183042" y="757"/>
                  </a:lnTo>
                  <a:lnTo>
                    <a:pt x="177753" y="336"/>
                  </a:lnTo>
                  <a:lnTo>
                    <a:pt x="172454" y="84"/>
                  </a:lnTo>
                  <a:lnTo>
                    <a:pt x="167149" y="0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2541304" y="2406772"/>
              <a:ext cx="104429" cy="167167"/>
            </a:xfrm>
            <a:custGeom>
              <a:avLst/>
              <a:pathLst>
                <a:path w="104429" h="167167">
                  <a:moveTo>
                    <a:pt x="104429" y="0"/>
                  </a:moveTo>
                  <a:lnTo>
                    <a:pt x="98790" y="95"/>
                  </a:lnTo>
                  <a:lnTo>
                    <a:pt x="93158" y="380"/>
                  </a:lnTo>
                  <a:lnTo>
                    <a:pt x="87538" y="855"/>
                  </a:lnTo>
                  <a:lnTo>
                    <a:pt x="81938" y="1519"/>
                  </a:lnTo>
                  <a:lnTo>
                    <a:pt x="76363" y="2372"/>
                  </a:lnTo>
                  <a:lnTo>
                    <a:pt x="70821" y="3413"/>
                  </a:lnTo>
                  <a:lnTo>
                    <a:pt x="65316" y="4640"/>
                  </a:lnTo>
                  <a:lnTo>
                    <a:pt x="59856" y="6051"/>
                  </a:lnTo>
                  <a:lnTo>
                    <a:pt x="54447" y="7646"/>
                  </a:lnTo>
                  <a:lnTo>
                    <a:pt x="49095" y="9423"/>
                  </a:lnTo>
                  <a:lnTo>
                    <a:pt x="43805" y="11379"/>
                  </a:lnTo>
                  <a:lnTo>
                    <a:pt x="38585" y="13513"/>
                  </a:lnTo>
                  <a:lnTo>
                    <a:pt x="33440" y="15821"/>
                  </a:lnTo>
                  <a:lnTo>
                    <a:pt x="28375" y="18302"/>
                  </a:lnTo>
                  <a:lnTo>
                    <a:pt x="23397" y="20952"/>
                  </a:lnTo>
                  <a:lnTo>
                    <a:pt x="18511" y="23769"/>
                  </a:lnTo>
                  <a:lnTo>
                    <a:pt x="13723" y="26748"/>
                  </a:lnTo>
                  <a:lnTo>
                    <a:pt x="9038" y="29888"/>
                  </a:lnTo>
                  <a:lnTo>
                    <a:pt x="4462" y="33183"/>
                  </a:lnTo>
                  <a:lnTo>
                    <a:pt x="0" y="36632"/>
                  </a:lnTo>
                  <a:lnTo>
                    <a:pt x="104429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2541304" y="2443404"/>
              <a:ext cx="104429" cy="130535"/>
            </a:xfrm>
            <a:custGeom>
              <a:avLst/>
              <a:pathLst>
                <a:path w="104429" h="130535">
                  <a:moveTo>
                    <a:pt x="0" y="0"/>
                  </a:moveTo>
                  <a:lnTo>
                    <a:pt x="104429" y="1305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2541304" y="2443404"/>
              <a:ext cx="104429" cy="130535"/>
            </a:xfrm>
            <a:custGeom>
              <a:avLst/>
              <a:pathLst>
                <a:path w="104429" h="130535">
                  <a:moveTo>
                    <a:pt x="0" y="0"/>
                  </a:moveTo>
                  <a:lnTo>
                    <a:pt x="104429" y="1305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2541304" y="2443404"/>
              <a:ext cx="104429" cy="130535"/>
            </a:xfrm>
            <a:custGeom>
              <a:avLst/>
              <a:pathLst>
                <a:path w="104429" h="130535">
                  <a:moveTo>
                    <a:pt x="0" y="0"/>
                  </a:moveTo>
                  <a:lnTo>
                    <a:pt x="104429" y="1305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2541304" y="2443404"/>
              <a:ext cx="104429" cy="130535"/>
            </a:xfrm>
            <a:custGeom>
              <a:avLst/>
              <a:pathLst>
                <a:path w="104429" h="130535">
                  <a:moveTo>
                    <a:pt x="0" y="0"/>
                  </a:moveTo>
                  <a:lnTo>
                    <a:pt x="104429" y="1305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2541304" y="2443404"/>
              <a:ext cx="104429" cy="130535"/>
            </a:xfrm>
            <a:custGeom>
              <a:avLst/>
              <a:pathLst>
                <a:path w="104429" h="130535">
                  <a:moveTo>
                    <a:pt x="0" y="0"/>
                  </a:moveTo>
                  <a:lnTo>
                    <a:pt x="104429" y="13053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2541304" y="2443404"/>
              <a:ext cx="104429" cy="130535"/>
            </a:xfrm>
            <a:custGeom>
              <a:avLst/>
              <a:pathLst>
                <a:path w="104429" h="130535">
                  <a:moveTo>
                    <a:pt x="0" y="0"/>
                  </a:moveTo>
                  <a:lnTo>
                    <a:pt x="104429" y="13053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2541304" y="2443404"/>
              <a:ext cx="104429" cy="130535"/>
            </a:xfrm>
            <a:custGeom>
              <a:avLst/>
              <a:pathLst>
                <a:path w="104429" h="130535">
                  <a:moveTo>
                    <a:pt x="0" y="0"/>
                  </a:moveTo>
                  <a:lnTo>
                    <a:pt x="104429" y="13053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2541304" y="2443404"/>
              <a:ext cx="104429" cy="130535"/>
            </a:xfrm>
            <a:custGeom>
              <a:avLst/>
              <a:pathLst>
                <a:path w="104429" h="130535">
                  <a:moveTo>
                    <a:pt x="0" y="0"/>
                  </a:moveTo>
                  <a:lnTo>
                    <a:pt x="104429" y="13053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2541304" y="2443404"/>
              <a:ext cx="104429" cy="130535"/>
            </a:xfrm>
            <a:custGeom>
              <a:avLst/>
              <a:pathLst>
                <a:path w="104429" h="130535">
                  <a:moveTo>
                    <a:pt x="0" y="0"/>
                  </a:moveTo>
                  <a:lnTo>
                    <a:pt x="104429" y="1305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2541304" y="2443404"/>
              <a:ext cx="104429" cy="130535"/>
            </a:xfrm>
            <a:custGeom>
              <a:avLst/>
              <a:pathLst>
                <a:path w="104429" h="130535">
                  <a:moveTo>
                    <a:pt x="0" y="0"/>
                  </a:moveTo>
                  <a:lnTo>
                    <a:pt x="104429" y="1305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2541304" y="2443404"/>
              <a:ext cx="104429" cy="130535"/>
            </a:xfrm>
            <a:custGeom>
              <a:avLst/>
              <a:pathLst>
                <a:path w="104429" h="130535">
                  <a:moveTo>
                    <a:pt x="0" y="0"/>
                  </a:moveTo>
                  <a:lnTo>
                    <a:pt x="104429" y="1305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2541304" y="2443404"/>
              <a:ext cx="104429" cy="130535"/>
            </a:xfrm>
            <a:custGeom>
              <a:avLst/>
              <a:pathLst>
                <a:path w="104429" h="130535">
                  <a:moveTo>
                    <a:pt x="0" y="0"/>
                  </a:moveTo>
                  <a:lnTo>
                    <a:pt x="104429" y="1305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2541304" y="2443404"/>
              <a:ext cx="104429" cy="130535"/>
            </a:xfrm>
            <a:custGeom>
              <a:avLst/>
              <a:pathLst>
                <a:path w="104429" h="130535">
                  <a:moveTo>
                    <a:pt x="0" y="0"/>
                  </a:moveTo>
                  <a:lnTo>
                    <a:pt x="104429" y="13053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2541304" y="2443404"/>
              <a:ext cx="104429" cy="130535"/>
            </a:xfrm>
            <a:custGeom>
              <a:avLst/>
              <a:pathLst>
                <a:path w="104429" h="130535">
                  <a:moveTo>
                    <a:pt x="0" y="0"/>
                  </a:moveTo>
                  <a:lnTo>
                    <a:pt x="104429" y="13053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478574" y="2407173"/>
              <a:ext cx="334310" cy="333932"/>
            </a:xfrm>
            <a:custGeom>
              <a:avLst/>
              <a:pathLst>
                <a:path w="334310" h="333932">
                  <a:moveTo>
                    <a:pt x="62730" y="36230"/>
                  </a:moveTo>
                  <a:lnTo>
                    <a:pt x="58651" y="39600"/>
                  </a:lnTo>
                  <a:lnTo>
                    <a:pt x="54681" y="43098"/>
                  </a:lnTo>
                  <a:lnTo>
                    <a:pt x="50824" y="46719"/>
                  </a:lnTo>
                  <a:lnTo>
                    <a:pt x="47083" y="50461"/>
                  </a:lnTo>
                  <a:lnTo>
                    <a:pt x="43462" y="54319"/>
                  </a:lnTo>
                  <a:lnTo>
                    <a:pt x="39966" y="58290"/>
                  </a:lnTo>
                  <a:lnTo>
                    <a:pt x="36596" y="62370"/>
                  </a:lnTo>
                  <a:lnTo>
                    <a:pt x="33358" y="66554"/>
                  </a:lnTo>
                  <a:lnTo>
                    <a:pt x="30254" y="70839"/>
                  </a:lnTo>
                  <a:lnTo>
                    <a:pt x="27287" y="75219"/>
                  </a:lnTo>
                  <a:lnTo>
                    <a:pt x="24459" y="79692"/>
                  </a:lnTo>
                  <a:lnTo>
                    <a:pt x="21775" y="84251"/>
                  </a:lnTo>
                  <a:lnTo>
                    <a:pt x="19237" y="88894"/>
                  </a:lnTo>
                  <a:lnTo>
                    <a:pt x="16847" y="93614"/>
                  </a:lnTo>
                  <a:lnTo>
                    <a:pt x="14607" y="98407"/>
                  </a:lnTo>
                  <a:lnTo>
                    <a:pt x="12520" y="103269"/>
                  </a:lnTo>
                  <a:lnTo>
                    <a:pt x="10588" y="108195"/>
                  </a:lnTo>
                  <a:lnTo>
                    <a:pt x="8813" y="113179"/>
                  </a:lnTo>
                  <a:lnTo>
                    <a:pt x="7196" y="118217"/>
                  </a:lnTo>
                  <a:lnTo>
                    <a:pt x="5740" y="123304"/>
                  </a:lnTo>
                  <a:lnTo>
                    <a:pt x="4445" y="128434"/>
                  </a:lnTo>
                  <a:lnTo>
                    <a:pt x="3314" y="133603"/>
                  </a:lnTo>
                  <a:lnTo>
                    <a:pt x="2346" y="138804"/>
                  </a:lnTo>
                  <a:lnTo>
                    <a:pt x="1544" y="144034"/>
                  </a:lnTo>
                  <a:lnTo>
                    <a:pt x="908" y="149287"/>
                  </a:lnTo>
                  <a:lnTo>
                    <a:pt x="438" y="154557"/>
                  </a:lnTo>
                  <a:lnTo>
                    <a:pt x="135" y="159839"/>
                  </a:lnTo>
                  <a:lnTo>
                    <a:pt x="0" y="165128"/>
                  </a:lnTo>
                  <a:lnTo>
                    <a:pt x="31" y="170419"/>
                  </a:lnTo>
                  <a:lnTo>
                    <a:pt x="231" y="175706"/>
                  </a:lnTo>
                  <a:lnTo>
                    <a:pt x="597" y="180985"/>
                  </a:lnTo>
                  <a:lnTo>
                    <a:pt x="1131" y="186249"/>
                  </a:lnTo>
                  <a:lnTo>
                    <a:pt x="1830" y="191493"/>
                  </a:lnTo>
                  <a:lnTo>
                    <a:pt x="2696" y="196713"/>
                  </a:lnTo>
                  <a:lnTo>
                    <a:pt x="3726" y="201903"/>
                  </a:lnTo>
                  <a:lnTo>
                    <a:pt x="4920" y="207057"/>
                  </a:lnTo>
                  <a:lnTo>
                    <a:pt x="6276" y="212171"/>
                  </a:lnTo>
                  <a:lnTo>
                    <a:pt x="7794" y="217240"/>
                  </a:lnTo>
                  <a:lnTo>
                    <a:pt x="9471" y="222258"/>
                  </a:lnTo>
                  <a:lnTo>
                    <a:pt x="11306" y="227221"/>
                  </a:lnTo>
                  <a:lnTo>
                    <a:pt x="13297" y="232123"/>
                  </a:lnTo>
                  <a:lnTo>
                    <a:pt x="15443" y="236959"/>
                  </a:lnTo>
                  <a:lnTo>
                    <a:pt x="17740" y="241725"/>
                  </a:lnTo>
                  <a:lnTo>
                    <a:pt x="20187" y="246416"/>
                  </a:lnTo>
                  <a:lnTo>
                    <a:pt x="22782" y="251028"/>
                  </a:lnTo>
                  <a:lnTo>
                    <a:pt x="25520" y="255554"/>
                  </a:lnTo>
                  <a:lnTo>
                    <a:pt x="28401" y="259992"/>
                  </a:lnTo>
                  <a:lnTo>
                    <a:pt x="31421" y="264337"/>
                  </a:lnTo>
                  <a:lnTo>
                    <a:pt x="34577" y="268584"/>
                  </a:lnTo>
                  <a:lnTo>
                    <a:pt x="37866" y="272728"/>
                  </a:lnTo>
                  <a:lnTo>
                    <a:pt x="41284" y="276767"/>
                  </a:lnTo>
                  <a:lnTo>
                    <a:pt x="44828" y="280696"/>
                  </a:lnTo>
                  <a:lnTo>
                    <a:pt x="48495" y="284510"/>
                  </a:lnTo>
                  <a:lnTo>
                    <a:pt x="52280" y="288206"/>
                  </a:lnTo>
                  <a:lnTo>
                    <a:pt x="56181" y="291781"/>
                  </a:lnTo>
                  <a:lnTo>
                    <a:pt x="60193" y="295230"/>
                  </a:lnTo>
                  <a:lnTo>
                    <a:pt x="64312" y="298551"/>
                  </a:lnTo>
                  <a:lnTo>
                    <a:pt x="68534" y="301740"/>
                  </a:lnTo>
                  <a:lnTo>
                    <a:pt x="72855" y="304793"/>
                  </a:lnTo>
                  <a:lnTo>
                    <a:pt x="77271" y="307709"/>
                  </a:lnTo>
                  <a:lnTo>
                    <a:pt x="81776" y="310483"/>
                  </a:lnTo>
                  <a:lnTo>
                    <a:pt x="86367" y="313113"/>
                  </a:lnTo>
                  <a:lnTo>
                    <a:pt x="91039" y="315596"/>
                  </a:lnTo>
                  <a:lnTo>
                    <a:pt x="95787" y="317931"/>
                  </a:lnTo>
                  <a:lnTo>
                    <a:pt x="100607" y="320114"/>
                  </a:lnTo>
                  <a:lnTo>
                    <a:pt x="105493" y="322143"/>
                  </a:lnTo>
                  <a:lnTo>
                    <a:pt x="110441" y="324017"/>
                  </a:lnTo>
                  <a:lnTo>
                    <a:pt x="115446" y="325733"/>
                  </a:lnTo>
                  <a:lnTo>
                    <a:pt x="120503" y="327290"/>
                  </a:lnTo>
                  <a:lnTo>
                    <a:pt x="125606" y="328686"/>
                  </a:lnTo>
                  <a:lnTo>
                    <a:pt x="130751" y="329920"/>
                  </a:lnTo>
                  <a:lnTo>
                    <a:pt x="135933" y="330990"/>
                  </a:lnTo>
                  <a:lnTo>
                    <a:pt x="141146" y="331896"/>
                  </a:lnTo>
                  <a:lnTo>
                    <a:pt x="146384" y="332637"/>
                  </a:lnTo>
                  <a:lnTo>
                    <a:pt x="151644" y="333211"/>
                  </a:lnTo>
                  <a:lnTo>
                    <a:pt x="156919" y="333619"/>
                  </a:lnTo>
                  <a:lnTo>
                    <a:pt x="162205" y="333859"/>
                  </a:lnTo>
                  <a:lnTo>
                    <a:pt x="167495" y="333932"/>
                  </a:lnTo>
                  <a:lnTo>
                    <a:pt x="172786" y="333838"/>
                  </a:lnTo>
                  <a:lnTo>
                    <a:pt x="178070" y="333576"/>
                  </a:lnTo>
                  <a:lnTo>
                    <a:pt x="183344" y="333147"/>
                  </a:lnTo>
                  <a:lnTo>
                    <a:pt x="188601" y="332552"/>
                  </a:lnTo>
                  <a:lnTo>
                    <a:pt x="193837" y="331790"/>
                  </a:lnTo>
                  <a:lnTo>
                    <a:pt x="199046" y="330863"/>
                  </a:lnTo>
                  <a:lnTo>
                    <a:pt x="204223" y="329772"/>
                  </a:lnTo>
                  <a:lnTo>
                    <a:pt x="209363" y="328517"/>
                  </a:lnTo>
                  <a:lnTo>
                    <a:pt x="214461" y="327101"/>
                  </a:lnTo>
                  <a:lnTo>
                    <a:pt x="219511" y="325524"/>
                  </a:lnTo>
                  <a:lnTo>
                    <a:pt x="224509" y="323787"/>
                  </a:lnTo>
                  <a:lnTo>
                    <a:pt x="229450" y="321894"/>
                  </a:lnTo>
                  <a:lnTo>
                    <a:pt x="234328" y="319845"/>
                  </a:lnTo>
                  <a:lnTo>
                    <a:pt x="239139" y="317642"/>
                  </a:lnTo>
                  <a:lnTo>
                    <a:pt x="243878" y="315289"/>
                  </a:lnTo>
                  <a:lnTo>
                    <a:pt x="248539" y="312786"/>
                  </a:lnTo>
                  <a:lnTo>
                    <a:pt x="253120" y="310138"/>
                  </a:lnTo>
                  <a:lnTo>
                    <a:pt x="257614" y="307346"/>
                  </a:lnTo>
                  <a:lnTo>
                    <a:pt x="262018" y="304413"/>
                  </a:lnTo>
                  <a:lnTo>
                    <a:pt x="266326" y="301342"/>
                  </a:lnTo>
                  <a:lnTo>
                    <a:pt x="270535" y="298136"/>
                  </a:lnTo>
                  <a:lnTo>
                    <a:pt x="274641" y="294799"/>
                  </a:lnTo>
                  <a:lnTo>
                    <a:pt x="278639" y="291333"/>
                  </a:lnTo>
                  <a:lnTo>
                    <a:pt x="282525" y="287743"/>
                  </a:lnTo>
                  <a:lnTo>
                    <a:pt x="286296" y="284031"/>
                  </a:lnTo>
                  <a:lnTo>
                    <a:pt x="289948" y="280202"/>
                  </a:lnTo>
                  <a:lnTo>
                    <a:pt x="293476" y="276259"/>
                  </a:lnTo>
                  <a:lnTo>
                    <a:pt x="296878" y="272207"/>
                  </a:lnTo>
                  <a:lnTo>
                    <a:pt x="300150" y="268049"/>
                  </a:lnTo>
                  <a:lnTo>
                    <a:pt x="303288" y="263790"/>
                  </a:lnTo>
                  <a:lnTo>
                    <a:pt x="306291" y="259433"/>
                  </a:lnTo>
                  <a:lnTo>
                    <a:pt x="309154" y="254984"/>
                  </a:lnTo>
                  <a:lnTo>
                    <a:pt x="311874" y="250446"/>
                  </a:lnTo>
                  <a:lnTo>
                    <a:pt x="314450" y="245824"/>
                  </a:lnTo>
                  <a:lnTo>
                    <a:pt x="316878" y="241123"/>
                  </a:lnTo>
                  <a:lnTo>
                    <a:pt x="319156" y="236348"/>
                  </a:lnTo>
                  <a:lnTo>
                    <a:pt x="321282" y="231503"/>
                  </a:lnTo>
                  <a:lnTo>
                    <a:pt x="323254" y="226593"/>
                  </a:lnTo>
                  <a:lnTo>
                    <a:pt x="325069" y="221623"/>
                  </a:lnTo>
                  <a:lnTo>
                    <a:pt x="326726" y="216598"/>
                  </a:lnTo>
                  <a:lnTo>
                    <a:pt x="328223" y="211523"/>
                  </a:lnTo>
                  <a:lnTo>
                    <a:pt x="329559" y="206404"/>
                  </a:lnTo>
                  <a:lnTo>
                    <a:pt x="330732" y="201244"/>
                  </a:lnTo>
                  <a:lnTo>
                    <a:pt x="331741" y="196051"/>
                  </a:lnTo>
                  <a:lnTo>
                    <a:pt x="332586" y="190827"/>
                  </a:lnTo>
                  <a:lnTo>
                    <a:pt x="333264" y="185580"/>
                  </a:lnTo>
                  <a:lnTo>
                    <a:pt x="333776" y="180314"/>
                  </a:lnTo>
                  <a:lnTo>
                    <a:pt x="334122" y="175034"/>
                  </a:lnTo>
                  <a:lnTo>
                    <a:pt x="334300" y="169746"/>
                  </a:lnTo>
                  <a:lnTo>
                    <a:pt x="334310" y="164455"/>
                  </a:lnTo>
                  <a:lnTo>
                    <a:pt x="334154" y="159167"/>
                  </a:lnTo>
                  <a:lnTo>
                    <a:pt x="333829" y="153886"/>
                  </a:lnTo>
                  <a:lnTo>
                    <a:pt x="333338" y="148618"/>
                  </a:lnTo>
                  <a:lnTo>
                    <a:pt x="332681" y="143368"/>
                  </a:lnTo>
                  <a:lnTo>
                    <a:pt x="331857" y="138141"/>
                  </a:lnTo>
                  <a:lnTo>
                    <a:pt x="330869" y="132943"/>
                  </a:lnTo>
                  <a:lnTo>
                    <a:pt x="329717" y="127779"/>
                  </a:lnTo>
                  <a:lnTo>
                    <a:pt x="328402" y="122654"/>
                  </a:lnTo>
                  <a:lnTo>
                    <a:pt x="326925" y="117574"/>
                  </a:lnTo>
                  <a:lnTo>
                    <a:pt x="325288" y="112542"/>
                  </a:lnTo>
                  <a:lnTo>
                    <a:pt x="323493" y="107565"/>
                  </a:lnTo>
                  <a:lnTo>
                    <a:pt x="321541" y="102647"/>
                  </a:lnTo>
                  <a:lnTo>
                    <a:pt x="319435" y="97794"/>
                  </a:lnTo>
                  <a:lnTo>
                    <a:pt x="317176" y="93009"/>
                  </a:lnTo>
                  <a:lnTo>
                    <a:pt x="314766" y="88299"/>
                  </a:lnTo>
                  <a:lnTo>
                    <a:pt x="312209" y="83667"/>
                  </a:lnTo>
                  <a:lnTo>
                    <a:pt x="309507" y="79118"/>
                  </a:lnTo>
                  <a:lnTo>
                    <a:pt x="306662" y="74657"/>
                  </a:lnTo>
                  <a:lnTo>
                    <a:pt x="303677" y="70288"/>
                  </a:lnTo>
                  <a:lnTo>
                    <a:pt x="300555" y="66016"/>
                  </a:lnTo>
                  <a:lnTo>
                    <a:pt x="297300" y="61845"/>
                  </a:lnTo>
                  <a:lnTo>
                    <a:pt x="293915" y="57779"/>
                  </a:lnTo>
                  <a:lnTo>
                    <a:pt x="290402" y="53822"/>
                  </a:lnTo>
                  <a:lnTo>
                    <a:pt x="286766" y="49979"/>
                  </a:lnTo>
                  <a:lnTo>
                    <a:pt x="283010" y="46252"/>
                  </a:lnTo>
                  <a:lnTo>
                    <a:pt x="279138" y="42646"/>
                  </a:lnTo>
                  <a:lnTo>
                    <a:pt x="275154" y="39164"/>
                  </a:lnTo>
                  <a:lnTo>
                    <a:pt x="271062" y="35811"/>
                  </a:lnTo>
                  <a:lnTo>
                    <a:pt x="266866" y="32588"/>
                  </a:lnTo>
                  <a:lnTo>
                    <a:pt x="262569" y="29500"/>
                  </a:lnTo>
                  <a:lnTo>
                    <a:pt x="258178" y="26549"/>
                  </a:lnTo>
                  <a:lnTo>
                    <a:pt x="253695" y="23739"/>
                  </a:lnTo>
                  <a:lnTo>
                    <a:pt x="249125" y="21072"/>
                  </a:lnTo>
                  <a:lnTo>
                    <a:pt x="244473" y="18551"/>
                  </a:lnTo>
                  <a:lnTo>
                    <a:pt x="239744" y="16179"/>
                  </a:lnTo>
                  <a:lnTo>
                    <a:pt x="234942" y="13957"/>
                  </a:lnTo>
                  <a:lnTo>
                    <a:pt x="230072" y="11888"/>
                  </a:lnTo>
                  <a:lnTo>
                    <a:pt x="225139" y="9975"/>
                  </a:lnTo>
                  <a:lnTo>
                    <a:pt x="220148" y="8219"/>
                  </a:lnTo>
                  <a:lnTo>
                    <a:pt x="215104" y="6621"/>
                  </a:lnTo>
                  <a:lnTo>
                    <a:pt x="210012" y="5184"/>
                  </a:lnTo>
                  <a:lnTo>
                    <a:pt x="204877" y="3909"/>
                  </a:lnTo>
                  <a:lnTo>
                    <a:pt x="199705" y="2797"/>
                  </a:lnTo>
                  <a:lnTo>
                    <a:pt x="194499" y="1849"/>
                  </a:lnTo>
                  <a:lnTo>
                    <a:pt x="189266" y="1066"/>
                  </a:lnTo>
                  <a:lnTo>
                    <a:pt x="184011" y="450"/>
                  </a:lnTo>
                  <a:lnTo>
                    <a:pt x="178740" y="0"/>
                  </a:lnTo>
                  <a:lnTo>
                    <a:pt x="167159" y="1667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645733" y="2406772"/>
              <a:ext cx="11580" cy="167167"/>
            </a:xfrm>
            <a:custGeom>
              <a:avLst/>
              <a:pathLst>
                <a:path w="11580" h="167167">
                  <a:moveTo>
                    <a:pt x="11580" y="40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2358827" y="2911194"/>
              <a:ext cx="334315" cy="334332"/>
            </a:xfrm>
            <a:custGeom>
              <a:avLst/>
              <a:pathLst>
                <a:path w="334315" h="334332">
                  <a:moveTo>
                    <a:pt x="167153" y="0"/>
                  </a:moveTo>
                  <a:lnTo>
                    <a:pt x="161839" y="84"/>
                  </a:lnTo>
                  <a:lnTo>
                    <a:pt x="156531" y="337"/>
                  </a:lnTo>
                  <a:lnTo>
                    <a:pt x="151234" y="759"/>
                  </a:lnTo>
                  <a:lnTo>
                    <a:pt x="145953" y="1349"/>
                  </a:lnTo>
                  <a:lnTo>
                    <a:pt x="140693" y="2107"/>
                  </a:lnTo>
                  <a:lnTo>
                    <a:pt x="135460" y="3031"/>
                  </a:lnTo>
                  <a:lnTo>
                    <a:pt x="130259" y="4122"/>
                  </a:lnTo>
                  <a:lnTo>
                    <a:pt x="125095" y="5377"/>
                  </a:lnTo>
                  <a:lnTo>
                    <a:pt x="119974" y="6795"/>
                  </a:lnTo>
                  <a:lnTo>
                    <a:pt x="114901" y="8376"/>
                  </a:lnTo>
                  <a:lnTo>
                    <a:pt x="109880" y="10117"/>
                  </a:lnTo>
                  <a:lnTo>
                    <a:pt x="104917" y="12016"/>
                  </a:lnTo>
                  <a:lnTo>
                    <a:pt x="100017" y="14073"/>
                  </a:lnTo>
                  <a:lnTo>
                    <a:pt x="95185" y="16284"/>
                  </a:lnTo>
                  <a:lnTo>
                    <a:pt x="90425" y="18648"/>
                  </a:lnTo>
                  <a:lnTo>
                    <a:pt x="85744" y="21162"/>
                  </a:lnTo>
                  <a:lnTo>
                    <a:pt x="81144" y="23823"/>
                  </a:lnTo>
                  <a:lnTo>
                    <a:pt x="76631" y="26629"/>
                  </a:lnTo>
                  <a:lnTo>
                    <a:pt x="72210" y="29577"/>
                  </a:lnTo>
                  <a:lnTo>
                    <a:pt x="67885" y="32665"/>
                  </a:lnTo>
                  <a:lnTo>
                    <a:pt x="63660" y="35888"/>
                  </a:lnTo>
                  <a:lnTo>
                    <a:pt x="59539" y="39244"/>
                  </a:lnTo>
                  <a:lnTo>
                    <a:pt x="55528" y="42729"/>
                  </a:lnTo>
                  <a:lnTo>
                    <a:pt x="51629" y="46340"/>
                  </a:lnTo>
                  <a:lnTo>
                    <a:pt x="47847" y="50073"/>
                  </a:lnTo>
                  <a:lnTo>
                    <a:pt x="44185" y="53924"/>
                  </a:lnTo>
                  <a:lnTo>
                    <a:pt x="40648" y="57890"/>
                  </a:lnTo>
                  <a:lnTo>
                    <a:pt x="37239" y="61966"/>
                  </a:lnTo>
                  <a:lnTo>
                    <a:pt x="33961" y="66148"/>
                  </a:lnTo>
                  <a:lnTo>
                    <a:pt x="30817" y="70433"/>
                  </a:lnTo>
                  <a:lnTo>
                    <a:pt x="27811" y="74815"/>
                  </a:lnTo>
                  <a:lnTo>
                    <a:pt x="24946" y="79290"/>
                  </a:lnTo>
                  <a:lnTo>
                    <a:pt x="22225" y="83855"/>
                  </a:lnTo>
                  <a:lnTo>
                    <a:pt x="19650" y="88503"/>
                  </a:lnTo>
                  <a:lnTo>
                    <a:pt x="17224" y="93232"/>
                  </a:lnTo>
                  <a:lnTo>
                    <a:pt x="14950" y="98034"/>
                  </a:lnTo>
                  <a:lnTo>
                    <a:pt x="12830" y="102907"/>
                  </a:lnTo>
                  <a:lnTo>
                    <a:pt x="10865" y="107845"/>
                  </a:lnTo>
                  <a:lnTo>
                    <a:pt x="9058" y="112842"/>
                  </a:lnTo>
                  <a:lnTo>
                    <a:pt x="7412" y="117895"/>
                  </a:lnTo>
                  <a:lnTo>
                    <a:pt x="5926" y="122997"/>
                  </a:lnTo>
                  <a:lnTo>
                    <a:pt x="4604" y="128144"/>
                  </a:lnTo>
                  <a:lnTo>
                    <a:pt x="3446" y="133330"/>
                  </a:lnTo>
                  <a:lnTo>
                    <a:pt x="2453" y="138550"/>
                  </a:lnTo>
                  <a:lnTo>
                    <a:pt x="1626" y="143800"/>
                  </a:lnTo>
                  <a:lnTo>
                    <a:pt x="967" y="149073"/>
                  </a:lnTo>
                  <a:lnTo>
                    <a:pt x="476" y="154364"/>
                  </a:lnTo>
                  <a:lnTo>
                    <a:pt x="153" y="159668"/>
                  </a:lnTo>
                  <a:lnTo>
                    <a:pt x="0" y="164980"/>
                  </a:lnTo>
                  <a:lnTo>
                    <a:pt x="14" y="170294"/>
                  </a:lnTo>
                  <a:lnTo>
                    <a:pt x="198" y="175605"/>
                  </a:lnTo>
                  <a:lnTo>
                    <a:pt x="551" y="180907"/>
                  </a:lnTo>
                  <a:lnTo>
                    <a:pt x="1072" y="186196"/>
                  </a:lnTo>
                  <a:lnTo>
                    <a:pt x="1761" y="191465"/>
                  </a:lnTo>
                  <a:lnTo>
                    <a:pt x="2616" y="196710"/>
                  </a:lnTo>
                  <a:lnTo>
                    <a:pt x="3639" y="201925"/>
                  </a:lnTo>
                  <a:lnTo>
                    <a:pt x="4826" y="207104"/>
                  </a:lnTo>
                  <a:lnTo>
                    <a:pt x="6177" y="212244"/>
                  </a:lnTo>
                  <a:lnTo>
                    <a:pt x="7691" y="217337"/>
                  </a:lnTo>
                  <a:lnTo>
                    <a:pt x="9367" y="222380"/>
                  </a:lnTo>
                  <a:lnTo>
                    <a:pt x="11201" y="227368"/>
                  </a:lnTo>
                  <a:lnTo>
                    <a:pt x="13194" y="232294"/>
                  </a:lnTo>
                  <a:lnTo>
                    <a:pt x="15341" y="237155"/>
                  </a:lnTo>
                  <a:lnTo>
                    <a:pt x="17643" y="241945"/>
                  </a:lnTo>
                  <a:lnTo>
                    <a:pt x="20095" y="246659"/>
                  </a:lnTo>
                  <a:lnTo>
                    <a:pt x="22696" y="251293"/>
                  </a:lnTo>
                  <a:lnTo>
                    <a:pt x="25443" y="255842"/>
                  </a:lnTo>
                  <a:lnTo>
                    <a:pt x="28333" y="260301"/>
                  </a:lnTo>
                  <a:lnTo>
                    <a:pt x="31363" y="264667"/>
                  </a:lnTo>
                  <a:lnTo>
                    <a:pt x="34531" y="268934"/>
                  </a:lnTo>
                  <a:lnTo>
                    <a:pt x="37833" y="273097"/>
                  </a:lnTo>
                  <a:lnTo>
                    <a:pt x="41265" y="277154"/>
                  </a:lnTo>
                  <a:lnTo>
                    <a:pt x="44824" y="281100"/>
                  </a:lnTo>
                  <a:lnTo>
                    <a:pt x="48508" y="284931"/>
                  </a:lnTo>
                  <a:lnTo>
                    <a:pt x="52311" y="288642"/>
                  </a:lnTo>
                  <a:lnTo>
                    <a:pt x="56230" y="292231"/>
                  </a:lnTo>
                  <a:lnTo>
                    <a:pt x="60261" y="295694"/>
                  </a:lnTo>
                  <a:lnTo>
                    <a:pt x="64400" y="299026"/>
                  </a:lnTo>
                  <a:lnTo>
                    <a:pt x="68643" y="302226"/>
                  </a:lnTo>
                  <a:lnTo>
                    <a:pt x="72986" y="305288"/>
                  </a:lnTo>
                  <a:lnTo>
                    <a:pt x="77423" y="308212"/>
                  </a:lnTo>
                  <a:lnTo>
                    <a:pt x="81952" y="310992"/>
                  </a:lnTo>
                  <a:lnTo>
                    <a:pt x="86566" y="313628"/>
                  </a:lnTo>
                  <a:lnTo>
                    <a:pt x="91262" y="316115"/>
                  </a:lnTo>
                  <a:lnTo>
                    <a:pt x="96035" y="318452"/>
                  </a:lnTo>
                  <a:lnTo>
                    <a:pt x="100879" y="320636"/>
                  </a:lnTo>
                  <a:lnTo>
                    <a:pt x="105791" y="322665"/>
                  </a:lnTo>
                  <a:lnTo>
                    <a:pt x="110764" y="324537"/>
                  </a:lnTo>
                  <a:lnTo>
                    <a:pt x="115795" y="326250"/>
                  </a:lnTo>
                  <a:lnTo>
                    <a:pt x="120877" y="327802"/>
                  </a:lnTo>
                  <a:lnTo>
                    <a:pt x="126006" y="329191"/>
                  </a:lnTo>
                  <a:lnTo>
                    <a:pt x="131177" y="330417"/>
                  </a:lnTo>
                  <a:lnTo>
                    <a:pt x="136384" y="331478"/>
                  </a:lnTo>
                  <a:lnTo>
                    <a:pt x="141622" y="332373"/>
                  </a:lnTo>
                  <a:lnTo>
                    <a:pt x="146886" y="333101"/>
                  </a:lnTo>
                  <a:lnTo>
                    <a:pt x="152170" y="333662"/>
                  </a:lnTo>
                  <a:lnTo>
                    <a:pt x="157470" y="334054"/>
                  </a:lnTo>
                  <a:lnTo>
                    <a:pt x="162779" y="334277"/>
                  </a:lnTo>
                  <a:lnTo>
                    <a:pt x="168093" y="334332"/>
                  </a:lnTo>
                  <a:lnTo>
                    <a:pt x="173406" y="334217"/>
                  </a:lnTo>
                  <a:lnTo>
                    <a:pt x="178712" y="333934"/>
                  </a:lnTo>
                  <a:lnTo>
                    <a:pt x="184007" y="333483"/>
                  </a:lnTo>
                  <a:lnTo>
                    <a:pt x="189285" y="332863"/>
                  </a:lnTo>
                  <a:lnTo>
                    <a:pt x="194540" y="332076"/>
                  </a:lnTo>
                  <a:lnTo>
                    <a:pt x="199768" y="331122"/>
                  </a:lnTo>
                  <a:lnTo>
                    <a:pt x="204963" y="330002"/>
                  </a:lnTo>
                  <a:lnTo>
                    <a:pt x="210120" y="328718"/>
                  </a:lnTo>
                  <a:lnTo>
                    <a:pt x="215233" y="327271"/>
                  </a:lnTo>
                  <a:lnTo>
                    <a:pt x="220297" y="325662"/>
                  </a:lnTo>
                  <a:lnTo>
                    <a:pt x="225308" y="323892"/>
                  </a:lnTo>
                  <a:lnTo>
                    <a:pt x="230260" y="321965"/>
                  </a:lnTo>
                  <a:lnTo>
                    <a:pt x="235149" y="319881"/>
                  </a:lnTo>
                  <a:lnTo>
                    <a:pt x="239968" y="317642"/>
                  </a:lnTo>
                  <a:lnTo>
                    <a:pt x="244714" y="315252"/>
                  </a:lnTo>
                  <a:lnTo>
                    <a:pt x="249382" y="312712"/>
                  </a:lnTo>
                  <a:lnTo>
                    <a:pt x="253966" y="310025"/>
                  </a:lnTo>
                  <a:lnTo>
                    <a:pt x="258463" y="307193"/>
                  </a:lnTo>
                  <a:lnTo>
                    <a:pt x="262868" y="304220"/>
                  </a:lnTo>
                  <a:lnTo>
                    <a:pt x="267176" y="301109"/>
                  </a:lnTo>
                  <a:lnTo>
                    <a:pt x="271382" y="297862"/>
                  </a:lnTo>
                  <a:lnTo>
                    <a:pt x="275484" y="294483"/>
                  </a:lnTo>
                  <a:lnTo>
                    <a:pt x="279476" y="290975"/>
                  </a:lnTo>
                  <a:lnTo>
                    <a:pt x="283354" y="287342"/>
                  </a:lnTo>
                  <a:lnTo>
                    <a:pt x="287115" y="283588"/>
                  </a:lnTo>
                  <a:lnTo>
                    <a:pt x="290755" y="279716"/>
                  </a:lnTo>
                  <a:lnTo>
                    <a:pt x="294270" y="275731"/>
                  </a:lnTo>
                  <a:lnTo>
                    <a:pt x="297656" y="271636"/>
                  </a:lnTo>
                  <a:lnTo>
                    <a:pt x="300911" y="267435"/>
                  </a:lnTo>
                  <a:lnTo>
                    <a:pt x="304030" y="263133"/>
                  </a:lnTo>
                  <a:lnTo>
                    <a:pt x="307012" y="258734"/>
                  </a:lnTo>
                  <a:lnTo>
                    <a:pt x="309851" y="254242"/>
                  </a:lnTo>
                  <a:lnTo>
                    <a:pt x="312547" y="249662"/>
                  </a:lnTo>
                  <a:lnTo>
                    <a:pt x="315095" y="244999"/>
                  </a:lnTo>
                  <a:lnTo>
                    <a:pt x="317495" y="240258"/>
                  </a:lnTo>
                  <a:lnTo>
                    <a:pt x="319742" y="235442"/>
                  </a:lnTo>
                  <a:lnTo>
                    <a:pt x="321835" y="230558"/>
                  </a:lnTo>
                  <a:lnTo>
                    <a:pt x="323772" y="225609"/>
                  </a:lnTo>
                  <a:lnTo>
                    <a:pt x="325550" y="220601"/>
                  </a:lnTo>
                  <a:lnTo>
                    <a:pt x="327168" y="215540"/>
                  </a:lnTo>
                  <a:lnTo>
                    <a:pt x="328625" y="210429"/>
                  </a:lnTo>
                  <a:lnTo>
                    <a:pt x="329918" y="205275"/>
                  </a:lnTo>
                  <a:lnTo>
                    <a:pt x="331047" y="200082"/>
                  </a:lnTo>
                  <a:lnTo>
                    <a:pt x="332011" y="194856"/>
                  </a:lnTo>
                  <a:lnTo>
                    <a:pt x="332808" y="189602"/>
                  </a:lnTo>
                  <a:lnTo>
                    <a:pt x="333437" y="184326"/>
                  </a:lnTo>
                  <a:lnTo>
                    <a:pt x="333898" y="179032"/>
                  </a:lnTo>
                  <a:lnTo>
                    <a:pt x="334191" y="173726"/>
                  </a:lnTo>
                  <a:lnTo>
                    <a:pt x="334315" y="168413"/>
                  </a:lnTo>
                  <a:lnTo>
                    <a:pt x="334271" y="163099"/>
                  </a:lnTo>
                  <a:lnTo>
                    <a:pt x="334057" y="157790"/>
                  </a:lnTo>
                  <a:lnTo>
                    <a:pt x="333674" y="152489"/>
                  </a:lnTo>
                  <a:lnTo>
                    <a:pt x="333124" y="147204"/>
                  </a:lnTo>
                  <a:lnTo>
                    <a:pt x="332405" y="141939"/>
                  </a:lnTo>
                  <a:lnTo>
                    <a:pt x="331520" y="136699"/>
                  </a:lnTo>
                  <a:lnTo>
                    <a:pt x="330469" y="131490"/>
                  </a:lnTo>
                  <a:lnTo>
                    <a:pt x="329252" y="126317"/>
                  </a:lnTo>
                  <a:lnTo>
                    <a:pt x="327872" y="121185"/>
                  </a:lnTo>
                  <a:lnTo>
                    <a:pt x="326329" y="116100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2525980" y="3027295"/>
              <a:ext cx="159176" cy="51066"/>
            </a:xfrm>
            <a:custGeom>
              <a:avLst/>
              <a:pathLst>
                <a:path w="159176" h="51066">
                  <a:moveTo>
                    <a:pt x="159176" y="0"/>
                  </a:moveTo>
                  <a:lnTo>
                    <a:pt x="0" y="510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2525980" y="3027295"/>
              <a:ext cx="159176" cy="51066"/>
            </a:xfrm>
            <a:custGeom>
              <a:avLst/>
              <a:pathLst>
                <a:path w="159176" h="51066">
                  <a:moveTo>
                    <a:pt x="159176" y="0"/>
                  </a:moveTo>
                  <a:lnTo>
                    <a:pt x="0" y="510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2525980" y="3027295"/>
              <a:ext cx="159176" cy="51066"/>
            </a:xfrm>
            <a:custGeom>
              <a:avLst/>
              <a:pathLst>
                <a:path w="159176" h="51066">
                  <a:moveTo>
                    <a:pt x="159176" y="0"/>
                  </a:moveTo>
                  <a:lnTo>
                    <a:pt x="0" y="510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2525980" y="3027295"/>
              <a:ext cx="159176" cy="51066"/>
            </a:xfrm>
            <a:custGeom>
              <a:avLst/>
              <a:pathLst>
                <a:path w="159176" h="51066">
                  <a:moveTo>
                    <a:pt x="159176" y="0"/>
                  </a:moveTo>
                  <a:lnTo>
                    <a:pt x="0" y="5106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2525980" y="3027295"/>
              <a:ext cx="159176" cy="51066"/>
            </a:xfrm>
            <a:custGeom>
              <a:avLst/>
              <a:pathLst>
                <a:path w="159176" h="51066">
                  <a:moveTo>
                    <a:pt x="159176" y="0"/>
                  </a:moveTo>
                  <a:lnTo>
                    <a:pt x="0" y="510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2525980" y="3027295"/>
              <a:ext cx="159176" cy="51066"/>
            </a:xfrm>
            <a:custGeom>
              <a:avLst/>
              <a:pathLst>
                <a:path w="159176" h="51066">
                  <a:moveTo>
                    <a:pt x="159176" y="0"/>
                  </a:moveTo>
                  <a:lnTo>
                    <a:pt x="0" y="510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2525980" y="3027295"/>
              <a:ext cx="159176" cy="51066"/>
            </a:xfrm>
            <a:custGeom>
              <a:avLst/>
              <a:pathLst>
                <a:path w="159176" h="51066">
                  <a:moveTo>
                    <a:pt x="159176" y="0"/>
                  </a:moveTo>
                  <a:lnTo>
                    <a:pt x="0" y="5106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2525980" y="3027295"/>
              <a:ext cx="159176" cy="51066"/>
            </a:xfrm>
            <a:custGeom>
              <a:avLst/>
              <a:pathLst>
                <a:path w="159176" h="51066">
                  <a:moveTo>
                    <a:pt x="159176" y="0"/>
                  </a:moveTo>
                  <a:lnTo>
                    <a:pt x="0" y="510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2525980" y="3027295"/>
              <a:ext cx="159176" cy="51066"/>
            </a:xfrm>
            <a:custGeom>
              <a:avLst/>
              <a:pathLst>
                <a:path w="159176" h="51066">
                  <a:moveTo>
                    <a:pt x="159176" y="0"/>
                  </a:moveTo>
                  <a:lnTo>
                    <a:pt x="0" y="510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2525980" y="3027295"/>
              <a:ext cx="159176" cy="51066"/>
            </a:xfrm>
            <a:custGeom>
              <a:avLst/>
              <a:pathLst>
                <a:path w="159176" h="51066">
                  <a:moveTo>
                    <a:pt x="159176" y="0"/>
                  </a:moveTo>
                  <a:lnTo>
                    <a:pt x="0" y="510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2525980" y="3027295"/>
              <a:ext cx="159176" cy="51066"/>
            </a:xfrm>
            <a:custGeom>
              <a:avLst/>
              <a:pathLst>
                <a:path w="159176" h="51066">
                  <a:moveTo>
                    <a:pt x="159176" y="0"/>
                  </a:moveTo>
                  <a:lnTo>
                    <a:pt x="0" y="510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2525980" y="3027295"/>
              <a:ext cx="159176" cy="51066"/>
            </a:xfrm>
            <a:custGeom>
              <a:avLst/>
              <a:pathLst>
                <a:path w="159176" h="51066">
                  <a:moveTo>
                    <a:pt x="159176" y="0"/>
                  </a:moveTo>
                  <a:lnTo>
                    <a:pt x="0" y="5106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2525980" y="3027295"/>
              <a:ext cx="159176" cy="51066"/>
            </a:xfrm>
            <a:custGeom>
              <a:avLst/>
              <a:pathLst>
                <a:path w="159176" h="51066">
                  <a:moveTo>
                    <a:pt x="159176" y="0"/>
                  </a:moveTo>
                  <a:lnTo>
                    <a:pt x="0" y="5106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2525980" y="2921565"/>
              <a:ext cx="159176" cy="156796"/>
            </a:xfrm>
            <a:custGeom>
              <a:avLst/>
              <a:pathLst>
                <a:path w="159176" h="156796">
                  <a:moveTo>
                    <a:pt x="159176" y="105730"/>
                  </a:moveTo>
                  <a:lnTo>
                    <a:pt x="157373" y="100417"/>
                  </a:lnTo>
                  <a:lnTo>
                    <a:pt x="155392" y="95167"/>
                  </a:lnTo>
                  <a:lnTo>
                    <a:pt x="153236" y="89987"/>
                  </a:lnTo>
                  <a:lnTo>
                    <a:pt x="150908" y="84882"/>
                  </a:lnTo>
                  <a:lnTo>
                    <a:pt x="148409" y="79858"/>
                  </a:lnTo>
                  <a:lnTo>
                    <a:pt x="145744" y="74921"/>
                  </a:lnTo>
                  <a:lnTo>
                    <a:pt x="142914" y="70076"/>
                  </a:lnTo>
                  <a:lnTo>
                    <a:pt x="139923" y="65329"/>
                  </a:lnTo>
                  <a:lnTo>
                    <a:pt x="136775" y="60685"/>
                  </a:lnTo>
                  <a:lnTo>
                    <a:pt x="133472" y="56149"/>
                  </a:lnTo>
                  <a:lnTo>
                    <a:pt x="130020" y="51726"/>
                  </a:lnTo>
                  <a:lnTo>
                    <a:pt x="126420" y="47422"/>
                  </a:lnTo>
                  <a:lnTo>
                    <a:pt x="122679" y="43241"/>
                  </a:lnTo>
                  <a:lnTo>
                    <a:pt x="118799" y="39188"/>
                  </a:lnTo>
                  <a:lnTo>
                    <a:pt x="114785" y="35268"/>
                  </a:lnTo>
                  <a:lnTo>
                    <a:pt x="110642" y="31484"/>
                  </a:lnTo>
                  <a:lnTo>
                    <a:pt x="106374" y="27842"/>
                  </a:lnTo>
                  <a:lnTo>
                    <a:pt x="101987" y="24344"/>
                  </a:lnTo>
                  <a:lnTo>
                    <a:pt x="97484" y="20996"/>
                  </a:lnTo>
                  <a:lnTo>
                    <a:pt x="92872" y="17801"/>
                  </a:lnTo>
                  <a:lnTo>
                    <a:pt x="88155" y="14763"/>
                  </a:lnTo>
                  <a:lnTo>
                    <a:pt x="83339" y="11885"/>
                  </a:lnTo>
                  <a:lnTo>
                    <a:pt x="78429" y="9169"/>
                  </a:lnTo>
                  <a:lnTo>
                    <a:pt x="73431" y="6621"/>
                  </a:lnTo>
                  <a:lnTo>
                    <a:pt x="68350" y="4241"/>
                  </a:lnTo>
                  <a:lnTo>
                    <a:pt x="63191" y="2033"/>
                  </a:lnTo>
                  <a:lnTo>
                    <a:pt x="57962" y="0"/>
                  </a:lnTo>
                  <a:lnTo>
                    <a:pt x="0" y="15679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2525980" y="2911194"/>
              <a:ext cx="57962" cy="167167"/>
            </a:xfrm>
            <a:custGeom>
              <a:avLst/>
              <a:pathLst>
                <a:path w="57962" h="167167">
                  <a:moveTo>
                    <a:pt x="57962" y="10370"/>
                  </a:moveTo>
                  <a:lnTo>
                    <a:pt x="52375" y="8416"/>
                  </a:lnTo>
                  <a:lnTo>
                    <a:pt x="46722" y="6662"/>
                  </a:lnTo>
                  <a:lnTo>
                    <a:pt x="41011" y="5108"/>
                  </a:lnTo>
                  <a:lnTo>
                    <a:pt x="35248" y="3758"/>
                  </a:lnTo>
                  <a:lnTo>
                    <a:pt x="29441" y="2613"/>
                  </a:lnTo>
                  <a:lnTo>
                    <a:pt x="23597" y="1673"/>
                  </a:lnTo>
                  <a:lnTo>
                    <a:pt x="17724" y="942"/>
                  </a:lnTo>
                  <a:lnTo>
                    <a:pt x="11828" y="419"/>
                  </a:lnTo>
                  <a:lnTo>
                    <a:pt x="5917" y="10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2358822" y="3429590"/>
              <a:ext cx="334325" cy="334325"/>
            </a:xfrm>
            <a:custGeom>
              <a:avLst/>
              <a:pathLst>
                <a:path w="334325" h="334325">
                  <a:moveTo>
                    <a:pt x="167157" y="0"/>
                  </a:moveTo>
                  <a:lnTo>
                    <a:pt x="161871" y="83"/>
                  </a:lnTo>
                  <a:lnTo>
                    <a:pt x="156590" y="334"/>
                  </a:lnTo>
                  <a:lnTo>
                    <a:pt x="151320" y="751"/>
                  </a:lnTo>
                  <a:lnTo>
                    <a:pt x="146065" y="1336"/>
                  </a:lnTo>
                  <a:lnTo>
                    <a:pt x="140831" y="2085"/>
                  </a:lnTo>
                  <a:lnTo>
                    <a:pt x="135624" y="3001"/>
                  </a:lnTo>
                  <a:lnTo>
                    <a:pt x="130448" y="4080"/>
                  </a:lnTo>
                  <a:lnTo>
                    <a:pt x="125309" y="5322"/>
                  </a:lnTo>
                  <a:lnTo>
                    <a:pt x="120212" y="6727"/>
                  </a:lnTo>
                  <a:lnTo>
                    <a:pt x="115162" y="8291"/>
                  </a:lnTo>
                  <a:lnTo>
                    <a:pt x="110164" y="10015"/>
                  </a:lnTo>
                  <a:lnTo>
                    <a:pt x="105223" y="11896"/>
                  </a:lnTo>
                  <a:lnTo>
                    <a:pt x="100344" y="13932"/>
                  </a:lnTo>
                  <a:lnTo>
                    <a:pt x="95531" y="16122"/>
                  </a:lnTo>
                  <a:lnTo>
                    <a:pt x="90791" y="18462"/>
                  </a:lnTo>
                  <a:lnTo>
                    <a:pt x="86126" y="20952"/>
                  </a:lnTo>
                  <a:lnTo>
                    <a:pt x="81543" y="23587"/>
                  </a:lnTo>
                  <a:lnTo>
                    <a:pt x="77045" y="26367"/>
                  </a:lnTo>
                  <a:lnTo>
                    <a:pt x="72638" y="29287"/>
                  </a:lnTo>
                  <a:lnTo>
                    <a:pt x="68325" y="32345"/>
                  </a:lnTo>
                  <a:lnTo>
                    <a:pt x="64111" y="35537"/>
                  </a:lnTo>
                  <a:lnTo>
                    <a:pt x="60000" y="38862"/>
                  </a:lnTo>
                  <a:lnTo>
                    <a:pt x="55996" y="42315"/>
                  </a:lnTo>
                  <a:lnTo>
                    <a:pt x="52103" y="45893"/>
                  </a:lnTo>
                  <a:lnTo>
                    <a:pt x="48326" y="49592"/>
                  </a:lnTo>
                  <a:lnTo>
                    <a:pt x="44667" y="53408"/>
                  </a:lnTo>
                  <a:lnTo>
                    <a:pt x="41131" y="57339"/>
                  </a:lnTo>
                  <a:lnTo>
                    <a:pt x="37721" y="61379"/>
                  </a:lnTo>
                  <a:lnTo>
                    <a:pt x="34440" y="65525"/>
                  </a:lnTo>
                  <a:lnTo>
                    <a:pt x="31292" y="69773"/>
                  </a:lnTo>
                  <a:lnTo>
                    <a:pt x="28280" y="74118"/>
                  </a:lnTo>
                  <a:lnTo>
                    <a:pt x="25407" y="78556"/>
                  </a:lnTo>
                  <a:lnTo>
                    <a:pt x="22676" y="83083"/>
                  </a:lnTo>
                  <a:lnTo>
                    <a:pt x="20089" y="87694"/>
                  </a:lnTo>
                  <a:lnTo>
                    <a:pt x="17650" y="92385"/>
                  </a:lnTo>
                  <a:lnTo>
                    <a:pt x="15360" y="97150"/>
                  </a:lnTo>
                  <a:lnTo>
                    <a:pt x="13221" y="101985"/>
                  </a:lnTo>
                  <a:lnTo>
                    <a:pt x="11237" y="106886"/>
                  </a:lnTo>
                  <a:lnTo>
                    <a:pt x="9409" y="111847"/>
                  </a:lnTo>
                  <a:lnTo>
                    <a:pt x="7738" y="116863"/>
                  </a:lnTo>
                  <a:lnTo>
                    <a:pt x="6227" y="121930"/>
                  </a:lnTo>
                  <a:lnTo>
                    <a:pt x="4877" y="127041"/>
                  </a:lnTo>
                  <a:lnTo>
                    <a:pt x="3689" y="132193"/>
                  </a:lnTo>
                  <a:lnTo>
                    <a:pt x="2665" y="137380"/>
                  </a:lnTo>
                  <a:lnTo>
                    <a:pt x="1806" y="142597"/>
                  </a:lnTo>
                  <a:lnTo>
                    <a:pt x="1111" y="147838"/>
                  </a:lnTo>
                  <a:lnTo>
                    <a:pt x="583" y="153099"/>
                  </a:lnTo>
                  <a:lnTo>
                    <a:pt x="222" y="158373"/>
                  </a:lnTo>
                  <a:lnTo>
                    <a:pt x="27" y="163657"/>
                  </a:lnTo>
                  <a:lnTo>
                    <a:pt x="0" y="168944"/>
                  </a:lnTo>
                  <a:lnTo>
                    <a:pt x="139" y="174229"/>
                  </a:lnTo>
                  <a:lnTo>
                    <a:pt x="446" y="179507"/>
                  </a:lnTo>
                  <a:lnTo>
                    <a:pt x="920" y="184773"/>
                  </a:lnTo>
                  <a:lnTo>
                    <a:pt x="1560" y="190021"/>
                  </a:lnTo>
                  <a:lnTo>
                    <a:pt x="2365" y="195246"/>
                  </a:lnTo>
                  <a:lnTo>
                    <a:pt x="3336" y="200444"/>
                  </a:lnTo>
                  <a:lnTo>
                    <a:pt x="4470" y="205607"/>
                  </a:lnTo>
                  <a:lnTo>
                    <a:pt x="5767" y="210733"/>
                  </a:lnTo>
                  <a:lnTo>
                    <a:pt x="7225" y="215815"/>
                  </a:lnTo>
                  <a:lnTo>
                    <a:pt x="8844" y="220848"/>
                  </a:lnTo>
                  <a:lnTo>
                    <a:pt x="10620" y="225828"/>
                  </a:lnTo>
                  <a:lnTo>
                    <a:pt x="12554" y="230749"/>
                  </a:lnTo>
                  <a:lnTo>
                    <a:pt x="14642" y="235606"/>
                  </a:lnTo>
                  <a:lnTo>
                    <a:pt x="16882" y="240395"/>
                  </a:lnTo>
                  <a:lnTo>
                    <a:pt x="19273" y="245110"/>
                  </a:lnTo>
                  <a:lnTo>
                    <a:pt x="21812" y="249748"/>
                  </a:lnTo>
                  <a:lnTo>
                    <a:pt x="24496" y="254303"/>
                  </a:lnTo>
                  <a:lnTo>
                    <a:pt x="27323" y="258771"/>
                  </a:lnTo>
                  <a:lnTo>
                    <a:pt x="30290" y="263147"/>
                  </a:lnTo>
                  <a:lnTo>
                    <a:pt x="33393" y="267427"/>
                  </a:lnTo>
                  <a:lnTo>
                    <a:pt x="36631" y="271607"/>
                  </a:lnTo>
                  <a:lnTo>
                    <a:pt x="39999" y="275682"/>
                  </a:lnTo>
                  <a:lnTo>
                    <a:pt x="43494" y="279649"/>
                  </a:lnTo>
                  <a:lnTo>
                    <a:pt x="47113" y="283504"/>
                  </a:lnTo>
                  <a:lnTo>
                    <a:pt x="50852" y="287242"/>
                  </a:lnTo>
                  <a:lnTo>
                    <a:pt x="54707" y="290860"/>
                  </a:lnTo>
                  <a:lnTo>
                    <a:pt x="58675" y="294354"/>
                  </a:lnTo>
                  <a:lnTo>
                    <a:pt x="62751" y="297721"/>
                  </a:lnTo>
                  <a:lnTo>
                    <a:pt x="66932" y="300957"/>
                  </a:lnTo>
                  <a:lnTo>
                    <a:pt x="71213" y="304060"/>
                  </a:lnTo>
                  <a:lnTo>
                    <a:pt x="75590" y="307025"/>
                  </a:lnTo>
                  <a:lnTo>
                    <a:pt x="80059" y="309851"/>
                  </a:lnTo>
                  <a:lnTo>
                    <a:pt x="84614" y="312534"/>
                  </a:lnTo>
                  <a:lnTo>
                    <a:pt x="89253" y="315072"/>
                  </a:lnTo>
                  <a:lnTo>
                    <a:pt x="93969" y="317461"/>
                  </a:lnTo>
                  <a:lnTo>
                    <a:pt x="98758" y="319700"/>
                  </a:lnTo>
                  <a:lnTo>
                    <a:pt x="103616" y="321787"/>
                  </a:lnTo>
                  <a:lnTo>
                    <a:pt x="108537" y="323719"/>
                  </a:lnTo>
                  <a:lnTo>
                    <a:pt x="113517" y="325495"/>
                  </a:lnTo>
                  <a:lnTo>
                    <a:pt x="118551" y="327112"/>
                  </a:lnTo>
                  <a:lnTo>
                    <a:pt x="123633" y="328569"/>
                  </a:lnTo>
                  <a:lnTo>
                    <a:pt x="128759" y="329865"/>
                  </a:lnTo>
                  <a:lnTo>
                    <a:pt x="133923" y="330997"/>
                  </a:lnTo>
                  <a:lnTo>
                    <a:pt x="139121" y="331966"/>
                  </a:lnTo>
                  <a:lnTo>
                    <a:pt x="144346" y="332771"/>
                  </a:lnTo>
                  <a:lnTo>
                    <a:pt x="149595" y="333409"/>
                  </a:lnTo>
                  <a:lnTo>
                    <a:pt x="154860" y="333881"/>
                  </a:lnTo>
                  <a:lnTo>
                    <a:pt x="160139" y="334187"/>
                  </a:lnTo>
                  <a:lnTo>
                    <a:pt x="165424" y="334325"/>
                  </a:lnTo>
                  <a:lnTo>
                    <a:pt x="170711" y="334297"/>
                  </a:lnTo>
                  <a:lnTo>
                    <a:pt x="175994" y="334101"/>
                  </a:lnTo>
                  <a:lnTo>
                    <a:pt x="181269" y="333738"/>
                  </a:lnTo>
                  <a:lnTo>
                    <a:pt x="186529" y="333208"/>
                  </a:lnTo>
                  <a:lnTo>
                    <a:pt x="191770" y="332513"/>
                  </a:lnTo>
                  <a:lnTo>
                    <a:pt x="196987" y="331651"/>
                  </a:lnTo>
                  <a:lnTo>
                    <a:pt x="202173" y="330626"/>
                  </a:lnTo>
                  <a:lnTo>
                    <a:pt x="207325" y="329437"/>
                  </a:lnTo>
                  <a:lnTo>
                    <a:pt x="212436" y="328085"/>
                  </a:lnTo>
                  <a:lnTo>
                    <a:pt x="217503" y="326573"/>
                  </a:lnTo>
                  <a:lnTo>
                    <a:pt x="222518" y="324901"/>
                  </a:lnTo>
                  <a:lnTo>
                    <a:pt x="227479" y="323072"/>
                  </a:lnTo>
                  <a:lnTo>
                    <a:pt x="232379" y="321086"/>
                  </a:lnTo>
                  <a:lnTo>
                    <a:pt x="237214" y="318947"/>
                  </a:lnTo>
                  <a:lnTo>
                    <a:pt x="241978" y="316655"/>
                  </a:lnTo>
                  <a:lnTo>
                    <a:pt x="246668" y="314215"/>
                  </a:lnTo>
                  <a:lnTo>
                    <a:pt x="251279" y="311627"/>
                  </a:lnTo>
                  <a:lnTo>
                    <a:pt x="255805" y="308894"/>
                  </a:lnTo>
                  <a:lnTo>
                    <a:pt x="260242" y="306020"/>
                  </a:lnTo>
                  <a:lnTo>
                    <a:pt x="264587" y="303007"/>
                  </a:lnTo>
                  <a:lnTo>
                    <a:pt x="268834" y="299858"/>
                  </a:lnTo>
                  <a:lnTo>
                    <a:pt x="272979" y="296576"/>
                  </a:lnTo>
                  <a:lnTo>
                    <a:pt x="277018" y="293165"/>
                  </a:lnTo>
                  <a:lnTo>
                    <a:pt x="280948" y="289628"/>
                  </a:lnTo>
                  <a:lnTo>
                    <a:pt x="284764" y="285968"/>
                  </a:lnTo>
                  <a:lnTo>
                    <a:pt x="288462" y="282190"/>
                  </a:lnTo>
                  <a:lnTo>
                    <a:pt x="292038" y="278296"/>
                  </a:lnTo>
                  <a:lnTo>
                    <a:pt x="295490" y="274292"/>
                  </a:lnTo>
                  <a:lnTo>
                    <a:pt x="298814" y="270180"/>
                  </a:lnTo>
                  <a:lnTo>
                    <a:pt x="302005" y="265965"/>
                  </a:lnTo>
                  <a:lnTo>
                    <a:pt x="305062" y="261651"/>
                  </a:lnTo>
                  <a:lnTo>
                    <a:pt x="307981" y="257243"/>
                  </a:lnTo>
                  <a:lnTo>
                    <a:pt x="310759" y="252744"/>
                  </a:lnTo>
                  <a:lnTo>
                    <a:pt x="313394" y="248160"/>
                  </a:lnTo>
                  <a:lnTo>
                    <a:pt x="315882" y="243495"/>
                  </a:lnTo>
                  <a:lnTo>
                    <a:pt x="318221" y="238754"/>
                  </a:lnTo>
                  <a:lnTo>
                    <a:pt x="320409" y="233941"/>
                  </a:lnTo>
                  <a:lnTo>
                    <a:pt x="322444" y="229062"/>
                  </a:lnTo>
                  <a:lnTo>
                    <a:pt x="324324" y="224120"/>
                  </a:lnTo>
                  <a:lnTo>
                    <a:pt x="326046" y="219121"/>
                  </a:lnTo>
                  <a:lnTo>
                    <a:pt x="327610" y="214071"/>
                  </a:lnTo>
                  <a:lnTo>
                    <a:pt x="329013" y="208973"/>
                  </a:lnTo>
                  <a:lnTo>
                    <a:pt x="330254" y="203834"/>
                  </a:lnTo>
                  <a:lnTo>
                    <a:pt x="331332" y="198658"/>
                  </a:lnTo>
                  <a:lnTo>
                    <a:pt x="332246" y="193450"/>
                  </a:lnTo>
                  <a:lnTo>
                    <a:pt x="332994" y="188217"/>
                  </a:lnTo>
                  <a:lnTo>
                    <a:pt x="333577" y="182962"/>
                  </a:lnTo>
                  <a:lnTo>
                    <a:pt x="333993" y="177691"/>
                  </a:lnTo>
                  <a:lnTo>
                    <a:pt x="334243" y="172410"/>
                  </a:lnTo>
                  <a:lnTo>
                    <a:pt x="334325" y="167124"/>
                  </a:lnTo>
                  <a:lnTo>
                    <a:pt x="334240" y="161837"/>
                  </a:lnTo>
                  <a:lnTo>
                    <a:pt x="333988" y="156556"/>
                  </a:lnTo>
                  <a:lnTo>
                    <a:pt x="333569" y="151286"/>
                  </a:lnTo>
                  <a:lnTo>
                    <a:pt x="332983" y="146031"/>
                  </a:lnTo>
                  <a:lnTo>
                    <a:pt x="332232" y="140798"/>
                  </a:lnTo>
                  <a:lnTo>
                    <a:pt x="331316" y="135591"/>
                  </a:lnTo>
                  <a:lnTo>
                    <a:pt x="330235" y="130416"/>
                  </a:lnTo>
                  <a:lnTo>
                    <a:pt x="328991" y="125277"/>
                  </a:lnTo>
                  <a:lnTo>
                    <a:pt x="327586" y="120180"/>
                  </a:lnTo>
                  <a:lnTo>
                    <a:pt x="326020" y="115130"/>
                  </a:lnTo>
                  <a:lnTo>
                    <a:pt x="324295" y="110133"/>
                  </a:lnTo>
                  <a:lnTo>
                    <a:pt x="322412" y="105192"/>
                  </a:lnTo>
                  <a:lnTo>
                    <a:pt x="320375" y="100313"/>
                  </a:lnTo>
                  <a:lnTo>
                    <a:pt x="318184" y="95502"/>
                  </a:lnTo>
                  <a:lnTo>
                    <a:pt x="315842" y="90762"/>
                  </a:lnTo>
                  <a:lnTo>
                    <a:pt x="313352" y="86098"/>
                  </a:lnTo>
                  <a:lnTo>
                    <a:pt x="310715" y="81515"/>
                  </a:lnTo>
                  <a:lnTo>
                    <a:pt x="307935" y="77018"/>
                  </a:lnTo>
                  <a:lnTo>
                    <a:pt x="305013" y="72612"/>
                  </a:lnTo>
                  <a:lnTo>
                    <a:pt x="301954" y="68299"/>
                  </a:lnTo>
                  <a:lnTo>
                    <a:pt x="298760" y="64086"/>
                  </a:lnTo>
                  <a:lnTo>
                    <a:pt x="295435" y="59976"/>
                  </a:lnTo>
                  <a:lnTo>
                    <a:pt x="291981" y="55973"/>
                  </a:lnTo>
                  <a:lnTo>
                    <a:pt x="288402" y="52081"/>
                  </a:lnTo>
                  <a:lnTo>
                    <a:pt x="284702" y="48305"/>
                  </a:lnTo>
                  <a:lnTo>
                    <a:pt x="280885" y="44647"/>
                  </a:lnTo>
                  <a:lnTo>
                    <a:pt x="276953" y="41112"/>
                  </a:lnTo>
                  <a:lnTo>
                    <a:pt x="272912" y="37703"/>
                  </a:lnTo>
                  <a:lnTo>
                    <a:pt x="268765" y="34423"/>
                  </a:lnTo>
                  <a:lnTo>
                    <a:pt x="264516" y="31277"/>
                  </a:lnTo>
                  <a:lnTo>
                    <a:pt x="260170" y="28266"/>
                  </a:lnTo>
                  <a:lnTo>
                    <a:pt x="255731" y="25394"/>
                  </a:lnTo>
                  <a:lnTo>
                    <a:pt x="251204" y="22664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2525980" y="3452254"/>
              <a:ext cx="84046" cy="144503"/>
            </a:xfrm>
            <a:custGeom>
              <a:avLst/>
              <a:pathLst>
                <a:path w="84046" h="144503">
                  <a:moveTo>
                    <a:pt x="84046" y="0"/>
                  </a:moveTo>
                  <a:lnTo>
                    <a:pt x="0" y="1445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2525980" y="3452254"/>
              <a:ext cx="84046" cy="144503"/>
            </a:xfrm>
            <a:custGeom>
              <a:avLst/>
              <a:pathLst>
                <a:path w="84046" h="144503">
                  <a:moveTo>
                    <a:pt x="84046" y="0"/>
                  </a:moveTo>
                  <a:lnTo>
                    <a:pt x="0" y="1445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2525980" y="3452254"/>
              <a:ext cx="84046" cy="144503"/>
            </a:xfrm>
            <a:custGeom>
              <a:avLst/>
              <a:pathLst>
                <a:path w="84046" h="144503">
                  <a:moveTo>
                    <a:pt x="84046" y="0"/>
                  </a:moveTo>
                  <a:lnTo>
                    <a:pt x="0" y="14450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2525980" y="3452254"/>
              <a:ext cx="84046" cy="144503"/>
            </a:xfrm>
            <a:custGeom>
              <a:avLst/>
              <a:pathLst>
                <a:path w="84046" h="144503">
                  <a:moveTo>
                    <a:pt x="84046" y="0"/>
                  </a:moveTo>
                  <a:lnTo>
                    <a:pt x="0" y="14450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2525980" y="3452254"/>
              <a:ext cx="84046" cy="144503"/>
            </a:xfrm>
            <a:custGeom>
              <a:avLst/>
              <a:pathLst>
                <a:path w="84046" h="144503">
                  <a:moveTo>
                    <a:pt x="84046" y="0"/>
                  </a:moveTo>
                  <a:lnTo>
                    <a:pt x="0" y="14450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2525980" y="3452254"/>
              <a:ext cx="84046" cy="144503"/>
            </a:xfrm>
            <a:custGeom>
              <a:avLst/>
              <a:pathLst>
                <a:path w="84046" h="144503">
                  <a:moveTo>
                    <a:pt x="84046" y="0"/>
                  </a:moveTo>
                  <a:lnTo>
                    <a:pt x="0" y="14450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2525980" y="3452254"/>
              <a:ext cx="84046" cy="144503"/>
            </a:xfrm>
            <a:custGeom>
              <a:avLst/>
              <a:pathLst>
                <a:path w="84046" h="144503">
                  <a:moveTo>
                    <a:pt x="84046" y="0"/>
                  </a:moveTo>
                  <a:lnTo>
                    <a:pt x="0" y="1445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2525980" y="3452254"/>
              <a:ext cx="84046" cy="144503"/>
            </a:xfrm>
            <a:custGeom>
              <a:avLst/>
              <a:pathLst>
                <a:path w="84046" h="144503">
                  <a:moveTo>
                    <a:pt x="84046" y="0"/>
                  </a:moveTo>
                  <a:lnTo>
                    <a:pt x="0" y="1445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2525980" y="3452254"/>
              <a:ext cx="84046" cy="144503"/>
            </a:xfrm>
            <a:custGeom>
              <a:avLst/>
              <a:pathLst>
                <a:path w="84046" h="144503">
                  <a:moveTo>
                    <a:pt x="84046" y="0"/>
                  </a:moveTo>
                  <a:lnTo>
                    <a:pt x="0" y="1445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2525980" y="3452254"/>
              <a:ext cx="84046" cy="144503"/>
            </a:xfrm>
            <a:custGeom>
              <a:avLst/>
              <a:pathLst>
                <a:path w="84046" h="144503">
                  <a:moveTo>
                    <a:pt x="84046" y="0"/>
                  </a:moveTo>
                  <a:lnTo>
                    <a:pt x="0" y="1445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2525980" y="3452254"/>
              <a:ext cx="84046" cy="144503"/>
            </a:xfrm>
            <a:custGeom>
              <a:avLst/>
              <a:pathLst>
                <a:path w="84046" h="144503">
                  <a:moveTo>
                    <a:pt x="84046" y="0"/>
                  </a:moveTo>
                  <a:lnTo>
                    <a:pt x="0" y="14450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2525980" y="3452254"/>
              <a:ext cx="84046" cy="144503"/>
            </a:xfrm>
            <a:custGeom>
              <a:avLst/>
              <a:pathLst>
                <a:path w="84046" h="144503">
                  <a:moveTo>
                    <a:pt x="84046" y="0"/>
                  </a:moveTo>
                  <a:lnTo>
                    <a:pt x="0" y="14450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2525980" y="3445302"/>
              <a:ext cx="84046" cy="151455"/>
            </a:xfrm>
            <a:custGeom>
              <a:avLst/>
              <a:pathLst>
                <a:path w="84046" h="151455">
                  <a:moveTo>
                    <a:pt x="84046" y="6952"/>
                  </a:moveTo>
                  <a:lnTo>
                    <a:pt x="70754" y="0"/>
                  </a:lnTo>
                  <a:lnTo>
                    <a:pt x="0" y="15145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2525980" y="3429590"/>
              <a:ext cx="70754" cy="167167"/>
            </a:xfrm>
            <a:custGeom>
              <a:avLst/>
              <a:pathLst>
                <a:path w="70754" h="167167">
                  <a:moveTo>
                    <a:pt x="70754" y="15712"/>
                  </a:moveTo>
                  <a:lnTo>
                    <a:pt x="65193" y="13236"/>
                  </a:lnTo>
                  <a:lnTo>
                    <a:pt x="59545" y="10964"/>
                  </a:lnTo>
                  <a:lnTo>
                    <a:pt x="53817" y="8899"/>
                  </a:lnTo>
                  <a:lnTo>
                    <a:pt x="48019" y="7045"/>
                  </a:lnTo>
                  <a:lnTo>
                    <a:pt x="42157" y="5403"/>
                  </a:lnTo>
                  <a:lnTo>
                    <a:pt x="36239" y="3975"/>
                  </a:lnTo>
                  <a:lnTo>
                    <a:pt x="30273" y="2763"/>
                  </a:lnTo>
                  <a:lnTo>
                    <a:pt x="24266" y="1770"/>
                  </a:lnTo>
                  <a:lnTo>
                    <a:pt x="18228" y="996"/>
                  </a:lnTo>
                  <a:lnTo>
                    <a:pt x="12165" y="443"/>
                  </a:lnTo>
                  <a:lnTo>
                    <a:pt x="6086" y="11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2478581" y="3934012"/>
              <a:ext cx="334312" cy="334333"/>
            </a:xfrm>
            <a:custGeom>
              <a:avLst/>
              <a:pathLst>
                <a:path w="334312" h="334333">
                  <a:moveTo>
                    <a:pt x="167152" y="0"/>
                  </a:moveTo>
                  <a:lnTo>
                    <a:pt x="161855" y="83"/>
                  </a:lnTo>
                  <a:lnTo>
                    <a:pt x="156565" y="335"/>
                  </a:lnTo>
                  <a:lnTo>
                    <a:pt x="151284" y="754"/>
                  </a:lnTo>
                  <a:lnTo>
                    <a:pt x="146020" y="1340"/>
                  </a:lnTo>
                  <a:lnTo>
                    <a:pt x="140777" y="2093"/>
                  </a:lnTo>
                  <a:lnTo>
                    <a:pt x="135561" y="3012"/>
                  </a:lnTo>
                  <a:lnTo>
                    <a:pt x="130376" y="4095"/>
                  </a:lnTo>
                  <a:lnTo>
                    <a:pt x="125228" y="5342"/>
                  </a:lnTo>
                  <a:lnTo>
                    <a:pt x="120122" y="6751"/>
                  </a:lnTo>
                  <a:lnTo>
                    <a:pt x="115063" y="8322"/>
                  </a:lnTo>
                  <a:lnTo>
                    <a:pt x="110057" y="10052"/>
                  </a:lnTo>
                  <a:lnTo>
                    <a:pt x="105108" y="11940"/>
                  </a:lnTo>
                  <a:lnTo>
                    <a:pt x="100221" y="13983"/>
                  </a:lnTo>
                  <a:lnTo>
                    <a:pt x="95402" y="16180"/>
                  </a:lnTo>
                  <a:lnTo>
                    <a:pt x="90654" y="18529"/>
                  </a:lnTo>
                  <a:lnTo>
                    <a:pt x="85984" y="21028"/>
                  </a:lnTo>
                  <a:lnTo>
                    <a:pt x="81394" y="23672"/>
                  </a:lnTo>
                  <a:lnTo>
                    <a:pt x="76891" y="26461"/>
                  </a:lnTo>
                  <a:lnTo>
                    <a:pt x="72479" y="29392"/>
                  </a:lnTo>
                  <a:lnTo>
                    <a:pt x="68161" y="32460"/>
                  </a:lnTo>
                  <a:lnTo>
                    <a:pt x="63943" y="35664"/>
                  </a:lnTo>
                  <a:lnTo>
                    <a:pt x="59829" y="39000"/>
                  </a:lnTo>
                  <a:lnTo>
                    <a:pt x="55822" y="42464"/>
                  </a:lnTo>
                  <a:lnTo>
                    <a:pt x="51927" y="46054"/>
                  </a:lnTo>
                  <a:lnTo>
                    <a:pt x="48148" y="49765"/>
                  </a:lnTo>
                  <a:lnTo>
                    <a:pt x="44488" y="53594"/>
                  </a:lnTo>
                  <a:lnTo>
                    <a:pt x="40952" y="57538"/>
                  </a:lnTo>
                  <a:lnTo>
                    <a:pt x="37542" y="61591"/>
                  </a:lnTo>
                  <a:lnTo>
                    <a:pt x="34262" y="65750"/>
                  </a:lnTo>
                  <a:lnTo>
                    <a:pt x="31116" y="70011"/>
                  </a:lnTo>
                  <a:lnTo>
                    <a:pt x="28106" y="74370"/>
                  </a:lnTo>
                  <a:lnTo>
                    <a:pt x="25236" y="78822"/>
                  </a:lnTo>
                  <a:lnTo>
                    <a:pt x="22508" y="83362"/>
                  </a:lnTo>
                  <a:lnTo>
                    <a:pt x="19926" y="87987"/>
                  </a:lnTo>
                  <a:lnTo>
                    <a:pt x="17491" y="92691"/>
                  </a:lnTo>
                  <a:lnTo>
                    <a:pt x="15207" y="97470"/>
                  </a:lnTo>
                  <a:lnTo>
                    <a:pt x="13075" y="102319"/>
                  </a:lnTo>
                  <a:lnTo>
                    <a:pt x="11098" y="107232"/>
                  </a:lnTo>
                  <a:lnTo>
                    <a:pt x="9277" y="112207"/>
                  </a:lnTo>
                  <a:lnTo>
                    <a:pt x="7615" y="117236"/>
                  </a:lnTo>
                  <a:lnTo>
                    <a:pt x="6113" y="122315"/>
                  </a:lnTo>
                  <a:lnTo>
                    <a:pt x="4773" y="127440"/>
                  </a:lnTo>
                  <a:lnTo>
                    <a:pt x="3596" y="132604"/>
                  </a:lnTo>
                  <a:lnTo>
                    <a:pt x="2583" y="137803"/>
                  </a:lnTo>
                  <a:lnTo>
                    <a:pt x="1736" y="143032"/>
                  </a:lnTo>
                  <a:lnTo>
                    <a:pt x="1054" y="148285"/>
                  </a:lnTo>
                  <a:lnTo>
                    <a:pt x="539" y="153556"/>
                  </a:lnTo>
                  <a:lnTo>
                    <a:pt x="192" y="158842"/>
                  </a:lnTo>
                  <a:lnTo>
                    <a:pt x="12" y="164135"/>
                  </a:lnTo>
                  <a:lnTo>
                    <a:pt x="0" y="169432"/>
                  </a:lnTo>
                  <a:lnTo>
                    <a:pt x="155" y="174727"/>
                  </a:lnTo>
                  <a:lnTo>
                    <a:pt x="479" y="180014"/>
                  </a:lnTo>
                  <a:lnTo>
                    <a:pt x="969" y="185288"/>
                  </a:lnTo>
                  <a:lnTo>
                    <a:pt x="1627" y="190543"/>
                  </a:lnTo>
                  <a:lnTo>
                    <a:pt x="2450" y="195776"/>
                  </a:lnTo>
                  <a:lnTo>
                    <a:pt x="3439" y="200980"/>
                  </a:lnTo>
                  <a:lnTo>
                    <a:pt x="4593" y="206149"/>
                  </a:lnTo>
                  <a:lnTo>
                    <a:pt x="5909" y="211280"/>
                  </a:lnTo>
                  <a:lnTo>
                    <a:pt x="7388" y="216366"/>
                  </a:lnTo>
                  <a:lnTo>
                    <a:pt x="9027" y="221403"/>
                  </a:lnTo>
                  <a:lnTo>
                    <a:pt x="10825" y="226385"/>
                  </a:lnTo>
                  <a:lnTo>
                    <a:pt x="12779" y="231308"/>
                  </a:lnTo>
                  <a:lnTo>
                    <a:pt x="14889" y="236167"/>
                  </a:lnTo>
                  <a:lnTo>
                    <a:pt x="17151" y="240956"/>
                  </a:lnTo>
                  <a:lnTo>
                    <a:pt x="19564" y="245671"/>
                  </a:lnTo>
                  <a:lnTo>
                    <a:pt x="22126" y="250308"/>
                  </a:lnTo>
                  <a:lnTo>
                    <a:pt x="24832" y="254861"/>
                  </a:lnTo>
                  <a:lnTo>
                    <a:pt x="27682" y="259326"/>
                  </a:lnTo>
                  <a:lnTo>
                    <a:pt x="30672" y="263698"/>
                  </a:lnTo>
                  <a:lnTo>
                    <a:pt x="33799" y="267973"/>
                  </a:lnTo>
                  <a:lnTo>
                    <a:pt x="37059" y="272148"/>
                  </a:lnTo>
                  <a:lnTo>
                    <a:pt x="40451" y="276216"/>
                  </a:lnTo>
                  <a:lnTo>
                    <a:pt x="43969" y="280176"/>
                  </a:lnTo>
                  <a:lnTo>
                    <a:pt x="47611" y="284022"/>
                  </a:lnTo>
                  <a:lnTo>
                    <a:pt x="51373" y="287750"/>
                  </a:lnTo>
                  <a:lnTo>
                    <a:pt x="55252" y="291358"/>
                  </a:lnTo>
                  <a:lnTo>
                    <a:pt x="59242" y="294841"/>
                  </a:lnTo>
                  <a:lnTo>
                    <a:pt x="63342" y="298195"/>
                  </a:lnTo>
                  <a:lnTo>
                    <a:pt x="67545" y="301418"/>
                  </a:lnTo>
                  <a:lnTo>
                    <a:pt x="71848" y="304507"/>
                  </a:lnTo>
                  <a:lnTo>
                    <a:pt x="76247" y="307457"/>
                  </a:lnTo>
                  <a:lnTo>
                    <a:pt x="80737" y="310267"/>
                  </a:lnTo>
                  <a:lnTo>
                    <a:pt x="85314" y="312933"/>
                  </a:lnTo>
                  <a:lnTo>
                    <a:pt x="89974" y="315452"/>
                  </a:lnTo>
                  <a:lnTo>
                    <a:pt x="94710" y="317823"/>
                  </a:lnTo>
                  <a:lnTo>
                    <a:pt x="99520" y="320042"/>
                  </a:lnTo>
                  <a:lnTo>
                    <a:pt x="104397" y="322108"/>
                  </a:lnTo>
                  <a:lnTo>
                    <a:pt x="109337" y="324019"/>
                  </a:lnTo>
                  <a:lnTo>
                    <a:pt x="114336" y="325772"/>
                  </a:lnTo>
                  <a:lnTo>
                    <a:pt x="119387" y="327365"/>
                  </a:lnTo>
                  <a:lnTo>
                    <a:pt x="124486" y="328798"/>
                  </a:lnTo>
                  <a:lnTo>
                    <a:pt x="129628" y="330069"/>
                  </a:lnTo>
                  <a:lnTo>
                    <a:pt x="134808" y="331176"/>
                  </a:lnTo>
                  <a:lnTo>
                    <a:pt x="140021" y="332118"/>
                  </a:lnTo>
                  <a:lnTo>
                    <a:pt x="145260" y="332895"/>
                  </a:lnTo>
                  <a:lnTo>
                    <a:pt x="150522" y="333505"/>
                  </a:lnTo>
                  <a:lnTo>
                    <a:pt x="155800" y="333949"/>
                  </a:lnTo>
                  <a:lnTo>
                    <a:pt x="161089" y="334224"/>
                  </a:lnTo>
                  <a:lnTo>
                    <a:pt x="166385" y="334333"/>
                  </a:lnTo>
                  <a:lnTo>
                    <a:pt x="171682" y="334273"/>
                  </a:lnTo>
                  <a:lnTo>
                    <a:pt x="176974" y="334046"/>
                  </a:lnTo>
                  <a:lnTo>
                    <a:pt x="182256" y="333651"/>
                  </a:lnTo>
                  <a:lnTo>
                    <a:pt x="187523" y="333089"/>
                  </a:lnTo>
                  <a:lnTo>
                    <a:pt x="192769" y="332360"/>
                  </a:lnTo>
                  <a:lnTo>
                    <a:pt x="197990" y="331465"/>
                  </a:lnTo>
                  <a:lnTo>
                    <a:pt x="203179" y="330406"/>
                  </a:lnTo>
                  <a:lnTo>
                    <a:pt x="208333" y="329182"/>
                  </a:lnTo>
                  <a:lnTo>
                    <a:pt x="213445" y="327796"/>
                  </a:lnTo>
                  <a:lnTo>
                    <a:pt x="218511" y="326249"/>
                  </a:lnTo>
                  <a:lnTo>
                    <a:pt x="223525" y="324542"/>
                  </a:lnTo>
                  <a:lnTo>
                    <a:pt x="228483" y="322677"/>
                  </a:lnTo>
                  <a:lnTo>
                    <a:pt x="233379" y="320656"/>
                  </a:lnTo>
                  <a:lnTo>
                    <a:pt x="238208" y="318481"/>
                  </a:lnTo>
                  <a:lnTo>
                    <a:pt x="242967" y="316154"/>
                  </a:lnTo>
                  <a:lnTo>
                    <a:pt x="247649" y="313677"/>
                  </a:lnTo>
                  <a:lnTo>
                    <a:pt x="252250" y="311053"/>
                  </a:lnTo>
                  <a:lnTo>
                    <a:pt x="256766" y="308285"/>
                  </a:lnTo>
                  <a:lnTo>
                    <a:pt x="261192" y="305375"/>
                  </a:lnTo>
                  <a:lnTo>
                    <a:pt x="265523" y="302326"/>
                  </a:lnTo>
                  <a:lnTo>
                    <a:pt x="269756" y="299142"/>
                  </a:lnTo>
                  <a:lnTo>
                    <a:pt x="273886" y="295825"/>
                  </a:lnTo>
                  <a:lnTo>
                    <a:pt x="277908" y="292379"/>
                  </a:lnTo>
                  <a:lnTo>
                    <a:pt x="281819" y="288807"/>
                  </a:lnTo>
                  <a:lnTo>
                    <a:pt x="285616" y="285113"/>
                  </a:lnTo>
                  <a:lnTo>
                    <a:pt x="289293" y="281301"/>
                  </a:lnTo>
                  <a:lnTo>
                    <a:pt x="292847" y="277374"/>
                  </a:lnTo>
                  <a:lnTo>
                    <a:pt x="296276" y="273336"/>
                  </a:lnTo>
                  <a:lnTo>
                    <a:pt x="299575" y="269192"/>
                  </a:lnTo>
                  <a:lnTo>
                    <a:pt x="302740" y="264945"/>
                  </a:lnTo>
                  <a:lnTo>
                    <a:pt x="305770" y="260601"/>
                  </a:lnTo>
                  <a:lnTo>
                    <a:pt x="308661" y="256162"/>
                  </a:lnTo>
                  <a:lnTo>
                    <a:pt x="311409" y="251634"/>
                  </a:lnTo>
                  <a:lnTo>
                    <a:pt x="314013" y="247021"/>
                  </a:lnTo>
                  <a:lnTo>
                    <a:pt x="316469" y="242328"/>
                  </a:lnTo>
                  <a:lnTo>
                    <a:pt x="318775" y="237560"/>
                  </a:lnTo>
                  <a:lnTo>
                    <a:pt x="320929" y="232721"/>
                  </a:lnTo>
                  <a:lnTo>
                    <a:pt x="322929" y="227816"/>
                  </a:lnTo>
                  <a:lnTo>
                    <a:pt x="324772" y="222850"/>
                  </a:lnTo>
                  <a:lnTo>
                    <a:pt x="326457" y="217829"/>
                  </a:lnTo>
                  <a:lnTo>
                    <a:pt x="327982" y="212756"/>
                  </a:lnTo>
                  <a:lnTo>
                    <a:pt x="329346" y="207638"/>
                  </a:lnTo>
                  <a:lnTo>
                    <a:pt x="330547" y="202479"/>
                  </a:lnTo>
                  <a:lnTo>
                    <a:pt x="331584" y="197285"/>
                  </a:lnTo>
                  <a:lnTo>
                    <a:pt x="332455" y="192060"/>
                  </a:lnTo>
                  <a:lnTo>
                    <a:pt x="333161" y="186811"/>
                  </a:lnTo>
                  <a:lnTo>
                    <a:pt x="333700" y="181541"/>
                  </a:lnTo>
                  <a:lnTo>
                    <a:pt x="334072" y="176258"/>
                  </a:lnTo>
                  <a:lnTo>
                    <a:pt x="334276" y="170965"/>
                  </a:lnTo>
                  <a:lnTo>
                    <a:pt x="334312" y="165668"/>
                  </a:lnTo>
                  <a:lnTo>
                    <a:pt x="334181" y="160373"/>
                  </a:lnTo>
                  <a:lnTo>
                    <a:pt x="333882" y="155085"/>
                  </a:lnTo>
                  <a:lnTo>
                    <a:pt x="333415" y="149808"/>
                  </a:lnTo>
                  <a:lnTo>
                    <a:pt x="332782" y="144549"/>
                  </a:lnTo>
                  <a:lnTo>
                    <a:pt x="331982" y="139313"/>
                  </a:lnTo>
                  <a:lnTo>
                    <a:pt x="331017" y="134105"/>
                  </a:lnTo>
                  <a:lnTo>
                    <a:pt x="329887" y="128930"/>
                  </a:lnTo>
                  <a:lnTo>
                    <a:pt x="328594" y="123794"/>
                  </a:lnTo>
                  <a:lnTo>
                    <a:pt x="327139" y="118701"/>
                  </a:lnTo>
                  <a:lnTo>
                    <a:pt x="325523" y="113656"/>
                  </a:lnTo>
                  <a:lnTo>
                    <a:pt x="323748" y="108666"/>
                  </a:lnTo>
                  <a:lnTo>
                    <a:pt x="321816" y="103734"/>
                  </a:lnTo>
                  <a:lnTo>
                    <a:pt x="319729" y="98866"/>
                  </a:lnTo>
                  <a:lnTo>
                    <a:pt x="317489" y="94066"/>
                  </a:lnTo>
                  <a:lnTo>
                    <a:pt x="315097" y="89340"/>
                  </a:lnTo>
                  <a:lnTo>
                    <a:pt x="312557" y="84692"/>
                  </a:lnTo>
                  <a:lnTo>
                    <a:pt x="309871" y="80127"/>
                  </a:lnTo>
                  <a:lnTo>
                    <a:pt x="307042" y="75649"/>
                  </a:lnTo>
                  <a:lnTo>
                    <a:pt x="304072" y="71263"/>
                  </a:lnTo>
                  <a:lnTo>
                    <a:pt x="300965" y="66973"/>
                  </a:lnTo>
                  <a:lnTo>
                    <a:pt x="297724" y="62784"/>
                  </a:lnTo>
                  <a:lnTo>
                    <a:pt x="294351" y="58699"/>
                  </a:lnTo>
                  <a:lnTo>
                    <a:pt x="290851" y="54724"/>
                  </a:lnTo>
                  <a:lnTo>
                    <a:pt x="287226" y="50861"/>
                  </a:lnTo>
                  <a:lnTo>
                    <a:pt x="283481" y="47116"/>
                  </a:lnTo>
                  <a:lnTo>
                    <a:pt x="279620" y="43490"/>
                  </a:lnTo>
                  <a:lnTo>
                    <a:pt x="275645" y="39989"/>
                  </a:lnTo>
                  <a:lnTo>
                    <a:pt x="271561" y="36616"/>
                  </a:lnTo>
                  <a:lnTo>
                    <a:pt x="267373" y="33374"/>
                  </a:lnTo>
                  <a:lnTo>
                    <a:pt x="263084" y="30266"/>
                  </a:lnTo>
                  <a:lnTo>
                    <a:pt x="258698" y="27295"/>
                  </a:lnTo>
                  <a:lnTo>
                    <a:pt x="254221" y="24465"/>
                  </a:lnTo>
                  <a:lnTo>
                    <a:pt x="249656" y="21778"/>
                  </a:lnTo>
                  <a:lnTo>
                    <a:pt x="245009" y="19237"/>
                  </a:lnTo>
                  <a:lnTo>
                    <a:pt x="240283" y="16845"/>
                  </a:lnTo>
                  <a:lnTo>
                    <a:pt x="235484" y="14603"/>
                  </a:lnTo>
                  <a:lnTo>
                    <a:pt x="230616" y="12515"/>
                  </a:lnTo>
                  <a:lnTo>
                    <a:pt x="225684" y="10582"/>
                  </a:lnTo>
                  <a:lnTo>
                    <a:pt x="220694" y="8806"/>
                  </a:lnTo>
                  <a:lnTo>
                    <a:pt x="215650" y="7189"/>
                  </a:lnTo>
                  <a:lnTo>
                    <a:pt x="210557" y="5733"/>
                  </a:lnTo>
                  <a:lnTo>
                    <a:pt x="205421" y="4439"/>
                  </a:lnTo>
                  <a:lnTo>
                    <a:pt x="200246" y="3308"/>
                  </a:lnTo>
                  <a:lnTo>
                    <a:pt x="195039" y="2342"/>
                  </a:lnTo>
                  <a:lnTo>
                    <a:pt x="189803" y="1541"/>
                  </a:lnTo>
                  <a:lnTo>
                    <a:pt x="184544" y="907"/>
                  </a:lnTo>
                  <a:lnTo>
                    <a:pt x="179268" y="439"/>
                  </a:lnTo>
                  <a:lnTo>
                    <a:pt x="173980" y="139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2645733" y="3934152"/>
              <a:ext cx="6827" cy="167027"/>
            </a:xfrm>
            <a:custGeom>
              <a:avLst/>
              <a:pathLst>
                <a:path w="6827" h="167027">
                  <a:moveTo>
                    <a:pt x="6827" y="0"/>
                  </a:moveTo>
                  <a:lnTo>
                    <a:pt x="0" y="1670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2645733" y="3934152"/>
              <a:ext cx="6827" cy="167027"/>
            </a:xfrm>
            <a:custGeom>
              <a:avLst/>
              <a:pathLst>
                <a:path w="6827" h="167027">
                  <a:moveTo>
                    <a:pt x="6827" y="0"/>
                  </a:moveTo>
                  <a:lnTo>
                    <a:pt x="0" y="16702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2645733" y="3934152"/>
              <a:ext cx="6827" cy="167027"/>
            </a:xfrm>
            <a:custGeom>
              <a:avLst/>
              <a:pathLst>
                <a:path w="6827" h="167027">
                  <a:moveTo>
                    <a:pt x="6827" y="0"/>
                  </a:moveTo>
                  <a:lnTo>
                    <a:pt x="0" y="1670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2645733" y="3934152"/>
              <a:ext cx="6827" cy="167027"/>
            </a:xfrm>
            <a:custGeom>
              <a:avLst/>
              <a:pathLst>
                <a:path w="6827" h="167027">
                  <a:moveTo>
                    <a:pt x="6827" y="0"/>
                  </a:moveTo>
                  <a:lnTo>
                    <a:pt x="0" y="1670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2645733" y="3934152"/>
              <a:ext cx="6827" cy="167027"/>
            </a:xfrm>
            <a:custGeom>
              <a:avLst/>
              <a:pathLst>
                <a:path w="6827" h="167027">
                  <a:moveTo>
                    <a:pt x="6827" y="0"/>
                  </a:moveTo>
                  <a:lnTo>
                    <a:pt x="0" y="16702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2645733" y="3934152"/>
              <a:ext cx="6827" cy="167027"/>
            </a:xfrm>
            <a:custGeom>
              <a:avLst/>
              <a:pathLst>
                <a:path w="6827" h="167027">
                  <a:moveTo>
                    <a:pt x="6827" y="0"/>
                  </a:moveTo>
                  <a:lnTo>
                    <a:pt x="0" y="1670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2645733" y="3934152"/>
              <a:ext cx="6827" cy="167027"/>
            </a:xfrm>
            <a:custGeom>
              <a:avLst/>
              <a:pathLst>
                <a:path w="6827" h="167027">
                  <a:moveTo>
                    <a:pt x="6827" y="0"/>
                  </a:moveTo>
                  <a:lnTo>
                    <a:pt x="0" y="1670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2645733" y="3934152"/>
              <a:ext cx="6827" cy="167027"/>
            </a:xfrm>
            <a:custGeom>
              <a:avLst/>
              <a:pathLst>
                <a:path w="6827" h="167027">
                  <a:moveTo>
                    <a:pt x="6827" y="0"/>
                  </a:moveTo>
                  <a:lnTo>
                    <a:pt x="0" y="1670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2645733" y="3934152"/>
              <a:ext cx="6827" cy="167027"/>
            </a:xfrm>
            <a:custGeom>
              <a:avLst/>
              <a:pathLst>
                <a:path w="6827" h="167027">
                  <a:moveTo>
                    <a:pt x="6827" y="0"/>
                  </a:moveTo>
                  <a:lnTo>
                    <a:pt x="0" y="1670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2645733" y="3934152"/>
              <a:ext cx="6827" cy="167027"/>
            </a:xfrm>
            <a:custGeom>
              <a:avLst/>
              <a:pathLst>
                <a:path w="6827" h="167027">
                  <a:moveTo>
                    <a:pt x="6827" y="0"/>
                  </a:moveTo>
                  <a:lnTo>
                    <a:pt x="0" y="16702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2645733" y="3934152"/>
              <a:ext cx="6827" cy="167027"/>
            </a:xfrm>
            <a:custGeom>
              <a:avLst/>
              <a:pathLst>
                <a:path w="6827" h="167027">
                  <a:moveTo>
                    <a:pt x="6827" y="0"/>
                  </a:moveTo>
                  <a:lnTo>
                    <a:pt x="0" y="16702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2645733" y="3934152"/>
              <a:ext cx="6827" cy="167027"/>
            </a:xfrm>
            <a:custGeom>
              <a:avLst/>
              <a:pathLst>
                <a:path w="6827" h="167027">
                  <a:moveTo>
                    <a:pt x="6827" y="0"/>
                  </a:moveTo>
                  <a:lnTo>
                    <a:pt x="0" y="1670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2645733" y="3934012"/>
              <a:ext cx="6827" cy="167167"/>
            </a:xfrm>
            <a:custGeom>
              <a:avLst/>
              <a:pathLst>
                <a:path w="6827" h="167167">
                  <a:moveTo>
                    <a:pt x="6827" y="139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2711631" y="4397268"/>
              <a:ext cx="334312" cy="334333"/>
            </a:xfrm>
            <a:custGeom>
              <a:avLst/>
              <a:pathLst>
                <a:path w="334312" h="334333">
                  <a:moveTo>
                    <a:pt x="167152" y="0"/>
                  </a:moveTo>
                  <a:lnTo>
                    <a:pt x="161855" y="83"/>
                  </a:lnTo>
                  <a:lnTo>
                    <a:pt x="156565" y="335"/>
                  </a:lnTo>
                  <a:lnTo>
                    <a:pt x="151284" y="754"/>
                  </a:lnTo>
                  <a:lnTo>
                    <a:pt x="146020" y="1340"/>
                  </a:lnTo>
                  <a:lnTo>
                    <a:pt x="140777" y="2093"/>
                  </a:lnTo>
                  <a:lnTo>
                    <a:pt x="135561" y="3012"/>
                  </a:lnTo>
                  <a:lnTo>
                    <a:pt x="130376" y="4095"/>
                  </a:lnTo>
                  <a:lnTo>
                    <a:pt x="125228" y="5342"/>
                  </a:lnTo>
                  <a:lnTo>
                    <a:pt x="120122" y="6751"/>
                  </a:lnTo>
                  <a:lnTo>
                    <a:pt x="115063" y="8322"/>
                  </a:lnTo>
                  <a:lnTo>
                    <a:pt x="110057" y="10052"/>
                  </a:lnTo>
                  <a:lnTo>
                    <a:pt x="105108" y="11940"/>
                  </a:lnTo>
                  <a:lnTo>
                    <a:pt x="100221" y="13983"/>
                  </a:lnTo>
                  <a:lnTo>
                    <a:pt x="95402" y="16180"/>
                  </a:lnTo>
                  <a:lnTo>
                    <a:pt x="90654" y="18529"/>
                  </a:lnTo>
                  <a:lnTo>
                    <a:pt x="85984" y="21028"/>
                  </a:lnTo>
                  <a:lnTo>
                    <a:pt x="81394" y="23672"/>
                  </a:lnTo>
                  <a:lnTo>
                    <a:pt x="76891" y="26461"/>
                  </a:lnTo>
                  <a:lnTo>
                    <a:pt x="72479" y="29392"/>
                  </a:lnTo>
                  <a:lnTo>
                    <a:pt x="68161" y="32460"/>
                  </a:lnTo>
                  <a:lnTo>
                    <a:pt x="63943" y="35664"/>
                  </a:lnTo>
                  <a:lnTo>
                    <a:pt x="59829" y="39000"/>
                  </a:lnTo>
                  <a:lnTo>
                    <a:pt x="55822" y="42464"/>
                  </a:lnTo>
                  <a:lnTo>
                    <a:pt x="51927" y="46054"/>
                  </a:lnTo>
                  <a:lnTo>
                    <a:pt x="48148" y="49765"/>
                  </a:lnTo>
                  <a:lnTo>
                    <a:pt x="44488" y="53594"/>
                  </a:lnTo>
                  <a:lnTo>
                    <a:pt x="40952" y="57538"/>
                  </a:lnTo>
                  <a:lnTo>
                    <a:pt x="37542" y="61591"/>
                  </a:lnTo>
                  <a:lnTo>
                    <a:pt x="34262" y="65750"/>
                  </a:lnTo>
                  <a:lnTo>
                    <a:pt x="31116" y="70011"/>
                  </a:lnTo>
                  <a:lnTo>
                    <a:pt x="28106" y="74370"/>
                  </a:lnTo>
                  <a:lnTo>
                    <a:pt x="25236" y="78822"/>
                  </a:lnTo>
                  <a:lnTo>
                    <a:pt x="22508" y="83362"/>
                  </a:lnTo>
                  <a:lnTo>
                    <a:pt x="19926" y="87987"/>
                  </a:lnTo>
                  <a:lnTo>
                    <a:pt x="17491" y="92691"/>
                  </a:lnTo>
                  <a:lnTo>
                    <a:pt x="15207" y="97470"/>
                  </a:lnTo>
                  <a:lnTo>
                    <a:pt x="13075" y="102319"/>
                  </a:lnTo>
                  <a:lnTo>
                    <a:pt x="11098" y="107232"/>
                  </a:lnTo>
                  <a:lnTo>
                    <a:pt x="9277" y="112207"/>
                  </a:lnTo>
                  <a:lnTo>
                    <a:pt x="7615" y="117236"/>
                  </a:lnTo>
                  <a:lnTo>
                    <a:pt x="6113" y="122315"/>
                  </a:lnTo>
                  <a:lnTo>
                    <a:pt x="4773" y="127440"/>
                  </a:lnTo>
                  <a:lnTo>
                    <a:pt x="3596" y="132604"/>
                  </a:lnTo>
                  <a:lnTo>
                    <a:pt x="2583" y="137803"/>
                  </a:lnTo>
                  <a:lnTo>
                    <a:pt x="1736" y="143032"/>
                  </a:lnTo>
                  <a:lnTo>
                    <a:pt x="1054" y="148285"/>
                  </a:lnTo>
                  <a:lnTo>
                    <a:pt x="539" y="153556"/>
                  </a:lnTo>
                  <a:lnTo>
                    <a:pt x="192" y="158842"/>
                  </a:lnTo>
                  <a:lnTo>
                    <a:pt x="12" y="164135"/>
                  </a:lnTo>
                  <a:lnTo>
                    <a:pt x="0" y="169432"/>
                  </a:lnTo>
                  <a:lnTo>
                    <a:pt x="155" y="174727"/>
                  </a:lnTo>
                  <a:lnTo>
                    <a:pt x="479" y="180014"/>
                  </a:lnTo>
                  <a:lnTo>
                    <a:pt x="969" y="185288"/>
                  </a:lnTo>
                  <a:lnTo>
                    <a:pt x="1627" y="190543"/>
                  </a:lnTo>
                  <a:lnTo>
                    <a:pt x="2450" y="195776"/>
                  </a:lnTo>
                  <a:lnTo>
                    <a:pt x="3439" y="200980"/>
                  </a:lnTo>
                  <a:lnTo>
                    <a:pt x="4593" y="206149"/>
                  </a:lnTo>
                  <a:lnTo>
                    <a:pt x="5909" y="211280"/>
                  </a:lnTo>
                  <a:lnTo>
                    <a:pt x="7388" y="216366"/>
                  </a:lnTo>
                  <a:lnTo>
                    <a:pt x="9027" y="221403"/>
                  </a:lnTo>
                  <a:lnTo>
                    <a:pt x="10825" y="226385"/>
                  </a:lnTo>
                  <a:lnTo>
                    <a:pt x="12779" y="231308"/>
                  </a:lnTo>
                  <a:lnTo>
                    <a:pt x="14889" y="236167"/>
                  </a:lnTo>
                  <a:lnTo>
                    <a:pt x="17151" y="240956"/>
                  </a:lnTo>
                  <a:lnTo>
                    <a:pt x="19564" y="245671"/>
                  </a:lnTo>
                  <a:lnTo>
                    <a:pt x="22126" y="250308"/>
                  </a:lnTo>
                  <a:lnTo>
                    <a:pt x="24832" y="254861"/>
                  </a:lnTo>
                  <a:lnTo>
                    <a:pt x="27682" y="259326"/>
                  </a:lnTo>
                  <a:lnTo>
                    <a:pt x="30672" y="263698"/>
                  </a:lnTo>
                  <a:lnTo>
                    <a:pt x="33799" y="267973"/>
                  </a:lnTo>
                  <a:lnTo>
                    <a:pt x="37059" y="272148"/>
                  </a:lnTo>
                  <a:lnTo>
                    <a:pt x="40451" y="276216"/>
                  </a:lnTo>
                  <a:lnTo>
                    <a:pt x="43969" y="280176"/>
                  </a:lnTo>
                  <a:lnTo>
                    <a:pt x="47611" y="284022"/>
                  </a:lnTo>
                  <a:lnTo>
                    <a:pt x="51373" y="287750"/>
                  </a:lnTo>
                  <a:lnTo>
                    <a:pt x="55252" y="291358"/>
                  </a:lnTo>
                  <a:lnTo>
                    <a:pt x="59242" y="294841"/>
                  </a:lnTo>
                  <a:lnTo>
                    <a:pt x="63342" y="298195"/>
                  </a:lnTo>
                  <a:lnTo>
                    <a:pt x="67545" y="301418"/>
                  </a:lnTo>
                  <a:lnTo>
                    <a:pt x="71848" y="304507"/>
                  </a:lnTo>
                  <a:lnTo>
                    <a:pt x="76247" y="307457"/>
                  </a:lnTo>
                  <a:lnTo>
                    <a:pt x="80737" y="310267"/>
                  </a:lnTo>
                  <a:lnTo>
                    <a:pt x="85314" y="312933"/>
                  </a:lnTo>
                  <a:lnTo>
                    <a:pt x="89974" y="315452"/>
                  </a:lnTo>
                  <a:lnTo>
                    <a:pt x="94710" y="317823"/>
                  </a:lnTo>
                  <a:lnTo>
                    <a:pt x="99520" y="320042"/>
                  </a:lnTo>
                  <a:lnTo>
                    <a:pt x="104397" y="322108"/>
                  </a:lnTo>
                  <a:lnTo>
                    <a:pt x="109337" y="324019"/>
                  </a:lnTo>
                  <a:lnTo>
                    <a:pt x="114336" y="325772"/>
                  </a:lnTo>
                  <a:lnTo>
                    <a:pt x="119387" y="327365"/>
                  </a:lnTo>
                  <a:lnTo>
                    <a:pt x="124486" y="328798"/>
                  </a:lnTo>
                  <a:lnTo>
                    <a:pt x="129628" y="330069"/>
                  </a:lnTo>
                  <a:lnTo>
                    <a:pt x="134808" y="331176"/>
                  </a:lnTo>
                  <a:lnTo>
                    <a:pt x="140021" y="332118"/>
                  </a:lnTo>
                  <a:lnTo>
                    <a:pt x="145260" y="332895"/>
                  </a:lnTo>
                  <a:lnTo>
                    <a:pt x="150522" y="333505"/>
                  </a:lnTo>
                  <a:lnTo>
                    <a:pt x="155800" y="333949"/>
                  </a:lnTo>
                  <a:lnTo>
                    <a:pt x="161089" y="334224"/>
                  </a:lnTo>
                  <a:lnTo>
                    <a:pt x="166385" y="334333"/>
                  </a:lnTo>
                  <a:lnTo>
                    <a:pt x="171682" y="334273"/>
                  </a:lnTo>
                  <a:lnTo>
                    <a:pt x="176974" y="334046"/>
                  </a:lnTo>
                  <a:lnTo>
                    <a:pt x="182256" y="333651"/>
                  </a:lnTo>
                  <a:lnTo>
                    <a:pt x="187523" y="333089"/>
                  </a:lnTo>
                  <a:lnTo>
                    <a:pt x="192769" y="332360"/>
                  </a:lnTo>
                  <a:lnTo>
                    <a:pt x="197990" y="331465"/>
                  </a:lnTo>
                  <a:lnTo>
                    <a:pt x="203179" y="330406"/>
                  </a:lnTo>
                  <a:lnTo>
                    <a:pt x="208333" y="329182"/>
                  </a:lnTo>
                  <a:lnTo>
                    <a:pt x="213445" y="327796"/>
                  </a:lnTo>
                  <a:lnTo>
                    <a:pt x="218511" y="326249"/>
                  </a:lnTo>
                  <a:lnTo>
                    <a:pt x="223525" y="324542"/>
                  </a:lnTo>
                  <a:lnTo>
                    <a:pt x="228483" y="322677"/>
                  </a:lnTo>
                  <a:lnTo>
                    <a:pt x="233379" y="320656"/>
                  </a:lnTo>
                  <a:lnTo>
                    <a:pt x="238208" y="318481"/>
                  </a:lnTo>
                  <a:lnTo>
                    <a:pt x="242967" y="316154"/>
                  </a:lnTo>
                  <a:lnTo>
                    <a:pt x="247649" y="313677"/>
                  </a:lnTo>
                  <a:lnTo>
                    <a:pt x="252250" y="311053"/>
                  </a:lnTo>
                  <a:lnTo>
                    <a:pt x="256766" y="308285"/>
                  </a:lnTo>
                  <a:lnTo>
                    <a:pt x="261192" y="305375"/>
                  </a:lnTo>
                  <a:lnTo>
                    <a:pt x="265523" y="302326"/>
                  </a:lnTo>
                  <a:lnTo>
                    <a:pt x="269756" y="299142"/>
                  </a:lnTo>
                  <a:lnTo>
                    <a:pt x="273886" y="295825"/>
                  </a:lnTo>
                  <a:lnTo>
                    <a:pt x="277908" y="292379"/>
                  </a:lnTo>
                  <a:lnTo>
                    <a:pt x="281819" y="288807"/>
                  </a:lnTo>
                  <a:lnTo>
                    <a:pt x="285616" y="285113"/>
                  </a:lnTo>
                  <a:lnTo>
                    <a:pt x="289293" y="281301"/>
                  </a:lnTo>
                  <a:lnTo>
                    <a:pt x="292847" y="277374"/>
                  </a:lnTo>
                  <a:lnTo>
                    <a:pt x="296276" y="273336"/>
                  </a:lnTo>
                  <a:lnTo>
                    <a:pt x="299575" y="269192"/>
                  </a:lnTo>
                  <a:lnTo>
                    <a:pt x="302740" y="264945"/>
                  </a:lnTo>
                  <a:lnTo>
                    <a:pt x="305770" y="260601"/>
                  </a:lnTo>
                  <a:lnTo>
                    <a:pt x="308661" y="256162"/>
                  </a:lnTo>
                  <a:lnTo>
                    <a:pt x="311409" y="251634"/>
                  </a:lnTo>
                  <a:lnTo>
                    <a:pt x="314013" y="247021"/>
                  </a:lnTo>
                  <a:lnTo>
                    <a:pt x="316469" y="242328"/>
                  </a:lnTo>
                  <a:lnTo>
                    <a:pt x="318775" y="237560"/>
                  </a:lnTo>
                  <a:lnTo>
                    <a:pt x="320929" y="232721"/>
                  </a:lnTo>
                  <a:lnTo>
                    <a:pt x="322929" y="227816"/>
                  </a:lnTo>
                  <a:lnTo>
                    <a:pt x="324772" y="222850"/>
                  </a:lnTo>
                  <a:lnTo>
                    <a:pt x="326457" y="217829"/>
                  </a:lnTo>
                  <a:lnTo>
                    <a:pt x="327982" y="212756"/>
                  </a:lnTo>
                  <a:lnTo>
                    <a:pt x="329346" y="207638"/>
                  </a:lnTo>
                  <a:lnTo>
                    <a:pt x="330547" y="202479"/>
                  </a:lnTo>
                  <a:lnTo>
                    <a:pt x="331584" y="197285"/>
                  </a:lnTo>
                  <a:lnTo>
                    <a:pt x="332455" y="192060"/>
                  </a:lnTo>
                  <a:lnTo>
                    <a:pt x="333161" y="186811"/>
                  </a:lnTo>
                  <a:lnTo>
                    <a:pt x="333700" y="181541"/>
                  </a:lnTo>
                  <a:lnTo>
                    <a:pt x="334072" y="176258"/>
                  </a:lnTo>
                  <a:lnTo>
                    <a:pt x="334276" y="170965"/>
                  </a:lnTo>
                  <a:lnTo>
                    <a:pt x="334312" y="165668"/>
                  </a:lnTo>
                  <a:lnTo>
                    <a:pt x="334181" y="160373"/>
                  </a:lnTo>
                  <a:lnTo>
                    <a:pt x="333882" y="155085"/>
                  </a:lnTo>
                  <a:lnTo>
                    <a:pt x="333415" y="149808"/>
                  </a:lnTo>
                  <a:lnTo>
                    <a:pt x="332782" y="144549"/>
                  </a:lnTo>
                  <a:lnTo>
                    <a:pt x="331982" y="139313"/>
                  </a:lnTo>
                  <a:lnTo>
                    <a:pt x="331017" y="134105"/>
                  </a:lnTo>
                  <a:lnTo>
                    <a:pt x="329887" y="128930"/>
                  </a:lnTo>
                  <a:lnTo>
                    <a:pt x="328594" y="123794"/>
                  </a:lnTo>
                  <a:lnTo>
                    <a:pt x="327139" y="118701"/>
                  </a:lnTo>
                  <a:lnTo>
                    <a:pt x="325523" y="113656"/>
                  </a:lnTo>
                  <a:lnTo>
                    <a:pt x="323748" y="108666"/>
                  </a:lnTo>
                  <a:lnTo>
                    <a:pt x="321816" y="103734"/>
                  </a:lnTo>
                  <a:lnTo>
                    <a:pt x="319729" y="98866"/>
                  </a:lnTo>
                  <a:lnTo>
                    <a:pt x="317489" y="94066"/>
                  </a:lnTo>
                  <a:lnTo>
                    <a:pt x="315097" y="89340"/>
                  </a:lnTo>
                  <a:lnTo>
                    <a:pt x="312557" y="84692"/>
                  </a:lnTo>
                  <a:lnTo>
                    <a:pt x="309871" y="80127"/>
                  </a:lnTo>
                  <a:lnTo>
                    <a:pt x="307042" y="75649"/>
                  </a:lnTo>
                  <a:lnTo>
                    <a:pt x="304072" y="71263"/>
                  </a:lnTo>
                  <a:lnTo>
                    <a:pt x="300965" y="66973"/>
                  </a:lnTo>
                  <a:lnTo>
                    <a:pt x="297724" y="62784"/>
                  </a:lnTo>
                  <a:lnTo>
                    <a:pt x="294351" y="58699"/>
                  </a:lnTo>
                  <a:lnTo>
                    <a:pt x="290851" y="54724"/>
                  </a:lnTo>
                  <a:lnTo>
                    <a:pt x="287226" y="50861"/>
                  </a:lnTo>
                  <a:lnTo>
                    <a:pt x="283481" y="47116"/>
                  </a:lnTo>
                  <a:lnTo>
                    <a:pt x="279620" y="43490"/>
                  </a:lnTo>
                  <a:lnTo>
                    <a:pt x="275645" y="39989"/>
                  </a:lnTo>
                  <a:lnTo>
                    <a:pt x="271561" y="36616"/>
                  </a:lnTo>
                  <a:lnTo>
                    <a:pt x="267373" y="33374"/>
                  </a:lnTo>
                  <a:lnTo>
                    <a:pt x="263084" y="30266"/>
                  </a:lnTo>
                  <a:lnTo>
                    <a:pt x="258698" y="27295"/>
                  </a:lnTo>
                  <a:lnTo>
                    <a:pt x="254221" y="24465"/>
                  </a:lnTo>
                  <a:lnTo>
                    <a:pt x="249656" y="21778"/>
                  </a:lnTo>
                  <a:lnTo>
                    <a:pt x="245009" y="19237"/>
                  </a:lnTo>
                  <a:lnTo>
                    <a:pt x="240283" y="16845"/>
                  </a:lnTo>
                  <a:lnTo>
                    <a:pt x="235484" y="14603"/>
                  </a:lnTo>
                  <a:lnTo>
                    <a:pt x="230616" y="12515"/>
                  </a:lnTo>
                  <a:lnTo>
                    <a:pt x="225684" y="10582"/>
                  </a:lnTo>
                  <a:lnTo>
                    <a:pt x="220694" y="8806"/>
                  </a:lnTo>
                  <a:lnTo>
                    <a:pt x="215650" y="7189"/>
                  </a:lnTo>
                  <a:lnTo>
                    <a:pt x="210557" y="5733"/>
                  </a:lnTo>
                  <a:lnTo>
                    <a:pt x="205421" y="4439"/>
                  </a:lnTo>
                  <a:lnTo>
                    <a:pt x="200246" y="3308"/>
                  </a:lnTo>
                  <a:lnTo>
                    <a:pt x="195039" y="2342"/>
                  </a:lnTo>
                  <a:lnTo>
                    <a:pt x="189803" y="1541"/>
                  </a:lnTo>
                  <a:lnTo>
                    <a:pt x="184544" y="907"/>
                  </a:lnTo>
                  <a:lnTo>
                    <a:pt x="179268" y="439"/>
                  </a:lnTo>
                  <a:lnTo>
                    <a:pt x="173980" y="139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2878783" y="4397407"/>
              <a:ext cx="6827" cy="167027"/>
            </a:xfrm>
            <a:custGeom>
              <a:avLst/>
              <a:pathLst>
                <a:path w="6827" h="167027">
                  <a:moveTo>
                    <a:pt x="6827" y="0"/>
                  </a:moveTo>
                  <a:lnTo>
                    <a:pt x="0" y="16702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2878783" y="4397407"/>
              <a:ext cx="6827" cy="167027"/>
            </a:xfrm>
            <a:custGeom>
              <a:avLst/>
              <a:pathLst>
                <a:path w="6827" h="167027">
                  <a:moveTo>
                    <a:pt x="6827" y="0"/>
                  </a:moveTo>
                  <a:lnTo>
                    <a:pt x="0" y="1670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2878783" y="4397407"/>
              <a:ext cx="6827" cy="167027"/>
            </a:xfrm>
            <a:custGeom>
              <a:avLst/>
              <a:pathLst>
                <a:path w="6827" h="167027">
                  <a:moveTo>
                    <a:pt x="6827" y="0"/>
                  </a:moveTo>
                  <a:lnTo>
                    <a:pt x="0" y="1670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2878783" y="4397407"/>
              <a:ext cx="6827" cy="167027"/>
            </a:xfrm>
            <a:custGeom>
              <a:avLst/>
              <a:pathLst>
                <a:path w="6827" h="167027">
                  <a:moveTo>
                    <a:pt x="6827" y="0"/>
                  </a:moveTo>
                  <a:lnTo>
                    <a:pt x="0" y="16702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2878783" y="4397407"/>
              <a:ext cx="6827" cy="167027"/>
            </a:xfrm>
            <a:custGeom>
              <a:avLst/>
              <a:pathLst>
                <a:path w="6827" h="167027">
                  <a:moveTo>
                    <a:pt x="6827" y="0"/>
                  </a:moveTo>
                  <a:lnTo>
                    <a:pt x="0" y="1670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2878783" y="4397407"/>
              <a:ext cx="6827" cy="167027"/>
            </a:xfrm>
            <a:custGeom>
              <a:avLst/>
              <a:pathLst>
                <a:path w="6827" h="167027">
                  <a:moveTo>
                    <a:pt x="6827" y="0"/>
                  </a:moveTo>
                  <a:lnTo>
                    <a:pt x="0" y="1670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2878783" y="4397407"/>
              <a:ext cx="6827" cy="167027"/>
            </a:xfrm>
            <a:custGeom>
              <a:avLst/>
              <a:pathLst>
                <a:path w="6827" h="167027">
                  <a:moveTo>
                    <a:pt x="6827" y="0"/>
                  </a:moveTo>
                  <a:lnTo>
                    <a:pt x="0" y="1670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2878783" y="4397407"/>
              <a:ext cx="6827" cy="167027"/>
            </a:xfrm>
            <a:custGeom>
              <a:avLst/>
              <a:pathLst>
                <a:path w="6827" h="167027">
                  <a:moveTo>
                    <a:pt x="6827" y="0"/>
                  </a:moveTo>
                  <a:lnTo>
                    <a:pt x="0" y="1670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2878783" y="4397407"/>
              <a:ext cx="6827" cy="167027"/>
            </a:xfrm>
            <a:custGeom>
              <a:avLst/>
              <a:pathLst>
                <a:path w="6827" h="167027">
                  <a:moveTo>
                    <a:pt x="6827" y="0"/>
                  </a:moveTo>
                  <a:lnTo>
                    <a:pt x="0" y="16702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2878783" y="4397407"/>
              <a:ext cx="6827" cy="167027"/>
            </a:xfrm>
            <a:custGeom>
              <a:avLst/>
              <a:pathLst>
                <a:path w="6827" h="167027">
                  <a:moveTo>
                    <a:pt x="6827" y="0"/>
                  </a:moveTo>
                  <a:lnTo>
                    <a:pt x="0" y="16702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2878783" y="4397407"/>
              <a:ext cx="6827" cy="167027"/>
            </a:xfrm>
            <a:custGeom>
              <a:avLst/>
              <a:pathLst>
                <a:path w="6827" h="167027">
                  <a:moveTo>
                    <a:pt x="6827" y="0"/>
                  </a:moveTo>
                  <a:lnTo>
                    <a:pt x="0" y="1670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2878783" y="4397268"/>
              <a:ext cx="6827" cy="167167"/>
            </a:xfrm>
            <a:custGeom>
              <a:avLst/>
              <a:pathLst>
                <a:path w="6827" h="167167">
                  <a:moveTo>
                    <a:pt x="6827" y="139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3045405" y="4794382"/>
              <a:ext cx="167161" cy="195436"/>
            </a:xfrm>
            <a:custGeom>
              <a:avLst/>
              <a:pathLst>
                <a:path w="167161" h="195436">
                  <a:moveTo>
                    <a:pt x="167161" y="0"/>
                  </a:moveTo>
                  <a:lnTo>
                    <a:pt x="161773" y="86"/>
                  </a:lnTo>
                  <a:lnTo>
                    <a:pt x="156391" y="347"/>
                  </a:lnTo>
                  <a:lnTo>
                    <a:pt x="151020" y="781"/>
                  </a:lnTo>
                  <a:lnTo>
                    <a:pt x="145665" y="1387"/>
                  </a:lnTo>
                  <a:lnTo>
                    <a:pt x="140333" y="2166"/>
                  </a:lnTo>
                  <a:lnTo>
                    <a:pt x="135029" y="3117"/>
                  </a:lnTo>
                  <a:lnTo>
                    <a:pt x="129759" y="4237"/>
                  </a:lnTo>
                  <a:lnTo>
                    <a:pt x="124527" y="5527"/>
                  </a:lnTo>
                  <a:lnTo>
                    <a:pt x="119339" y="6986"/>
                  </a:lnTo>
                  <a:lnTo>
                    <a:pt x="114202" y="8610"/>
                  </a:lnTo>
                  <a:lnTo>
                    <a:pt x="109119" y="10399"/>
                  </a:lnTo>
                  <a:lnTo>
                    <a:pt x="104096" y="12351"/>
                  </a:lnTo>
                  <a:lnTo>
                    <a:pt x="99139" y="14464"/>
                  </a:lnTo>
                  <a:lnTo>
                    <a:pt x="94253" y="16736"/>
                  </a:lnTo>
                  <a:lnTo>
                    <a:pt x="89443" y="19164"/>
                  </a:lnTo>
                  <a:lnTo>
                    <a:pt x="84713" y="21746"/>
                  </a:lnTo>
                  <a:lnTo>
                    <a:pt x="80069" y="24479"/>
                  </a:lnTo>
                  <a:lnTo>
                    <a:pt x="75515" y="27360"/>
                  </a:lnTo>
                  <a:lnTo>
                    <a:pt x="71057" y="30386"/>
                  </a:lnTo>
                  <a:lnTo>
                    <a:pt x="66698" y="33554"/>
                  </a:lnTo>
                  <a:lnTo>
                    <a:pt x="62444" y="36862"/>
                  </a:lnTo>
                  <a:lnTo>
                    <a:pt x="58299" y="40304"/>
                  </a:lnTo>
                  <a:lnTo>
                    <a:pt x="54267" y="43879"/>
                  </a:lnTo>
                  <a:lnTo>
                    <a:pt x="50352" y="47582"/>
                  </a:lnTo>
                  <a:lnTo>
                    <a:pt x="46558" y="51409"/>
                  </a:lnTo>
                  <a:lnTo>
                    <a:pt x="42890" y="55356"/>
                  </a:lnTo>
                  <a:lnTo>
                    <a:pt x="39351" y="59419"/>
                  </a:lnTo>
                  <a:lnTo>
                    <a:pt x="35944" y="63594"/>
                  </a:lnTo>
                  <a:lnTo>
                    <a:pt x="32674" y="67877"/>
                  </a:lnTo>
                  <a:lnTo>
                    <a:pt x="29544" y="72263"/>
                  </a:lnTo>
                  <a:lnTo>
                    <a:pt x="26557" y="76748"/>
                  </a:lnTo>
                  <a:lnTo>
                    <a:pt x="23716" y="81327"/>
                  </a:lnTo>
                  <a:lnTo>
                    <a:pt x="21024" y="85994"/>
                  </a:lnTo>
                  <a:lnTo>
                    <a:pt x="18483" y="90747"/>
                  </a:lnTo>
                  <a:lnTo>
                    <a:pt x="16098" y="95578"/>
                  </a:lnTo>
                  <a:lnTo>
                    <a:pt x="13869" y="100484"/>
                  </a:lnTo>
                  <a:lnTo>
                    <a:pt x="11799" y="105459"/>
                  </a:lnTo>
                  <a:lnTo>
                    <a:pt x="9891" y="110499"/>
                  </a:lnTo>
                  <a:lnTo>
                    <a:pt x="8146" y="115597"/>
                  </a:lnTo>
                  <a:lnTo>
                    <a:pt x="6567" y="120749"/>
                  </a:lnTo>
                  <a:lnTo>
                    <a:pt x="5154" y="125949"/>
                  </a:lnTo>
                  <a:lnTo>
                    <a:pt x="3910" y="131192"/>
                  </a:lnTo>
                  <a:lnTo>
                    <a:pt x="2835" y="136472"/>
                  </a:lnTo>
                  <a:lnTo>
                    <a:pt x="1931" y="141784"/>
                  </a:lnTo>
                  <a:lnTo>
                    <a:pt x="1199" y="147122"/>
                  </a:lnTo>
                  <a:lnTo>
                    <a:pt x="639" y="152482"/>
                  </a:lnTo>
                  <a:lnTo>
                    <a:pt x="253" y="157856"/>
                  </a:lnTo>
                  <a:lnTo>
                    <a:pt x="39" y="163241"/>
                  </a:lnTo>
                  <a:lnTo>
                    <a:pt x="0" y="168629"/>
                  </a:lnTo>
                  <a:lnTo>
                    <a:pt x="133" y="174016"/>
                  </a:lnTo>
                  <a:lnTo>
                    <a:pt x="441" y="179396"/>
                  </a:lnTo>
                  <a:lnTo>
                    <a:pt x="922" y="184763"/>
                  </a:lnTo>
                  <a:lnTo>
                    <a:pt x="1575" y="190111"/>
                  </a:lnTo>
                  <a:lnTo>
                    <a:pt x="2401" y="195436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3047806" y="4961550"/>
              <a:ext cx="164759" cy="28269"/>
            </a:xfrm>
            <a:custGeom>
              <a:avLst/>
              <a:pathLst>
                <a:path w="164759" h="28269">
                  <a:moveTo>
                    <a:pt x="0" y="28269"/>
                  </a:moveTo>
                  <a:lnTo>
                    <a:pt x="16475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3047806" y="4961550"/>
              <a:ext cx="164759" cy="28269"/>
            </a:xfrm>
            <a:custGeom>
              <a:avLst/>
              <a:pathLst>
                <a:path w="164759" h="28269">
                  <a:moveTo>
                    <a:pt x="0" y="28269"/>
                  </a:moveTo>
                  <a:lnTo>
                    <a:pt x="16475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3047806" y="4961550"/>
              <a:ext cx="164759" cy="28269"/>
            </a:xfrm>
            <a:custGeom>
              <a:avLst/>
              <a:pathLst>
                <a:path w="164759" h="28269">
                  <a:moveTo>
                    <a:pt x="0" y="28269"/>
                  </a:moveTo>
                  <a:lnTo>
                    <a:pt x="164759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3047806" y="4961550"/>
              <a:ext cx="164759" cy="28269"/>
            </a:xfrm>
            <a:custGeom>
              <a:avLst/>
              <a:pathLst>
                <a:path w="164759" h="28269">
                  <a:moveTo>
                    <a:pt x="0" y="28269"/>
                  </a:moveTo>
                  <a:lnTo>
                    <a:pt x="16475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3047806" y="4961550"/>
              <a:ext cx="164759" cy="28269"/>
            </a:xfrm>
            <a:custGeom>
              <a:avLst/>
              <a:pathLst>
                <a:path w="164759" h="28269">
                  <a:moveTo>
                    <a:pt x="0" y="28269"/>
                  </a:moveTo>
                  <a:lnTo>
                    <a:pt x="16475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3047806" y="4961550"/>
              <a:ext cx="164759" cy="28269"/>
            </a:xfrm>
            <a:custGeom>
              <a:avLst/>
              <a:pathLst>
                <a:path w="164759" h="28269">
                  <a:moveTo>
                    <a:pt x="0" y="28269"/>
                  </a:moveTo>
                  <a:lnTo>
                    <a:pt x="16475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3047806" y="4961550"/>
              <a:ext cx="164759" cy="28269"/>
            </a:xfrm>
            <a:custGeom>
              <a:avLst/>
              <a:pathLst>
                <a:path w="164759" h="28269">
                  <a:moveTo>
                    <a:pt x="0" y="28269"/>
                  </a:moveTo>
                  <a:lnTo>
                    <a:pt x="16475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3047806" y="4961550"/>
              <a:ext cx="164759" cy="28269"/>
            </a:xfrm>
            <a:custGeom>
              <a:avLst/>
              <a:pathLst>
                <a:path w="164759" h="28269">
                  <a:moveTo>
                    <a:pt x="0" y="28269"/>
                  </a:moveTo>
                  <a:lnTo>
                    <a:pt x="16475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3047806" y="4961550"/>
              <a:ext cx="164759" cy="28269"/>
            </a:xfrm>
            <a:custGeom>
              <a:avLst/>
              <a:pathLst>
                <a:path w="164759" h="28269">
                  <a:moveTo>
                    <a:pt x="0" y="28269"/>
                  </a:moveTo>
                  <a:lnTo>
                    <a:pt x="16475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3047806" y="4961550"/>
              <a:ext cx="164759" cy="51952"/>
            </a:xfrm>
            <a:custGeom>
              <a:avLst/>
              <a:pathLst>
                <a:path w="164759" h="51952">
                  <a:moveTo>
                    <a:pt x="0" y="28269"/>
                  </a:moveTo>
                  <a:lnTo>
                    <a:pt x="1571" y="36256"/>
                  </a:lnTo>
                  <a:lnTo>
                    <a:pt x="3529" y="44156"/>
                  </a:lnTo>
                  <a:lnTo>
                    <a:pt x="5870" y="51952"/>
                  </a:lnTo>
                  <a:lnTo>
                    <a:pt x="164759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3053677" y="4794382"/>
              <a:ext cx="326048" cy="334322"/>
            </a:xfrm>
            <a:custGeom>
              <a:avLst/>
              <a:pathLst>
                <a:path w="326048" h="334322">
                  <a:moveTo>
                    <a:pt x="0" y="219120"/>
                  </a:moveTo>
                  <a:lnTo>
                    <a:pt x="1735" y="224154"/>
                  </a:lnTo>
                  <a:lnTo>
                    <a:pt x="3630" y="229131"/>
                  </a:lnTo>
                  <a:lnTo>
                    <a:pt x="5682" y="234045"/>
                  </a:lnTo>
                  <a:lnTo>
                    <a:pt x="7890" y="238891"/>
                  </a:lnTo>
                  <a:lnTo>
                    <a:pt x="10252" y="243664"/>
                  </a:lnTo>
                  <a:lnTo>
                    <a:pt x="12764" y="248360"/>
                  </a:lnTo>
                  <a:lnTo>
                    <a:pt x="15424" y="252973"/>
                  </a:lnTo>
                  <a:lnTo>
                    <a:pt x="18230" y="257499"/>
                  </a:lnTo>
                  <a:lnTo>
                    <a:pt x="21179" y="261934"/>
                  </a:lnTo>
                  <a:lnTo>
                    <a:pt x="24267" y="266272"/>
                  </a:lnTo>
                  <a:lnTo>
                    <a:pt x="27492" y="270510"/>
                  </a:lnTo>
                  <a:lnTo>
                    <a:pt x="30850" y="274643"/>
                  </a:lnTo>
                  <a:lnTo>
                    <a:pt x="34339" y="278667"/>
                  </a:lnTo>
                  <a:lnTo>
                    <a:pt x="37953" y="282577"/>
                  </a:lnTo>
                  <a:lnTo>
                    <a:pt x="41691" y="286371"/>
                  </a:lnTo>
                  <a:lnTo>
                    <a:pt x="45547" y="290043"/>
                  </a:lnTo>
                  <a:lnTo>
                    <a:pt x="49519" y="293591"/>
                  </a:lnTo>
                  <a:lnTo>
                    <a:pt x="53601" y="297011"/>
                  </a:lnTo>
                  <a:lnTo>
                    <a:pt x="57790" y="300299"/>
                  </a:lnTo>
                  <a:lnTo>
                    <a:pt x="62082" y="303451"/>
                  </a:lnTo>
                  <a:lnTo>
                    <a:pt x="66472" y="306466"/>
                  </a:lnTo>
                  <a:lnTo>
                    <a:pt x="70956" y="309339"/>
                  </a:lnTo>
                  <a:lnTo>
                    <a:pt x="75529" y="312067"/>
                  </a:lnTo>
                  <a:lnTo>
                    <a:pt x="80187" y="314649"/>
                  </a:lnTo>
                  <a:lnTo>
                    <a:pt x="84925" y="317081"/>
                  </a:lnTo>
                  <a:lnTo>
                    <a:pt x="89737" y="319361"/>
                  </a:lnTo>
                  <a:lnTo>
                    <a:pt x="94620" y="321486"/>
                  </a:lnTo>
                  <a:lnTo>
                    <a:pt x="99568" y="323455"/>
                  </a:lnTo>
                  <a:lnTo>
                    <a:pt x="104577" y="325265"/>
                  </a:lnTo>
                  <a:lnTo>
                    <a:pt x="109640" y="326915"/>
                  </a:lnTo>
                  <a:lnTo>
                    <a:pt x="114753" y="328403"/>
                  </a:lnTo>
                  <a:lnTo>
                    <a:pt x="119911" y="329727"/>
                  </a:lnTo>
                  <a:lnTo>
                    <a:pt x="125109" y="330886"/>
                  </a:lnTo>
                  <a:lnTo>
                    <a:pt x="130341" y="331879"/>
                  </a:lnTo>
                  <a:lnTo>
                    <a:pt x="135602" y="332704"/>
                  </a:lnTo>
                  <a:lnTo>
                    <a:pt x="140887" y="333362"/>
                  </a:lnTo>
                  <a:lnTo>
                    <a:pt x="146189" y="333851"/>
                  </a:lnTo>
                  <a:lnTo>
                    <a:pt x="151505" y="334171"/>
                  </a:lnTo>
                  <a:lnTo>
                    <a:pt x="156828" y="334322"/>
                  </a:lnTo>
                  <a:lnTo>
                    <a:pt x="162154" y="334303"/>
                  </a:lnTo>
                  <a:lnTo>
                    <a:pt x="167476" y="334114"/>
                  </a:lnTo>
                  <a:lnTo>
                    <a:pt x="172789" y="333755"/>
                  </a:lnTo>
                  <a:lnTo>
                    <a:pt x="178088" y="333228"/>
                  </a:lnTo>
                  <a:lnTo>
                    <a:pt x="183368" y="332532"/>
                  </a:lnTo>
                  <a:lnTo>
                    <a:pt x="188623" y="331669"/>
                  </a:lnTo>
                  <a:lnTo>
                    <a:pt x="193847" y="330638"/>
                  </a:lnTo>
                  <a:lnTo>
                    <a:pt x="199037" y="329442"/>
                  </a:lnTo>
                  <a:lnTo>
                    <a:pt x="204185" y="328081"/>
                  </a:lnTo>
                  <a:lnTo>
                    <a:pt x="209288" y="326556"/>
                  </a:lnTo>
                  <a:lnTo>
                    <a:pt x="214339" y="324870"/>
                  </a:lnTo>
                  <a:lnTo>
                    <a:pt x="219334" y="323024"/>
                  </a:lnTo>
                  <a:lnTo>
                    <a:pt x="224268" y="321019"/>
                  </a:lnTo>
                  <a:lnTo>
                    <a:pt x="229135" y="318859"/>
                  </a:lnTo>
                  <a:lnTo>
                    <a:pt x="233931" y="316544"/>
                  </a:lnTo>
                  <a:lnTo>
                    <a:pt x="238651" y="314078"/>
                  </a:lnTo>
                  <a:lnTo>
                    <a:pt x="243290" y="311463"/>
                  </a:lnTo>
                  <a:lnTo>
                    <a:pt x="247844" y="308701"/>
                  </a:lnTo>
                  <a:lnTo>
                    <a:pt x="252307" y="305796"/>
                  </a:lnTo>
                  <a:lnTo>
                    <a:pt x="256675" y="302750"/>
                  </a:lnTo>
                  <a:lnTo>
                    <a:pt x="260944" y="299567"/>
                  </a:lnTo>
                  <a:lnTo>
                    <a:pt x="265109" y="296249"/>
                  </a:lnTo>
                  <a:lnTo>
                    <a:pt x="269167" y="292800"/>
                  </a:lnTo>
                  <a:lnTo>
                    <a:pt x="273113" y="289224"/>
                  </a:lnTo>
                  <a:lnTo>
                    <a:pt x="276943" y="285523"/>
                  </a:lnTo>
                  <a:lnTo>
                    <a:pt x="280653" y="281703"/>
                  </a:lnTo>
                  <a:lnTo>
                    <a:pt x="284239" y="277767"/>
                  </a:lnTo>
                  <a:lnTo>
                    <a:pt x="287698" y="273718"/>
                  </a:lnTo>
                  <a:lnTo>
                    <a:pt x="291027" y="269561"/>
                  </a:lnTo>
                  <a:lnTo>
                    <a:pt x="294221" y="265300"/>
                  </a:lnTo>
                  <a:lnTo>
                    <a:pt x="297279" y="260939"/>
                  </a:lnTo>
                  <a:lnTo>
                    <a:pt x="300195" y="256484"/>
                  </a:lnTo>
                  <a:lnTo>
                    <a:pt x="302968" y="251938"/>
                  </a:lnTo>
                  <a:lnTo>
                    <a:pt x="305596" y="247305"/>
                  </a:lnTo>
                  <a:lnTo>
                    <a:pt x="308074" y="242592"/>
                  </a:lnTo>
                  <a:lnTo>
                    <a:pt x="310400" y="237801"/>
                  </a:lnTo>
                  <a:lnTo>
                    <a:pt x="312573" y="232940"/>
                  </a:lnTo>
                  <a:lnTo>
                    <a:pt x="314590" y="228011"/>
                  </a:lnTo>
                  <a:lnTo>
                    <a:pt x="316449" y="223021"/>
                  </a:lnTo>
                  <a:lnTo>
                    <a:pt x="318149" y="217974"/>
                  </a:lnTo>
                  <a:lnTo>
                    <a:pt x="319686" y="212875"/>
                  </a:lnTo>
                  <a:lnTo>
                    <a:pt x="321060" y="207730"/>
                  </a:lnTo>
                  <a:lnTo>
                    <a:pt x="322270" y="202544"/>
                  </a:lnTo>
                  <a:lnTo>
                    <a:pt x="323314" y="197322"/>
                  </a:lnTo>
                  <a:lnTo>
                    <a:pt x="324191" y="192069"/>
                  </a:lnTo>
                  <a:lnTo>
                    <a:pt x="324901" y="186791"/>
                  </a:lnTo>
                  <a:lnTo>
                    <a:pt x="325441" y="181494"/>
                  </a:lnTo>
                  <a:lnTo>
                    <a:pt x="325813" y="176181"/>
                  </a:lnTo>
                  <a:lnTo>
                    <a:pt x="326016" y="170860"/>
                  </a:lnTo>
                  <a:lnTo>
                    <a:pt x="326048" y="165534"/>
                  </a:lnTo>
                  <a:lnTo>
                    <a:pt x="325912" y="160211"/>
                  </a:lnTo>
                  <a:lnTo>
                    <a:pt x="325605" y="154894"/>
                  </a:lnTo>
                  <a:lnTo>
                    <a:pt x="325130" y="149590"/>
                  </a:lnTo>
                  <a:lnTo>
                    <a:pt x="324486" y="144304"/>
                  </a:lnTo>
                  <a:lnTo>
                    <a:pt x="323673" y="139041"/>
                  </a:lnTo>
                  <a:lnTo>
                    <a:pt x="322694" y="133806"/>
                  </a:lnTo>
                  <a:lnTo>
                    <a:pt x="321548" y="128606"/>
                  </a:lnTo>
                  <a:lnTo>
                    <a:pt x="320237" y="123444"/>
                  </a:lnTo>
                  <a:lnTo>
                    <a:pt x="318763" y="118327"/>
                  </a:lnTo>
                  <a:lnTo>
                    <a:pt x="317126" y="113260"/>
                  </a:lnTo>
                  <a:lnTo>
                    <a:pt x="315329" y="108247"/>
                  </a:lnTo>
                  <a:lnTo>
                    <a:pt x="313372" y="103294"/>
                  </a:lnTo>
                  <a:lnTo>
                    <a:pt x="311260" y="98405"/>
                  </a:lnTo>
                  <a:lnTo>
                    <a:pt x="308992" y="93587"/>
                  </a:lnTo>
                  <a:lnTo>
                    <a:pt x="306572" y="88843"/>
                  </a:lnTo>
                  <a:lnTo>
                    <a:pt x="304002" y="84179"/>
                  </a:lnTo>
                  <a:lnTo>
                    <a:pt x="301285" y="79599"/>
                  </a:lnTo>
                  <a:lnTo>
                    <a:pt x="298424" y="75107"/>
                  </a:lnTo>
                  <a:lnTo>
                    <a:pt x="295421" y="70710"/>
                  </a:lnTo>
                  <a:lnTo>
                    <a:pt x="292279" y="66410"/>
                  </a:lnTo>
                  <a:lnTo>
                    <a:pt x="289002" y="62212"/>
                  </a:lnTo>
                  <a:lnTo>
                    <a:pt x="285593" y="58121"/>
                  </a:lnTo>
                  <a:lnTo>
                    <a:pt x="282055" y="54140"/>
                  </a:lnTo>
                  <a:lnTo>
                    <a:pt x="278393" y="50275"/>
                  </a:lnTo>
                  <a:lnTo>
                    <a:pt x="274609" y="46527"/>
                  </a:lnTo>
                  <a:lnTo>
                    <a:pt x="270707" y="42903"/>
                  </a:lnTo>
                  <a:lnTo>
                    <a:pt x="266693" y="39404"/>
                  </a:lnTo>
                  <a:lnTo>
                    <a:pt x="262568" y="36035"/>
                  </a:lnTo>
                  <a:lnTo>
                    <a:pt x="258339" y="32799"/>
                  </a:lnTo>
                  <a:lnTo>
                    <a:pt x="254008" y="29700"/>
                  </a:lnTo>
                  <a:lnTo>
                    <a:pt x="249581" y="26740"/>
                  </a:lnTo>
                  <a:lnTo>
                    <a:pt x="245063" y="23922"/>
                  </a:lnTo>
                  <a:lnTo>
                    <a:pt x="240456" y="21250"/>
                  </a:lnTo>
                  <a:lnTo>
                    <a:pt x="235767" y="18726"/>
                  </a:lnTo>
                  <a:lnTo>
                    <a:pt x="231000" y="16352"/>
                  </a:lnTo>
                  <a:lnTo>
                    <a:pt x="226159" y="14132"/>
                  </a:lnTo>
                  <a:lnTo>
                    <a:pt x="221251" y="12067"/>
                  </a:lnTo>
                  <a:lnTo>
                    <a:pt x="216279" y="10159"/>
                  </a:lnTo>
                  <a:lnTo>
                    <a:pt x="211249" y="8411"/>
                  </a:lnTo>
                  <a:lnTo>
                    <a:pt x="206165" y="6824"/>
                  </a:lnTo>
                  <a:lnTo>
                    <a:pt x="201034" y="5399"/>
                  </a:lnTo>
                  <a:lnTo>
                    <a:pt x="195860" y="4139"/>
                  </a:lnTo>
                  <a:lnTo>
                    <a:pt x="190648" y="3044"/>
                  </a:lnTo>
                  <a:lnTo>
                    <a:pt x="185404" y="2116"/>
                  </a:lnTo>
                  <a:lnTo>
                    <a:pt x="180134" y="1355"/>
                  </a:lnTo>
                  <a:lnTo>
                    <a:pt x="174841" y="762"/>
                  </a:lnTo>
                  <a:lnTo>
                    <a:pt x="169533" y="339"/>
                  </a:lnTo>
                  <a:lnTo>
                    <a:pt x="164214" y="84"/>
                  </a:lnTo>
                  <a:lnTo>
                    <a:pt x="158889" y="0"/>
                  </a:lnTo>
                  <a:lnTo>
                    <a:pt x="15888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3626398" y="5103947"/>
              <a:ext cx="2690" cy="167167"/>
            </a:xfrm>
            <a:custGeom>
              <a:avLst/>
              <a:pathLst>
                <a:path w="2690" h="167167">
                  <a:moveTo>
                    <a:pt x="2690" y="0"/>
                  </a:moveTo>
                  <a:lnTo>
                    <a:pt x="0" y="21"/>
                  </a:lnTo>
                  <a:lnTo>
                    <a:pt x="269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3626398" y="5103968"/>
              <a:ext cx="2690" cy="167145"/>
            </a:xfrm>
            <a:custGeom>
              <a:avLst/>
              <a:pathLst>
                <a:path w="2690" h="167145">
                  <a:moveTo>
                    <a:pt x="0" y="0"/>
                  </a:moveTo>
                  <a:lnTo>
                    <a:pt x="2690" y="16714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3626398" y="5103968"/>
              <a:ext cx="2690" cy="167145"/>
            </a:xfrm>
            <a:custGeom>
              <a:avLst/>
              <a:pathLst>
                <a:path w="2690" h="167145">
                  <a:moveTo>
                    <a:pt x="0" y="0"/>
                  </a:moveTo>
                  <a:lnTo>
                    <a:pt x="2690" y="16714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3626398" y="5103968"/>
              <a:ext cx="2690" cy="167145"/>
            </a:xfrm>
            <a:custGeom>
              <a:avLst/>
              <a:pathLst>
                <a:path w="2690" h="167145">
                  <a:moveTo>
                    <a:pt x="0" y="0"/>
                  </a:moveTo>
                  <a:lnTo>
                    <a:pt x="2690" y="1671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3626398" y="5103968"/>
              <a:ext cx="2690" cy="167145"/>
            </a:xfrm>
            <a:custGeom>
              <a:avLst/>
              <a:pathLst>
                <a:path w="2690" h="167145">
                  <a:moveTo>
                    <a:pt x="0" y="0"/>
                  </a:moveTo>
                  <a:lnTo>
                    <a:pt x="2690" y="1671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3626398" y="5103968"/>
              <a:ext cx="2690" cy="167145"/>
            </a:xfrm>
            <a:custGeom>
              <a:avLst/>
              <a:pathLst>
                <a:path w="2690" h="167145">
                  <a:moveTo>
                    <a:pt x="0" y="0"/>
                  </a:moveTo>
                  <a:lnTo>
                    <a:pt x="2690" y="1671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3626398" y="5103968"/>
              <a:ext cx="2690" cy="167145"/>
            </a:xfrm>
            <a:custGeom>
              <a:avLst/>
              <a:pathLst>
                <a:path w="2690" h="167145">
                  <a:moveTo>
                    <a:pt x="0" y="0"/>
                  </a:moveTo>
                  <a:lnTo>
                    <a:pt x="2690" y="1671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3626398" y="5103968"/>
              <a:ext cx="2690" cy="167145"/>
            </a:xfrm>
            <a:custGeom>
              <a:avLst/>
              <a:pathLst>
                <a:path w="2690" h="167145">
                  <a:moveTo>
                    <a:pt x="0" y="0"/>
                  </a:moveTo>
                  <a:lnTo>
                    <a:pt x="2690" y="16714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3626398" y="5103968"/>
              <a:ext cx="2690" cy="167145"/>
            </a:xfrm>
            <a:custGeom>
              <a:avLst/>
              <a:pathLst>
                <a:path w="2690" h="167145">
                  <a:moveTo>
                    <a:pt x="0" y="0"/>
                  </a:moveTo>
                  <a:lnTo>
                    <a:pt x="2690" y="16714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3461921" y="5103968"/>
              <a:ext cx="334331" cy="334301"/>
            </a:xfrm>
            <a:custGeom>
              <a:avLst/>
              <a:pathLst>
                <a:path w="334331" h="334301">
                  <a:moveTo>
                    <a:pt x="164476" y="0"/>
                  </a:moveTo>
                  <a:lnTo>
                    <a:pt x="159182" y="169"/>
                  </a:lnTo>
                  <a:lnTo>
                    <a:pt x="153895" y="506"/>
                  </a:lnTo>
                  <a:lnTo>
                    <a:pt x="148621" y="1010"/>
                  </a:lnTo>
                  <a:lnTo>
                    <a:pt x="143367" y="1681"/>
                  </a:lnTo>
                  <a:lnTo>
                    <a:pt x="138136" y="2518"/>
                  </a:lnTo>
                  <a:lnTo>
                    <a:pt x="132934" y="3520"/>
                  </a:lnTo>
                  <a:lnTo>
                    <a:pt x="127767" y="4687"/>
                  </a:lnTo>
                  <a:lnTo>
                    <a:pt x="122639" y="6017"/>
                  </a:lnTo>
                  <a:lnTo>
                    <a:pt x="117556" y="7509"/>
                  </a:lnTo>
                  <a:lnTo>
                    <a:pt x="112523" y="9161"/>
                  </a:lnTo>
                  <a:lnTo>
                    <a:pt x="107544" y="10972"/>
                  </a:lnTo>
                  <a:lnTo>
                    <a:pt x="102626" y="12939"/>
                  </a:lnTo>
                  <a:lnTo>
                    <a:pt x="97772" y="15062"/>
                  </a:lnTo>
                  <a:lnTo>
                    <a:pt x="92988" y="17337"/>
                  </a:lnTo>
                  <a:lnTo>
                    <a:pt x="88279" y="19763"/>
                  </a:lnTo>
                  <a:lnTo>
                    <a:pt x="83648" y="22336"/>
                  </a:lnTo>
                  <a:lnTo>
                    <a:pt x="79102" y="25055"/>
                  </a:lnTo>
                  <a:lnTo>
                    <a:pt x="74644" y="27917"/>
                  </a:lnTo>
                  <a:lnTo>
                    <a:pt x="70279" y="30918"/>
                  </a:lnTo>
                  <a:lnTo>
                    <a:pt x="66011" y="34057"/>
                  </a:lnTo>
                  <a:lnTo>
                    <a:pt x="61845" y="37329"/>
                  </a:lnTo>
                  <a:lnTo>
                    <a:pt x="57785" y="40731"/>
                  </a:lnTo>
                  <a:lnTo>
                    <a:pt x="53834" y="44260"/>
                  </a:lnTo>
                  <a:lnTo>
                    <a:pt x="49997" y="47913"/>
                  </a:lnTo>
                  <a:lnTo>
                    <a:pt x="46278" y="51685"/>
                  </a:lnTo>
                  <a:lnTo>
                    <a:pt x="42681" y="55574"/>
                  </a:lnTo>
                  <a:lnTo>
                    <a:pt x="39208" y="59574"/>
                  </a:lnTo>
                  <a:lnTo>
                    <a:pt x="35864" y="63683"/>
                  </a:lnTo>
                  <a:lnTo>
                    <a:pt x="32651" y="67895"/>
                  </a:lnTo>
                  <a:lnTo>
                    <a:pt x="29574" y="72207"/>
                  </a:lnTo>
                  <a:lnTo>
                    <a:pt x="26635" y="76614"/>
                  </a:lnTo>
                  <a:lnTo>
                    <a:pt x="23837" y="81113"/>
                  </a:lnTo>
                  <a:lnTo>
                    <a:pt x="21183" y="85697"/>
                  </a:lnTo>
                  <a:lnTo>
                    <a:pt x="18676" y="90364"/>
                  </a:lnTo>
                  <a:lnTo>
                    <a:pt x="16317" y="95107"/>
                  </a:lnTo>
                  <a:lnTo>
                    <a:pt x="14111" y="99923"/>
                  </a:lnTo>
                  <a:lnTo>
                    <a:pt x="12058" y="104807"/>
                  </a:lnTo>
                  <a:lnTo>
                    <a:pt x="10160" y="109753"/>
                  </a:lnTo>
                  <a:lnTo>
                    <a:pt x="8421" y="114756"/>
                  </a:lnTo>
                  <a:lnTo>
                    <a:pt x="6840" y="119812"/>
                  </a:lnTo>
                  <a:lnTo>
                    <a:pt x="5421" y="124916"/>
                  </a:lnTo>
                  <a:lnTo>
                    <a:pt x="4164" y="130062"/>
                  </a:lnTo>
                  <a:lnTo>
                    <a:pt x="3071" y="135246"/>
                  </a:lnTo>
                  <a:lnTo>
                    <a:pt x="2143" y="140461"/>
                  </a:lnTo>
                  <a:lnTo>
                    <a:pt x="1380" y="145703"/>
                  </a:lnTo>
                  <a:lnTo>
                    <a:pt x="784" y="150967"/>
                  </a:lnTo>
                  <a:lnTo>
                    <a:pt x="355" y="156247"/>
                  </a:lnTo>
                  <a:lnTo>
                    <a:pt x="93" y="161538"/>
                  </a:lnTo>
                  <a:lnTo>
                    <a:pt x="0" y="166835"/>
                  </a:lnTo>
                  <a:lnTo>
                    <a:pt x="74" y="172132"/>
                  </a:lnTo>
                  <a:lnTo>
                    <a:pt x="315" y="177424"/>
                  </a:lnTo>
                  <a:lnTo>
                    <a:pt x="725" y="182705"/>
                  </a:lnTo>
                  <a:lnTo>
                    <a:pt x="1302" y="187971"/>
                  </a:lnTo>
                  <a:lnTo>
                    <a:pt x="2045" y="193216"/>
                  </a:lnTo>
                  <a:lnTo>
                    <a:pt x="2954" y="198435"/>
                  </a:lnTo>
                  <a:lnTo>
                    <a:pt x="4028" y="203623"/>
                  </a:lnTo>
                  <a:lnTo>
                    <a:pt x="5265" y="208773"/>
                  </a:lnTo>
                  <a:lnTo>
                    <a:pt x="6666" y="213882"/>
                  </a:lnTo>
                  <a:lnTo>
                    <a:pt x="8227" y="218944"/>
                  </a:lnTo>
                  <a:lnTo>
                    <a:pt x="9948" y="223955"/>
                  </a:lnTo>
                  <a:lnTo>
                    <a:pt x="11827" y="228908"/>
                  </a:lnTo>
                  <a:lnTo>
                    <a:pt x="13862" y="233798"/>
                  </a:lnTo>
                  <a:lnTo>
                    <a:pt x="16051" y="238623"/>
                  </a:lnTo>
                  <a:lnTo>
                    <a:pt x="18392" y="243375"/>
                  </a:lnTo>
                  <a:lnTo>
                    <a:pt x="20882" y="248051"/>
                  </a:lnTo>
                  <a:lnTo>
                    <a:pt x="23519" y="252645"/>
                  </a:lnTo>
                  <a:lnTo>
                    <a:pt x="26300" y="257154"/>
                  </a:lnTo>
                  <a:lnTo>
                    <a:pt x="29223" y="261572"/>
                  </a:lnTo>
                  <a:lnTo>
                    <a:pt x="32284" y="265895"/>
                  </a:lnTo>
                  <a:lnTo>
                    <a:pt x="35480" y="270119"/>
                  </a:lnTo>
                  <a:lnTo>
                    <a:pt x="38809" y="274240"/>
                  </a:lnTo>
                  <a:lnTo>
                    <a:pt x="42267" y="278254"/>
                  </a:lnTo>
                  <a:lnTo>
                    <a:pt x="45850" y="282155"/>
                  </a:lnTo>
                  <a:lnTo>
                    <a:pt x="49555" y="285942"/>
                  </a:lnTo>
                  <a:lnTo>
                    <a:pt x="53379" y="289608"/>
                  </a:lnTo>
                  <a:lnTo>
                    <a:pt x="57316" y="293152"/>
                  </a:lnTo>
                  <a:lnTo>
                    <a:pt x="61364" y="296570"/>
                  </a:lnTo>
                  <a:lnTo>
                    <a:pt x="65518" y="299857"/>
                  </a:lnTo>
                  <a:lnTo>
                    <a:pt x="69774" y="303011"/>
                  </a:lnTo>
                  <a:lnTo>
                    <a:pt x="74128" y="306029"/>
                  </a:lnTo>
                  <a:lnTo>
                    <a:pt x="78575" y="308907"/>
                  </a:lnTo>
                  <a:lnTo>
                    <a:pt x="83111" y="311643"/>
                  </a:lnTo>
                  <a:lnTo>
                    <a:pt x="87732" y="314234"/>
                  </a:lnTo>
                  <a:lnTo>
                    <a:pt x="92432" y="316677"/>
                  </a:lnTo>
                  <a:lnTo>
                    <a:pt x="97208" y="318970"/>
                  </a:lnTo>
                  <a:lnTo>
                    <a:pt x="102054" y="321110"/>
                  </a:lnTo>
                  <a:lnTo>
                    <a:pt x="106965" y="323096"/>
                  </a:lnTo>
                  <a:lnTo>
                    <a:pt x="111936" y="324925"/>
                  </a:lnTo>
                  <a:lnTo>
                    <a:pt x="116963" y="326596"/>
                  </a:lnTo>
                  <a:lnTo>
                    <a:pt x="122041" y="328107"/>
                  </a:lnTo>
                  <a:lnTo>
                    <a:pt x="127164" y="329456"/>
                  </a:lnTo>
                  <a:lnTo>
                    <a:pt x="132327" y="330642"/>
                  </a:lnTo>
                  <a:lnTo>
                    <a:pt x="137525" y="331664"/>
                  </a:lnTo>
                  <a:lnTo>
                    <a:pt x="142752" y="332520"/>
                  </a:lnTo>
                  <a:lnTo>
                    <a:pt x="148004" y="333211"/>
                  </a:lnTo>
                  <a:lnTo>
                    <a:pt x="153276" y="333735"/>
                  </a:lnTo>
                  <a:lnTo>
                    <a:pt x="158561" y="334091"/>
                  </a:lnTo>
                  <a:lnTo>
                    <a:pt x="163855" y="334280"/>
                  </a:lnTo>
                  <a:lnTo>
                    <a:pt x="169153" y="334301"/>
                  </a:lnTo>
                  <a:lnTo>
                    <a:pt x="174448" y="334154"/>
                  </a:lnTo>
                  <a:lnTo>
                    <a:pt x="179736" y="333839"/>
                  </a:lnTo>
                  <a:lnTo>
                    <a:pt x="185012" y="333358"/>
                  </a:lnTo>
                  <a:lnTo>
                    <a:pt x="190269" y="332709"/>
                  </a:lnTo>
                  <a:lnTo>
                    <a:pt x="195504" y="331893"/>
                  </a:lnTo>
                  <a:lnTo>
                    <a:pt x="200710" y="330913"/>
                  </a:lnTo>
                  <a:lnTo>
                    <a:pt x="205882" y="329768"/>
                  </a:lnTo>
                  <a:lnTo>
                    <a:pt x="211015" y="328459"/>
                  </a:lnTo>
                  <a:lnTo>
                    <a:pt x="216104" y="326989"/>
                  </a:lnTo>
                  <a:lnTo>
                    <a:pt x="221144" y="325358"/>
                  </a:lnTo>
                  <a:lnTo>
                    <a:pt x="226130" y="323569"/>
                  </a:lnTo>
                  <a:lnTo>
                    <a:pt x="231057" y="321622"/>
                  </a:lnTo>
                  <a:lnTo>
                    <a:pt x="235920" y="319520"/>
                  </a:lnTo>
                  <a:lnTo>
                    <a:pt x="240713" y="317265"/>
                  </a:lnTo>
                  <a:lnTo>
                    <a:pt x="245433" y="314859"/>
                  </a:lnTo>
                  <a:lnTo>
                    <a:pt x="250074" y="312305"/>
                  </a:lnTo>
                  <a:lnTo>
                    <a:pt x="254632" y="309605"/>
                  </a:lnTo>
                  <a:lnTo>
                    <a:pt x="259102" y="306762"/>
                  </a:lnTo>
                  <a:lnTo>
                    <a:pt x="263479" y="303779"/>
                  </a:lnTo>
                  <a:lnTo>
                    <a:pt x="267760" y="300659"/>
                  </a:lnTo>
                  <a:lnTo>
                    <a:pt x="271940" y="297404"/>
                  </a:lnTo>
                  <a:lnTo>
                    <a:pt x="276015" y="294019"/>
                  </a:lnTo>
                  <a:lnTo>
                    <a:pt x="279980" y="290507"/>
                  </a:lnTo>
                  <a:lnTo>
                    <a:pt x="283832" y="286870"/>
                  </a:lnTo>
                  <a:lnTo>
                    <a:pt x="287567" y="283113"/>
                  </a:lnTo>
                  <a:lnTo>
                    <a:pt x="291181" y="279240"/>
                  </a:lnTo>
                  <a:lnTo>
                    <a:pt x="294671" y="275254"/>
                  </a:lnTo>
                  <a:lnTo>
                    <a:pt x="298032" y="271160"/>
                  </a:lnTo>
                  <a:lnTo>
                    <a:pt x="301262" y="266961"/>
                  </a:lnTo>
                  <a:lnTo>
                    <a:pt x="304358" y="262662"/>
                  </a:lnTo>
                  <a:lnTo>
                    <a:pt x="307315" y="258267"/>
                  </a:lnTo>
                  <a:lnTo>
                    <a:pt x="310132" y="253781"/>
                  </a:lnTo>
                  <a:lnTo>
                    <a:pt x="312806" y="249208"/>
                  </a:lnTo>
                  <a:lnTo>
                    <a:pt x="315333" y="244552"/>
                  </a:lnTo>
                  <a:lnTo>
                    <a:pt x="317711" y="239818"/>
                  </a:lnTo>
                  <a:lnTo>
                    <a:pt x="319938" y="235012"/>
                  </a:lnTo>
                  <a:lnTo>
                    <a:pt x="322012" y="230137"/>
                  </a:lnTo>
                  <a:lnTo>
                    <a:pt x="323930" y="225199"/>
                  </a:lnTo>
                  <a:lnTo>
                    <a:pt x="325691" y="220203"/>
                  </a:lnTo>
                  <a:lnTo>
                    <a:pt x="327292" y="215153"/>
                  </a:lnTo>
                  <a:lnTo>
                    <a:pt x="328733" y="210056"/>
                  </a:lnTo>
                  <a:lnTo>
                    <a:pt x="330011" y="204915"/>
                  </a:lnTo>
                  <a:lnTo>
                    <a:pt x="331126" y="199736"/>
                  </a:lnTo>
                  <a:lnTo>
                    <a:pt x="332077" y="194524"/>
                  </a:lnTo>
                  <a:lnTo>
                    <a:pt x="332861" y="189285"/>
                  </a:lnTo>
                  <a:lnTo>
                    <a:pt x="333480" y="184024"/>
                  </a:lnTo>
                  <a:lnTo>
                    <a:pt x="333931" y="178746"/>
                  </a:lnTo>
                  <a:lnTo>
                    <a:pt x="334215" y="173456"/>
                  </a:lnTo>
                  <a:lnTo>
                    <a:pt x="334331" y="168160"/>
                  </a:lnTo>
                  <a:lnTo>
                    <a:pt x="334279" y="162863"/>
                  </a:lnTo>
                  <a:lnTo>
                    <a:pt x="334060" y="157570"/>
                  </a:lnTo>
                  <a:lnTo>
                    <a:pt x="333672" y="152287"/>
                  </a:lnTo>
                  <a:lnTo>
                    <a:pt x="333118" y="147018"/>
                  </a:lnTo>
                  <a:lnTo>
                    <a:pt x="332397" y="141770"/>
                  </a:lnTo>
                  <a:lnTo>
                    <a:pt x="331510" y="136548"/>
                  </a:lnTo>
                  <a:lnTo>
                    <a:pt x="330458" y="131356"/>
                  </a:lnTo>
                  <a:lnTo>
                    <a:pt x="329242" y="126200"/>
                  </a:lnTo>
                  <a:lnTo>
                    <a:pt x="327863" y="121085"/>
                  </a:lnTo>
                  <a:lnTo>
                    <a:pt x="326323" y="116016"/>
                  </a:lnTo>
                  <a:lnTo>
                    <a:pt x="324623" y="110999"/>
                  </a:lnTo>
                  <a:lnTo>
                    <a:pt x="322765" y="106038"/>
                  </a:lnTo>
                  <a:lnTo>
                    <a:pt x="320751" y="101139"/>
                  </a:lnTo>
                  <a:lnTo>
                    <a:pt x="318582" y="96305"/>
                  </a:lnTo>
                  <a:lnTo>
                    <a:pt x="316262" y="91543"/>
                  </a:lnTo>
                  <a:lnTo>
                    <a:pt x="313791" y="86857"/>
                  </a:lnTo>
                  <a:lnTo>
                    <a:pt x="311174" y="82252"/>
                  </a:lnTo>
                  <a:lnTo>
                    <a:pt x="308411" y="77731"/>
                  </a:lnTo>
                  <a:lnTo>
                    <a:pt x="305507" y="73301"/>
                  </a:lnTo>
                  <a:lnTo>
                    <a:pt x="302464" y="68964"/>
                  </a:lnTo>
                  <a:lnTo>
                    <a:pt x="299286" y="64727"/>
                  </a:lnTo>
                  <a:lnTo>
                    <a:pt x="295974" y="60592"/>
                  </a:lnTo>
                  <a:lnTo>
                    <a:pt x="292533" y="56564"/>
                  </a:lnTo>
                  <a:lnTo>
                    <a:pt x="288966" y="52647"/>
                  </a:lnTo>
                  <a:lnTo>
                    <a:pt x="285277" y="48846"/>
                  </a:lnTo>
                  <a:lnTo>
                    <a:pt x="281470" y="45163"/>
                  </a:lnTo>
                  <a:lnTo>
                    <a:pt x="277547" y="41602"/>
                  </a:lnTo>
                  <a:lnTo>
                    <a:pt x="273514" y="38168"/>
                  </a:lnTo>
                  <a:lnTo>
                    <a:pt x="269374" y="34863"/>
                  </a:lnTo>
                  <a:lnTo>
                    <a:pt x="265131" y="31691"/>
                  </a:lnTo>
                  <a:lnTo>
                    <a:pt x="260790" y="28655"/>
                  </a:lnTo>
                  <a:lnTo>
                    <a:pt x="256355" y="25758"/>
                  </a:lnTo>
                  <a:lnTo>
                    <a:pt x="251830" y="23003"/>
                  </a:lnTo>
                  <a:lnTo>
                    <a:pt x="247220" y="20393"/>
                  </a:lnTo>
                  <a:lnTo>
                    <a:pt x="242530" y="17930"/>
                  </a:lnTo>
                  <a:lnTo>
                    <a:pt x="237765" y="15617"/>
                  </a:lnTo>
                  <a:lnTo>
                    <a:pt x="232928" y="13456"/>
                  </a:lnTo>
                  <a:lnTo>
                    <a:pt x="228025" y="11449"/>
                  </a:lnTo>
                  <a:lnTo>
                    <a:pt x="223061" y="9599"/>
                  </a:lnTo>
                  <a:lnTo>
                    <a:pt x="218041" y="7907"/>
                  </a:lnTo>
                  <a:lnTo>
                    <a:pt x="212970" y="6375"/>
                  </a:lnTo>
                  <a:lnTo>
                    <a:pt x="207853" y="5005"/>
                  </a:lnTo>
                  <a:lnTo>
                    <a:pt x="202695" y="3797"/>
                  </a:lnTo>
                  <a:lnTo>
                    <a:pt x="197502" y="2753"/>
                  </a:lnTo>
                  <a:lnTo>
                    <a:pt x="192278" y="1875"/>
                  </a:lnTo>
                  <a:lnTo>
                    <a:pt x="187028" y="1162"/>
                  </a:lnTo>
                  <a:lnTo>
                    <a:pt x="181759" y="616"/>
                  </a:lnTo>
                  <a:lnTo>
                    <a:pt x="176475" y="237"/>
                  </a:lnTo>
                  <a:lnTo>
                    <a:pt x="167167" y="16714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3629088" y="5103947"/>
              <a:ext cx="9308" cy="167167"/>
            </a:xfrm>
            <a:custGeom>
              <a:avLst/>
              <a:pathLst>
                <a:path w="9308" h="167167">
                  <a:moveTo>
                    <a:pt x="9308" y="259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3938729" y="5309273"/>
              <a:ext cx="167165" cy="210391"/>
            </a:xfrm>
            <a:custGeom>
              <a:avLst/>
              <a:pathLst>
                <a:path w="167165" h="210391">
                  <a:moveTo>
                    <a:pt x="167165" y="0"/>
                  </a:moveTo>
                  <a:lnTo>
                    <a:pt x="161792" y="86"/>
                  </a:lnTo>
                  <a:lnTo>
                    <a:pt x="156425" y="345"/>
                  </a:lnTo>
                  <a:lnTo>
                    <a:pt x="151069" y="776"/>
                  </a:lnTo>
                  <a:lnTo>
                    <a:pt x="145729" y="1380"/>
                  </a:lnTo>
                  <a:lnTo>
                    <a:pt x="140412" y="2154"/>
                  </a:lnTo>
                  <a:lnTo>
                    <a:pt x="135122" y="3099"/>
                  </a:lnTo>
                  <a:lnTo>
                    <a:pt x="129865" y="4214"/>
                  </a:lnTo>
                  <a:lnTo>
                    <a:pt x="124647" y="5497"/>
                  </a:lnTo>
                  <a:lnTo>
                    <a:pt x="119473" y="6947"/>
                  </a:lnTo>
                  <a:lnTo>
                    <a:pt x="114348" y="8563"/>
                  </a:lnTo>
                  <a:lnTo>
                    <a:pt x="109278" y="10342"/>
                  </a:lnTo>
                  <a:lnTo>
                    <a:pt x="104267" y="12284"/>
                  </a:lnTo>
                  <a:lnTo>
                    <a:pt x="99322" y="14385"/>
                  </a:lnTo>
                  <a:lnTo>
                    <a:pt x="94446" y="16645"/>
                  </a:lnTo>
                  <a:lnTo>
                    <a:pt x="89646" y="19060"/>
                  </a:lnTo>
                  <a:lnTo>
                    <a:pt x="84926" y="21628"/>
                  </a:lnTo>
                  <a:lnTo>
                    <a:pt x="80290" y="24347"/>
                  </a:lnTo>
                  <a:lnTo>
                    <a:pt x="75745" y="27213"/>
                  </a:lnTo>
                  <a:lnTo>
                    <a:pt x="71294" y="30223"/>
                  </a:lnTo>
                  <a:lnTo>
                    <a:pt x="66942" y="33375"/>
                  </a:lnTo>
                  <a:lnTo>
                    <a:pt x="62693" y="36666"/>
                  </a:lnTo>
                  <a:lnTo>
                    <a:pt x="58553" y="40091"/>
                  </a:lnTo>
                  <a:lnTo>
                    <a:pt x="54525" y="43647"/>
                  </a:lnTo>
                  <a:lnTo>
                    <a:pt x="50613" y="47332"/>
                  </a:lnTo>
                  <a:lnTo>
                    <a:pt x="46822" y="51140"/>
                  </a:lnTo>
                  <a:lnTo>
                    <a:pt x="43155" y="55067"/>
                  </a:lnTo>
                  <a:lnTo>
                    <a:pt x="39616" y="59111"/>
                  </a:lnTo>
                  <a:lnTo>
                    <a:pt x="36209" y="63267"/>
                  </a:lnTo>
                  <a:lnTo>
                    <a:pt x="32937" y="67529"/>
                  </a:lnTo>
                  <a:lnTo>
                    <a:pt x="29804" y="71895"/>
                  </a:lnTo>
                  <a:lnTo>
                    <a:pt x="26813" y="76359"/>
                  </a:lnTo>
                  <a:lnTo>
                    <a:pt x="23967" y="80917"/>
                  </a:lnTo>
                  <a:lnTo>
                    <a:pt x="21268" y="85564"/>
                  </a:lnTo>
                  <a:lnTo>
                    <a:pt x="18721" y="90295"/>
                  </a:lnTo>
                  <a:lnTo>
                    <a:pt x="16327" y="95106"/>
                  </a:lnTo>
                  <a:lnTo>
                    <a:pt x="14089" y="99992"/>
                  </a:lnTo>
                  <a:lnTo>
                    <a:pt x="12009" y="104946"/>
                  </a:lnTo>
                  <a:lnTo>
                    <a:pt x="10089" y="109965"/>
                  </a:lnTo>
                  <a:lnTo>
                    <a:pt x="8332" y="115043"/>
                  </a:lnTo>
                  <a:lnTo>
                    <a:pt x="6739" y="120175"/>
                  </a:lnTo>
                  <a:lnTo>
                    <a:pt x="5311" y="125356"/>
                  </a:lnTo>
                  <a:lnTo>
                    <a:pt x="4051" y="130580"/>
                  </a:lnTo>
                  <a:lnTo>
                    <a:pt x="2959" y="135841"/>
                  </a:lnTo>
                  <a:lnTo>
                    <a:pt x="2037" y="141135"/>
                  </a:lnTo>
                  <a:lnTo>
                    <a:pt x="1286" y="146456"/>
                  </a:lnTo>
                  <a:lnTo>
                    <a:pt x="706" y="151798"/>
                  </a:lnTo>
                  <a:lnTo>
                    <a:pt x="298" y="157156"/>
                  </a:lnTo>
                  <a:lnTo>
                    <a:pt x="62" y="162524"/>
                  </a:lnTo>
                  <a:lnTo>
                    <a:pt x="0" y="167898"/>
                  </a:lnTo>
                  <a:lnTo>
                    <a:pt x="109" y="173270"/>
                  </a:lnTo>
                  <a:lnTo>
                    <a:pt x="392" y="178636"/>
                  </a:lnTo>
                  <a:lnTo>
                    <a:pt x="847" y="183991"/>
                  </a:lnTo>
                  <a:lnTo>
                    <a:pt x="1473" y="189327"/>
                  </a:lnTo>
                  <a:lnTo>
                    <a:pt x="2271" y="194642"/>
                  </a:lnTo>
                  <a:lnTo>
                    <a:pt x="3239" y="199927"/>
                  </a:lnTo>
                  <a:lnTo>
                    <a:pt x="4377" y="205179"/>
                  </a:lnTo>
                  <a:lnTo>
                    <a:pt x="5683" y="210391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3944412" y="5309273"/>
              <a:ext cx="328635" cy="334332"/>
            </a:xfrm>
            <a:custGeom>
              <a:avLst/>
              <a:pathLst>
                <a:path w="328635" h="334332">
                  <a:moveTo>
                    <a:pt x="0" y="210391"/>
                  </a:moveTo>
                  <a:lnTo>
                    <a:pt x="1455" y="215503"/>
                  </a:lnTo>
                  <a:lnTo>
                    <a:pt x="3072" y="220565"/>
                  </a:lnTo>
                  <a:lnTo>
                    <a:pt x="4850" y="225573"/>
                  </a:lnTo>
                  <a:lnTo>
                    <a:pt x="6785" y="230522"/>
                  </a:lnTo>
                  <a:lnTo>
                    <a:pt x="8877" y="235408"/>
                  </a:lnTo>
                  <a:lnTo>
                    <a:pt x="11124" y="240224"/>
                  </a:lnTo>
                  <a:lnTo>
                    <a:pt x="13522" y="244966"/>
                  </a:lnTo>
                  <a:lnTo>
                    <a:pt x="16070" y="249630"/>
                  </a:lnTo>
                  <a:lnTo>
                    <a:pt x="18764" y="254211"/>
                  </a:lnTo>
                  <a:lnTo>
                    <a:pt x="21603" y="258703"/>
                  </a:lnTo>
                  <a:lnTo>
                    <a:pt x="24583" y="263103"/>
                  </a:lnTo>
                  <a:lnTo>
                    <a:pt x="27702" y="267406"/>
                  </a:lnTo>
                  <a:lnTo>
                    <a:pt x="30956" y="271608"/>
                  </a:lnTo>
                  <a:lnTo>
                    <a:pt x="34342" y="275704"/>
                  </a:lnTo>
                  <a:lnTo>
                    <a:pt x="37856" y="279690"/>
                  </a:lnTo>
                  <a:lnTo>
                    <a:pt x="41495" y="283563"/>
                  </a:lnTo>
                  <a:lnTo>
                    <a:pt x="45256" y="287318"/>
                  </a:lnTo>
                  <a:lnTo>
                    <a:pt x="49133" y="290952"/>
                  </a:lnTo>
                  <a:lnTo>
                    <a:pt x="53125" y="294461"/>
                  </a:lnTo>
                  <a:lnTo>
                    <a:pt x="57226" y="297841"/>
                  </a:lnTo>
                  <a:lnTo>
                    <a:pt x="61432" y="301089"/>
                  </a:lnTo>
                  <a:lnTo>
                    <a:pt x="65740" y="304201"/>
                  </a:lnTo>
                  <a:lnTo>
                    <a:pt x="70144" y="307175"/>
                  </a:lnTo>
                  <a:lnTo>
                    <a:pt x="74640" y="310008"/>
                  </a:lnTo>
                  <a:lnTo>
                    <a:pt x="79225" y="312696"/>
                  </a:lnTo>
                  <a:lnTo>
                    <a:pt x="83892" y="315237"/>
                  </a:lnTo>
                  <a:lnTo>
                    <a:pt x="88638" y="317629"/>
                  </a:lnTo>
                  <a:lnTo>
                    <a:pt x="93457" y="319868"/>
                  </a:lnTo>
                  <a:lnTo>
                    <a:pt x="98346" y="321953"/>
                  </a:lnTo>
                  <a:lnTo>
                    <a:pt x="103298" y="323882"/>
                  </a:lnTo>
                  <a:lnTo>
                    <a:pt x="108308" y="325652"/>
                  </a:lnTo>
                  <a:lnTo>
                    <a:pt x="113373" y="327262"/>
                  </a:lnTo>
                  <a:lnTo>
                    <a:pt x="118486" y="328710"/>
                  </a:lnTo>
                  <a:lnTo>
                    <a:pt x="123643" y="329995"/>
                  </a:lnTo>
                  <a:lnTo>
                    <a:pt x="128838" y="331116"/>
                  </a:lnTo>
                  <a:lnTo>
                    <a:pt x="134065" y="332071"/>
                  </a:lnTo>
                  <a:lnTo>
                    <a:pt x="139321" y="332859"/>
                  </a:lnTo>
                  <a:lnTo>
                    <a:pt x="144599" y="333480"/>
                  </a:lnTo>
                  <a:lnTo>
                    <a:pt x="149894" y="333932"/>
                  </a:lnTo>
                  <a:lnTo>
                    <a:pt x="155201" y="334216"/>
                  </a:lnTo>
                  <a:lnTo>
                    <a:pt x="160514" y="334332"/>
                  </a:lnTo>
                  <a:lnTo>
                    <a:pt x="165828" y="334278"/>
                  </a:lnTo>
                  <a:lnTo>
                    <a:pt x="171137" y="334055"/>
                  </a:lnTo>
                  <a:lnTo>
                    <a:pt x="176437" y="333664"/>
                  </a:lnTo>
                  <a:lnTo>
                    <a:pt x="181722" y="333105"/>
                  </a:lnTo>
                  <a:lnTo>
                    <a:pt x="186986" y="332377"/>
                  </a:lnTo>
                  <a:lnTo>
                    <a:pt x="192225" y="331483"/>
                  </a:lnTo>
                  <a:lnTo>
                    <a:pt x="197432" y="330423"/>
                  </a:lnTo>
                  <a:lnTo>
                    <a:pt x="202604" y="329198"/>
                  </a:lnTo>
                  <a:lnTo>
                    <a:pt x="207733" y="327809"/>
                  </a:lnTo>
                  <a:lnTo>
                    <a:pt x="212816" y="326257"/>
                  </a:lnTo>
                  <a:lnTo>
                    <a:pt x="217847" y="324545"/>
                  </a:lnTo>
                  <a:lnTo>
                    <a:pt x="222821" y="322674"/>
                  </a:lnTo>
                  <a:lnTo>
                    <a:pt x="227733" y="320646"/>
                  </a:lnTo>
                  <a:lnTo>
                    <a:pt x="232578" y="318462"/>
                  </a:lnTo>
                  <a:lnTo>
                    <a:pt x="237351" y="316126"/>
                  </a:lnTo>
                  <a:lnTo>
                    <a:pt x="242048" y="313639"/>
                  </a:lnTo>
                  <a:lnTo>
                    <a:pt x="246663" y="311004"/>
                  </a:lnTo>
                  <a:lnTo>
                    <a:pt x="251192" y="308224"/>
                  </a:lnTo>
                  <a:lnTo>
                    <a:pt x="255630" y="305301"/>
                  </a:lnTo>
                  <a:lnTo>
                    <a:pt x="259974" y="302239"/>
                  </a:lnTo>
                  <a:lnTo>
                    <a:pt x="264217" y="299040"/>
                  </a:lnTo>
                  <a:lnTo>
                    <a:pt x="268357" y="295707"/>
                  </a:lnTo>
                  <a:lnTo>
                    <a:pt x="272389" y="292245"/>
                  </a:lnTo>
                  <a:lnTo>
                    <a:pt x="276309" y="288657"/>
                  </a:lnTo>
                  <a:lnTo>
                    <a:pt x="280112" y="284945"/>
                  </a:lnTo>
                  <a:lnTo>
                    <a:pt x="283796" y="281115"/>
                  </a:lnTo>
                  <a:lnTo>
                    <a:pt x="287356" y="277170"/>
                  </a:lnTo>
                  <a:lnTo>
                    <a:pt x="290789" y="273113"/>
                  </a:lnTo>
                  <a:lnTo>
                    <a:pt x="294092" y="268949"/>
                  </a:lnTo>
                  <a:lnTo>
                    <a:pt x="297260" y="264683"/>
                  </a:lnTo>
                  <a:lnTo>
                    <a:pt x="300291" y="260317"/>
                  </a:lnTo>
                  <a:lnTo>
                    <a:pt x="303182" y="255858"/>
                  </a:lnTo>
                  <a:lnTo>
                    <a:pt x="305929" y="251309"/>
                  </a:lnTo>
                  <a:lnTo>
                    <a:pt x="308531" y="246675"/>
                  </a:lnTo>
                  <a:lnTo>
                    <a:pt x="310984" y="241961"/>
                  </a:lnTo>
                  <a:lnTo>
                    <a:pt x="313286" y="237171"/>
                  </a:lnTo>
                  <a:lnTo>
                    <a:pt x="315434" y="232310"/>
                  </a:lnTo>
                  <a:lnTo>
                    <a:pt x="317427" y="227384"/>
                  </a:lnTo>
                  <a:lnTo>
                    <a:pt x="319262" y="222396"/>
                  </a:lnTo>
                  <a:lnTo>
                    <a:pt x="320938" y="217353"/>
                  </a:lnTo>
                  <a:lnTo>
                    <a:pt x="322453" y="212259"/>
                  </a:lnTo>
                  <a:lnTo>
                    <a:pt x="323805" y="207120"/>
                  </a:lnTo>
                  <a:lnTo>
                    <a:pt x="324993" y="201940"/>
                  </a:lnTo>
                  <a:lnTo>
                    <a:pt x="326016" y="196725"/>
                  </a:lnTo>
                  <a:lnTo>
                    <a:pt x="326872" y="191480"/>
                  </a:lnTo>
                  <a:lnTo>
                    <a:pt x="327561" y="186211"/>
                  </a:lnTo>
                  <a:lnTo>
                    <a:pt x="328083" y="180922"/>
                  </a:lnTo>
                  <a:lnTo>
                    <a:pt x="328436" y="175619"/>
                  </a:lnTo>
                  <a:lnTo>
                    <a:pt x="328620" y="170308"/>
                  </a:lnTo>
                  <a:lnTo>
                    <a:pt x="328635" y="164994"/>
                  </a:lnTo>
                  <a:lnTo>
                    <a:pt x="328482" y="159682"/>
                  </a:lnTo>
                  <a:lnTo>
                    <a:pt x="328159" y="154377"/>
                  </a:lnTo>
                  <a:lnTo>
                    <a:pt x="327669" y="149086"/>
                  </a:lnTo>
                  <a:lnTo>
                    <a:pt x="327010" y="143812"/>
                  </a:lnTo>
                  <a:lnTo>
                    <a:pt x="326184" y="138563"/>
                  </a:lnTo>
                  <a:lnTo>
                    <a:pt x="325192" y="133342"/>
                  </a:lnTo>
                  <a:lnTo>
                    <a:pt x="324034" y="128155"/>
                  </a:lnTo>
                  <a:lnTo>
                    <a:pt x="322711" y="123008"/>
                  </a:lnTo>
                  <a:lnTo>
                    <a:pt x="321226" y="117905"/>
                  </a:lnTo>
                  <a:lnTo>
                    <a:pt x="319580" y="112852"/>
                  </a:lnTo>
                  <a:lnTo>
                    <a:pt x="317773" y="107855"/>
                  </a:lnTo>
                  <a:lnTo>
                    <a:pt x="315809" y="102917"/>
                  </a:lnTo>
                  <a:lnTo>
                    <a:pt x="313689" y="98044"/>
                  </a:lnTo>
                  <a:lnTo>
                    <a:pt x="311415" y="93240"/>
                  </a:lnTo>
                  <a:lnTo>
                    <a:pt x="308989" y="88512"/>
                  </a:lnTo>
                  <a:lnTo>
                    <a:pt x="306414" y="83863"/>
                  </a:lnTo>
                  <a:lnTo>
                    <a:pt x="303693" y="79298"/>
                  </a:lnTo>
                  <a:lnTo>
                    <a:pt x="300828" y="74822"/>
                  </a:lnTo>
                  <a:lnTo>
                    <a:pt x="297823" y="70439"/>
                  </a:lnTo>
                  <a:lnTo>
                    <a:pt x="294679" y="66155"/>
                  </a:lnTo>
                  <a:lnTo>
                    <a:pt x="291401" y="61972"/>
                  </a:lnTo>
                  <a:lnTo>
                    <a:pt x="287992" y="57895"/>
                  </a:lnTo>
                  <a:lnTo>
                    <a:pt x="284454" y="53929"/>
                  </a:lnTo>
                  <a:lnTo>
                    <a:pt x="280793" y="50078"/>
                  </a:lnTo>
                  <a:lnTo>
                    <a:pt x="277011" y="46344"/>
                  </a:lnTo>
                  <a:lnTo>
                    <a:pt x="273112" y="42733"/>
                  </a:lnTo>
                  <a:lnTo>
                    <a:pt x="269100" y="39248"/>
                  </a:lnTo>
                  <a:lnTo>
                    <a:pt x="264979" y="35892"/>
                  </a:lnTo>
                  <a:lnTo>
                    <a:pt x="260754" y="32668"/>
                  </a:lnTo>
                  <a:lnTo>
                    <a:pt x="256429" y="29580"/>
                  </a:lnTo>
                  <a:lnTo>
                    <a:pt x="252008" y="26632"/>
                  </a:lnTo>
                  <a:lnTo>
                    <a:pt x="247495" y="23826"/>
                  </a:lnTo>
                  <a:lnTo>
                    <a:pt x="242895" y="21164"/>
                  </a:lnTo>
                  <a:lnTo>
                    <a:pt x="238213" y="18650"/>
                  </a:lnTo>
                  <a:lnTo>
                    <a:pt x="233453" y="16286"/>
                  </a:lnTo>
                  <a:lnTo>
                    <a:pt x="228621" y="14074"/>
                  </a:lnTo>
                  <a:lnTo>
                    <a:pt x="223721" y="12018"/>
                  </a:lnTo>
                  <a:lnTo>
                    <a:pt x="218758" y="10118"/>
                  </a:lnTo>
                  <a:lnTo>
                    <a:pt x="213737" y="8377"/>
                  </a:lnTo>
                  <a:lnTo>
                    <a:pt x="208663" y="6796"/>
                  </a:lnTo>
                  <a:lnTo>
                    <a:pt x="203542" y="5377"/>
                  </a:lnTo>
                  <a:lnTo>
                    <a:pt x="198378" y="4122"/>
                  </a:lnTo>
                  <a:lnTo>
                    <a:pt x="193176" y="3032"/>
                  </a:lnTo>
                  <a:lnTo>
                    <a:pt x="187943" y="2107"/>
                  </a:lnTo>
                  <a:lnTo>
                    <a:pt x="182683" y="1349"/>
                  </a:lnTo>
                  <a:lnTo>
                    <a:pt x="177401" y="759"/>
                  </a:lnTo>
                  <a:lnTo>
                    <a:pt x="172104" y="337"/>
                  </a:lnTo>
                  <a:lnTo>
                    <a:pt x="166796" y="84"/>
                  </a:lnTo>
                  <a:lnTo>
                    <a:pt x="161482" y="0"/>
                  </a:lnTo>
                  <a:lnTo>
                    <a:pt x="16148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4592331" y="5399291"/>
              <a:ext cx="24949" cy="167167"/>
            </a:xfrm>
            <a:custGeom>
              <a:avLst/>
              <a:pathLst>
                <a:path w="24949" h="167167">
                  <a:moveTo>
                    <a:pt x="24949" y="0"/>
                  </a:moveTo>
                  <a:lnTo>
                    <a:pt x="16605" y="208"/>
                  </a:lnTo>
                  <a:lnTo>
                    <a:pt x="8281" y="832"/>
                  </a:lnTo>
                  <a:lnTo>
                    <a:pt x="0" y="1872"/>
                  </a:lnTo>
                  <a:lnTo>
                    <a:pt x="24949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4592331" y="5401164"/>
              <a:ext cx="24949" cy="165295"/>
            </a:xfrm>
            <a:custGeom>
              <a:avLst/>
              <a:pathLst>
                <a:path w="24949" h="165295">
                  <a:moveTo>
                    <a:pt x="0" y="0"/>
                  </a:moveTo>
                  <a:lnTo>
                    <a:pt x="24949" y="1652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4592331" y="5401164"/>
              <a:ext cx="24949" cy="165295"/>
            </a:xfrm>
            <a:custGeom>
              <a:avLst/>
              <a:pathLst>
                <a:path w="24949" h="165295">
                  <a:moveTo>
                    <a:pt x="0" y="0"/>
                  </a:moveTo>
                  <a:lnTo>
                    <a:pt x="24949" y="1652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4592331" y="5401164"/>
              <a:ext cx="24949" cy="165295"/>
            </a:xfrm>
            <a:custGeom>
              <a:avLst/>
              <a:pathLst>
                <a:path w="24949" h="165295">
                  <a:moveTo>
                    <a:pt x="0" y="0"/>
                  </a:moveTo>
                  <a:lnTo>
                    <a:pt x="24949" y="1652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4592331" y="5401164"/>
              <a:ext cx="24949" cy="165295"/>
            </a:xfrm>
            <a:custGeom>
              <a:avLst/>
              <a:pathLst>
                <a:path w="24949" h="165295">
                  <a:moveTo>
                    <a:pt x="0" y="0"/>
                  </a:moveTo>
                  <a:lnTo>
                    <a:pt x="24949" y="1652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4592331" y="5401164"/>
              <a:ext cx="24949" cy="165295"/>
            </a:xfrm>
            <a:custGeom>
              <a:avLst/>
              <a:pathLst>
                <a:path w="24949" h="165295">
                  <a:moveTo>
                    <a:pt x="0" y="0"/>
                  </a:moveTo>
                  <a:lnTo>
                    <a:pt x="24949" y="16529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4592331" y="5401164"/>
              <a:ext cx="24949" cy="165295"/>
            </a:xfrm>
            <a:custGeom>
              <a:avLst/>
              <a:pathLst>
                <a:path w="24949" h="165295">
                  <a:moveTo>
                    <a:pt x="0" y="0"/>
                  </a:moveTo>
                  <a:lnTo>
                    <a:pt x="24949" y="16529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4450116" y="5399745"/>
              <a:ext cx="334328" cy="333873"/>
            </a:xfrm>
            <a:custGeom>
              <a:avLst/>
              <a:pathLst>
                <a:path w="334328" h="333873">
                  <a:moveTo>
                    <a:pt x="142214" y="1418"/>
                  </a:moveTo>
                  <a:lnTo>
                    <a:pt x="136983" y="2293"/>
                  </a:lnTo>
                  <a:lnTo>
                    <a:pt x="131783" y="3333"/>
                  </a:lnTo>
                  <a:lnTo>
                    <a:pt x="126618" y="4538"/>
                  </a:lnTo>
                  <a:lnTo>
                    <a:pt x="121494" y="5905"/>
                  </a:lnTo>
                  <a:lnTo>
                    <a:pt x="116416" y="7435"/>
                  </a:lnTo>
                  <a:lnTo>
                    <a:pt x="111389" y="9125"/>
                  </a:lnTo>
                  <a:lnTo>
                    <a:pt x="106418" y="10973"/>
                  </a:lnTo>
                  <a:lnTo>
                    <a:pt x="101509" y="12979"/>
                  </a:lnTo>
                  <a:lnTo>
                    <a:pt x="96665" y="15139"/>
                  </a:lnTo>
                  <a:lnTo>
                    <a:pt x="91893" y="17451"/>
                  </a:lnTo>
                  <a:lnTo>
                    <a:pt x="87196" y="19914"/>
                  </a:lnTo>
                  <a:lnTo>
                    <a:pt x="82579" y="22524"/>
                  </a:lnTo>
                  <a:lnTo>
                    <a:pt x="78048" y="25280"/>
                  </a:lnTo>
                  <a:lnTo>
                    <a:pt x="73607" y="28178"/>
                  </a:lnTo>
                  <a:lnTo>
                    <a:pt x="69259" y="31215"/>
                  </a:lnTo>
                  <a:lnTo>
                    <a:pt x="65010" y="34389"/>
                  </a:lnTo>
                  <a:lnTo>
                    <a:pt x="60864" y="37696"/>
                  </a:lnTo>
                  <a:lnTo>
                    <a:pt x="56825" y="41133"/>
                  </a:lnTo>
                  <a:lnTo>
                    <a:pt x="52897" y="44696"/>
                  </a:lnTo>
                  <a:lnTo>
                    <a:pt x="49084" y="48382"/>
                  </a:lnTo>
                  <a:lnTo>
                    <a:pt x="45390" y="52187"/>
                  </a:lnTo>
                  <a:lnTo>
                    <a:pt x="41818" y="56108"/>
                  </a:lnTo>
                  <a:lnTo>
                    <a:pt x="38373" y="60140"/>
                  </a:lnTo>
                  <a:lnTo>
                    <a:pt x="35057" y="64278"/>
                  </a:lnTo>
                  <a:lnTo>
                    <a:pt x="31874" y="68521"/>
                  </a:lnTo>
                  <a:lnTo>
                    <a:pt x="28828" y="72861"/>
                  </a:lnTo>
                  <a:lnTo>
                    <a:pt x="25920" y="77297"/>
                  </a:lnTo>
                  <a:lnTo>
                    <a:pt x="23155" y="81822"/>
                  </a:lnTo>
                  <a:lnTo>
                    <a:pt x="20534" y="86433"/>
                  </a:lnTo>
                  <a:lnTo>
                    <a:pt x="18062" y="91125"/>
                  </a:lnTo>
                  <a:lnTo>
                    <a:pt x="15739" y="95892"/>
                  </a:lnTo>
                  <a:lnTo>
                    <a:pt x="13569" y="100731"/>
                  </a:lnTo>
                  <a:lnTo>
                    <a:pt x="11553" y="105637"/>
                  </a:lnTo>
                  <a:lnTo>
                    <a:pt x="9694" y="110603"/>
                  </a:lnTo>
                  <a:lnTo>
                    <a:pt x="7993" y="115627"/>
                  </a:lnTo>
                  <a:lnTo>
                    <a:pt x="6453" y="120701"/>
                  </a:lnTo>
                  <a:lnTo>
                    <a:pt x="5074" y="125823"/>
                  </a:lnTo>
                  <a:lnTo>
                    <a:pt x="3859" y="130985"/>
                  </a:lnTo>
                  <a:lnTo>
                    <a:pt x="2807" y="136183"/>
                  </a:lnTo>
                  <a:lnTo>
                    <a:pt x="1922" y="141412"/>
                  </a:lnTo>
                  <a:lnTo>
                    <a:pt x="1202" y="146666"/>
                  </a:lnTo>
                  <a:lnTo>
                    <a:pt x="650" y="151941"/>
                  </a:lnTo>
                  <a:lnTo>
                    <a:pt x="265" y="157230"/>
                  </a:lnTo>
                  <a:lnTo>
                    <a:pt x="48" y="162529"/>
                  </a:lnTo>
                  <a:lnTo>
                    <a:pt x="0" y="167832"/>
                  </a:lnTo>
                  <a:lnTo>
                    <a:pt x="119" y="173134"/>
                  </a:lnTo>
                  <a:lnTo>
                    <a:pt x="407" y="178430"/>
                  </a:lnTo>
                  <a:lnTo>
                    <a:pt x="862" y="183713"/>
                  </a:lnTo>
                  <a:lnTo>
                    <a:pt x="1485" y="188980"/>
                  </a:lnTo>
                  <a:lnTo>
                    <a:pt x="2275" y="194224"/>
                  </a:lnTo>
                  <a:lnTo>
                    <a:pt x="3231" y="199441"/>
                  </a:lnTo>
                  <a:lnTo>
                    <a:pt x="4351" y="204625"/>
                  </a:lnTo>
                  <a:lnTo>
                    <a:pt x="5636" y="209770"/>
                  </a:lnTo>
                  <a:lnTo>
                    <a:pt x="7083" y="214872"/>
                  </a:lnTo>
                  <a:lnTo>
                    <a:pt x="8691" y="219926"/>
                  </a:lnTo>
                  <a:lnTo>
                    <a:pt x="10459" y="224926"/>
                  </a:lnTo>
                  <a:lnTo>
                    <a:pt x="12384" y="229867"/>
                  </a:lnTo>
                  <a:lnTo>
                    <a:pt x="14465" y="234745"/>
                  </a:lnTo>
                  <a:lnTo>
                    <a:pt x="16700" y="239555"/>
                  </a:lnTo>
                  <a:lnTo>
                    <a:pt x="19087" y="244291"/>
                  </a:lnTo>
                  <a:lnTo>
                    <a:pt x="21622" y="248949"/>
                  </a:lnTo>
                  <a:lnTo>
                    <a:pt x="24304" y="253524"/>
                  </a:lnTo>
                  <a:lnTo>
                    <a:pt x="27129" y="258012"/>
                  </a:lnTo>
                  <a:lnTo>
                    <a:pt x="30096" y="262408"/>
                  </a:lnTo>
                  <a:lnTo>
                    <a:pt x="33200" y="266708"/>
                  </a:lnTo>
                  <a:lnTo>
                    <a:pt x="36440" y="270907"/>
                  </a:lnTo>
                  <a:lnTo>
                    <a:pt x="39811" y="275002"/>
                  </a:lnTo>
                  <a:lnTo>
                    <a:pt x="43310" y="278987"/>
                  </a:lnTo>
                  <a:lnTo>
                    <a:pt x="46933" y="282859"/>
                  </a:lnTo>
                  <a:lnTo>
                    <a:pt x="50678" y="286614"/>
                  </a:lnTo>
                  <a:lnTo>
                    <a:pt x="54540" y="290249"/>
                  </a:lnTo>
                  <a:lnTo>
                    <a:pt x="58516" y="293759"/>
                  </a:lnTo>
                  <a:lnTo>
                    <a:pt x="62600" y="297142"/>
                  </a:lnTo>
                  <a:lnTo>
                    <a:pt x="66790" y="300393"/>
                  </a:lnTo>
                  <a:lnTo>
                    <a:pt x="71081" y="303510"/>
                  </a:lnTo>
                  <a:lnTo>
                    <a:pt x="75469" y="306489"/>
                  </a:lnTo>
                  <a:lnTo>
                    <a:pt x="79949" y="309327"/>
                  </a:lnTo>
                  <a:lnTo>
                    <a:pt x="84516" y="312022"/>
                  </a:lnTo>
                  <a:lnTo>
                    <a:pt x="89167" y="314570"/>
                  </a:lnTo>
                  <a:lnTo>
                    <a:pt x="93897" y="316970"/>
                  </a:lnTo>
                  <a:lnTo>
                    <a:pt x="98700" y="319218"/>
                  </a:lnTo>
                  <a:lnTo>
                    <a:pt x="103572" y="321313"/>
                  </a:lnTo>
                  <a:lnTo>
                    <a:pt x="108508" y="323253"/>
                  </a:lnTo>
                  <a:lnTo>
                    <a:pt x="113503" y="325035"/>
                  </a:lnTo>
                  <a:lnTo>
                    <a:pt x="118552" y="326657"/>
                  </a:lnTo>
                  <a:lnTo>
                    <a:pt x="123650" y="328119"/>
                  </a:lnTo>
                  <a:lnTo>
                    <a:pt x="128792" y="329418"/>
                  </a:lnTo>
                  <a:lnTo>
                    <a:pt x="133972" y="330553"/>
                  </a:lnTo>
                  <a:lnTo>
                    <a:pt x="139186" y="331523"/>
                  </a:lnTo>
                  <a:lnTo>
                    <a:pt x="144428" y="332328"/>
                  </a:lnTo>
                  <a:lnTo>
                    <a:pt x="149693" y="332966"/>
                  </a:lnTo>
                  <a:lnTo>
                    <a:pt x="154976" y="333436"/>
                  </a:lnTo>
                  <a:lnTo>
                    <a:pt x="160270" y="333739"/>
                  </a:lnTo>
                  <a:lnTo>
                    <a:pt x="165572" y="333873"/>
                  </a:lnTo>
                  <a:lnTo>
                    <a:pt x="170875" y="333840"/>
                  </a:lnTo>
                  <a:lnTo>
                    <a:pt x="176175" y="333638"/>
                  </a:lnTo>
                  <a:lnTo>
                    <a:pt x="181465" y="333268"/>
                  </a:lnTo>
                  <a:lnTo>
                    <a:pt x="186741" y="332731"/>
                  </a:lnTo>
                  <a:lnTo>
                    <a:pt x="191998" y="332026"/>
                  </a:lnTo>
                  <a:lnTo>
                    <a:pt x="197229" y="331155"/>
                  </a:lnTo>
                  <a:lnTo>
                    <a:pt x="202430" y="330119"/>
                  </a:lnTo>
                  <a:lnTo>
                    <a:pt x="207596" y="328918"/>
                  </a:lnTo>
                  <a:lnTo>
                    <a:pt x="212721" y="327553"/>
                  </a:lnTo>
                  <a:lnTo>
                    <a:pt x="217800" y="326027"/>
                  </a:lnTo>
                  <a:lnTo>
                    <a:pt x="222828" y="324341"/>
                  </a:lnTo>
                  <a:lnTo>
                    <a:pt x="227800" y="322496"/>
                  </a:lnTo>
                  <a:lnTo>
                    <a:pt x="232711" y="320494"/>
                  </a:lnTo>
                  <a:lnTo>
                    <a:pt x="237556" y="318337"/>
                  </a:lnTo>
                  <a:lnTo>
                    <a:pt x="242330" y="316028"/>
                  </a:lnTo>
                  <a:lnTo>
                    <a:pt x="247029" y="313569"/>
                  </a:lnTo>
                  <a:lnTo>
                    <a:pt x="251647" y="310961"/>
                  </a:lnTo>
                  <a:lnTo>
                    <a:pt x="256180" y="308209"/>
                  </a:lnTo>
                  <a:lnTo>
                    <a:pt x="260624" y="305314"/>
                  </a:lnTo>
                  <a:lnTo>
                    <a:pt x="264973" y="302280"/>
                  </a:lnTo>
                  <a:lnTo>
                    <a:pt x="269224" y="299109"/>
                  </a:lnTo>
                  <a:lnTo>
                    <a:pt x="273373" y="295805"/>
                  </a:lnTo>
                  <a:lnTo>
                    <a:pt x="277414" y="292371"/>
                  </a:lnTo>
                  <a:lnTo>
                    <a:pt x="281345" y="288810"/>
                  </a:lnTo>
                  <a:lnTo>
                    <a:pt x="285160" y="285127"/>
                  </a:lnTo>
                  <a:lnTo>
                    <a:pt x="288857" y="281324"/>
                  </a:lnTo>
                  <a:lnTo>
                    <a:pt x="292431" y="277406"/>
                  </a:lnTo>
                  <a:lnTo>
                    <a:pt x="295879" y="273377"/>
                  </a:lnTo>
                  <a:lnTo>
                    <a:pt x="299198" y="269240"/>
                  </a:lnTo>
                  <a:lnTo>
                    <a:pt x="302384" y="265000"/>
                  </a:lnTo>
                  <a:lnTo>
                    <a:pt x="305434" y="260662"/>
                  </a:lnTo>
                  <a:lnTo>
                    <a:pt x="308344" y="256228"/>
                  </a:lnTo>
                  <a:lnTo>
                    <a:pt x="311113" y="251705"/>
                  </a:lnTo>
                  <a:lnTo>
                    <a:pt x="313736" y="247096"/>
                  </a:lnTo>
                  <a:lnTo>
                    <a:pt x="316212" y="242406"/>
                  </a:lnTo>
                  <a:lnTo>
                    <a:pt x="318538" y="237640"/>
                  </a:lnTo>
                  <a:lnTo>
                    <a:pt x="320712" y="232802"/>
                  </a:lnTo>
                  <a:lnTo>
                    <a:pt x="322731" y="227898"/>
                  </a:lnTo>
                  <a:lnTo>
                    <a:pt x="324594" y="222933"/>
                  </a:lnTo>
                  <a:lnTo>
                    <a:pt x="326298" y="217911"/>
                  </a:lnTo>
                  <a:lnTo>
                    <a:pt x="327842" y="212837"/>
                  </a:lnTo>
                  <a:lnTo>
                    <a:pt x="329224" y="207717"/>
                  </a:lnTo>
                  <a:lnTo>
                    <a:pt x="330443" y="202556"/>
                  </a:lnTo>
                  <a:lnTo>
                    <a:pt x="331498" y="197358"/>
                  </a:lnTo>
                  <a:lnTo>
                    <a:pt x="332387" y="192130"/>
                  </a:lnTo>
                  <a:lnTo>
                    <a:pt x="333110" y="186876"/>
                  </a:lnTo>
                  <a:lnTo>
                    <a:pt x="333666" y="181602"/>
                  </a:lnTo>
                  <a:lnTo>
                    <a:pt x="334055" y="176313"/>
                  </a:lnTo>
                  <a:lnTo>
                    <a:pt x="334275" y="171014"/>
                  </a:lnTo>
                  <a:lnTo>
                    <a:pt x="334328" y="165711"/>
                  </a:lnTo>
                  <a:lnTo>
                    <a:pt x="334212" y="160409"/>
                  </a:lnTo>
                  <a:lnTo>
                    <a:pt x="333928" y="155113"/>
                  </a:lnTo>
                  <a:lnTo>
                    <a:pt x="333476" y="149829"/>
                  </a:lnTo>
                  <a:lnTo>
                    <a:pt x="332856" y="144562"/>
                  </a:lnTo>
                  <a:lnTo>
                    <a:pt x="332070" y="139317"/>
                  </a:lnTo>
                  <a:lnTo>
                    <a:pt x="331118" y="134100"/>
                  </a:lnTo>
                  <a:lnTo>
                    <a:pt x="330001" y="128916"/>
                  </a:lnTo>
                  <a:lnTo>
                    <a:pt x="328720" y="123769"/>
                  </a:lnTo>
                  <a:lnTo>
                    <a:pt x="327277" y="118666"/>
                  </a:lnTo>
                  <a:lnTo>
                    <a:pt x="325672" y="113611"/>
                  </a:lnTo>
                  <a:lnTo>
                    <a:pt x="323908" y="108610"/>
                  </a:lnTo>
                  <a:lnTo>
                    <a:pt x="321986" y="103667"/>
                  </a:lnTo>
                  <a:lnTo>
                    <a:pt x="319908" y="98788"/>
                  </a:lnTo>
                  <a:lnTo>
                    <a:pt x="317677" y="93977"/>
                  </a:lnTo>
                  <a:lnTo>
                    <a:pt x="315294" y="89239"/>
                  </a:lnTo>
                  <a:lnTo>
                    <a:pt x="312761" y="84579"/>
                  </a:lnTo>
                  <a:lnTo>
                    <a:pt x="310083" y="80002"/>
                  </a:lnTo>
                  <a:lnTo>
                    <a:pt x="307260" y="75512"/>
                  </a:lnTo>
                  <a:lnTo>
                    <a:pt x="304297" y="71114"/>
                  </a:lnTo>
                  <a:lnTo>
                    <a:pt x="301195" y="66812"/>
                  </a:lnTo>
                  <a:lnTo>
                    <a:pt x="297959" y="62611"/>
                  </a:lnTo>
                  <a:lnTo>
                    <a:pt x="294591" y="58514"/>
                  </a:lnTo>
                  <a:lnTo>
                    <a:pt x="291095" y="54526"/>
                  </a:lnTo>
                  <a:lnTo>
                    <a:pt x="287473" y="50652"/>
                  </a:lnTo>
                  <a:lnTo>
                    <a:pt x="283731" y="46894"/>
                  </a:lnTo>
                  <a:lnTo>
                    <a:pt x="279872" y="43256"/>
                  </a:lnTo>
                  <a:lnTo>
                    <a:pt x="275899" y="39743"/>
                  </a:lnTo>
                  <a:lnTo>
                    <a:pt x="271817" y="36358"/>
                  </a:lnTo>
                  <a:lnTo>
                    <a:pt x="267629" y="33104"/>
                  </a:lnTo>
                  <a:lnTo>
                    <a:pt x="263340" y="29984"/>
                  </a:lnTo>
                  <a:lnTo>
                    <a:pt x="258955" y="27002"/>
                  </a:lnTo>
                  <a:lnTo>
                    <a:pt x="254477" y="24161"/>
                  </a:lnTo>
                  <a:lnTo>
                    <a:pt x="249911" y="21463"/>
                  </a:lnTo>
                  <a:lnTo>
                    <a:pt x="245262" y="18911"/>
                  </a:lnTo>
                  <a:lnTo>
                    <a:pt x="240534" y="16508"/>
                  </a:lnTo>
                  <a:lnTo>
                    <a:pt x="235732" y="14256"/>
                  </a:lnTo>
                  <a:lnTo>
                    <a:pt x="230862" y="12158"/>
                  </a:lnTo>
                  <a:lnTo>
                    <a:pt x="225927" y="10215"/>
                  </a:lnTo>
                  <a:lnTo>
                    <a:pt x="220933" y="8430"/>
                  </a:lnTo>
                  <a:lnTo>
                    <a:pt x="215885" y="6804"/>
                  </a:lnTo>
                  <a:lnTo>
                    <a:pt x="210788" y="5339"/>
                  </a:lnTo>
                  <a:lnTo>
                    <a:pt x="205647" y="4036"/>
                  </a:lnTo>
                  <a:lnTo>
                    <a:pt x="200468" y="2897"/>
                  </a:lnTo>
                  <a:lnTo>
                    <a:pt x="195254" y="1923"/>
                  </a:lnTo>
                  <a:lnTo>
                    <a:pt x="190013" y="1115"/>
                  </a:lnTo>
                  <a:lnTo>
                    <a:pt x="184749" y="474"/>
                  </a:lnTo>
                  <a:lnTo>
                    <a:pt x="179466" y="0"/>
                  </a:lnTo>
                  <a:lnTo>
                    <a:pt x="167163" y="16671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4617280" y="5399291"/>
              <a:ext cx="12303" cy="167167"/>
            </a:xfrm>
            <a:custGeom>
              <a:avLst/>
              <a:pathLst>
                <a:path w="12303" h="167167">
                  <a:moveTo>
                    <a:pt x="12303" y="45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4968512" y="5369149"/>
              <a:ext cx="167163" cy="302165"/>
            </a:xfrm>
            <a:custGeom>
              <a:avLst/>
              <a:pathLst>
                <a:path w="167163" h="302165">
                  <a:moveTo>
                    <a:pt x="167163" y="0"/>
                  </a:moveTo>
                  <a:lnTo>
                    <a:pt x="161783" y="86"/>
                  </a:lnTo>
                  <a:lnTo>
                    <a:pt x="156409" y="346"/>
                  </a:lnTo>
                  <a:lnTo>
                    <a:pt x="151045" y="778"/>
                  </a:lnTo>
                  <a:lnTo>
                    <a:pt x="145699" y="1383"/>
                  </a:lnTo>
                  <a:lnTo>
                    <a:pt x="140374" y="2160"/>
                  </a:lnTo>
                  <a:lnTo>
                    <a:pt x="135077" y="3108"/>
                  </a:lnTo>
                  <a:lnTo>
                    <a:pt x="129814" y="4225"/>
                  </a:lnTo>
                  <a:lnTo>
                    <a:pt x="124589" y="5512"/>
                  </a:lnTo>
                  <a:lnTo>
                    <a:pt x="119408" y="6966"/>
                  </a:lnTo>
                  <a:lnTo>
                    <a:pt x="114277" y="8586"/>
                  </a:lnTo>
                  <a:lnTo>
                    <a:pt x="109201" y="10370"/>
                  </a:lnTo>
                  <a:lnTo>
                    <a:pt x="104184" y="12317"/>
                  </a:lnTo>
                  <a:lnTo>
                    <a:pt x="99233" y="14424"/>
                  </a:lnTo>
                  <a:lnTo>
                    <a:pt x="94353" y="16689"/>
                  </a:lnTo>
                  <a:lnTo>
                    <a:pt x="89547" y="19111"/>
                  </a:lnTo>
                  <a:lnTo>
                    <a:pt x="84822" y="21685"/>
                  </a:lnTo>
                  <a:lnTo>
                    <a:pt x="80183" y="24411"/>
                  </a:lnTo>
                  <a:lnTo>
                    <a:pt x="75633" y="27284"/>
                  </a:lnTo>
                  <a:lnTo>
                    <a:pt x="71179" y="30302"/>
                  </a:lnTo>
                  <a:lnTo>
                    <a:pt x="66824" y="33462"/>
                  </a:lnTo>
                  <a:lnTo>
                    <a:pt x="62573" y="36761"/>
                  </a:lnTo>
                  <a:lnTo>
                    <a:pt x="58430" y="40195"/>
                  </a:lnTo>
                  <a:lnTo>
                    <a:pt x="54400" y="43760"/>
                  </a:lnTo>
                  <a:lnTo>
                    <a:pt x="50486" y="47453"/>
                  </a:lnTo>
                  <a:lnTo>
                    <a:pt x="46694" y="51270"/>
                  </a:lnTo>
                  <a:lnTo>
                    <a:pt x="43026" y="55208"/>
                  </a:lnTo>
                  <a:lnTo>
                    <a:pt x="39487" y="59261"/>
                  </a:lnTo>
                  <a:lnTo>
                    <a:pt x="36080" y="63426"/>
                  </a:lnTo>
                  <a:lnTo>
                    <a:pt x="32810" y="67698"/>
                  </a:lnTo>
                  <a:lnTo>
                    <a:pt x="29678" y="72074"/>
                  </a:lnTo>
                  <a:lnTo>
                    <a:pt x="26689" y="76548"/>
                  </a:lnTo>
                  <a:lnTo>
                    <a:pt x="23845" y="81116"/>
                  </a:lnTo>
                  <a:lnTo>
                    <a:pt x="21150" y="85773"/>
                  </a:lnTo>
                  <a:lnTo>
                    <a:pt x="18606" y="90515"/>
                  </a:lnTo>
                  <a:lnTo>
                    <a:pt x="16216" y="95336"/>
                  </a:lnTo>
                  <a:lnTo>
                    <a:pt x="13982" y="100231"/>
                  </a:lnTo>
                  <a:lnTo>
                    <a:pt x="11907" y="105196"/>
                  </a:lnTo>
                  <a:lnTo>
                    <a:pt x="9993" y="110225"/>
                  </a:lnTo>
                  <a:lnTo>
                    <a:pt x="8242" y="115313"/>
                  </a:lnTo>
                  <a:lnTo>
                    <a:pt x="6655" y="120454"/>
                  </a:lnTo>
                  <a:lnTo>
                    <a:pt x="5235" y="125644"/>
                  </a:lnTo>
                  <a:lnTo>
                    <a:pt x="3982" y="130877"/>
                  </a:lnTo>
                  <a:lnTo>
                    <a:pt x="2899" y="136148"/>
                  </a:lnTo>
                  <a:lnTo>
                    <a:pt x="1986" y="141451"/>
                  </a:lnTo>
                  <a:lnTo>
                    <a:pt x="1244" y="146780"/>
                  </a:lnTo>
                  <a:lnTo>
                    <a:pt x="674" y="152131"/>
                  </a:lnTo>
                  <a:lnTo>
                    <a:pt x="276" y="157497"/>
                  </a:lnTo>
                  <a:lnTo>
                    <a:pt x="51" y="162873"/>
                  </a:lnTo>
                  <a:lnTo>
                    <a:pt x="0" y="168253"/>
                  </a:lnTo>
                  <a:lnTo>
                    <a:pt x="121" y="173633"/>
                  </a:lnTo>
                  <a:lnTo>
                    <a:pt x="416" y="179006"/>
                  </a:lnTo>
                  <a:lnTo>
                    <a:pt x="883" y="184366"/>
                  </a:lnTo>
                  <a:lnTo>
                    <a:pt x="1523" y="189709"/>
                  </a:lnTo>
                  <a:lnTo>
                    <a:pt x="2334" y="195028"/>
                  </a:lnTo>
                  <a:lnTo>
                    <a:pt x="3316" y="200319"/>
                  </a:lnTo>
                  <a:lnTo>
                    <a:pt x="4468" y="205575"/>
                  </a:lnTo>
                  <a:lnTo>
                    <a:pt x="5788" y="210791"/>
                  </a:lnTo>
                  <a:lnTo>
                    <a:pt x="7276" y="215962"/>
                  </a:lnTo>
                  <a:lnTo>
                    <a:pt x="8929" y="221083"/>
                  </a:lnTo>
                  <a:lnTo>
                    <a:pt x="10747" y="226148"/>
                  </a:lnTo>
                  <a:lnTo>
                    <a:pt x="12726" y="231151"/>
                  </a:lnTo>
                  <a:lnTo>
                    <a:pt x="14865" y="236088"/>
                  </a:lnTo>
                  <a:lnTo>
                    <a:pt x="17162" y="240954"/>
                  </a:lnTo>
                  <a:lnTo>
                    <a:pt x="19615" y="245744"/>
                  </a:lnTo>
                  <a:lnTo>
                    <a:pt x="22220" y="250452"/>
                  </a:lnTo>
                  <a:lnTo>
                    <a:pt x="24976" y="255073"/>
                  </a:lnTo>
                  <a:lnTo>
                    <a:pt x="27878" y="259604"/>
                  </a:lnTo>
                  <a:lnTo>
                    <a:pt x="30926" y="264039"/>
                  </a:lnTo>
                  <a:lnTo>
                    <a:pt x="34114" y="268374"/>
                  </a:lnTo>
                  <a:lnTo>
                    <a:pt x="37440" y="272603"/>
                  </a:lnTo>
                  <a:lnTo>
                    <a:pt x="40901" y="276724"/>
                  </a:lnTo>
                  <a:lnTo>
                    <a:pt x="44492" y="280731"/>
                  </a:lnTo>
                  <a:lnTo>
                    <a:pt x="48211" y="284620"/>
                  </a:lnTo>
                  <a:lnTo>
                    <a:pt x="52052" y="288387"/>
                  </a:lnTo>
                  <a:lnTo>
                    <a:pt x="56013" y="292029"/>
                  </a:lnTo>
                  <a:lnTo>
                    <a:pt x="60089" y="295542"/>
                  </a:lnTo>
                  <a:lnTo>
                    <a:pt x="64277" y="298921"/>
                  </a:lnTo>
                  <a:lnTo>
                    <a:pt x="68570" y="302165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5037083" y="5536317"/>
              <a:ext cx="98593" cy="134997"/>
            </a:xfrm>
            <a:custGeom>
              <a:avLst/>
              <a:pathLst>
                <a:path w="98593" h="134997">
                  <a:moveTo>
                    <a:pt x="0" y="134997"/>
                  </a:moveTo>
                  <a:lnTo>
                    <a:pt x="9859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5037083" y="5536317"/>
              <a:ext cx="98593" cy="134997"/>
            </a:xfrm>
            <a:custGeom>
              <a:avLst/>
              <a:pathLst>
                <a:path w="98593" h="134997">
                  <a:moveTo>
                    <a:pt x="0" y="134997"/>
                  </a:moveTo>
                  <a:lnTo>
                    <a:pt x="9859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5037083" y="5536317"/>
              <a:ext cx="98593" cy="134997"/>
            </a:xfrm>
            <a:custGeom>
              <a:avLst/>
              <a:pathLst>
                <a:path w="98593" h="134997">
                  <a:moveTo>
                    <a:pt x="0" y="134997"/>
                  </a:moveTo>
                  <a:lnTo>
                    <a:pt x="9859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5037083" y="5536317"/>
              <a:ext cx="98593" cy="134997"/>
            </a:xfrm>
            <a:custGeom>
              <a:avLst/>
              <a:pathLst>
                <a:path w="98593" h="134997">
                  <a:moveTo>
                    <a:pt x="0" y="134997"/>
                  </a:moveTo>
                  <a:lnTo>
                    <a:pt x="98593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5037083" y="5536317"/>
              <a:ext cx="98593" cy="134997"/>
            </a:xfrm>
            <a:custGeom>
              <a:avLst/>
              <a:pathLst>
                <a:path w="98593" h="134997">
                  <a:moveTo>
                    <a:pt x="0" y="134997"/>
                  </a:moveTo>
                  <a:lnTo>
                    <a:pt x="98593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5037083" y="5536317"/>
              <a:ext cx="165765" cy="167157"/>
            </a:xfrm>
            <a:custGeom>
              <a:avLst/>
              <a:pathLst>
                <a:path w="165765" h="167157">
                  <a:moveTo>
                    <a:pt x="0" y="134997"/>
                  </a:moveTo>
                  <a:lnTo>
                    <a:pt x="4457" y="138142"/>
                  </a:lnTo>
                  <a:lnTo>
                    <a:pt x="9014" y="141140"/>
                  </a:lnTo>
                  <a:lnTo>
                    <a:pt x="13667" y="143988"/>
                  </a:lnTo>
                  <a:lnTo>
                    <a:pt x="18411" y="146682"/>
                  </a:lnTo>
                  <a:lnTo>
                    <a:pt x="23240" y="149220"/>
                  </a:lnTo>
                  <a:lnTo>
                    <a:pt x="28149" y="151600"/>
                  </a:lnTo>
                  <a:lnTo>
                    <a:pt x="33133" y="153817"/>
                  </a:lnTo>
                  <a:lnTo>
                    <a:pt x="38186" y="155871"/>
                  </a:lnTo>
                  <a:lnTo>
                    <a:pt x="43304" y="157759"/>
                  </a:lnTo>
                  <a:lnTo>
                    <a:pt x="48481" y="159479"/>
                  </a:lnTo>
                  <a:lnTo>
                    <a:pt x="53712" y="161029"/>
                  </a:lnTo>
                  <a:lnTo>
                    <a:pt x="58990" y="162408"/>
                  </a:lnTo>
                  <a:lnTo>
                    <a:pt x="64310" y="163614"/>
                  </a:lnTo>
                  <a:lnTo>
                    <a:pt x="69667" y="164645"/>
                  </a:lnTo>
                  <a:lnTo>
                    <a:pt x="75055" y="165501"/>
                  </a:lnTo>
                  <a:lnTo>
                    <a:pt x="80467" y="166181"/>
                  </a:lnTo>
                  <a:lnTo>
                    <a:pt x="85899" y="166684"/>
                  </a:lnTo>
                  <a:lnTo>
                    <a:pt x="91345" y="167010"/>
                  </a:lnTo>
                  <a:lnTo>
                    <a:pt x="96798" y="167157"/>
                  </a:lnTo>
                  <a:lnTo>
                    <a:pt x="102253" y="167127"/>
                  </a:lnTo>
                  <a:lnTo>
                    <a:pt x="107704" y="166918"/>
                  </a:lnTo>
                  <a:lnTo>
                    <a:pt x="113146" y="166532"/>
                  </a:lnTo>
                  <a:lnTo>
                    <a:pt x="118572" y="165969"/>
                  </a:lnTo>
                  <a:lnTo>
                    <a:pt x="123977" y="165228"/>
                  </a:lnTo>
                  <a:lnTo>
                    <a:pt x="129354" y="164312"/>
                  </a:lnTo>
                  <a:lnTo>
                    <a:pt x="134699" y="163221"/>
                  </a:lnTo>
                  <a:lnTo>
                    <a:pt x="140006" y="161956"/>
                  </a:lnTo>
                  <a:lnTo>
                    <a:pt x="145268" y="160519"/>
                  </a:lnTo>
                  <a:lnTo>
                    <a:pt x="150481" y="158910"/>
                  </a:lnTo>
                  <a:lnTo>
                    <a:pt x="155638" y="157132"/>
                  </a:lnTo>
                  <a:lnTo>
                    <a:pt x="160735" y="155187"/>
                  </a:lnTo>
                  <a:lnTo>
                    <a:pt x="165765" y="153077"/>
                  </a:lnTo>
                  <a:lnTo>
                    <a:pt x="98593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5135676" y="5369149"/>
              <a:ext cx="167167" cy="320245"/>
            </a:xfrm>
            <a:custGeom>
              <a:avLst/>
              <a:pathLst>
                <a:path w="167167" h="320245">
                  <a:moveTo>
                    <a:pt x="67172" y="320245"/>
                  </a:moveTo>
                  <a:lnTo>
                    <a:pt x="72050" y="318010"/>
                  </a:lnTo>
                  <a:lnTo>
                    <a:pt x="76853" y="315620"/>
                  </a:lnTo>
                  <a:lnTo>
                    <a:pt x="81578" y="313078"/>
                  </a:lnTo>
                  <a:lnTo>
                    <a:pt x="86218" y="310385"/>
                  </a:lnTo>
                  <a:lnTo>
                    <a:pt x="90769" y="307544"/>
                  </a:lnTo>
                  <a:lnTo>
                    <a:pt x="95227" y="304559"/>
                  </a:lnTo>
                  <a:lnTo>
                    <a:pt x="99587" y="301433"/>
                  </a:lnTo>
                  <a:lnTo>
                    <a:pt x="103844" y="298168"/>
                  </a:lnTo>
                  <a:lnTo>
                    <a:pt x="107994" y="294768"/>
                  </a:lnTo>
                  <a:lnTo>
                    <a:pt x="112033" y="291237"/>
                  </a:lnTo>
                  <a:lnTo>
                    <a:pt x="115957" y="287578"/>
                  </a:lnTo>
                  <a:lnTo>
                    <a:pt x="119761" y="283795"/>
                  </a:lnTo>
                  <a:lnTo>
                    <a:pt x="123442" y="279892"/>
                  </a:lnTo>
                  <a:lnTo>
                    <a:pt x="126996" y="275872"/>
                  </a:lnTo>
                  <a:lnTo>
                    <a:pt x="130419" y="271741"/>
                  </a:lnTo>
                  <a:lnTo>
                    <a:pt x="133707" y="267502"/>
                  </a:lnTo>
                  <a:lnTo>
                    <a:pt x="136858" y="263160"/>
                  </a:lnTo>
                  <a:lnTo>
                    <a:pt x="139868" y="258719"/>
                  </a:lnTo>
                  <a:lnTo>
                    <a:pt x="142734" y="254183"/>
                  </a:lnTo>
                  <a:lnTo>
                    <a:pt x="145453" y="249558"/>
                  </a:lnTo>
                  <a:lnTo>
                    <a:pt x="148022" y="244848"/>
                  </a:lnTo>
                  <a:lnTo>
                    <a:pt x="150438" y="240058"/>
                  </a:lnTo>
                  <a:lnTo>
                    <a:pt x="152700" y="235193"/>
                  </a:lnTo>
                  <a:lnTo>
                    <a:pt x="154804" y="230258"/>
                  </a:lnTo>
                  <a:lnTo>
                    <a:pt x="156749" y="225258"/>
                  </a:lnTo>
                  <a:lnTo>
                    <a:pt x="158532" y="220198"/>
                  </a:lnTo>
                  <a:lnTo>
                    <a:pt x="160152" y="215084"/>
                  </a:lnTo>
                  <a:lnTo>
                    <a:pt x="161608" y="209920"/>
                  </a:lnTo>
                  <a:lnTo>
                    <a:pt x="162896" y="204712"/>
                  </a:lnTo>
                  <a:lnTo>
                    <a:pt x="164017" y="199465"/>
                  </a:lnTo>
                  <a:lnTo>
                    <a:pt x="164969" y="194185"/>
                  </a:lnTo>
                  <a:lnTo>
                    <a:pt x="165751" y="188877"/>
                  </a:lnTo>
                  <a:lnTo>
                    <a:pt x="166362" y="183547"/>
                  </a:lnTo>
                  <a:lnTo>
                    <a:pt x="166802" y="178200"/>
                  </a:lnTo>
                  <a:lnTo>
                    <a:pt x="167071" y="172842"/>
                  </a:lnTo>
                  <a:lnTo>
                    <a:pt x="167167" y="167478"/>
                  </a:lnTo>
                  <a:lnTo>
                    <a:pt x="167091" y="162114"/>
                  </a:lnTo>
                  <a:lnTo>
                    <a:pt x="166842" y="156754"/>
                  </a:lnTo>
                  <a:lnTo>
                    <a:pt x="166422" y="151406"/>
                  </a:lnTo>
                  <a:lnTo>
                    <a:pt x="165831" y="146073"/>
                  </a:lnTo>
                  <a:lnTo>
                    <a:pt x="165069" y="140763"/>
                  </a:lnTo>
                  <a:lnTo>
                    <a:pt x="164136" y="135479"/>
                  </a:lnTo>
                  <a:lnTo>
                    <a:pt x="163035" y="130229"/>
                  </a:lnTo>
                  <a:lnTo>
                    <a:pt x="161766" y="125016"/>
                  </a:lnTo>
                  <a:lnTo>
                    <a:pt x="160330" y="119847"/>
                  </a:lnTo>
                  <a:lnTo>
                    <a:pt x="158729" y="114726"/>
                  </a:lnTo>
                  <a:lnTo>
                    <a:pt x="156964" y="109660"/>
                  </a:lnTo>
                  <a:lnTo>
                    <a:pt x="155038" y="104652"/>
                  </a:lnTo>
                  <a:lnTo>
                    <a:pt x="152952" y="99709"/>
                  </a:lnTo>
                  <a:lnTo>
                    <a:pt x="150708" y="94836"/>
                  </a:lnTo>
                  <a:lnTo>
                    <a:pt x="148310" y="90037"/>
                  </a:lnTo>
                  <a:lnTo>
                    <a:pt x="145758" y="85318"/>
                  </a:lnTo>
                  <a:lnTo>
                    <a:pt x="143057" y="80682"/>
                  </a:lnTo>
                  <a:lnTo>
                    <a:pt x="140208" y="76136"/>
                  </a:lnTo>
                  <a:lnTo>
                    <a:pt x="137214" y="71684"/>
                  </a:lnTo>
                  <a:lnTo>
                    <a:pt x="134080" y="67330"/>
                  </a:lnTo>
                  <a:lnTo>
                    <a:pt x="130807" y="63079"/>
                  </a:lnTo>
                  <a:lnTo>
                    <a:pt x="127400" y="58935"/>
                  </a:lnTo>
                  <a:lnTo>
                    <a:pt x="123861" y="54902"/>
                  </a:lnTo>
                  <a:lnTo>
                    <a:pt x="120194" y="50986"/>
                  </a:lnTo>
                  <a:lnTo>
                    <a:pt x="116404" y="47188"/>
                  </a:lnTo>
                  <a:lnTo>
                    <a:pt x="112494" y="43515"/>
                  </a:lnTo>
                  <a:lnTo>
                    <a:pt x="108468" y="39969"/>
                  </a:lnTo>
                  <a:lnTo>
                    <a:pt x="104331" y="36553"/>
                  </a:lnTo>
                  <a:lnTo>
                    <a:pt x="100086" y="33273"/>
                  </a:lnTo>
                  <a:lnTo>
                    <a:pt x="95738" y="30130"/>
                  </a:lnTo>
                  <a:lnTo>
                    <a:pt x="91291" y="27128"/>
                  </a:lnTo>
                  <a:lnTo>
                    <a:pt x="86750" y="24271"/>
                  </a:lnTo>
                  <a:lnTo>
                    <a:pt x="82120" y="21561"/>
                  </a:lnTo>
                  <a:lnTo>
                    <a:pt x="77405" y="19000"/>
                  </a:lnTo>
                  <a:lnTo>
                    <a:pt x="72611" y="16593"/>
                  </a:lnTo>
                  <a:lnTo>
                    <a:pt x="67742" y="14340"/>
                  </a:lnTo>
                  <a:lnTo>
                    <a:pt x="62803" y="12245"/>
                  </a:lnTo>
                  <a:lnTo>
                    <a:pt x="57799" y="10310"/>
                  </a:lnTo>
                  <a:lnTo>
                    <a:pt x="52736" y="8536"/>
                  </a:lnTo>
                  <a:lnTo>
                    <a:pt x="47618" y="6925"/>
                  </a:lnTo>
                  <a:lnTo>
                    <a:pt x="42451" y="5480"/>
                  </a:lnTo>
                  <a:lnTo>
                    <a:pt x="37241" y="4201"/>
                  </a:lnTo>
                  <a:lnTo>
                    <a:pt x="31992" y="3089"/>
                  </a:lnTo>
                  <a:lnTo>
                    <a:pt x="26711" y="2147"/>
                  </a:lnTo>
                  <a:lnTo>
                    <a:pt x="21402" y="1375"/>
                  </a:lnTo>
                  <a:lnTo>
                    <a:pt x="16070" y="774"/>
                  </a:lnTo>
                  <a:lnTo>
                    <a:pt x="10723" y="344"/>
                  </a:lnTo>
                  <a:lnTo>
                    <a:pt x="5364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g81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g81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g81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g82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g82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g82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g82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g82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g82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g82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g82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g82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g82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g83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g83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g83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g83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g83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g835"/>
            <p:cNvSpPr/>
            <p:nvPr/>
          </p:nvSpPr>
          <p:spPr>
            <a:xfrm>
              <a:off x="5504067" y="5220472"/>
              <a:ext cx="129068" cy="167167"/>
            </a:xfrm>
            <a:custGeom>
              <a:avLst/>
              <a:pathLst>
                <a:path w="129068" h="167167">
                  <a:moveTo>
                    <a:pt x="129068" y="0"/>
                  </a:moveTo>
                  <a:lnTo>
                    <a:pt x="123607" y="89"/>
                  </a:lnTo>
                  <a:lnTo>
                    <a:pt x="118152" y="356"/>
                  </a:lnTo>
                  <a:lnTo>
                    <a:pt x="112709" y="802"/>
                  </a:lnTo>
                  <a:lnTo>
                    <a:pt x="107284" y="1425"/>
                  </a:lnTo>
                  <a:lnTo>
                    <a:pt x="101881" y="2225"/>
                  </a:lnTo>
                  <a:lnTo>
                    <a:pt x="96508" y="3201"/>
                  </a:lnTo>
                  <a:lnTo>
                    <a:pt x="91169" y="4352"/>
                  </a:lnTo>
                  <a:lnTo>
                    <a:pt x="85871" y="5677"/>
                  </a:lnTo>
                  <a:lnTo>
                    <a:pt x="80619" y="7174"/>
                  </a:lnTo>
                  <a:lnTo>
                    <a:pt x="75419" y="8842"/>
                  </a:lnTo>
                  <a:lnTo>
                    <a:pt x="70275" y="10679"/>
                  </a:lnTo>
                  <a:lnTo>
                    <a:pt x="65195" y="12683"/>
                  </a:lnTo>
                  <a:lnTo>
                    <a:pt x="60183" y="14852"/>
                  </a:lnTo>
                  <a:lnTo>
                    <a:pt x="55244" y="17183"/>
                  </a:lnTo>
                  <a:lnTo>
                    <a:pt x="50384" y="19675"/>
                  </a:lnTo>
                  <a:lnTo>
                    <a:pt x="45608" y="22324"/>
                  </a:lnTo>
                  <a:lnTo>
                    <a:pt x="40922" y="25127"/>
                  </a:lnTo>
                  <a:lnTo>
                    <a:pt x="36329" y="28083"/>
                  </a:lnTo>
                  <a:lnTo>
                    <a:pt x="31835" y="31186"/>
                  </a:lnTo>
                  <a:lnTo>
                    <a:pt x="27445" y="34435"/>
                  </a:lnTo>
                  <a:lnTo>
                    <a:pt x="23164" y="37825"/>
                  </a:lnTo>
                  <a:lnTo>
                    <a:pt x="18995" y="41354"/>
                  </a:lnTo>
                  <a:lnTo>
                    <a:pt x="14944" y="45016"/>
                  </a:lnTo>
                  <a:lnTo>
                    <a:pt x="11015" y="48809"/>
                  </a:lnTo>
                  <a:lnTo>
                    <a:pt x="7212" y="52729"/>
                  </a:lnTo>
                  <a:lnTo>
                    <a:pt x="3539" y="56770"/>
                  </a:lnTo>
                  <a:lnTo>
                    <a:pt x="0" y="60930"/>
                  </a:lnTo>
                  <a:lnTo>
                    <a:pt x="12906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g836"/>
            <p:cNvSpPr/>
            <p:nvPr/>
          </p:nvSpPr>
          <p:spPr>
            <a:xfrm>
              <a:off x="5504067" y="5281402"/>
              <a:ext cx="129068" cy="106237"/>
            </a:xfrm>
            <a:custGeom>
              <a:avLst/>
              <a:pathLst>
                <a:path w="129068" h="106237">
                  <a:moveTo>
                    <a:pt x="0" y="0"/>
                  </a:moveTo>
                  <a:lnTo>
                    <a:pt x="129068" y="1062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g837"/>
            <p:cNvSpPr/>
            <p:nvPr/>
          </p:nvSpPr>
          <p:spPr>
            <a:xfrm>
              <a:off x="5504067" y="5281402"/>
              <a:ext cx="129068" cy="106237"/>
            </a:xfrm>
            <a:custGeom>
              <a:avLst/>
              <a:pathLst>
                <a:path w="129068" h="106237">
                  <a:moveTo>
                    <a:pt x="0" y="0"/>
                  </a:moveTo>
                  <a:lnTo>
                    <a:pt x="129068" y="1062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g838"/>
            <p:cNvSpPr/>
            <p:nvPr/>
          </p:nvSpPr>
          <p:spPr>
            <a:xfrm>
              <a:off x="5504067" y="5281402"/>
              <a:ext cx="129068" cy="106237"/>
            </a:xfrm>
            <a:custGeom>
              <a:avLst/>
              <a:pathLst>
                <a:path w="129068" h="106237">
                  <a:moveTo>
                    <a:pt x="0" y="0"/>
                  </a:moveTo>
                  <a:lnTo>
                    <a:pt x="129068" y="10623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g839"/>
            <p:cNvSpPr/>
            <p:nvPr/>
          </p:nvSpPr>
          <p:spPr>
            <a:xfrm>
              <a:off x="5504067" y="5281402"/>
              <a:ext cx="129068" cy="106237"/>
            </a:xfrm>
            <a:custGeom>
              <a:avLst/>
              <a:pathLst>
                <a:path w="129068" h="106237">
                  <a:moveTo>
                    <a:pt x="0" y="0"/>
                  </a:moveTo>
                  <a:lnTo>
                    <a:pt x="129068" y="10623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g840"/>
            <p:cNvSpPr/>
            <p:nvPr/>
          </p:nvSpPr>
          <p:spPr>
            <a:xfrm>
              <a:off x="5473400" y="5281402"/>
              <a:ext cx="159735" cy="106237"/>
            </a:xfrm>
            <a:custGeom>
              <a:avLst/>
              <a:pathLst>
                <a:path w="159735" h="106237">
                  <a:moveTo>
                    <a:pt x="30667" y="0"/>
                  </a:moveTo>
                  <a:lnTo>
                    <a:pt x="26988" y="4634"/>
                  </a:lnTo>
                  <a:lnTo>
                    <a:pt x="23475" y="9395"/>
                  </a:lnTo>
                  <a:lnTo>
                    <a:pt x="20134" y="14278"/>
                  </a:lnTo>
                  <a:lnTo>
                    <a:pt x="16967" y="19276"/>
                  </a:lnTo>
                  <a:lnTo>
                    <a:pt x="13978" y="24383"/>
                  </a:lnTo>
                  <a:lnTo>
                    <a:pt x="11173" y="29593"/>
                  </a:lnTo>
                  <a:lnTo>
                    <a:pt x="8554" y="34899"/>
                  </a:lnTo>
                  <a:lnTo>
                    <a:pt x="6124" y="40294"/>
                  </a:lnTo>
                  <a:lnTo>
                    <a:pt x="3886" y="45771"/>
                  </a:lnTo>
                  <a:lnTo>
                    <a:pt x="1844" y="51325"/>
                  </a:lnTo>
                  <a:lnTo>
                    <a:pt x="0" y="56947"/>
                  </a:lnTo>
                  <a:lnTo>
                    <a:pt x="159735" y="10623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g841"/>
            <p:cNvSpPr/>
            <p:nvPr/>
          </p:nvSpPr>
          <p:spPr>
            <a:xfrm>
              <a:off x="5465984" y="5220472"/>
              <a:ext cx="334299" cy="334334"/>
            </a:xfrm>
            <a:custGeom>
              <a:avLst/>
              <a:pathLst>
                <a:path w="334299" h="334334">
                  <a:moveTo>
                    <a:pt x="7415" y="117877"/>
                  </a:moveTo>
                  <a:lnTo>
                    <a:pt x="5933" y="122968"/>
                  </a:lnTo>
                  <a:lnTo>
                    <a:pt x="4612" y="128103"/>
                  </a:lnTo>
                  <a:lnTo>
                    <a:pt x="3455" y="133277"/>
                  </a:lnTo>
                  <a:lnTo>
                    <a:pt x="2462" y="138486"/>
                  </a:lnTo>
                  <a:lnTo>
                    <a:pt x="1636" y="143723"/>
                  </a:lnTo>
                  <a:lnTo>
                    <a:pt x="975" y="148984"/>
                  </a:lnTo>
                  <a:lnTo>
                    <a:pt x="482" y="154264"/>
                  </a:lnTo>
                  <a:lnTo>
                    <a:pt x="157" y="159556"/>
                  </a:lnTo>
                  <a:lnTo>
                    <a:pt x="0" y="164856"/>
                  </a:lnTo>
                  <a:lnTo>
                    <a:pt x="10" y="170158"/>
                  </a:lnTo>
                  <a:lnTo>
                    <a:pt x="189" y="175457"/>
                  </a:lnTo>
                  <a:lnTo>
                    <a:pt x="536" y="180748"/>
                  </a:lnTo>
                  <a:lnTo>
                    <a:pt x="1051" y="186025"/>
                  </a:lnTo>
                  <a:lnTo>
                    <a:pt x="1732" y="191284"/>
                  </a:lnTo>
                  <a:lnTo>
                    <a:pt x="2580" y="196518"/>
                  </a:lnTo>
                  <a:lnTo>
                    <a:pt x="3594" y="201722"/>
                  </a:lnTo>
                  <a:lnTo>
                    <a:pt x="4772" y="206892"/>
                  </a:lnTo>
                  <a:lnTo>
                    <a:pt x="6114" y="212021"/>
                  </a:lnTo>
                  <a:lnTo>
                    <a:pt x="7617" y="217106"/>
                  </a:lnTo>
                  <a:lnTo>
                    <a:pt x="9281" y="222140"/>
                  </a:lnTo>
                  <a:lnTo>
                    <a:pt x="11104" y="227120"/>
                  </a:lnTo>
                  <a:lnTo>
                    <a:pt x="13084" y="232038"/>
                  </a:lnTo>
                  <a:lnTo>
                    <a:pt x="15219" y="236892"/>
                  </a:lnTo>
                  <a:lnTo>
                    <a:pt x="17506" y="241675"/>
                  </a:lnTo>
                  <a:lnTo>
                    <a:pt x="19945" y="246384"/>
                  </a:lnTo>
                  <a:lnTo>
                    <a:pt x="22531" y="251012"/>
                  </a:lnTo>
                  <a:lnTo>
                    <a:pt x="25263" y="255557"/>
                  </a:lnTo>
                  <a:lnTo>
                    <a:pt x="28137" y="260012"/>
                  </a:lnTo>
                  <a:lnTo>
                    <a:pt x="31152" y="264374"/>
                  </a:lnTo>
                  <a:lnTo>
                    <a:pt x="34303" y="268638"/>
                  </a:lnTo>
                  <a:lnTo>
                    <a:pt x="37588" y="272800"/>
                  </a:lnTo>
                  <a:lnTo>
                    <a:pt x="41003" y="276856"/>
                  </a:lnTo>
                  <a:lnTo>
                    <a:pt x="44545" y="280802"/>
                  </a:lnTo>
                  <a:lnTo>
                    <a:pt x="48211" y="284633"/>
                  </a:lnTo>
                  <a:lnTo>
                    <a:pt x="51996" y="288346"/>
                  </a:lnTo>
                  <a:lnTo>
                    <a:pt x="55897" y="291937"/>
                  </a:lnTo>
                  <a:lnTo>
                    <a:pt x="59910" y="295402"/>
                  </a:lnTo>
                  <a:lnTo>
                    <a:pt x="64031" y="298739"/>
                  </a:lnTo>
                  <a:lnTo>
                    <a:pt x="68256" y="301943"/>
                  </a:lnTo>
                  <a:lnTo>
                    <a:pt x="72580" y="305012"/>
                  </a:lnTo>
                  <a:lnTo>
                    <a:pt x="76999" y="307942"/>
                  </a:lnTo>
                  <a:lnTo>
                    <a:pt x="81509" y="310730"/>
                  </a:lnTo>
                  <a:lnTo>
                    <a:pt x="86105" y="313374"/>
                  </a:lnTo>
                  <a:lnTo>
                    <a:pt x="90782" y="315871"/>
                  </a:lnTo>
                  <a:lnTo>
                    <a:pt x="95537" y="318218"/>
                  </a:lnTo>
                  <a:lnTo>
                    <a:pt x="100363" y="320413"/>
                  </a:lnTo>
                  <a:lnTo>
                    <a:pt x="105257" y="322454"/>
                  </a:lnTo>
                  <a:lnTo>
                    <a:pt x="110213" y="324339"/>
                  </a:lnTo>
                  <a:lnTo>
                    <a:pt x="115226" y="326066"/>
                  </a:lnTo>
                  <a:lnTo>
                    <a:pt x="120292" y="327632"/>
                  </a:lnTo>
                  <a:lnTo>
                    <a:pt x="125404" y="329038"/>
                  </a:lnTo>
                  <a:lnTo>
                    <a:pt x="130559" y="330280"/>
                  </a:lnTo>
                  <a:lnTo>
                    <a:pt x="135750" y="331359"/>
                  </a:lnTo>
                  <a:lnTo>
                    <a:pt x="140973" y="332272"/>
                  </a:lnTo>
                  <a:lnTo>
                    <a:pt x="146223" y="333019"/>
                  </a:lnTo>
                  <a:lnTo>
                    <a:pt x="151493" y="333599"/>
                  </a:lnTo>
                  <a:lnTo>
                    <a:pt x="156779" y="334012"/>
                  </a:lnTo>
                  <a:lnTo>
                    <a:pt x="162076" y="334257"/>
                  </a:lnTo>
                  <a:lnTo>
                    <a:pt x="167378" y="334334"/>
                  </a:lnTo>
                  <a:lnTo>
                    <a:pt x="172679" y="334243"/>
                  </a:lnTo>
                  <a:lnTo>
                    <a:pt x="177975" y="333984"/>
                  </a:lnTo>
                  <a:lnTo>
                    <a:pt x="183260" y="333556"/>
                  </a:lnTo>
                  <a:lnTo>
                    <a:pt x="188529" y="332962"/>
                  </a:lnTo>
                  <a:lnTo>
                    <a:pt x="193776" y="332200"/>
                  </a:lnTo>
                  <a:lnTo>
                    <a:pt x="198997" y="331273"/>
                  </a:lnTo>
                  <a:lnTo>
                    <a:pt x="204185" y="330181"/>
                  </a:lnTo>
                  <a:lnTo>
                    <a:pt x="209336" y="328924"/>
                  </a:lnTo>
                  <a:lnTo>
                    <a:pt x="214445" y="327505"/>
                  </a:lnTo>
                  <a:lnTo>
                    <a:pt x="219506" y="325924"/>
                  </a:lnTo>
                  <a:lnTo>
                    <a:pt x="224515" y="324184"/>
                  </a:lnTo>
                  <a:lnTo>
                    <a:pt x="229466" y="322286"/>
                  </a:lnTo>
                  <a:lnTo>
                    <a:pt x="234354" y="320231"/>
                  </a:lnTo>
                  <a:lnTo>
                    <a:pt x="239174" y="318023"/>
                  </a:lnTo>
                  <a:lnTo>
                    <a:pt x="243922" y="315663"/>
                  </a:lnTo>
                  <a:lnTo>
                    <a:pt x="248593" y="313154"/>
                  </a:lnTo>
                  <a:lnTo>
                    <a:pt x="253182" y="310497"/>
                  </a:lnTo>
                  <a:lnTo>
                    <a:pt x="257684" y="307697"/>
                  </a:lnTo>
                  <a:lnTo>
                    <a:pt x="262096" y="304755"/>
                  </a:lnTo>
                  <a:lnTo>
                    <a:pt x="266411" y="301675"/>
                  </a:lnTo>
                  <a:lnTo>
                    <a:pt x="270627" y="298459"/>
                  </a:lnTo>
                  <a:lnTo>
                    <a:pt x="274739" y="295111"/>
                  </a:lnTo>
                  <a:lnTo>
                    <a:pt x="278743" y="291635"/>
                  </a:lnTo>
                  <a:lnTo>
                    <a:pt x="282634" y="288033"/>
                  </a:lnTo>
                  <a:lnTo>
                    <a:pt x="286409" y="284310"/>
                  </a:lnTo>
                  <a:lnTo>
                    <a:pt x="290064" y="280469"/>
                  </a:lnTo>
                  <a:lnTo>
                    <a:pt x="293596" y="276514"/>
                  </a:lnTo>
                  <a:lnTo>
                    <a:pt x="297000" y="272449"/>
                  </a:lnTo>
                  <a:lnTo>
                    <a:pt x="300273" y="268278"/>
                  </a:lnTo>
                  <a:lnTo>
                    <a:pt x="303413" y="264005"/>
                  </a:lnTo>
                  <a:lnTo>
                    <a:pt x="306416" y="259635"/>
                  </a:lnTo>
                  <a:lnTo>
                    <a:pt x="309278" y="255172"/>
                  </a:lnTo>
                  <a:lnTo>
                    <a:pt x="311998" y="250620"/>
                  </a:lnTo>
                  <a:lnTo>
                    <a:pt x="314571" y="245984"/>
                  </a:lnTo>
                  <a:lnTo>
                    <a:pt x="316997" y="241269"/>
                  </a:lnTo>
                  <a:lnTo>
                    <a:pt x="319272" y="236480"/>
                  </a:lnTo>
                  <a:lnTo>
                    <a:pt x="321393" y="231620"/>
                  </a:lnTo>
                  <a:lnTo>
                    <a:pt x="323360" y="226696"/>
                  </a:lnTo>
                  <a:lnTo>
                    <a:pt x="325169" y="221712"/>
                  </a:lnTo>
                  <a:lnTo>
                    <a:pt x="326820" y="216673"/>
                  </a:lnTo>
                  <a:lnTo>
                    <a:pt x="328309" y="211585"/>
                  </a:lnTo>
                  <a:lnTo>
                    <a:pt x="329637" y="206451"/>
                  </a:lnTo>
                  <a:lnTo>
                    <a:pt x="330801" y="201278"/>
                  </a:lnTo>
                  <a:lnTo>
                    <a:pt x="331801" y="196071"/>
                  </a:lnTo>
                  <a:lnTo>
                    <a:pt x="332634" y="190835"/>
                  </a:lnTo>
                  <a:lnTo>
                    <a:pt x="333302" y="185575"/>
                  </a:lnTo>
                  <a:lnTo>
                    <a:pt x="333802" y="180296"/>
                  </a:lnTo>
                  <a:lnTo>
                    <a:pt x="334135" y="175004"/>
                  </a:lnTo>
                  <a:lnTo>
                    <a:pt x="334299" y="169705"/>
                  </a:lnTo>
                  <a:lnTo>
                    <a:pt x="334296" y="164403"/>
                  </a:lnTo>
                  <a:lnTo>
                    <a:pt x="334124" y="159103"/>
                  </a:lnTo>
                  <a:lnTo>
                    <a:pt x="333784" y="153812"/>
                  </a:lnTo>
                  <a:lnTo>
                    <a:pt x="333277" y="148534"/>
                  </a:lnTo>
                  <a:lnTo>
                    <a:pt x="332602" y="143275"/>
                  </a:lnTo>
                  <a:lnTo>
                    <a:pt x="331761" y="138039"/>
                  </a:lnTo>
                  <a:lnTo>
                    <a:pt x="330755" y="132834"/>
                  </a:lnTo>
                  <a:lnTo>
                    <a:pt x="329584" y="127662"/>
                  </a:lnTo>
                  <a:lnTo>
                    <a:pt x="328249" y="122531"/>
                  </a:lnTo>
                  <a:lnTo>
                    <a:pt x="326752" y="117444"/>
                  </a:lnTo>
                  <a:lnTo>
                    <a:pt x="325095" y="112407"/>
                  </a:lnTo>
                  <a:lnTo>
                    <a:pt x="323279" y="107426"/>
                  </a:lnTo>
                  <a:lnTo>
                    <a:pt x="321306" y="102505"/>
                  </a:lnTo>
                  <a:lnTo>
                    <a:pt x="319178" y="97648"/>
                  </a:lnTo>
                  <a:lnTo>
                    <a:pt x="316896" y="92862"/>
                  </a:lnTo>
                  <a:lnTo>
                    <a:pt x="314464" y="88150"/>
                  </a:lnTo>
                  <a:lnTo>
                    <a:pt x="311884" y="83518"/>
                  </a:lnTo>
                  <a:lnTo>
                    <a:pt x="309159" y="78970"/>
                  </a:lnTo>
                  <a:lnTo>
                    <a:pt x="306290" y="74510"/>
                  </a:lnTo>
                  <a:lnTo>
                    <a:pt x="303282" y="70144"/>
                  </a:lnTo>
                  <a:lnTo>
                    <a:pt x="300136" y="65876"/>
                  </a:lnTo>
                  <a:lnTo>
                    <a:pt x="296857" y="61709"/>
                  </a:lnTo>
                  <a:lnTo>
                    <a:pt x="293447" y="57649"/>
                  </a:lnTo>
                  <a:lnTo>
                    <a:pt x="289910" y="53699"/>
                  </a:lnTo>
                  <a:lnTo>
                    <a:pt x="286250" y="49862"/>
                  </a:lnTo>
                  <a:lnTo>
                    <a:pt x="282470" y="46144"/>
                  </a:lnTo>
                  <a:lnTo>
                    <a:pt x="278574" y="42548"/>
                  </a:lnTo>
                  <a:lnTo>
                    <a:pt x="274566" y="39077"/>
                  </a:lnTo>
                  <a:lnTo>
                    <a:pt x="270449" y="35735"/>
                  </a:lnTo>
                  <a:lnTo>
                    <a:pt x="266229" y="32525"/>
                  </a:lnTo>
                  <a:lnTo>
                    <a:pt x="261909" y="29450"/>
                  </a:lnTo>
                  <a:lnTo>
                    <a:pt x="257494" y="26514"/>
                  </a:lnTo>
                  <a:lnTo>
                    <a:pt x="252988" y="23720"/>
                  </a:lnTo>
                  <a:lnTo>
                    <a:pt x="248395" y="21070"/>
                  </a:lnTo>
                  <a:lnTo>
                    <a:pt x="243721" y="18567"/>
                  </a:lnTo>
                  <a:lnTo>
                    <a:pt x="238970" y="16213"/>
                  </a:lnTo>
                  <a:lnTo>
                    <a:pt x="234146" y="14012"/>
                  </a:lnTo>
                  <a:lnTo>
                    <a:pt x="229255" y="11964"/>
                  </a:lnTo>
                  <a:lnTo>
                    <a:pt x="224302" y="10072"/>
                  </a:lnTo>
                  <a:lnTo>
                    <a:pt x="219291" y="8339"/>
                  </a:lnTo>
                  <a:lnTo>
                    <a:pt x="214228" y="6765"/>
                  </a:lnTo>
                  <a:lnTo>
                    <a:pt x="209117" y="5353"/>
                  </a:lnTo>
                  <a:lnTo>
                    <a:pt x="203964" y="4103"/>
                  </a:lnTo>
                  <a:lnTo>
                    <a:pt x="198774" y="3018"/>
                  </a:lnTo>
                  <a:lnTo>
                    <a:pt x="193552" y="2098"/>
                  </a:lnTo>
                  <a:lnTo>
                    <a:pt x="188304" y="1343"/>
                  </a:lnTo>
                  <a:lnTo>
                    <a:pt x="183034" y="756"/>
                  </a:lnTo>
                  <a:lnTo>
                    <a:pt x="177749" y="336"/>
                  </a:lnTo>
                  <a:lnTo>
                    <a:pt x="172453" y="84"/>
                  </a:lnTo>
                  <a:lnTo>
                    <a:pt x="167151" y="0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g84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g84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g84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g84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g84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g84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g84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g84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g85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g85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g85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g85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g85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g85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g85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g85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g85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g85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g86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g86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g86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g86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g86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g865"/>
            <p:cNvSpPr/>
            <p:nvPr/>
          </p:nvSpPr>
          <p:spPr>
            <a:xfrm>
              <a:off x="5921067" y="4961274"/>
              <a:ext cx="161773" cy="167167"/>
            </a:xfrm>
            <a:custGeom>
              <a:avLst/>
              <a:pathLst>
                <a:path w="161773" h="167167">
                  <a:moveTo>
                    <a:pt x="161773" y="0"/>
                  </a:moveTo>
                  <a:lnTo>
                    <a:pt x="156274" y="90"/>
                  </a:lnTo>
                  <a:lnTo>
                    <a:pt x="150780" y="361"/>
                  </a:lnTo>
                  <a:lnTo>
                    <a:pt x="145299" y="813"/>
                  </a:lnTo>
                  <a:lnTo>
                    <a:pt x="139836" y="1445"/>
                  </a:lnTo>
                  <a:lnTo>
                    <a:pt x="134396" y="2256"/>
                  </a:lnTo>
                  <a:lnTo>
                    <a:pt x="128986" y="3246"/>
                  </a:lnTo>
                  <a:lnTo>
                    <a:pt x="123612" y="4413"/>
                  </a:lnTo>
                  <a:lnTo>
                    <a:pt x="118278" y="5757"/>
                  </a:lnTo>
                  <a:lnTo>
                    <a:pt x="112992" y="7275"/>
                  </a:lnTo>
                  <a:lnTo>
                    <a:pt x="107759" y="8966"/>
                  </a:lnTo>
                  <a:lnTo>
                    <a:pt x="102584" y="10829"/>
                  </a:lnTo>
                  <a:lnTo>
                    <a:pt x="97473" y="12860"/>
                  </a:lnTo>
                  <a:lnTo>
                    <a:pt x="92432" y="15059"/>
                  </a:lnTo>
                  <a:lnTo>
                    <a:pt x="87466" y="17422"/>
                  </a:lnTo>
                  <a:lnTo>
                    <a:pt x="82580" y="19948"/>
                  </a:lnTo>
                  <a:lnTo>
                    <a:pt x="77780" y="22633"/>
                  </a:lnTo>
                  <a:lnTo>
                    <a:pt x="73071" y="25474"/>
                  </a:lnTo>
                  <a:lnTo>
                    <a:pt x="68458" y="28468"/>
                  </a:lnTo>
                  <a:lnTo>
                    <a:pt x="63946" y="31613"/>
                  </a:lnTo>
                  <a:lnTo>
                    <a:pt x="59539" y="34905"/>
                  </a:lnTo>
                  <a:lnTo>
                    <a:pt x="55244" y="38339"/>
                  </a:lnTo>
                  <a:lnTo>
                    <a:pt x="51064" y="41913"/>
                  </a:lnTo>
                  <a:lnTo>
                    <a:pt x="47003" y="45623"/>
                  </a:lnTo>
                  <a:lnTo>
                    <a:pt x="43067" y="49464"/>
                  </a:lnTo>
                  <a:lnTo>
                    <a:pt x="39260" y="53433"/>
                  </a:lnTo>
                  <a:lnTo>
                    <a:pt x="35584" y="57524"/>
                  </a:lnTo>
                  <a:lnTo>
                    <a:pt x="32046" y="61735"/>
                  </a:lnTo>
                  <a:lnTo>
                    <a:pt x="28648" y="66059"/>
                  </a:lnTo>
                  <a:lnTo>
                    <a:pt x="25394" y="70493"/>
                  </a:lnTo>
                  <a:lnTo>
                    <a:pt x="22288" y="75032"/>
                  </a:lnTo>
                  <a:lnTo>
                    <a:pt x="19332" y="79670"/>
                  </a:lnTo>
                  <a:lnTo>
                    <a:pt x="16531" y="84403"/>
                  </a:lnTo>
                  <a:lnTo>
                    <a:pt x="13887" y="89226"/>
                  </a:lnTo>
                  <a:lnTo>
                    <a:pt x="11403" y="94133"/>
                  </a:lnTo>
                  <a:lnTo>
                    <a:pt x="9082" y="99119"/>
                  </a:lnTo>
                  <a:lnTo>
                    <a:pt x="6926" y="104178"/>
                  </a:lnTo>
                  <a:lnTo>
                    <a:pt x="4938" y="109306"/>
                  </a:lnTo>
                  <a:lnTo>
                    <a:pt x="3120" y="114497"/>
                  </a:lnTo>
                  <a:lnTo>
                    <a:pt x="1473" y="119744"/>
                  </a:lnTo>
                  <a:lnTo>
                    <a:pt x="0" y="125043"/>
                  </a:lnTo>
                  <a:lnTo>
                    <a:pt x="16177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g866"/>
            <p:cNvSpPr/>
            <p:nvPr/>
          </p:nvSpPr>
          <p:spPr>
            <a:xfrm>
              <a:off x="5921067" y="5086317"/>
              <a:ext cx="161773" cy="42123"/>
            </a:xfrm>
            <a:custGeom>
              <a:avLst/>
              <a:pathLst>
                <a:path w="161773" h="42123">
                  <a:moveTo>
                    <a:pt x="0" y="0"/>
                  </a:moveTo>
                  <a:lnTo>
                    <a:pt x="161773" y="421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g867"/>
            <p:cNvSpPr/>
            <p:nvPr/>
          </p:nvSpPr>
          <p:spPr>
            <a:xfrm>
              <a:off x="5921067" y="5086317"/>
              <a:ext cx="161773" cy="42123"/>
            </a:xfrm>
            <a:custGeom>
              <a:avLst/>
              <a:pathLst>
                <a:path w="161773" h="42123">
                  <a:moveTo>
                    <a:pt x="0" y="0"/>
                  </a:moveTo>
                  <a:lnTo>
                    <a:pt x="161773" y="4212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g868"/>
            <p:cNvSpPr/>
            <p:nvPr/>
          </p:nvSpPr>
          <p:spPr>
            <a:xfrm>
              <a:off x="5921067" y="5086317"/>
              <a:ext cx="161773" cy="42123"/>
            </a:xfrm>
            <a:custGeom>
              <a:avLst/>
              <a:pathLst>
                <a:path w="161773" h="42123">
                  <a:moveTo>
                    <a:pt x="0" y="0"/>
                  </a:moveTo>
                  <a:lnTo>
                    <a:pt x="161773" y="4212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g869"/>
            <p:cNvSpPr/>
            <p:nvPr/>
          </p:nvSpPr>
          <p:spPr>
            <a:xfrm>
              <a:off x="5915684" y="5086317"/>
              <a:ext cx="167156" cy="97213"/>
            </a:xfrm>
            <a:custGeom>
              <a:avLst/>
              <a:pathLst>
                <a:path w="167156" h="97213">
                  <a:moveTo>
                    <a:pt x="5383" y="0"/>
                  </a:moveTo>
                  <a:lnTo>
                    <a:pt x="4017" y="5644"/>
                  </a:lnTo>
                  <a:lnTo>
                    <a:pt x="2849" y="11332"/>
                  </a:lnTo>
                  <a:lnTo>
                    <a:pt x="1878" y="17057"/>
                  </a:lnTo>
                  <a:lnTo>
                    <a:pt x="1107" y="22812"/>
                  </a:lnTo>
                  <a:lnTo>
                    <a:pt x="537" y="28591"/>
                  </a:lnTo>
                  <a:lnTo>
                    <a:pt x="167" y="34386"/>
                  </a:lnTo>
                  <a:lnTo>
                    <a:pt x="0" y="40191"/>
                  </a:lnTo>
                  <a:lnTo>
                    <a:pt x="33" y="45998"/>
                  </a:lnTo>
                  <a:lnTo>
                    <a:pt x="269" y="51800"/>
                  </a:lnTo>
                  <a:lnTo>
                    <a:pt x="705" y="57590"/>
                  </a:lnTo>
                  <a:lnTo>
                    <a:pt x="1343" y="63362"/>
                  </a:lnTo>
                  <a:lnTo>
                    <a:pt x="2181" y="69108"/>
                  </a:lnTo>
                  <a:lnTo>
                    <a:pt x="3217" y="74822"/>
                  </a:lnTo>
                  <a:lnTo>
                    <a:pt x="4452" y="80496"/>
                  </a:lnTo>
                  <a:lnTo>
                    <a:pt x="5883" y="86124"/>
                  </a:lnTo>
                  <a:lnTo>
                    <a:pt x="7508" y="91698"/>
                  </a:lnTo>
                  <a:lnTo>
                    <a:pt x="9327" y="97213"/>
                  </a:lnTo>
                  <a:lnTo>
                    <a:pt x="167156" y="4212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g870"/>
            <p:cNvSpPr/>
            <p:nvPr/>
          </p:nvSpPr>
          <p:spPr>
            <a:xfrm>
              <a:off x="5925011" y="4961274"/>
              <a:ext cx="324978" cy="334334"/>
            </a:xfrm>
            <a:custGeom>
              <a:avLst/>
              <a:pathLst>
                <a:path w="324978" h="334334">
                  <a:moveTo>
                    <a:pt x="0" y="222257"/>
                  </a:moveTo>
                  <a:lnTo>
                    <a:pt x="1826" y="227234"/>
                  </a:lnTo>
                  <a:lnTo>
                    <a:pt x="3809" y="232150"/>
                  </a:lnTo>
                  <a:lnTo>
                    <a:pt x="5947" y="237001"/>
                  </a:lnTo>
                  <a:lnTo>
                    <a:pt x="8238" y="241782"/>
                  </a:lnTo>
                  <a:lnTo>
                    <a:pt x="10679" y="246488"/>
                  </a:lnTo>
                  <a:lnTo>
                    <a:pt x="13268" y="251114"/>
                  </a:lnTo>
                  <a:lnTo>
                    <a:pt x="16002" y="255656"/>
                  </a:lnTo>
                  <a:lnTo>
                    <a:pt x="18880" y="260108"/>
                  </a:lnTo>
                  <a:lnTo>
                    <a:pt x="21897" y="264468"/>
                  </a:lnTo>
                  <a:lnTo>
                    <a:pt x="25050" y="268729"/>
                  </a:lnTo>
                  <a:lnTo>
                    <a:pt x="28337" y="272888"/>
                  </a:lnTo>
                  <a:lnTo>
                    <a:pt x="31755" y="276941"/>
                  </a:lnTo>
                  <a:lnTo>
                    <a:pt x="35299" y="280883"/>
                  </a:lnTo>
                  <a:lnTo>
                    <a:pt x="38967" y="284712"/>
                  </a:lnTo>
                  <a:lnTo>
                    <a:pt x="42754" y="288421"/>
                  </a:lnTo>
                  <a:lnTo>
                    <a:pt x="46656" y="292009"/>
                  </a:lnTo>
                  <a:lnTo>
                    <a:pt x="50671" y="295472"/>
                  </a:lnTo>
                  <a:lnTo>
                    <a:pt x="54793" y="298805"/>
                  </a:lnTo>
                  <a:lnTo>
                    <a:pt x="59019" y="302006"/>
                  </a:lnTo>
                  <a:lnTo>
                    <a:pt x="63344" y="305071"/>
                  </a:lnTo>
                  <a:lnTo>
                    <a:pt x="67765" y="307998"/>
                  </a:lnTo>
                  <a:lnTo>
                    <a:pt x="72275" y="310783"/>
                  </a:lnTo>
                  <a:lnTo>
                    <a:pt x="76872" y="313424"/>
                  </a:lnTo>
                  <a:lnTo>
                    <a:pt x="81551" y="315917"/>
                  </a:lnTo>
                  <a:lnTo>
                    <a:pt x="86306" y="318261"/>
                  </a:lnTo>
                  <a:lnTo>
                    <a:pt x="91133" y="320453"/>
                  </a:lnTo>
                  <a:lnTo>
                    <a:pt x="96027" y="322491"/>
                  </a:lnTo>
                  <a:lnTo>
                    <a:pt x="100983" y="324372"/>
                  </a:lnTo>
                  <a:lnTo>
                    <a:pt x="105996" y="326096"/>
                  </a:lnTo>
                  <a:lnTo>
                    <a:pt x="111062" y="327659"/>
                  </a:lnTo>
                  <a:lnTo>
                    <a:pt x="116175" y="329062"/>
                  </a:lnTo>
                  <a:lnTo>
                    <a:pt x="121329" y="330301"/>
                  </a:lnTo>
                  <a:lnTo>
                    <a:pt x="126520" y="331376"/>
                  </a:lnTo>
                  <a:lnTo>
                    <a:pt x="131743" y="332287"/>
                  </a:lnTo>
                  <a:lnTo>
                    <a:pt x="136992" y="333031"/>
                  </a:lnTo>
                  <a:lnTo>
                    <a:pt x="142262" y="333608"/>
                  </a:lnTo>
                  <a:lnTo>
                    <a:pt x="147547" y="334018"/>
                  </a:lnTo>
                  <a:lnTo>
                    <a:pt x="152843" y="334260"/>
                  </a:lnTo>
                  <a:lnTo>
                    <a:pt x="158144" y="334334"/>
                  </a:lnTo>
                  <a:lnTo>
                    <a:pt x="163444" y="334240"/>
                  </a:lnTo>
                  <a:lnTo>
                    <a:pt x="168739" y="333978"/>
                  </a:lnTo>
                  <a:lnTo>
                    <a:pt x="174023" y="333548"/>
                  </a:lnTo>
                  <a:lnTo>
                    <a:pt x="179291" y="332951"/>
                  </a:lnTo>
                  <a:lnTo>
                    <a:pt x="184537" y="332187"/>
                  </a:lnTo>
                  <a:lnTo>
                    <a:pt x="189756" y="331257"/>
                  </a:lnTo>
                  <a:lnTo>
                    <a:pt x="194943" y="330162"/>
                  </a:lnTo>
                  <a:lnTo>
                    <a:pt x="200093" y="328904"/>
                  </a:lnTo>
                  <a:lnTo>
                    <a:pt x="205200" y="327482"/>
                  </a:lnTo>
                  <a:lnTo>
                    <a:pt x="210259" y="325899"/>
                  </a:lnTo>
                  <a:lnTo>
                    <a:pt x="215266" y="324157"/>
                  </a:lnTo>
                  <a:lnTo>
                    <a:pt x="220215" y="322257"/>
                  </a:lnTo>
                  <a:lnTo>
                    <a:pt x="225102" y="320201"/>
                  </a:lnTo>
                  <a:lnTo>
                    <a:pt x="229921" y="317990"/>
                  </a:lnTo>
                  <a:lnTo>
                    <a:pt x="234667" y="315629"/>
                  </a:lnTo>
                  <a:lnTo>
                    <a:pt x="239336" y="313118"/>
                  </a:lnTo>
                  <a:lnTo>
                    <a:pt x="243923" y="310460"/>
                  </a:lnTo>
                  <a:lnTo>
                    <a:pt x="248423" y="307658"/>
                  </a:lnTo>
                  <a:lnTo>
                    <a:pt x="252832" y="304714"/>
                  </a:lnTo>
                  <a:lnTo>
                    <a:pt x="257146" y="301633"/>
                  </a:lnTo>
                  <a:lnTo>
                    <a:pt x="261360" y="298416"/>
                  </a:lnTo>
                  <a:lnTo>
                    <a:pt x="265469" y="295067"/>
                  </a:lnTo>
                  <a:lnTo>
                    <a:pt x="269471" y="291590"/>
                  </a:lnTo>
                  <a:lnTo>
                    <a:pt x="273360" y="287987"/>
                  </a:lnTo>
                  <a:lnTo>
                    <a:pt x="277133" y="284263"/>
                  </a:lnTo>
                  <a:lnTo>
                    <a:pt x="280786" y="280421"/>
                  </a:lnTo>
                  <a:lnTo>
                    <a:pt x="284315" y="276465"/>
                  </a:lnTo>
                  <a:lnTo>
                    <a:pt x="287717" y="272399"/>
                  </a:lnTo>
                  <a:lnTo>
                    <a:pt x="290989" y="268228"/>
                  </a:lnTo>
                  <a:lnTo>
                    <a:pt x="294127" y="263955"/>
                  </a:lnTo>
                  <a:lnTo>
                    <a:pt x="297127" y="259584"/>
                  </a:lnTo>
                  <a:lnTo>
                    <a:pt x="299987" y="255121"/>
                  </a:lnTo>
                  <a:lnTo>
                    <a:pt x="302705" y="250569"/>
                  </a:lnTo>
                  <a:lnTo>
                    <a:pt x="305277" y="245933"/>
                  </a:lnTo>
                  <a:lnTo>
                    <a:pt x="307700" y="241218"/>
                  </a:lnTo>
                  <a:lnTo>
                    <a:pt x="309973" y="236428"/>
                  </a:lnTo>
                  <a:lnTo>
                    <a:pt x="312092" y="231569"/>
                  </a:lnTo>
                  <a:lnTo>
                    <a:pt x="314057" y="226645"/>
                  </a:lnTo>
                  <a:lnTo>
                    <a:pt x="315864" y="221662"/>
                  </a:lnTo>
                  <a:lnTo>
                    <a:pt x="317513" y="216623"/>
                  </a:lnTo>
                  <a:lnTo>
                    <a:pt x="319001" y="211535"/>
                  </a:lnTo>
                  <a:lnTo>
                    <a:pt x="320327" y="206402"/>
                  </a:lnTo>
                  <a:lnTo>
                    <a:pt x="321489" y="201230"/>
                  </a:lnTo>
                  <a:lnTo>
                    <a:pt x="322487" y="196023"/>
                  </a:lnTo>
                  <a:lnTo>
                    <a:pt x="323319" y="190787"/>
                  </a:lnTo>
                  <a:lnTo>
                    <a:pt x="323985" y="185528"/>
                  </a:lnTo>
                  <a:lnTo>
                    <a:pt x="324483" y="180250"/>
                  </a:lnTo>
                  <a:lnTo>
                    <a:pt x="324814" y="174959"/>
                  </a:lnTo>
                  <a:lnTo>
                    <a:pt x="324978" y="169660"/>
                  </a:lnTo>
                  <a:lnTo>
                    <a:pt x="324973" y="164359"/>
                  </a:lnTo>
                  <a:lnTo>
                    <a:pt x="324799" y="159060"/>
                  </a:lnTo>
                  <a:lnTo>
                    <a:pt x="324458" y="153770"/>
                  </a:lnTo>
                  <a:lnTo>
                    <a:pt x="323950" y="148493"/>
                  </a:lnTo>
                  <a:lnTo>
                    <a:pt x="323274" y="143235"/>
                  </a:lnTo>
                  <a:lnTo>
                    <a:pt x="322432" y="138001"/>
                  </a:lnTo>
                  <a:lnTo>
                    <a:pt x="321425" y="132796"/>
                  </a:lnTo>
                  <a:lnTo>
                    <a:pt x="320252" y="127626"/>
                  </a:lnTo>
                  <a:lnTo>
                    <a:pt x="318917" y="122495"/>
                  </a:lnTo>
                  <a:lnTo>
                    <a:pt x="317419" y="117410"/>
                  </a:lnTo>
                  <a:lnTo>
                    <a:pt x="315761" y="112375"/>
                  </a:lnTo>
                  <a:lnTo>
                    <a:pt x="313945" y="107394"/>
                  </a:lnTo>
                  <a:lnTo>
                    <a:pt x="311971" y="102474"/>
                  </a:lnTo>
                  <a:lnTo>
                    <a:pt x="309842" y="97619"/>
                  </a:lnTo>
                  <a:lnTo>
                    <a:pt x="307560" y="92834"/>
                  </a:lnTo>
                  <a:lnTo>
                    <a:pt x="305128" y="88123"/>
                  </a:lnTo>
                  <a:lnTo>
                    <a:pt x="302547" y="83492"/>
                  </a:lnTo>
                  <a:lnTo>
                    <a:pt x="299821" y="78946"/>
                  </a:lnTo>
                  <a:lnTo>
                    <a:pt x="296953" y="74487"/>
                  </a:lnTo>
                  <a:lnTo>
                    <a:pt x="293944" y="70123"/>
                  </a:lnTo>
                  <a:lnTo>
                    <a:pt x="290798" y="65855"/>
                  </a:lnTo>
                  <a:lnTo>
                    <a:pt x="287519" y="61690"/>
                  </a:lnTo>
                  <a:lnTo>
                    <a:pt x="284109" y="57631"/>
                  </a:lnTo>
                  <a:lnTo>
                    <a:pt x="280572" y="53682"/>
                  </a:lnTo>
                  <a:lnTo>
                    <a:pt x="276912" y="49847"/>
                  </a:lnTo>
                  <a:lnTo>
                    <a:pt x="273132" y="46129"/>
                  </a:lnTo>
                  <a:lnTo>
                    <a:pt x="269236" y="42534"/>
                  </a:lnTo>
                  <a:lnTo>
                    <a:pt x="265228" y="39064"/>
                  </a:lnTo>
                  <a:lnTo>
                    <a:pt x="261112" y="35723"/>
                  </a:lnTo>
                  <a:lnTo>
                    <a:pt x="256892" y="32514"/>
                  </a:lnTo>
                  <a:lnTo>
                    <a:pt x="252573" y="29441"/>
                  </a:lnTo>
                  <a:lnTo>
                    <a:pt x="248158" y="26506"/>
                  </a:lnTo>
                  <a:lnTo>
                    <a:pt x="243652" y="23712"/>
                  </a:lnTo>
                  <a:lnTo>
                    <a:pt x="239061" y="21063"/>
                  </a:lnTo>
                  <a:lnTo>
                    <a:pt x="234387" y="18561"/>
                  </a:lnTo>
                  <a:lnTo>
                    <a:pt x="229636" y="16208"/>
                  </a:lnTo>
                  <a:lnTo>
                    <a:pt x="224813" y="14007"/>
                  </a:lnTo>
                  <a:lnTo>
                    <a:pt x="219923" y="11960"/>
                  </a:lnTo>
                  <a:lnTo>
                    <a:pt x="214970" y="10069"/>
                  </a:lnTo>
                  <a:lnTo>
                    <a:pt x="209960" y="8336"/>
                  </a:lnTo>
                  <a:lnTo>
                    <a:pt x="204898" y="6763"/>
                  </a:lnTo>
                  <a:lnTo>
                    <a:pt x="199788" y="5351"/>
                  </a:lnTo>
                  <a:lnTo>
                    <a:pt x="194636" y="4102"/>
                  </a:lnTo>
                  <a:lnTo>
                    <a:pt x="189447" y="3017"/>
                  </a:lnTo>
                  <a:lnTo>
                    <a:pt x="184226" y="2097"/>
                  </a:lnTo>
                  <a:lnTo>
                    <a:pt x="178978" y="1343"/>
                  </a:lnTo>
                  <a:lnTo>
                    <a:pt x="173710" y="756"/>
                  </a:lnTo>
                  <a:lnTo>
                    <a:pt x="168425" y="336"/>
                  </a:lnTo>
                  <a:lnTo>
                    <a:pt x="163129" y="84"/>
                  </a:lnTo>
                  <a:lnTo>
                    <a:pt x="157829" y="0"/>
                  </a:lnTo>
                  <a:lnTo>
                    <a:pt x="15782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g87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g87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g87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g87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g87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g87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g87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g87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g87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g88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g88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g88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g88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g88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g88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g88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g88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g88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g88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g89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g89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g89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g89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g89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g895"/>
            <p:cNvSpPr/>
            <p:nvPr/>
          </p:nvSpPr>
          <p:spPr>
            <a:xfrm>
              <a:off x="6293379" y="4605529"/>
              <a:ext cx="167167" cy="332924"/>
            </a:xfrm>
            <a:custGeom>
              <a:avLst/>
              <a:pathLst>
                <a:path w="167167" h="332924">
                  <a:moveTo>
                    <a:pt x="167167" y="0"/>
                  </a:moveTo>
                  <a:lnTo>
                    <a:pt x="161812" y="85"/>
                  </a:lnTo>
                  <a:lnTo>
                    <a:pt x="156463" y="343"/>
                  </a:lnTo>
                  <a:lnTo>
                    <a:pt x="151124" y="771"/>
                  </a:lnTo>
                  <a:lnTo>
                    <a:pt x="145802" y="1370"/>
                  </a:lnTo>
                  <a:lnTo>
                    <a:pt x="140502" y="2140"/>
                  </a:lnTo>
                  <a:lnTo>
                    <a:pt x="135230" y="3079"/>
                  </a:lnTo>
                  <a:lnTo>
                    <a:pt x="129990" y="4186"/>
                  </a:lnTo>
                  <a:lnTo>
                    <a:pt x="124788" y="5460"/>
                  </a:lnTo>
                  <a:lnTo>
                    <a:pt x="119630" y="6901"/>
                  </a:lnTo>
                  <a:lnTo>
                    <a:pt x="114521" y="8506"/>
                  </a:lnTo>
                  <a:lnTo>
                    <a:pt x="109466" y="10274"/>
                  </a:lnTo>
                  <a:lnTo>
                    <a:pt x="104469" y="12202"/>
                  </a:lnTo>
                  <a:lnTo>
                    <a:pt x="99538" y="14290"/>
                  </a:lnTo>
                  <a:lnTo>
                    <a:pt x="94675" y="16535"/>
                  </a:lnTo>
                  <a:lnTo>
                    <a:pt x="89887" y="18935"/>
                  </a:lnTo>
                  <a:lnTo>
                    <a:pt x="85179" y="21486"/>
                  </a:lnTo>
                  <a:lnTo>
                    <a:pt x="80554" y="24187"/>
                  </a:lnTo>
                  <a:lnTo>
                    <a:pt x="76019" y="27035"/>
                  </a:lnTo>
                  <a:lnTo>
                    <a:pt x="71577" y="30027"/>
                  </a:lnTo>
                  <a:lnTo>
                    <a:pt x="67233" y="33159"/>
                  </a:lnTo>
                  <a:lnTo>
                    <a:pt x="62991" y="36429"/>
                  </a:lnTo>
                  <a:lnTo>
                    <a:pt x="58857" y="39833"/>
                  </a:lnTo>
                  <a:lnTo>
                    <a:pt x="54834" y="43368"/>
                  </a:lnTo>
                  <a:lnTo>
                    <a:pt x="50926" y="47030"/>
                  </a:lnTo>
                  <a:lnTo>
                    <a:pt x="47137" y="50815"/>
                  </a:lnTo>
                  <a:lnTo>
                    <a:pt x="43471" y="54720"/>
                  </a:lnTo>
                  <a:lnTo>
                    <a:pt x="39933" y="58740"/>
                  </a:lnTo>
                  <a:lnTo>
                    <a:pt x="36525" y="62871"/>
                  </a:lnTo>
                  <a:lnTo>
                    <a:pt x="33251" y="67109"/>
                  </a:lnTo>
                  <a:lnTo>
                    <a:pt x="30115" y="71450"/>
                  </a:lnTo>
                  <a:lnTo>
                    <a:pt x="27119" y="75890"/>
                  </a:lnTo>
                  <a:lnTo>
                    <a:pt x="24267" y="80423"/>
                  </a:lnTo>
                  <a:lnTo>
                    <a:pt x="21562" y="85045"/>
                  </a:lnTo>
                  <a:lnTo>
                    <a:pt x="19006" y="89751"/>
                  </a:lnTo>
                  <a:lnTo>
                    <a:pt x="16602" y="94537"/>
                  </a:lnTo>
                  <a:lnTo>
                    <a:pt x="14353" y="99397"/>
                  </a:lnTo>
                  <a:lnTo>
                    <a:pt x="12260" y="104327"/>
                  </a:lnTo>
                  <a:lnTo>
                    <a:pt x="10327" y="109321"/>
                  </a:lnTo>
                  <a:lnTo>
                    <a:pt x="8554" y="114375"/>
                  </a:lnTo>
                  <a:lnTo>
                    <a:pt x="6945" y="119483"/>
                  </a:lnTo>
                  <a:lnTo>
                    <a:pt x="5499" y="124639"/>
                  </a:lnTo>
                  <a:lnTo>
                    <a:pt x="4220" y="129840"/>
                  </a:lnTo>
                  <a:lnTo>
                    <a:pt x="3108" y="135079"/>
                  </a:lnTo>
                  <a:lnTo>
                    <a:pt x="2164" y="140350"/>
                  </a:lnTo>
                  <a:lnTo>
                    <a:pt x="1390" y="145650"/>
                  </a:lnTo>
                  <a:lnTo>
                    <a:pt x="786" y="150971"/>
                  </a:lnTo>
                  <a:lnTo>
                    <a:pt x="352" y="156309"/>
                  </a:lnTo>
                  <a:lnTo>
                    <a:pt x="90" y="161658"/>
                  </a:lnTo>
                  <a:lnTo>
                    <a:pt x="0" y="167013"/>
                  </a:lnTo>
                  <a:lnTo>
                    <a:pt x="80" y="172368"/>
                  </a:lnTo>
                  <a:lnTo>
                    <a:pt x="333" y="177717"/>
                  </a:lnTo>
                  <a:lnTo>
                    <a:pt x="756" y="183056"/>
                  </a:lnTo>
                  <a:lnTo>
                    <a:pt x="1351" y="188378"/>
                  </a:lnTo>
                  <a:lnTo>
                    <a:pt x="2115" y="193679"/>
                  </a:lnTo>
                  <a:lnTo>
                    <a:pt x="3049" y="198953"/>
                  </a:lnTo>
                  <a:lnTo>
                    <a:pt x="4152" y="204193"/>
                  </a:lnTo>
                  <a:lnTo>
                    <a:pt x="5421" y="209396"/>
                  </a:lnTo>
                  <a:lnTo>
                    <a:pt x="6857" y="214556"/>
                  </a:lnTo>
                  <a:lnTo>
                    <a:pt x="8457" y="219667"/>
                  </a:lnTo>
                  <a:lnTo>
                    <a:pt x="10220" y="224724"/>
                  </a:lnTo>
                  <a:lnTo>
                    <a:pt x="12145" y="229721"/>
                  </a:lnTo>
                  <a:lnTo>
                    <a:pt x="14228" y="234655"/>
                  </a:lnTo>
                  <a:lnTo>
                    <a:pt x="16468" y="239520"/>
                  </a:lnTo>
                  <a:lnTo>
                    <a:pt x="18863" y="244310"/>
                  </a:lnTo>
                  <a:lnTo>
                    <a:pt x="21411" y="249021"/>
                  </a:lnTo>
                  <a:lnTo>
                    <a:pt x="24107" y="253648"/>
                  </a:lnTo>
                  <a:lnTo>
                    <a:pt x="26951" y="258186"/>
                  </a:lnTo>
                  <a:lnTo>
                    <a:pt x="29939" y="262631"/>
                  </a:lnTo>
                  <a:lnTo>
                    <a:pt x="33067" y="266978"/>
                  </a:lnTo>
                  <a:lnTo>
                    <a:pt x="36333" y="271222"/>
                  </a:lnTo>
                  <a:lnTo>
                    <a:pt x="39733" y="275359"/>
                  </a:lnTo>
                  <a:lnTo>
                    <a:pt x="43264" y="279386"/>
                  </a:lnTo>
                  <a:lnTo>
                    <a:pt x="46923" y="283297"/>
                  </a:lnTo>
                  <a:lnTo>
                    <a:pt x="50704" y="287090"/>
                  </a:lnTo>
                  <a:lnTo>
                    <a:pt x="54606" y="290759"/>
                  </a:lnTo>
                  <a:lnTo>
                    <a:pt x="58622" y="294301"/>
                  </a:lnTo>
                  <a:lnTo>
                    <a:pt x="62750" y="297713"/>
                  </a:lnTo>
                  <a:lnTo>
                    <a:pt x="66986" y="300990"/>
                  </a:lnTo>
                  <a:lnTo>
                    <a:pt x="71324" y="304131"/>
                  </a:lnTo>
                  <a:lnTo>
                    <a:pt x="75760" y="307131"/>
                  </a:lnTo>
                  <a:lnTo>
                    <a:pt x="80291" y="309987"/>
                  </a:lnTo>
                  <a:lnTo>
                    <a:pt x="84910" y="312696"/>
                  </a:lnTo>
                  <a:lnTo>
                    <a:pt x="89614" y="315257"/>
                  </a:lnTo>
                  <a:lnTo>
                    <a:pt x="94398" y="317665"/>
                  </a:lnTo>
                  <a:lnTo>
                    <a:pt x="99256" y="319919"/>
                  </a:lnTo>
                  <a:lnTo>
                    <a:pt x="104184" y="322016"/>
                  </a:lnTo>
                  <a:lnTo>
                    <a:pt x="109176" y="323954"/>
                  </a:lnTo>
                  <a:lnTo>
                    <a:pt x="114228" y="325731"/>
                  </a:lnTo>
                  <a:lnTo>
                    <a:pt x="119335" y="327345"/>
                  </a:lnTo>
                  <a:lnTo>
                    <a:pt x="124490" y="328795"/>
                  </a:lnTo>
                  <a:lnTo>
                    <a:pt x="129690" y="330079"/>
                  </a:lnTo>
                  <a:lnTo>
                    <a:pt x="134927" y="331196"/>
                  </a:lnTo>
                  <a:lnTo>
                    <a:pt x="140198" y="332145"/>
                  </a:lnTo>
                  <a:lnTo>
                    <a:pt x="145497" y="332924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g896"/>
            <p:cNvSpPr/>
            <p:nvPr/>
          </p:nvSpPr>
          <p:spPr>
            <a:xfrm>
              <a:off x="6438876" y="4772696"/>
              <a:ext cx="21670" cy="165756"/>
            </a:xfrm>
            <a:custGeom>
              <a:avLst/>
              <a:pathLst>
                <a:path w="21670" h="165756">
                  <a:moveTo>
                    <a:pt x="0" y="165756"/>
                  </a:moveTo>
                  <a:lnTo>
                    <a:pt x="2167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g897"/>
            <p:cNvSpPr/>
            <p:nvPr/>
          </p:nvSpPr>
          <p:spPr>
            <a:xfrm>
              <a:off x="6438876" y="4772696"/>
              <a:ext cx="21670" cy="165756"/>
            </a:xfrm>
            <a:custGeom>
              <a:avLst/>
              <a:pathLst>
                <a:path w="21670" h="165756">
                  <a:moveTo>
                    <a:pt x="0" y="165756"/>
                  </a:moveTo>
                  <a:lnTo>
                    <a:pt x="2167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g898"/>
            <p:cNvSpPr/>
            <p:nvPr/>
          </p:nvSpPr>
          <p:spPr>
            <a:xfrm>
              <a:off x="6438876" y="4772696"/>
              <a:ext cx="128585" cy="167167"/>
            </a:xfrm>
            <a:custGeom>
              <a:avLst/>
              <a:pathLst>
                <a:path w="128585" h="167167">
                  <a:moveTo>
                    <a:pt x="0" y="165756"/>
                  </a:moveTo>
                  <a:lnTo>
                    <a:pt x="5473" y="166380"/>
                  </a:lnTo>
                  <a:lnTo>
                    <a:pt x="10964" y="166824"/>
                  </a:lnTo>
                  <a:lnTo>
                    <a:pt x="16467" y="167086"/>
                  </a:lnTo>
                  <a:lnTo>
                    <a:pt x="21976" y="167167"/>
                  </a:lnTo>
                  <a:lnTo>
                    <a:pt x="27484" y="167066"/>
                  </a:lnTo>
                  <a:lnTo>
                    <a:pt x="32986" y="166783"/>
                  </a:lnTo>
                  <a:lnTo>
                    <a:pt x="38476" y="166320"/>
                  </a:lnTo>
                  <a:lnTo>
                    <a:pt x="43947" y="165676"/>
                  </a:lnTo>
                  <a:lnTo>
                    <a:pt x="49394" y="164852"/>
                  </a:lnTo>
                  <a:lnTo>
                    <a:pt x="54811" y="163849"/>
                  </a:lnTo>
                  <a:lnTo>
                    <a:pt x="60192" y="162668"/>
                  </a:lnTo>
                  <a:lnTo>
                    <a:pt x="65531" y="161310"/>
                  </a:lnTo>
                  <a:lnTo>
                    <a:pt x="70823" y="159777"/>
                  </a:lnTo>
                  <a:lnTo>
                    <a:pt x="76061" y="158071"/>
                  </a:lnTo>
                  <a:lnTo>
                    <a:pt x="81240" y="156193"/>
                  </a:lnTo>
                  <a:lnTo>
                    <a:pt x="86355" y="154145"/>
                  </a:lnTo>
                  <a:lnTo>
                    <a:pt x="91399" y="151930"/>
                  </a:lnTo>
                  <a:lnTo>
                    <a:pt x="96367" y="149549"/>
                  </a:lnTo>
                  <a:lnTo>
                    <a:pt x="101255" y="147007"/>
                  </a:lnTo>
                  <a:lnTo>
                    <a:pt x="106056" y="144305"/>
                  </a:lnTo>
                  <a:lnTo>
                    <a:pt x="110765" y="141446"/>
                  </a:lnTo>
                  <a:lnTo>
                    <a:pt x="115377" y="138433"/>
                  </a:lnTo>
                  <a:lnTo>
                    <a:pt x="119888" y="135270"/>
                  </a:lnTo>
                  <a:lnTo>
                    <a:pt x="124292" y="131960"/>
                  </a:lnTo>
                  <a:lnTo>
                    <a:pt x="128585" y="128507"/>
                  </a:lnTo>
                  <a:lnTo>
                    <a:pt x="2167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g899"/>
            <p:cNvSpPr/>
            <p:nvPr/>
          </p:nvSpPr>
          <p:spPr>
            <a:xfrm>
              <a:off x="6460546" y="4605529"/>
              <a:ext cx="167162" cy="295674"/>
            </a:xfrm>
            <a:custGeom>
              <a:avLst/>
              <a:pathLst>
                <a:path w="167162" h="295674">
                  <a:moveTo>
                    <a:pt x="106914" y="295674"/>
                  </a:moveTo>
                  <a:lnTo>
                    <a:pt x="110997" y="292165"/>
                  </a:lnTo>
                  <a:lnTo>
                    <a:pt x="114964" y="288526"/>
                  </a:lnTo>
                  <a:lnTo>
                    <a:pt x="118813" y="284761"/>
                  </a:lnTo>
                  <a:lnTo>
                    <a:pt x="122538" y="280874"/>
                  </a:lnTo>
                  <a:lnTo>
                    <a:pt x="126135" y="276870"/>
                  </a:lnTo>
                  <a:lnTo>
                    <a:pt x="129603" y="272751"/>
                  </a:lnTo>
                  <a:lnTo>
                    <a:pt x="132935" y="268523"/>
                  </a:lnTo>
                  <a:lnTo>
                    <a:pt x="136130" y="264190"/>
                  </a:lnTo>
                  <a:lnTo>
                    <a:pt x="139184" y="259756"/>
                  </a:lnTo>
                  <a:lnTo>
                    <a:pt x="142093" y="255226"/>
                  </a:lnTo>
                  <a:lnTo>
                    <a:pt x="144855" y="250605"/>
                  </a:lnTo>
                  <a:lnTo>
                    <a:pt x="147466" y="245898"/>
                  </a:lnTo>
                  <a:lnTo>
                    <a:pt x="149925" y="241108"/>
                  </a:lnTo>
                  <a:lnTo>
                    <a:pt x="152228" y="236242"/>
                  </a:lnTo>
                  <a:lnTo>
                    <a:pt x="154373" y="231305"/>
                  </a:lnTo>
                  <a:lnTo>
                    <a:pt x="156359" y="226300"/>
                  </a:lnTo>
                  <a:lnTo>
                    <a:pt x="158182" y="221235"/>
                  </a:lnTo>
                  <a:lnTo>
                    <a:pt x="159841" y="216113"/>
                  </a:lnTo>
                  <a:lnTo>
                    <a:pt x="161334" y="210941"/>
                  </a:lnTo>
                  <a:lnTo>
                    <a:pt x="162660" y="205723"/>
                  </a:lnTo>
                  <a:lnTo>
                    <a:pt x="163817" y="200465"/>
                  </a:lnTo>
                  <a:lnTo>
                    <a:pt x="164804" y="195173"/>
                  </a:lnTo>
                  <a:lnTo>
                    <a:pt x="165621" y="189852"/>
                  </a:lnTo>
                  <a:lnTo>
                    <a:pt x="166265" y="184507"/>
                  </a:lnTo>
                  <a:lnTo>
                    <a:pt x="166737" y="179144"/>
                  </a:lnTo>
                  <a:lnTo>
                    <a:pt x="167037" y="173769"/>
                  </a:lnTo>
                  <a:lnTo>
                    <a:pt x="167162" y="168387"/>
                  </a:lnTo>
                  <a:lnTo>
                    <a:pt x="167115" y="163004"/>
                  </a:lnTo>
                  <a:lnTo>
                    <a:pt x="166894" y="157625"/>
                  </a:lnTo>
                  <a:lnTo>
                    <a:pt x="166501" y="152255"/>
                  </a:lnTo>
                  <a:lnTo>
                    <a:pt x="165934" y="146902"/>
                  </a:lnTo>
                  <a:lnTo>
                    <a:pt x="165195" y="141569"/>
                  </a:lnTo>
                  <a:lnTo>
                    <a:pt x="164286" y="136263"/>
                  </a:lnTo>
                  <a:lnTo>
                    <a:pt x="163205" y="130989"/>
                  </a:lnTo>
                  <a:lnTo>
                    <a:pt x="161956" y="125752"/>
                  </a:lnTo>
                  <a:lnTo>
                    <a:pt x="160538" y="120559"/>
                  </a:lnTo>
                  <a:lnTo>
                    <a:pt x="158954" y="115414"/>
                  </a:lnTo>
                  <a:lnTo>
                    <a:pt x="157205" y="110322"/>
                  </a:lnTo>
                  <a:lnTo>
                    <a:pt x="155293" y="105289"/>
                  </a:lnTo>
                  <a:lnTo>
                    <a:pt x="153220" y="100321"/>
                  </a:lnTo>
                  <a:lnTo>
                    <a:pt x="150988" y="95422"/>
                  </a:lnTo>
                  <a:lnTo>
                    <a:pt x="148600" y="90597"/>
                  </a:lnTo>
                  <a:lnTo>
                    <a:pt x="146057" y="85852"/>
                  </a:lnTo>
                  <a:lnTo>
                    <a:pt x="143363" y="81191"/>
                  </a:lnTo>
                  <a:lnTo>
                    <a:pt x="140520" y="76619"/>
                  </a:lnTo>
                  <a:lnTo>
                    <a:pt x="137532" y="72141"/>
                  </a:lnTo>
                  <a:lnTo>
                    <a:pt x="134400" y="67762"/>
                  </a:lnTo>
                  <a:lnTo>
                    <a:pt x="131130" y="63486"/>
                  </a:lnTo>
                  <a:lnTo>
                    <a:pt x="127723" y="59317"/>
                  </a:lnTo>
                  <a:lnTo>
                    <a:pt x="124184" y="55260"/>
                  </a:lnTo>
                  <a:lnTo>
                    <a:pt x="120516" y="51319"/>
                  </a:lnTo>
                  <a:lnTo>
                    <a:pt x="116723" y="47499"/>
                  </a:lnTo>
                  <a:lnTo>
                    <a:pt x="112810" y="43802"/>
                  </a:lnTo>
                  <a:lnTo>
                    <a:pt x="108779" y="40234"/>
                  </a:lnTo>
                  <a:lnTo>
                    <a:pt x="104635" y="36797"/>
                  </a:lnTo>
                  <a:lnTo>
                    <a:pt x="100383" y="33495"/>
                  </a:lnTo>
                  <a:lnTo>
                    <a:pt x="96026" y="30332"/>
                  </a:lnTo>
                  <a:lnTo>
                    <a:pt x="91570" y="27311"/>
                  </a:lnTo>
                  <a:lnTo>
                    <a:pt x="87020" y="24435"/>
                  </a:lnTo>
                  <a:lnTo>
                    <a:pt x="82378" y="21707"/>
                  </a:lnTo>
                  <a:lnTo>
                    <a:pt x="77652" y="19130"/>
                  </a:lnTo>
                  <a:lnTo>
                    <a:pt x="72845" y="16706"/>
                  </a:lnTo>
                  <a:lnTo>
                    <a:pt x="67962" y="14438"/>
                  </a:lnTo>
                  <a:lnTo>
                    <a:pt x="63009" y="12329"/>
                  </a:lnTo>
                  <a:lnTo>
                    <a:pt x="57990" y="10380"/>
                  </a:lnTo>
                  <a:lnTo>
                    <a:pt x="52912" y="8594"/>
                  </a:lnTo>
                  <a:lnTo>
                    <a:pt x="47778" y="6973"/>
                  </a:lnTo>
                  <a:lnTo>
                    <a:pt x="42595" y="5517"/>
                  </a:lnTo>
                  <a:lnTo>
                    <a:pt x="37368" y="4230"/>
                  </a:lnTo>
                  <a:lnTo>
                    <a:pt x="32102" y="3111"/>
                  </a:lnTo>
                  <a:lnTo>
                    <a:pt x="26802" y="2162"/>
                  </a:lnTo>
                  <a:lnTo>
                    <a:pt x="21475" y="1385"/>
                  </a:lnTo>
                  <a:lnTo>
                    <a:pt x="16126" y="779"/>
                  </a:lnTo>
                  <a:lnTo>
                    <a:pt x="10760" y="346"/>
                  </a:lnTo>
                  <a:lnTo>
                    <a:pt x="5382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pg90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" name="pg90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" name="pg90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" name="pg90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" name="pg90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" name="pg90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" name="pg90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" name="pg90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" name="pg90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" name="pg90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" name="pg91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" name="pg91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" name="pg91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" name="pg91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" name="pg91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" name="pg91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" name="pg91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" name="pg91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" name="pg91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" name="pg91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" name="pg92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" name="pg92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" name="pg92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" name="pg92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" name="pg92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" name="pg925"/>
            <p:cNvSpPr/>
            <p:nvPr/>
          </p:nvSpPr>
          <p:spPr>
            <a:xfrm>
              <a:off x="6578731" y="4172415"/>
              <a:ext cx="222007" cy="334315"/>
            </a:xfrm>
            <a:custGeom>
              <a:avLst/>
              <a:pathLst>
                <a:path w="222007" h="334315">
                  <a:moveTo>
                    <a:pt x="167161" y="0"/>
                  </a:moveTo>
                  <a:lnTo>
                    <a:pt x="161831" y="84"/>
                  </a:lnTo>
                  <a:lnTo>
                    <a:pt x="156507" y="339"/>
                  </a:lnTo>
                  <a:lnTo>
                    <a:pt x="151193" y="764"/>
                  </a:lnTo>
                  <a:lnTo>
                    <a:pt x="145896" y="1358"/>
                  </a:lnTo>
                  <a:lnTo>
                    <a:pt x="140620" y="2120"/>
                  </a:lnTo>
                  <a:lnTo>
                    <a:pt x="135372" y="3050"/>
                  </a:lnTo>
                  <a:lnTo>
                    <a:pt x="130155" y="4147"/>
                  </a:lnTo>
                  <a:lnTo>
                    <a:pt x="124976" y="5410"/>
                  </a:lnTo>
                  <a:lnTo>
                    <a:pt x="119840" y="6837"/>
                  </a:lnTo>
                  <a:lnTo>
                    <a:pt x="114753" y="8427"/>
                  </a:lnTo>
                  <a:lnTo>
                    <a:pt x="109718" y="10179"/>
                  </a:lnTo>
                  <a:lnTo>
                    <a:pt x="104742" y="12090"/>
                  </a:lnTo>
                  <a:lnTo>
                    <a:pt x="99829" y="14159"/>
                  </a:lnTo>
                  <a:lnTo>
                    <a:pt x="94985" y="16384"/>
                  </a:lnTo>
                  <a:lnTo>
                    <a:pt x="90214" y="18762"/>
                  </a:lnTo>
                  <a:lnTo>
                    <a:pt x="85522" y="21290"/>
                  </a:lnTo>
                  <a:lnTo>
                    <a:pt x="80912" y="23967"/>
                  </a:lnTo>
                  <a:lnTo>
                    <a:pt x="76391" y="26790"/>
                  </a:lnTo>
                  <a:lnTo>
                    <a:pt x="71961" y="29756"/>
                  </a:lnTo>
                  <a:lnTo>
                    <a:pt x="67628" y="32861"/>
                  </a:lnTo>
                  <a:lnTo>
                    <a:pt x="63397" y="36103"/>
                  </a:lnTo>
                  <a:lnTo>
                    <a:pt x="59271" y="39478"/>
                  </a:lnTo>
                  <a:lnTo>
                    <a:pt x="55254" y="42982"/>
                  </a:lnTo>
                  <a:lnTo>
                    <a:pt x="51352" y="46613"/>
                  </a:lnTo>
                  <a:lnTo>
                    <a:pt x="47567" y="50367"/>
                  </a:lnTo>
                  <a:lnTo>
                    <a:pt x="43904" y="54240"/>
                  </a:lnTo>
                  <a:lnTo>
                    <a:pt x="40366" y="58227"/>
                  </a:lnTo>
                  <a:lnTo>
                    <a:pt x="36957" y="62325"/>
                  </a:lnTo>
                  <a:lnTo>
                    <a:pt x="33681" y="66529"/>
                  </a:lnTo>
                  <a:lnTo>
                    <a:pt x="30540" y="70836"/>
                  </a:lnTo>
                  <a:lnTo>
                    <a:pt x="27538" y="75241"/>
                  </a:lnTo>
                  <a:lnTo>
                    <a:pt x="24678" y="79740"/>
                  </a:lnTo>
                  <a:lnTo>
                    <a:pt x="21963" y="84327"/>
                  </a:lnTo>
                  <a:lnTo>
                    <a:pt x="19396" y="88999"/>
                  </a:lnTo>
                  <a:lnTo>
                    <a:pt x="16979" y="93750"/>
                  </a:lnTo>
                  <a:lnTo>
                    <a:pt x="14714" y="98575"/>
                  </a:lnTo>
                  <a:lnTo>
                    <a:pt x="12605" y="103471"/>
                  </a:lnTo>
                  <a:lnTo>
                    <a:pt x="10652" y="108431"/>
                  </a:lnTo>
                  <a:lnTo>
                    <a:pt x="8859" y="113451"/>
                  </a:lnTo>
                  <a:lnTo>
                    <a:pt x="7227" y="118525"/>
                  </a:lnTo>
                  <a:lnTo>
                    <a:pt x="5758" y="123649"/>
                  </a:lnTo>
                  <a:lnTo>
                    <a:pt x="4452" y="128817"/>
                  </a:lnTo>
                  <a:lnTo>
                    <a:pt x="3312" y="134024"/>
                  </a:lnTo>
                  <a:lnTo>
                    <a:pt x="2339" y="139265"/>
                  </a:lnTo>
                  <a:lnTo>
                    <a:pt x="1533" y="144535"/>
                  </a:lnTo>
                  <a:lnTo>
                    <a:pt x="896" y="149827"/>
                  </a:lnTo>
                  <a:lnTo>
                    <a:pt x="427" y="155137"/>
                  </a:lnTo>
                  <a:lnTo>
                    <a:pt x="128" y="160459"/>
                  </a:lnTo>
                  <a:lnTo>
                    <a:pt x="0" y="165788"/>
                  </a:lnTo>
                  <a:lnTo>
                    <a:pt x="41" y="171118"/>
                  </a:lnTo>
                  <a:lnTo>
                    <a:pt x="251" y="176445"/>
                  </a:lnTo>
                  <a:lnTo>
                    <a:pt x="632" y="181762"/>
                  </a:lnTo>
                  <a:lnTo>
                    <a:pt x="1182" y="187064"/>
                  </a:lnTo>
                  <a:lnTo>
                    <a:pt x="1901" y="192346"/>
                  </a:lnTo>
                  <a:lnTo>
                    <a:pt x="2788" y="197602"/>
                  </a:lnTo>
                  <a:lnTo>
                    <a:pt x="3842" y="202827"/>
                  </a:lnTo>
                  <a:lnTo>
                    <a:pt x="5062" y="208016"/>
                  </a:lnTo>
                  <a:lnTo>
                    <a:pt x="6446" y="213164"/>
                  </a:lnTo>
                  <a:lnTo>
                    <a:pt x="7995" y="218264"/>
                  </a:lnTo>
                  <a:lnTo>
                    <a:pt x="9705" y="223313"/>
                  </a:lnTo>
                  <a:lnTo>
                    <a:pt x="11575" y="228305"/>
                  </a:lnTo>
                  <a:lnTo>
                    <a:pt x="13603" y="233234"/>
                  </a:lnTo>
                  <a:lnTo>
                    <a:pt x="15788" y="238097"/>
                  </a:lnTo>
                  <a:lnTo>
                    <a:pt x="18126" y="242887"/>
                  </a:lnTo>
                  <a:lnTo>
                    <a:pt x="20616" y="247600"/>
                  </a:lnTo>
                  <a:lnTo>
                    <a:pt x="23255" y="252232"/>
                  </a:lnTo>
                  <a:lnTo>
                    <a:pt x="26041" y="256777"/>
                  </a:lnTo>
                  <a:lnTo>
                    <a:pt x="28969" y="261230"/>
                  </a:lnTo>
                  <a:lnTo>
                    <a:pt x="32039" y="265589"/>
                  </a:lnTo>
                  <a:lnTo>
                    <a:pt x="35245" y="269847"/>
                  </a:lnTo>
                  <a:lnTo>
                    <a:pt x="38586" y="274000"/>
                  </a:lnTo>
                  <a:lnTo>
                    <a:pt x="42058" y="278046"/>
                  </a:lnTo>
                  <a:lnTo>
                    <a:pt x="45657" y="281978"/>
                  </a:lnTo>
                  <a:lnTo>
                    <a:pt x="49379" y="285794"/>
                  </a:lnTo>
                  <a:lnTo>
                    <a:pt x="53221" y="289488"/>
                  </a:lnTo>
                  <a:lnTo>
                    <a:pt x="57179" y="293059"/>
                  </a:lnTo>
                  <a:lnTo>
                    <a:pt x="61249" y="296502"/>
                  </a:lnTo>
                  <a:lnTo>
                    <a:pt x="65426" y="299813"/>
                  </a:lnTo>
                  <a:lnTo>
                    <a:pt x="69707" y="302989"/>
                  </a:lnTo>
                  <a:lnTo>
                    <a:pt x="74087" y="306027"/>
                  </a:lnTo>
                  <a:lnTo>
                    <a:pt x="78562" y="308924"/>
                  </a:lnTo>
                  <a:lnTo>
                    <a:pt x="83126" y="311677"/>
                  </a:lnTo>
                  <a:lnTo>
                    <a:pt x="87777" y="314283"/>
                  </a:lnTo>
                  <a:lnTo>
                    <a:pt x="92507" y="316739"/>
                  </a:lnTo>
                  <a:lnTo>
                    <a:pt x="97314" y="319043"/>
                  </a:lnTo>
                  <a:lnTo>
                    <a:pt x="102192" y="321193"/>
                  </a:lnTo>
                  <a:lnTo>
                    <a:pt x="107136" y="323186"/>
                  </a:lnTo>
                  <a:lnTo>
                    <a:pt x="112141" y="325020"/>
                  </a:lnTo>
                  <a:lnTo>
                    <a:pt x="117202" y="326694"/>
                  </a:lnTo>
                  <a:lnTo>
                    <a:pt x="122313" y="328206"/>
                  </a:lnTo>
                  <a:lnTo>
                    <a:pt x="127471" y="329554"/>
                  </a:lnTo>
                  <a:lnTo>
                    <a:pt x="132668" y="330737"/>
                  </a:lnTo>
                  <a:lnTo>
                    <a:pt x="137901" y="331754"/>
                  </a:lnTo>
                  <a:lnTo>
                    <a:pt x="143163" y="332603"/>
                  </a:lnTo>
                  <a:lnTo>
                    <a:pt x="148450" y="333284"/>
                  </a:lnTo>
                  <a:lnTo>
                    <a:pt x="153756" y="333796"/>
                  </a:lnTo>
                  <a:lnTo>
                    <a:pt x="159076" y="334139"/>
                  </a:lnTo>
                  <a:lnTo>
                    <a:pt x="164403" y="334312"/>
                  </a:lnTo>
                  <a:lnTo>
                    <a:pt x="169734" y="334315"/>
                  </a:lnTo>
                  <a:lnTo>
                    <a:pt x="175062" y="334148"/>
                  </a:lnTo>
                  <a:lnTo>
                    <a:pt x="180382" y="333811"/>
                  </a:lnTo>
                  <a:lnTo>
                    <a:pt x="185688" y="333305"/>
                  </a:lnTo>
                  <a:lnTo>
                    <a:pt x="190976" y="332629"/>
                  </a:lnTo>
                  <a:lnTo>
                    <a:pt x="196239" y="331786"/>
                  </a:lnTo>
                  <a:lnTo>
                    <a:pt x="201473" y="330775"/>
                  </a:lnTo>
                  <a:lnTo>
                    <a:pt x="206672" y="329598"/>
                  </a:lnTo>
                  <a:lnTo>
                    <a:pt x="211831" y="328256"/>
                  </a:lnTo>
                  <a:lnTo>
                    <a:pt x="216944" y="326750"/>
                  </a:lnTo>
                  <a:lnTo>
                    <a:pt x="222007" y="325081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" name="pg926"/>
            <p:cNvSpPr/>
            <p:nvPr/>
          </p:nvSpPr>
          <p:spPr>
            <a:xfrm>
              <a:off x="6745892" y="4339583"/>
              <a:ext cx="54845" cy="157914"/>
            </a:xfrm>
            <a:custGeom>
              <a:avLst/>
              <a:pathLst>
                <a:path w="54845" h="157914">
                  <a:moveTo>
                    <a:pt x="54845" y="15791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" name="pg927"/>
            <p:cNvSpPr/>
            <p:nvPr/>
          </p:nvSpPr>
          <p:spPr>
            <a:xfrm>
              <a:off x="6745892" y="4339583"/>
              <a:ext cx="157829" cy="157914"/>
            </a:xfrm>
            <a:custGeom>
              <a:avLst/>
              <a:pathLst>
                <a:path w="157829" h="157914">
                  <a:moveTo>
                    <a:pt x="54845" y="157914"/>
                  </a:moveTo>
                  <a:lnTo>
                    <a:pt x="60081" y="155997"/>
                  </a:lnTo>
                  <a:lnTo>
                    <a:pt x="65251" y="153906"/>
                  </a:lnTo>
                  <a:lnTo>
                    <a:pt x="70348" y="151644"/>
                  </a:lnTo>
                  <a:lnTo>
                    <a:pt x="75366" y="149213"/>
                  </a:lnTo>
                  <a:lnTo>
                    <a:pt x="80301" y="146617"/>
                  </a:lnTo>
                  <a:lnTo>
                    <a:pt x="85147" y="143857"/>
                  </a:lnTo>
                  <a:lnTo>
                    <a:pt x="89897" y="140937"/>
                  </a:lnTo>
                  <a:lnTo>
                    <a:pt x="94548" y="137860"/>
                  </a:lnTo>
                  <a:lnTo>
                    <a:pt x="99093" y="134630"/>
                  </a:lnTo>
                  <a:lnTo>
                    <a:pt x="103529" y="131250"/>
                  </a:lnTo>
                  <a:lnTo>
                    <a:pt x="107849" y="127724"/>
                  </a:lnTo>
                  <a:lnTo>
                    <a:pt x="112048" y="124056"/>
                  </a:lnTo>
                  <a:lnTo>
                    <a:pt x="116124" y="120250"/>
                  </a:lnTo>
                  <a:lnTo>
                    <a:pt x="120070" y="116310"/>
                  </a:lnTo>
                  <a:lnTo>
                    <a:pt x="123882" y="112240"/>
                  </a:lnTo>
                  <a:lnTo>
                    <a:pt x="127557" y="108046"/>
                  </a:lnTo>
                  <a:lnTo>
                    <a:pt x="131090" y="103732"/>
                  </a:lnTo>
                  <a:lnTo>
                    <a:pt x="134476" y="99302"/>
                  </a:lnTo>
                  <a:lnTo>
                    <a:pt x="137714" y="94761"/>
                  </a:lnTo>
                  <a:lnTo>
                    <a:pt x="140798" y="90115"/>
                  </a:lnTo>
                  <a:lnTo>
                    <a:pt x="143725" y="85369"/>
                  </a:lnTo>
                  <a:lnTo>
                    <a:pt x="146492" y="80528"/>
                  </a:lnTo>
                  <a:lnTo>
                    <a:pt x="149097" y="75597"/>
                  </a:lnTo>
                  <a:lnTo>
                    <a:pt x="151535" y="70582"/>
                  </a:lnTo>
                  <a:lnTo>
                    <a:pt x="153805" y="65489"/>
                  </a:lnTo>
                  <a:lnTo>
                    <a:pt x="155904" y="60323"/>
                  </a:lnTo>
                  <a:lnTo>
                    <a:pt x="157829" y="550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" name="pg928"/>
            <p:cNvSpPr/>
            <p:nvPr/>
          </p:nvSpPr>
          <p:spPr>
            <a:xfrm>
              <a:off x="6745892" y="4172415"/>
              <a:ext cx="167154" cy="222257"/>
            </a:xfrm>
            <a:custGeom>
              <a:avLst/>
              <a:pathLst>
                <a:path w="167154" h="222257">
                  <a:moveTo>
                    <a:pt x="157829" y="222257"/>
                  </a:moveTo>
                  <a:lnTo>
                    <a:pt x="159526" y="217129"/>
                  </a:lnTo>
                  <a:lnTo>
                    <a:pt x="161057" y="211948"/>
                  </a:lnTo>
                  <a:lnTo>
                    <a:pt x="162420" y="206721"/>
                  </a:lnTo>
                  <a:lnTo>
                    <a:pt x="163613" y="201453"/>
                  </a:lnTo>
                  <a:lnTo>
                    <a:pt x="164636" y="196148"/>
                  </a:lnTo>
                  <a:lnTo>
                    <a:pt x="165486" y="190814"/>
                  </a:lnTo>
                  <a:lnTo>
                    <a:pt x="166164" y="185455"/>
                  </a:lnTo>
                  <a:lnTo>
                    <a:pt x="166668" y="180076"/>
                  </a:lnTo>
                  <a:lnTo>
                    <a:pt x="166998" y="174684"/>
                  </a:lnTo>
                  <a:lnTo>
                    <a:pt x="167154" y="169285"/>
                  </a:lnTo>
                  <a:lnTo>
                    <a:pt x="167135" y="163883"/>
                  </a:lnTo>
                  <a:lnTo>
                    <a:pt x="166941" y="158484"/>
                  </a:lnTo>
                  <a:lnTo>
                    <a:pt x="166574" y="153095"/>
                  </a:lnTo>
                  <a:lnTo>
                    <a:pt x="166032" y="147720"/>
                  </a:lnTo>
                  <a:lnTo>
                    <a:pt x="165317" y="142366"/>
                  </a:lnTo>
                  <a:lnTo>
                    <a:pt x="164429" y="137038"/>
                  </a:lnTo>
                  <a:lnTo>
                    <a:pt x="163370" y="131741"/>
                  </a:lnTo>
                  <a:lnTo>
                    <a:pt x="162140" y="126481"/>
                  </a:lnTo>
                  <a:lnTo>
                    <a:pt x="160741" y="121263"/>
                  </a:lnTo>
                  <a:lnTo>
                    <a:pt x="159174" y="116094"/>
                  </a:lnTo>
                  <a:lnTo>
                    <a:pt x="157441" y="110977"/>
                  </a:lnTo>
                  <a:lnTo>
                    <a:pt x="155543" y="105920"/>
                  </a:lnTo>
                  <a:lnTo>
                    <a:pt x="153483" y="100926"/>
                  </a:lnTo>
                  <a:lnTo>
                    <a:pt x="151262" y="96002"/>
                  </a:lnTo>
                  <a:lnTo>
                    <a:pt x="148884" y="91151"/>
                  </a:lnTo>
                  <a:lnTo>
                    <a:pt x="146350" y="86381"/>
                  </a:lnTo>
                  <a:lnTo>
                    <a:pt x="143664" y="81694"/>
                  </a:lnTo>
                  <a:lnTo>
                    <a:pt x="140827" y="77097"/>
                  </a:lnTo>
                  <a:lnTo>
                    <a:pt x="137843" y="72594"/>
                  </a:lnTo>
                  <a:lnTo>
                    <a:pt x="134716" y="68190"/>
                  </a:lnTo>
                  <a:lnTo>
                    <a:pt x="131447" y="63889"/>
                  </a:lnTo>
                  <a:lnTo>
                    <a:pt x="128042" y="59695"/>
                  </a:lnTo>
                  <a:lnTo>
                    <a:pt x="124503" y="55615"/>
                  </a:lnTo>
                  <a:lnTo>
                    <a:pt x="120833" y="51650"/>
                  </a:lnTo>
                  <a:lnTo>
                    <a:pt x="117038" y="47806"/>
                  </a:lnTo>
                  <a:lnTo>
                    <a:pt x="113120" y="44087"/>
                  </a:lnTo>
                  <a:lnTo>
                    <a:pt x="109084" y="40496"/>
                  </a:lnTo>
                  <a:lnTo>
                    <a:pt x="104935" y="37038"/>
                  </a:lnTo>
                  <a:lnTo>
                    <a:pt x="100676" y="33715"/>
                  </a:lnTo>
                  <a:lnTo>
                    <a:pt x="96311" y="30532"/>
                  </a:lnTo>
                  <a:lnTo>
                    <a:pt x="91846" y="27492"/>
                  </a:lnTo>
                  <a:lnTo>
                    <a:pt x="87285" y="24597"/>
                  </a:lnTo>
                  <a:lnTo>
                    <a:pt x="82633" y="21851"/>
                  </a:lnTo>
                  <a:lnTo>
                    <a:pt x="77895" y="19257"/>
                  </a:lnTo>
                  <a:lnTo>
                    <a:pt x="73075" y="16818"/>
                  </a:lnTo>
                  <a:lnTo>
                    <a:pt x="68180" y="14535"/>
                  </a:lnTo>
                  <a:lnTo>
                    <a:pt x="63212" y="12412"/>
                  </a:lnTo>
                  <a:lnTo>
                    <a:pt x="58179" y="10450"/>
                  </a:lnTo>
                  <a:lnTo>
                    <a:pt x="53085" y="8652"/>
                  </a:lnTo>
                  <a:lnTo>
                    <a:pt x="47936" y="7020"/>
                  </a:lnTo>
                  <a:lnTo>
                    <a:pt x="42737" y="5555"/>
                  </a:lnTo>
                  <a:lnTo>
                    <a:pt x="37493" y="4258"/>
                  </a:lnTo>
                  <a:lnTo>
                    <a:pt x="32210" y="3132"/>
                  </a:lnTo>
                  <a:lnTo>
                    <a:pt x="26893" y="2177"/>
                  </a:lnTo>
                  <a:lnTo>
                    <a:pt x="21548" y="1394"/>
                  </a:lnTo>
                  <a:lnTo>
                    <a:pt x="16180" y="784"/>
                  </a:lnTo>
                  <a:lnTo>
                    <a:pt x="10796" y="349"/>
                  </a:lnTo>
                  <a:lnTo>
                    <a:pt x="5401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" name="pg92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" name="pg93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" name="pg93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" name="pg93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" name="pg93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" name="pg93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" name="pg93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" name="pg93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" name="pg93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" name="pg93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" name="pg93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" name="pg94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" name="pg94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" name="pg94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" name="pg94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4" name="pg94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" name="pg94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" name="pg94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" name="pg94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" name="pg94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" name="pg94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" name="pg95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" name="pg95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" name="pg95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" name="pg95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" name="pg95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5" name="pg955"/>
            <p:cNvSpPr/>
            <p:nvPr/>
          </p:nvSpPr>
          <p:spPr>
            <a:xfrm>
              <a:off x="6756337" y="3685283"/>
              <a:ext cx="167157" cy="333725"/>
            </a:xfrm>
            <a:custGeom>
              <a:avLst/>
              <a:pathLst>
                <a:path w="167157" h="333725">
                  <a:moveTo>
                    <a:pt x="167157" y="0"/>
                  </a:moveTo>
                  <a:lnTo>
                    <a:pt x="161836" y="84"/>
                  </a:lnTo>
                  <a:lnTo>
                    <a:pt x="156521" y="338"/>
                  </a:lnTo>
                  <a:lnTo>
                    <a:pt x="151216" y="761"/>
                  </a:lnTo>
                  <a:lnTo>
                    <a:pt x="145927" y="1353"/>
                  </a:lnTo>
                  <a:lnTo>
                    <a:pt x="140660" y="2113"/>
                  </a:lnTo>
                  <a:lnTo>
                    <a:pt x="135420" y="3040"/>
                  </a:lnTo>
                  <a:lnTo>
                    <a:pt x="130212" y="4133"/>
                  </a:lnTo>
                  <a:lnTo>
                    <a:pt x="125042" y="5392"/>
                  </a:lnTo>
                  <a:lnTo>
                    <a:pt x="119914" y="6814"/>
                  </a:lnTo>
                  <a:lnTo>
                    <a:pt x="114834" y="8399"/>
                  </a:lnTo>
                  <a:lnTo>
                    <a:pt x="109807" y="10145"/>
                  </a:lnTo>
                  <a:lnTo>
                    <a:pt x="104838" y="12050"/>
                  </a:lnTo>
                  <a:lnTo>
                    <a:pt x="99932" y="14112"/>
                  </a:lnTo>
                  <a:lnTo>
                    <a:pt x="95094" y="16330"/>
                  </a:lnTo>
                  <a:lnTo>
                    <a:pt x="90330" y="18700"/>
                  </a:lnTo>
                  <a:lnTo>
                    <a:pt x="85643" y="21220"/>
                  </a:lnTo>
                  <a:lnTo>
                    <a:pt x="81039" y="23889"/>
                  </a:lnTo>
                  <a:lnTo>
                    <a:pt x="76522" y="26703"/>
                  </a:lnTo>
                  <a:lnTo>
                    <a:pt x="72097" y="29659"/>
                  </a:lnTo>
                  <a:lnTo>
                    <a:pt x="67768" y="32754"/>
                  </a:lnTo>
                  <a:lnTo>
                    <a:pt x="63540" y="35986"/>
                  </a:lnTo>
                  <a:lnTo>
                    <a:pt x="59417" y="39350"/>
                  </a:lnTo>
                  <a:lnTo>
                    <a:pt x="55404" y="42844"/>
                  </a:lnTo>
                  <a:lnTo>
                    <a:pt x="51503" y="46464"/>
                  </a:lnTo>
                  <a:lnTo>
                    <a:pt x="47720" y="50207"/>
                  </a:lnTo>
                  <a:lnTo>
                    <a:pt x="44057" y="54068"/>
                  </a:lnTo>
                  <a:lnTo>
                    <a:pt x="40520" y="58043"/>
                  </a:lnTo>
                  <a:lnTo>
                    <a:pt x="37111" y="62129"/>
                  </a:lnTo>
                  <a:lnTo>
                    <a:pt x="33833" y="66322"/>
                  </a:lnTo>
                  <a:lnTo>
                    <a:pt x="30691" y="70617"/>
                  </a:lnTo>
                  <a:lnTo>
                    <a:pt x="27687" y="75009"/>
                  </a:lnTo>
                  <a:lnTo>
                    <a:pt x="24824" y="79495"/>
                  </a:lnTo>
                  <a:lnTo>
                    <a:pt x="22106" y="84070"/>
                  </a:lnTo>
                  <a:lnTo>
                    <a:pt x="19534" y="88729"/>
                  </a:lnTo>
                  <a:lnTo>
                    <a:pt x="17113" y="93468"/>
                  </a:lnTo>
                  <a:lnTo>
                    <a:pt x="14843" y="98281"/>
                  </a:lnTo>
                  <a:lnTo>
                    <a:pt x="12727" y="103164"/>
                  </a:lnTo>
                  <a:lnTo>
                    <a:pt x="10768" y="108112"/>
                  </a:lnTo>
                  <a:lnTo>
                    <a:pt x="8968" y="113119"/>
                  </a:lnTo>
                  <a:lnTo>
                    <a:pt x="7328" y="118182"/>
                  </a:lnTo>
                  <a:lnTo>
                    <a:pt x="5849" y="123294"/>
                  </a:lnTo>
                  <a:lnTo>
                    <a:pt x="4535" y="128451"/>
                  </a:lnTo>
                  <a:lnTo>
                    <a:pt x="3385" y="133647"/>
                  </a:lnTo>
                  <a:lnTo>
                    <a:pt x="2401" y="138876"/>
                  </a:lnTo>
                  <a:lnTo>
                    <a:pt x="1584" y="144135"/>
                  </a:lnTo>
                  <a:lnTo>
                    <a:pt x="935" y="149417"/>
                  </a:lnTo>
                  <a:lnTo>
                    <a:pt x="454" y="154716"/>
                  </a:lnTo>
                  <a:lnTo>
                    <a:pt x="142" y="160029"/>
                  </a:lnTo>
                  <a:lnTo>
                    <a:pt x="0" y="165348"/>
                  </a:lnTo>
                  <a:lnTo>
                    <a:pt x="26" y="170670"/>
                  </a:lnTo>
                  <a:lnTo>
                    <a:pt x="223" y="175988"/>
                  </a:lnTo>
                  <a:lnTo>
                    <a:pt x="588" y="181297"/>
                  </a:lnTo>
                  <a:lnTo>
                    <a:pt x="1122" y="186592"/>
                  </a:lnTo>
                  <a:lnTo>
                    <a:pt x="1824" y="191867"/>
                  </a:lnTo>
                  <a:lnTo>
                    <a:pt x="2694" y="197117"/>
                  </a:lnTo>
                  <a:lnTo>
                    <a:pt x="3731" y="202336"/>
                  </a:lnTo>
                  <a:lnTo>
                    <a:pt x="4933" y="207520"/>
                  </a:lnTo>
                  <a:lnTo>
                    <a:pt x="6300" y="212663"/>
                  </a:lnTo>
                  <a:lnTo>
                    <a:pt x="7829" y="217760"/>
                  </a:lnTo>
                  <a:lnTo>
                    <a:pt x="9521" y="222806"/>
                  </a:lnTo>
                  <a:lnTo>
                    <a:pt x="11371" y="227795"/>
                  </a:lnTo>
                  <a:lnTo>
                    <a:pt x="13380" y="232723"/>
                  </a:lnTo>
                  <a:lnTo>
                    <a:pt x="15545" y="237585"/>
                  </a:lnTo>
                  <a:lnTo>
                    <a:pt x="17863" y="242375"/>
                  </a:lnTo>
                  <a:lnTo>
                    <a:pt x="20332" y="247089"/>
                  </a:lnTo>
                  <a:lnTo>
                    <a:pt x="22951" y="251721"/>
                  </a:lnTo>
                  <a:lnTo>
                    <a:pt x="25715" y="256269"/>
                  </a:lnTo>
                  <a:lnTo>
                    <a:pt x="28623" y="260726"/>
                  </a:lnTo>
                  <a:lnTo>
                    <a:pt x="31671" y="265088"/>
                  </a:lnTo>
                  <a:lnTo>
                    <a:pt x="34856" y="269351"/>
                  </a:lnTo>
                  <a:lnTo>
                    <a:pt x="38176" y="273510"/>
                  </a:lnTo>
                  <a:lnTo>
                    <a:pt x="41626" y="277561"/>
                  </a:lnTo>
                  <a:lnTo>
                    <a:pt x="45204" y="281501"/>
                  </a:lnTo>
                  <a:lnTo>
                    <a:pt x="48905" y="285325"/>
                  </a:lnTo>
                  <a:lnTo>
                    <a:pt x="52725" y="289029"/>
                  </a:lnTo>
                  <a:lnTo>
                    <a:pt x="56662" y="292610"/>
                  </a:lnTo>
                  <a:lnTo>
                    <a:pt x="60711" y="296063"/>
                  </a:lnTo>
                  <a:lnTo>
                    <a:pt x="64868" y="299386"/>
                  </a:lnTo>
                  <a:lnTo>
                    <a:pt x="69128" y="302575"/>
                  </a:lnTo>
                  <a:lnTo>
                    <a:pt x="73488" y="305626"/>
                  </a:lnTo>
                  <a:lnTo>
                    <a:pt x="77942" y="308538"/>
                  </a:lnTo>
                  <a:lnTo>
                    <a:pt x="82487" y="311306"/>
                  </a:lnTo>
                  <a:lnTo>
                    <a:pt x="87118" y="313928"/>
                  </a:lnTo>
                  <a:lnTo>
                    <a:pt x="91830" y="316401"/>
                  </a:lnTo>
                  <a:lnTo>
                    <a:pt x="96618" y="318723"/>
                  </a:lnTo>
                  <a:lnTo>
                    <a:pt x="101478" y="320891"/>
                  </a:lnTo>
                  <a:lnTo>
                    <a:pt x="106404" y="322904"/>
                  </a:lnTo>
                  <a:lnTo>
                    <a:pt x="111392" y="324759"/>
                  </a:lnTo>
                  <a:lnTo>
                    <a:pt x="116436" y="326454"/>
                  </a:lnTo>
                  <a:lnTo>
                    <a:pt x="121532" y="327988"/>
                  </a:lnTo>
                  <a:lnTo>
                    <a:pt x="126674" y="329358"/>
                  </a:lnTo>
                  <a:lnTo>
                    <a:pt x="131857" y="330565"/>
                  </a:lnTo>
                  <a:lnTo>
                    <a:pt x="137076" y="331606"/>
                  </a:lnTo>
                  <a:lnTo>
                    <a:pt x="142325" y="332480"/>
                  </a:lnTo>
                  <a:lnTo>
                    <a:pt x="147600" y="333186"/>
                  </a:lnTo>
                  <a:lnTo>
                    <a:pt x="152894" y="333725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6" name="pg956"/>
            <p:cNvSpPr/>
            <p:nvPr/>
          </p:nvSpPr>
          <p:spPr>
            <a:xfrm>
              <a:off x="6909231" y="3689767"/>
              <a:ext cx="181430" cy="329842"/>
            </a:xfrm>
            <a:custGeom>
              <a:avLst/>
              <a:pathLst>
                <a:path w="181430" h="329842">
                  <a:moveTo>
                    <a:pt x="0" y="329241"/>
                  </a:moveTo>
                  <a:lnTo>
                    <a:pt x="5312" y="329611"/>
                  </a:lnTo>
                  <a:lnTo>
                    <a:pt x="10634" y="329811"/>
                  </a:lnTo>
                  <a:lnTo>
                    <a:pt x="15960" y="329842"/>
                  </a:lnTo>
                  <a:lnTo>
                    <a:pt x="21284" y="329703"/>
                  </a:lnTo>
                  <a:lnTo>
                    <a:pt x="26601" y="329394"/>
                  </a:lnTo>
                  <a:lnTo>
                    <a:pt x="31905" y="328917"/>
                  </a:lnTo>
                  <a:lnTo>
                    <a:pt x="37192" y="328270"/>
                  </a:lnTo>
                  <a:lnTo>
                    <a:pt x="42455" y="327456"/>
                  </a:lnTo>
                  <a:lnTo>
                    <a:pt x="47690" y="326474"/>
                  </a:lnTo>
                  <a:lnTo>
                    <a:pt x="52890" y="325326"/>
                  </a:lnTo>
                  <a:lnTo>
                    <a:pt x="58052" y="324013"/>
                  </a:lnTo>
                  <a:lnTo>
                    <a:pt x="63169" y="322537"/>
                  </a:lnTo>
                  <a:lnTo>
                    <a:pt x="68236" y="320898"/>
                  </a:lnTo>
                  <a:lnTo>
                    <a:pt x="73248" y="319098"/>
                  </a:lnTo>
                  <a:lnTo>
                    <a:pt x="78201" y="317140"/>
                  </a:lnTo>
                  <a:lnTo>
                    <a:pt x="83089" y="315024"/>
                  </a:lnTo>
                  <a:lnTo>
                    <a:pt x="87907" y="312755"/>
                  </a:lnTo>
                  <a:lnTo>
                    <a:pt x="92650" y="310333"/>
                  </a:lnTo>
                  <a:lnTo>
                    <a:pt x="97314" y="307761"/>
                  </a:lnTo>
                  <a:lnTo>
                    <a:pt x="101893" y="305041"/>
                  </a:lnTo>
                  <a:lnTo>
                    <a:pt x="106383" y="302178"/>
                  </a:lnTo>
                  <a:lnTo>
                    <a:pt x="110780" y="299172"/>
                  </a:lnTo>
                  <a:lnTo>
                    <a:pt x="115079" y="296029"/>
                  </a:lnTo>
                  <a:lnTo>
                    <a:pt x="119276" y="292749"/>
                  </a:lnTo>
                  <a:lnTo>
                    <a:pt x="123365" y="289338"/>
                  </a:lnTo>
                  <a:lnTo>
                    <a:pt x="127345" y="285798"/>
                  </a:lnTo>
                  <a:lnTo>
                    <a:pt x="131209" y="282134"/>
                  </a:lnTo>
                  <a:lnTo>
                    <a:pt x="134955" y="278348"/>
                  </a:lnTo>
                  <a:lnTo>
                    <a:pt x="138578" y="274444"/>
                  </a:lnTo>
                  <a:lnTo>
                    <a:pt x="142075" y="270428"/>
                  </a:lnTo>
                  <a:lnTo>
                    <a:pt x="145443" y="266301"/>
                  </a:lnTo>
                  <a:lnTo>
                    <a:pt x="148677" y="262070"/>
                  </a:lnTo>
                  <a:lnTo>
                    <a:pt x="151775" y="257738"/>
                  </a:lnTo>
                  <a:lnTo>
                    <a:pt x="154733" y="253309"/>
                  </a:lnTo>
                  <a:lnTo>
                    <a:pt x="157548" y="248789"/>
                  </a:lnTo>
                  <a:lnTo>
                    <a:pt x="160219" y="244180"/>
                  </a:lnTo>
                  <a:lnTo>
                    <a:pt x="162741" y="239490"/>
                  </a:lnTo>
                  <a:lnTo>
                    <a:pt x="165112" y="234721"/>
                  </a:lnTo>
                  <a:lnTo>
                    <a:pt x="167330" y="229879"/>
                  </a:lnTo>
                  <a:lnTo>
                    <a:pt x="169393" y="224969"/>
                  </a:lnTo>
                  <a:lnTo>
                    <a:pt x="171298" y="219996"/>
                  </a:lnTo>
                  <a:lnTo>
                    <a:pt x="173044" y="214964"/>
                  </a:lnTo>
                  <a:lnTo>
                    <a:pt x="174629" y="209880"/>
                  </a:lnTo>
                  <a:lnTo>
                    <a:pt x="176051" y="204747"/>
                  </a:lnTo>
                  <a:lnTo>
                    <a:pt x="177309" y="199572"/>
                  </a:lnTo>
                  <a:lnTo>
                    <a:pt x="178401" y="194360"/>
                  </a:lnTo>
                  <a:lnTo>
                    <a:pt x="179327" y="189115"/>
                  </a:lnTo>
                  <a:lnTo>
                    <a:pt x="180085" y="183843"/>
                  </a:lnTo>
                  <a:lnTo>
                    <a:pt x="180675" y="178550"/>
                  </a:lnTo>
                  <a:lnTo>
                    <a:pt x="181096" y="173241"/>
                  </a:lnTo>
                  <a:lnTo>
                    <a:pt x="181348" y="167921"/>
                  </a:lnTo>
                  <a:lnTo>
                    <a:pt x="181430" y="162596"/>
                  </a:lnTo>
                  <a:lnTo>
                    <a:pt x="181342" y="157271"/>
                  </a:lnTo>
                  <a:lnTo>
                    <a:pt x="181085" y="151951"/>
                  </a:lnTo>
                  <a:lnTo>
                    <a:pt x="180659" y="146643"/>
                  </a:lnTo>
                  <a:lnTo>
                    <a:pt x="180063" y="141350"/>
                  </a:lnTo>
                  <a:lnTo>
                    <a:pt x="179300" y="136079"/>
                  </a:lnTo>
                  <a:lnTo>
                    <a:pt x="178368" y="130836"/>
                  </a:lnTo>
                  <a:lnTo>
                    <a:pt x="177271" y="125624"/>
                  </a:lnTo>
                  <a:lnTo>
                    <a:pt x="176007" y="120450"/>
                  </a:lnTo>
                  <a:lnTo>
                    <a:pt x="174580" y="115319"/>
                  </a:lnTo>
                  <a:lnTo>
                    <a:pt x="172990" y="110237"/>
                  </a:lnTo>
                  <a:lnTo>
                    <a:pt x="171239" y="105207"/>
                  </a:lnTo>
                  <a:lnTo>
                    <a:pt x="169328" y="100236"/>
                  </a:lnTo>
                  <a:lnTo>
                    <a:pt x="167260" y="95328"/>
                  </a:lnTo>
                  <a:lnTo>
                    <a:pt x="165037" y="90488"/>
                  </a:lnTo>
                  <a:lnTo>
                    <a:pt x="162661" y="85722"/>
                  </a:lnTo>
                  <a:lnTo>
                    <a:pt x="160134" y="81034"/>
                  </a:lnTo>
                  <a:lnTo>
                    <a:pt x="157459" y="76428"/>
                  </a:lnTo>
                  <a:lnTo>
                    <a:pt x="154638" y="71911"/>
                  </a:lnTo>
                  <a:lnTo>
                    <a:pt x="151676" y="67485"/>
                  </a:lnTo>
                  <a:lnTo>
                    <a:pt x="148573" y="63156"/>
                  </a:lnTo>
                  <a:lnTo>
                    <a:pt x="145335" y="58928"/>
                  </a:lnTo>
                  <a:lnTo>
                    <a:pt x="141963" y="54805"/>
                  </a:lnTo>
                  <a:lnTo>
                    <a:pt x="138462" y="50792"/>
                  </a:lnTo>
                  <a:lnTo>
                    <a:pt x="134835" y="46893"/>
                  </a:lnTo>
                  <a:lnTo>
                    <a:pt x="131085" y="43111"/>
                  </a:lnTo>
                  <a:lnTo>
                    <a:pt x="127217" y="39450"/>
                  </a:lnTo>
                  <a:lnTo>
                    <a:pt x="123234" y="35914"/>
                  </a:lnTo>
                  <a:lnTo>
                    <a:pt x="119140" y="32507"/>
                  </a:lnTo>
                  <a:lnTo>
                    <a:pt x="114940" y="29233"/>
                  </a:lnTo>
                  <a:lnTo>
                    <a:pt x="110638" y="26093"/>
                  </a:lnTo>
                  <a:lnTo>
                    <a:pt x="106238" y="23093"/>
                  </a:lnTo>
                  <a:lnTo>
                    <a:pt x="101745" y="20234"/>
                  </a:lnTo>
                  <a:lnTo>
                    <a:pt x="97163" y="17519"/>
                  </a:lnTo>
                  <a:lnTo>
                    <a:pt x="92496" y="14952"/>
                  </a:lnTo>
                  <a:lnTo>
                    <a:pt x="87751" y="12535"/>
                  </a:lnTo>
                  <a:lnTo>
                    <a:pt x="82930" y="10270"/>
                  </a:lnTo>
                  <a:lnTo>
                    <a:pt x="78040" y="8160"/>
                  </a:lnTo>
                  <a:lnTo>
                    <a:pt x="73086" y="6207"/>
                  </a:lnTo>
                  <a:lnTo>
                    <a:pt x="68071" y="4412"/>
                  </a:lnTo>
                  <a:lnTo>
                    <a:pt x="63002" y="2779"/>
                  </a:lnTo>
                  <a:lnTo>
                    <a:pt x="57884" y="1307"/>
                  </a:lnTo>
                  <a:lnTo>
                    <a:pt x="52721" y="0"/>
                  </a:lnTo>
                  <a:lnTo>
                    <a:pt x="14263" y="16268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7" name="pg957"/>
            <p:cNvSpPr/>
            <p:nvPr/>
          </p:nvSpPr>
          <p:spPr>
            <a:xfrm>
              <a:off x="6923495" y="3685283"/>
              <a:ext cx="38458" cy="167167"/>
            </a:xfrm>
            <a:custGeom>
              <a:avLst/>
              <a:pathLst>
                <a:path w="38458" h="167167">
                  <a:moveTo>
                    <a:pt x="38458" y="4483"/>
                  </a:moveTo>
                  <a:lnTo>
                    <a:pt x="32136" y="3118"/>
                  </a:lnTo>
                  <a:lnTo>
                    <a:pt x="25767" y="1997"/>
                  </a:lnTo>
                  <a:lnTo>
                    <a:pt x="19359" y="1124"/>
                  </a:lnTo>
                  <a:lnTo>
                    <a:pt x="12922" y="500"/>
                  </a:lnTo>
                  <a:lnTo>
                    <a:pt x="6466" y="12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8" name="tx958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959" name="tx959"/>
            <p:cNvSpPr/>
            <p:nvPr/>
          </p:nvSpPr>
          <p:spPr>
            <a:xfrm>
              <a:off x="6727739" y="2753836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960" name="tx960"/>
            <p:cNvSpPr/>
            <p:nvPr/>
          </p:nvSpPr>
          <p:spPr>
            <a:xfrm>
              <a:off x="6555392" y="2266703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961" name="tx961"/>
            <p:cNvSpPr/>
            <p:nvPr/>
          </p:nvSpPr>
          <p:spPr>
            <a:xfrm>
              <a:off x="6285813" y="1833590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962" name="tx962"/>
            <p:cNvSpPr/>
            <p:nvPr/>
          </p:nvSpPr>
          <p:spPr>
            <a:xfrm>
              <a:off x="5876387" y="1482170"/>
              <a:ext cx="412905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AMP</a:t>
              </a:r>
            </a:p>
          </p:txBody>
        </p:sp>
        <p:sp>
          <p:nvSpPr>
            <p:cNvPr id="963" name="tx963"/>
            <p:cNvSpPr/>
            <p:nvPr/>
          </p:nvSpPr>
          <p:spPr>
            <a:xfrm>
              <a:off x="5410870" y="1222972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964" name="tx964"/>
            <p:cNvSpPr/>
            <p:nvPr/>
          </p:nvSpPr>
          <p:spPr>
            <a:xfrm>
              <a:off x="4982243" y="1069969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965" name="tx965"/>
            <p:cNvSpPr/>
            <p:nvPr/>
          </p:nvSpPr>
          <p:spPr>
            <a:xfrm>
              <a:off x="4410874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966" name="tx966"/>
            <p:cNvSpPr/>
            <p:nvPr/>
          </p:nvSpPr>
          <p:spPr>
            <a:xfrm>
              <a:off x="3904837" y="1135613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967" name="tx967"/>
            <p:cNvSpPr/>
            <p:nvPr/>
          </p:nvSpPr>
          <p:spPr>
            <a:xfrm>
              <a:off x="3412078" y="1335172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968" name="tx968"/>
            <p:cNvSpPr/>
            <p:nvPr/>
          </p:nvSpPr>
          <p:spPr>
            <a:xfrm>
              <a:off x="3043228" y="1650504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969" name="tx969"/>
            <p:cNvSpPr/>
            <p:nvPr/>
          </p:nvSpPr>
          <p:spPr>
            <a:xfrm>
              <a:off x="2661773" y="2041851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970" name="tx970"/>
            <p:cNvSpPr/>
            <p:nvPr/>
          </p:nvSpPr>
          <p:spPr>
            <a:xfrm>
              <a:off x="2455187" y="2505106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971" name="tx971"/>
            <p:cNvSpPr/>
            <p:nvPr/>
          </p:nvSpPr>
          <p:spPr>
            <a:xfrm>
              <a:off x="2335480" y="3009529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972" name="tx972"/>
            <p:cNvSpPr/>
            <p:nvPr/>
          </p:nvSpPr>
          <p:spPr>
            <a:xfrm>
              <a:off x="2324783" y="3527924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973" name="tx973"/>
            <p:cNvSpPr/>
            <p:nvPr/>
          </p:nvSpPr>
          <p:spPr>
            <a:xfrm>
              <a:off x="2449885" y="4032347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974" name="tx974"/>
            <p:cNvSpPr/>
            <p:nvPr/>
          </p:nvSpPr>
          <p:spPr>
            <a:xfrm>
              <a:off x="2688283" y="4495602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975" name="tx975"/>
            <p:cNvSpPr/>
            <p:nvPr/>
          </p:nvSpPr>
          <p:spPr>
            <a:xfrm>
              <a:off x="3048437" y="4898484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976" name="tx976"/>
            <p:cNvSpPr/>
            <p:nvPr/>
          </p:nvSpPr>
          <p:spPr>
            <a:xfrm>
              <a:off x="3449192" y="5208048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977" name="tx977"/>
            <p:cNvSpPr/>
            <p:nvPr/>
          </p:nvSpPr>
          <p:spPr>
            <a:xfrm>
              <a:off x="3936509" y="5413374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978" name="tx978"/>
            <p:cNvSpPr/>
            <p:nvPr/>
          </p:nvSpPr>
          <p:spPr>
            <a:xfrm>
              <a:off x="4431989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979" name="tx979"/>
            <p:cNvSpPr/>
            <p:nvPr/>
          </p:nvSpPr>
          <p:spPr>
            <a:xfrm>
              <a:off x="4987452" y="5467484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980" name="tx980"/>
            <p:cNvSpPr/>
            <p:nvPr/>
          </p:nvSpPr>
          <p:spPr>
            <a:xfrm>
              <a:off x="5447984" y="5320248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981" name="tx981"/>
            <p:cNvSpPr/>
            <p:nvPr/>
          </p:nvSpPr>
          <p:spPr>
            <a:xfrm>
              <a:off x="5881736" y="5059608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982" name="tx982"/>
            <p:cNvSpPr/>
            <p:nvPr/>
          </p:nvSpPr>
          <p:spPr>
            <a:xfrm>
              <a:off x="6280604" y="4703863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983" name="tx983"/>
            <p:cNvSpPr/>
            <p:nvPr/>
          </p:nvSpPr>
          <p:spPr>
            <a:xfrm>
              <a:off x="6550137" y="4272006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984" name="tx984"/>
            <p:cNvSpPr/>
            <p:nvPr/>
          </p:nvSpPr>
          <p:spPr>
            <a:xfrm>
              <a:off x="6743552" y="3783478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2025-06-26T11:24:20Z</dcterms:modified>
  <cp:category/>
</cp:coreProperties>
</file>