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tx4"/>
            <p:cNvSpPr/>
            <p:nvPr/>
          </p:nvSpPr>
          <p:spPr>
            <a:xfrm>
              <a:off x="4256737" y="271051"/>
              <a:ext cx="996285" cy="1693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2018_BLSE</a:t>
              </a:r>
            </a:p>
          </p:txBody>
        </p:sp>
        <p:sp>
          <p:nvSpPr>
            <p:cNvPr id="5" name="pl5"/>
            <p:cNvSpPr/>
            <p:nvPr/>
          </p:nvSpPr>
          <p:spPr>
            <a:xfrm>
              <a:off x="2701146" y="1363724"/>
              <a:ext cx="1152957" cy="1310978"/>
            </a:xfrm>
            <a:custGeom>
              <a:avLst/>
              <a:pathLst>
                <a:path w="1152957" h="1310978">
                  <a:moveTo>
                    <a:pt x="1152957" y="0"/>
                  </a:moveTo>
                  <a:lnTo>
                    <a:pt x="0" y="1310978"/>
                  </a:lnTo>
                </a:path>
              </a:pathLst>
            </a:custGeom>
            <a:ln w="2325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2620472" y="1376096"/>
              <a:ext cx="1249538" cy="1823564"/>
            </a:xfrm>
            <a:custGeom>
              <a:avLst/>
              <a:pathLst>
                <a:path w="1249538" h="1823564">
                  <a:moveTo>
                    <a:pt x="1249538" y="0"/>
                  </a:moveTo>
                  <a:lnTo>
                    <a:pt x="0" y="1823564"/>
                  </a:lnTo>
                </a:path>
              </a:pathLst>
            </a:custGeom>
            <a:ln w="1360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4004232" y="1400573"/>
              <a:ext cx="979581" cy="4003508"/>
            </a:xfrm>
            <a:custGeom>
              <a:avLst/>
              <a:pathLst>
                <a:path w="979581" h="4003508">
                  <a:moveTo>
                    <a:pt x="0" y="0"/>
                  </a:moveTo>
                  <a:lnTo>
                    <a:pt x="979581" y="4003508"/>
                  </a:lnTo>
                </a:path>
              </a:pathLst>
            </a:custGeom>
            <a:ln w="23253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2667989" y="1386448"/>
              <a:ext cx="1219270" cy="2340187"/>
            </a:xfrm>
            <a:custGeom>
              <a:avLst/>
              <a:pathLst>
                <a:path w="1219270" h="2340187">
                  <a:moveTo>
                    <a:pt x="1219270" y="0"/>
                  </a:moveTo>
                  <a:lnTo>
                    <a:pt x="0" y="2340187"/>
                  </a:lnTo>
                </a:path>
              </a:pathLst>
            </a:custGeom>
            <a:ln w="2818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4074898" y="1363724"/>
              <a:ext cx="2543175" cy="2891736"/>
            </a:xfrm>
            <a:custGeom>
              <a:avLst/>
              <a:pathLst>
                <a:path w="2543175" h="2891736">
                  <a:moveTo>
                    <a:pt x="0" y="0"/>
                  </a:moveTo>
                  <a:lnTo>
                    <a:pt x="2543175" y="2891736"/>
                  </a:lnTo>
                </a:path>
              </a:pathLst>
            </a:custGeom>
            <a:ln w="2672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4041742" y="1386448"/>
              <a:ext cx="1902054" cy="3650680"/>
            </a:xfrm>
            <a:custGeom>
              <a:avLst/>
              <a:pathLst>
                <a:path w="1902054" h="3650680">
                  <a:moveTo>
                    <a:pt x="0" y="0"/>
                  </a:moveTo>
                  <a:lnTo>
                    <a:pt x="1902054" y="3650680"/>
                  </a:lnTo>
                </a:path>
              </a:pathLst>
            </a:custGeom>
            <a:ln w="26724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4058992" y="1376096"/>
              <a:ext cx="2269750" cy="3312453"/>
            </a:xfrm>
            <a:custGeom>
              <a:avLst/>
              <a:pathLst>
                <a:path w="2269750" h="3312453">
                  <a:moveTo>
                    <a:pt x="0" y="0"/>
                  </a:moveTo>
                  <a:lnTo>
                    <a:pt x="2269750" y="3312453"/>
                  </a:lnTo>
                </a:path>
              </a:pathLst>
            </a:custGeom>
            <a:ln w="1987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4130432" y="1258491"/>
              <a:ext cx="1724675" cy="210951"/>
            </a:xfrm>
            <a:custGeom>
              <a:avLst/>
              <a:pathLst>
                <a:path w="1724675" h="210951">
                  <a:moveTo>
                    <a:pt x="1724675" y="210951"/>
                  </a:moveTo>
                  <a:lnTo>
                    <a:pt x="0" y="0"/>
                  </a:lnTo>
                </a:path>
              </a:pathLst>
            </a:custGeom>
            <a:ln w="2364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2746908" y="1549397"/>
              <a:ext cx="3117971" cy="1191175"/>
            </a:xfrm>
            <a:custGeom>
              <a:avLst/>
              <a:pathLst>
                <a:path w="3117971" h="1191175">
                  <a:moveTo>
                    <a:pt x="3117971" y="0"/>
                  </a:moveTo>
                  <a:lnTo>
                    <a:pt x="0" y="1191175"/>
                  </a:lnTo>
                </a:path>
              </a:pathLst>
            </a:custGeom>
            <a:ln w="2137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2673765" y="1567872"/>
              <a:ext cx="3199489" cy="1691555"/>
            </a:xfrm>
            <a:custGeom>
              <a:avLst/>
              <a:pathLst>
                <a:path w="3199489" h="1691555">
                  <a:moveTo>
                    <a:pt x="3199489" y="0"/>
                  </a:moveTo>
                  <a:lnTo>
                    <a:pt x="0" y="1691555"/>
                  </a:lnTo>
                </a:path>
              </a:pathLst>
            </a:custGeom>
            <a:ln w="3297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5063274" y="1652116"/>
              <a:ext cx="918033" cy="3751965"/>
            </a:xfrm>
            <a:custGeom>
              <a:avLst/>
              <a:pathLst>
                <a:path w="918033" h="3751965">
                  <a:moveTo>
                    <a:pt x="918033" y="0"/>
                  </a:moveTo>
                  <a:lnTo>
                    <a:pt x="0" y="3751965"/>
                  </a:lnTo>
                </a:path>
              </a:pathLst>
            </a:custGeom>
            <a:ln w="2672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2727998" y="1585171"/>
              <a:ext cx="3155790" cy="2194283"/>
            </a:xfrm>
            <a:custGeom>
              <a:avLst/>
              <a:pathLst>
                <a:path w="3155790" h="2194283">
                  <a:moveTo>
                    <a:pt x="3155790" y="0"/>
                  </a:moveTo>
                  <a:lnTo>
                    <a:pt x="0" y="2194283"/>
                  </a:lnTo>
                </a:path>
              </a:pathLst>
            </a:custGeom>
            <a:ln w="2886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906010" y="1601045"/>
              <a:ext cx="2990305" cy="2668636"/>
            </a:xfrm>
            <a:custGeom>
              <a:avLst/>
              <a:pathLst>
                <a:path w="2990305" h="2668636">
                  <a:moveTo>
                    <a:pt x="2990305" y="0"/>
                  </a:moveTo>
                  <a:lnTo>
                    <a:pt x="0" y="2668636"/>
                  </a:lnTo>
                </a:path>
              </a:pathLst>
            </a:custGeom>
            <a:ln w="3174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3196922" y="1615267"/>
              <a:ext cx="2713719" cy="3085653"/>
            </a:xfrm>
            <a:custGeom>
              <a:avLst/>
              <a:pathLst>
                <a:path w="2713719" h="3085653">
                  <a:moveTo>
                    <a:pt x="2713719" y="0"/>
                  </a:moveTo>
                  <a:lnTo>
                    <a:pt x="0" y="3085653"/>
                  </a:lnTo>
                </a:path>
              </a:pathLst>
            </a:custGeom>
            <a:ln w="2325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5565263" y="1655705"/>
              <a:ext cx="435770" cy="3615252"/>
            </a:xfrm>
            <a:custGeom>
              <a:avLst/>
              <a:pathLst>
                <a:path w="435770" h="3615252">
                  <a:moveTo>
                    <a:pt x="435770" y="0"/>
                  </a:moveTo>
                  <a:lnTo>
                    <a:pt x="0" y="3615252"/>
                  </a:lnTo>
                </a:path>
              </a:pathLst>
            </a:custGeom>
            <a:ln w="3212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6060769" y="1652116"/>
              <a:ext cx="627971" cy="2566494"/>
            </a:xfrm>
            <a:custGeom>
              <a:avLst/>
              <a:pathLst>
                <a:path w="627971" h="2566494">
                  <a:moveTo>
                    <a:pt x="0" y="0"/>
                  </a:moveTo>
                  <a:lnTo>
                    <a:pt x="627971" y="2566494"/>
                  </a:lnTo>
                </a:path>
              </a:pathLst>
            </a:custGeom>
            <a:ln w="2606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6021039" y="1656906"/>
              <a:ext cx="0" cy="3361306"/>
            </a:xfrm>
            <a:custGeom>
              <a:avLst/>
              <a:pathLst>
                <a:path w="0" h="3361306">
                  <a:moveTo>
                    <a:pt x="0" y="0"/>
                  </a:moveTo>
                  <a:lnTo>
                    <a:pt x="0" y="3361306"/>
                  </a:lnTo>
                </a:path>
              </a:pathLst>
            </a:custGeom>
            <a:ln w="2325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6041044" y="1655705"/>
              <a:ext cx="362185" cy="3004777"/>
            </a:xfrm>
            <a:custGeom>
              <a:avLst/>
              <a:pathLst>
                <a:path w="362185" h="3004777">
                  <a:moveTo>
                    <a:pt x="0" y="0"/>
                  </a:moveTo>
                  <a:lnTo>
                    <a:pt x="362185" y="3004777"/>
                  </a:lnTo>
                </a:path>
              </a:pathLst>
            </a:custGeom>
            <a:ln w="2325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5693042" y="1316329"/>
              <a:ext cx="180211" cy="95277"/>
            </a:xfrm>
            <a:custGeom>
              <a:avLst/>
              <a:pathLst>
                <a:path w="180211" h="95277">
                  <a:moveTo>
                    <a:pt x="180211" y="95277"/>
                  </a:moveTo>
                  <a:lnTo>
                    <a:pt x="0" y="0"/>
                  </a:lnTo>
                </a:path>
              </a:pathLst>
            </a:custGeom>
            <a:ln w="2549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6079939" y="1646186"/>
              <a:ext cx="780172" cy="2072254"/>
            </a:xfrm>
            <a:custGeom>
              <a:avLst/>
              <a:pathLst>
                <a:path w="780172" h="2072254">
                  <a:moveTo>
                    <a:pt x="0" y="0"/>
                  </a:moveTo>
                  <a:lnTo>
                    <a:pt x="780172" y="2072254"/>
                  </a:lnTo>
                </a:path>
              </a:pathLst>
            </a:custGeom>
            <a:ln w="1987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2545985" y="2966197"/>
              <a:ext cx="24757" cy="205395"/>
            </a:xfrm>
            <a:custGeom>
              <a:avLst/>
              <a:pathLst>
                <a:path w="24757" h="205395">
                  <a:moveTo>
                    <a:pt x="24757" y="0"/>
                  </a:moveTo>
                  <a:lnTo>
                    <a:pt x="0" y="205395"/>
                  </a:lnTo>
                </a:path>
              </a:pathLst>
            </a:custGeom>
            <a:ln w="2392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2701146" y="2925760"/>
              <a:ext cx="2212000" cy="2515170"/>
            </a:xfrm>
            <a:custGeom>
              <a:avLst/>
              <a:pathLst>
                <a:path w="2212000" h="2515170">
                  <a:moveTo>
                    <a:pt x="0" y="0"/>
                  </a:moveTo>
                  <a:lnTo>
                    <a:pt x="2212000" y="2515170"/>
                  </a:lnTo>
                </a:path>
              </a:pathLst>
            </a:custGeom>
            <a:ln w="1740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2590748" y="2967399"/>
              <a:ext cx="0" cy="740321"/>
            </a:xfrm>
            <a:custGeom>
              <a:avLst/>
              <a:pathLst>
                <a:path w="0" h="740321">
                  <a:moveTo>
                    <a:pt x="0" y="0"/>
                  </a:moveTo>
                  <a:lnTo>
                    <a:pt x="0" y="740321"/>
                  </a:lnTo>
                </a:path>
              </a:pathLst>
            </a:custGeom>
            <a:ln w="2325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2630479" y="2962609"/>
              <a:ext cx="416315" cy="1701462"/>
            </a:xfrm>
            <a:custGeom>
              <a:avLst/>
              <a:pathLst>
                <a:path w="416315" h="1701462">
                  <a:moveTo>
                    <a:pt x="0" y="0"/>
                  </a:moveTo>
                  <a:lnTo>
                    <a:pt x="416315" y="1701462"/>
                  </a:lnTo>
                </a:path>
              </a:pathLst>
            </a:custGeom>
            <a:ln w="3296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2715471" y="2911538"/>
              <a:ext cx="2705064" cy="2414078"/>
            </a:xfrm>
            <a:custGeom>
              <a:avLst/>
              <a:pathLst>
                <a:path w="2705064" h="2414078">
                  <a:moveTo>
                    <a:pt x="0" y="0"/>
                  </a:moveTo>
                  <a:lnTo>
                    <a:pt x="2705064" y="2414078"/>
                  </a:lnTo>
                </a:path>
              </a:pathLst>
            </a:custGeom>
            <a:ln w="2991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2746908" y="2859890"/>
              <a:ext cx="3825404" cy="1461440"/>
            </a:xfrm>
            <a:custGeom>
              <a:avLst/>
              <a:pathLst>
                <a:path w="3825404" h="1461440">
                  <a:moveTo>
                    <a:pt x="0" y="0"/>
                  </a:moveTo>
                  <a:lnTo>
                    <a:pt x="3825404" y="1461440"/>
                  </a:lnTo>
                </a:path>
              </a:pathLst>
            </a:custGeom>
            <a:ln w="2325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2727998" y="2895664"/>
              <a:ext cx="3155790" cy="2194283"/>
            </a:xfrm>
            <a:custGeom>
              <a:avLst/>
              <a:pathLst>
                <a:path w="3155790" h="2194283">
                  <a:moveTo>
                    <a:pt x="0" y="0"/>
                  </a:moveTo>
                  <a:lnTo>
                    <a:pt x="3155790" y="2194283"/>
                  </a:lnTo>
                </a:path>
              </a:pathLst>
            </a:custGeom>
            <a:ln w="33594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2738532" y="2878364"/>
              <a:ext cx="3536917" cy="1869951"/>
            </a:xfrm>
            <a:custGeom>
              <a:avLst/>
              <a:pathLst>
                <a:path w="3536917" h="1869951">
                  <a:moveTo>
                    <a:pt x="0" y="0"/>
                  </a:moveTo>
                  <a:lnTo>
                    <a:pt x="3536917" y="1869951"/>
                  </a:lnTo>
                </a:path>
              </a:pathLst>
            </a:custGeom>
            <a:ln w="3369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2752989" y="2840514"/>
              <a:ext cx="4003780" cy="994091"/>
            </a:xfrm>
            <a:custGeom>
              <a:avLst/>
              <a:pathLst>
                <a:path w="4003780" h="994091">
                  <a:moveTo>
                    <a:pt x="0" y="0"/>
                  </a:moveTo>
                  <a:lnTo>
                    <a:pt x="4003780" y="994091"/>
                  </a:lnTo>
                </a:path>
              </a:pathLst>
            </a:custGeom>
            <a:ln w="2325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2650703" y="3448866"/>
              <a:ext cx="2248117" cy="2006286"/>
            </a:xfrm>
            <a:custGeom>
              <a:avLst/>
              <a:pathLst>
                <a:path w="2248117" h="2006286">
                  <a:moveTo>
                    <a:pt x="0" y="0"/>
                  </a:moveTo>
                  <a:lnTo>
                    <a:pt x="2248117" y="2006286"/>
                  </a:lnTo>
                </a:path>
              </a:pathLst>
            </a:custGeom>
            <a:ln w="3483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2545985" y="3503526"/>
              <a:ext cx="24757" cy="205395"/>
            </a:xfrm>
            <a:custGeom>
              <a:avLst/>
              <a:pathLst>
                <a:path w="24757" h="205395">
                  <a:moveTo>
                    <a:pt x="0" y="0"/>
                  </a:moveTo>
                  <a:lnTo>
                    <a:pt x="24757" y="205395"/>
                  </a:lnTo>
                </a:path>
              </a:pathLst>
            </a:custGeom>
            <a:ln w="3369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2565711" y="3499937"/>
              <a:ext cx="175845" cy="718674"/>
            </a:xfrm>
            <a:custGeom>
              <a:avLst/>
              <a:pathLst>
                <a:path w="175845" h="718674">
                  <a:moveTo>
                    <a:pt x="0" y="0"/>
                  </a:moveTo>
                  <a:lnTo>
                    <a:pt x="175845" y="718674"/>
                  </a:lnTo>
                </a:path>
              </a:pathLst>
            </a:custGeom>
            <a:ln w="23253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2584880" y="3494007"/>
              <a:ext cx="442744" cy="1175994"/>
            </a:xfrm>
            <a:custGeom>
              <a:avLst/>
              <a:pathLst>
                <a:path w="442744" h="1175994">
                  <a:moveTo>
                    <a:pt x="0" y="0"/>
                  </a:moveTo>
                  <a:lnTo>
                    <a:pt x="442744" y="1175994"/>
                  </a:lnTo>
                </a:path>
              </a:pathLst>
            </a:custGeom>
            <a:ln w="1933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2663230" y="3432992"/>
              <a:ext cx="2744777" cy="1908498"/>
            </a:xfrm>
            <a:custGeom>
              <a:avLst/>
              <a:pathLst>
                <a:path w="2744777" h="1908498">
                  <a:moveTo>
                    <a:pt x="0" y="0"/>
                  </a:moveTo>
                  <a:lnTo>
                    <a:pt x="2744777" y="1908498"/>
                  </a:lnTo>
                </a:path>
              </a:pathLst>
            </a:custGeom>
            <a:ln w="1495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2688222" y="3377842"/>
              <a:ext cx="3878008" cy="962863"/>
            </a:xfrm>
            <a:custGeom>
              <a:avLst/>
              <a:pathLst>
                <a:path w="3878008" h="962863">
                  <a:moveTo>
                    <a:pt x="0" y="0"/>
                  </a:moveTo>
                  <a:lnTo>
                    <a:pt x="3878008" y="962863"/>
                  </a:lnTo>
                </a:path>
              </a:pathLst>
            </a:custGeom>
            <a:ln w="2818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2673765" y="3415692"/>
              <a:ext cx="3199489" cy="1691555"/>
            </a:xfrm>
            <a:custGeom>
              <a:avLst/>
              <a:pathLst>
                <a:path w="3199489" h="1691555">
                  <a:moveTo>
                    <a:pt x="0" y="0"/>
                  </a:moveTo>
                  <a:lnTo>
                    <a:pt x="3199489" y="1691555"/>
                  </a:lnTo>
                </a:path>
              </a:pathLst>
            </a:custGeom>
            <a:ln w="2818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2682140" y="3397218"/>
              <a:ext cx="3584935" cy="1369572"/>
            </a:xfrm>
            <a:custGeom>
              <a:avLst/>
              <a:pathLst>
                <a:path w="3584935" h="1369572">
                  <a:moveTo>
                    <a:pt x="0" y="0"/>
                  </a:moveTo>
                  <a:lnTo>
                    <a:pt x="3584935" y="1369572"/>
                  </a:lnTo>
                </a:path>
              </a:pathLst>
            </a:custGeom>
            <a:ln w="2549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l42"/>
            <p:cNvSpPr/>
            <p:nvPr/>
          </p:nvSpPr>
          <p:spPr>
            <a:xfrm>
              <a:off x="2691911" y="3357855"/>
              <a:ext cx="4061169" cy="496736"/>
            </a:xfrm>
            <a:custGeom>
              <a:avLst/>
              <a:pathLst>
                <a:path w="4061169" h="496736">
                  <a:moveTo>
                    <a:pt x="0" y="0"/>
                  </a:moveTo>
                  <a:lnTo>
                    <a:pt x="4061169" y="496736"/>
                  </a:lnTo>
                </a:path>
              </a:pathLst>
            </a:custGeom>
            <a:ln w="2364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l43"/>
            <p:cNvSpPr/>
            <p:nvPr/>
          </p:nvSpPr>
          <p:spPr>
            <a:xfrm>
              <a:off x="5185785" y="5477206"/>
              <a:ext cx="197231" cy="48970"/>
            </a:xfrm>
            <a:custGeom>
              <a:avLst/>
              <a:pathLst>
                <a:path w="197231" h="48970">
                  <a:moveTo>
                    <a:pt x="0" y="48970"/>
                  </a:moveTo>
                  <a:lnTo>
                    <a:pt x="197231" y="0"/>
                  </a:lnTo>
                </a:path>
              </a:pathLst>
            </a:custGeom>
            <a:ln w="2392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l44"/>
            <p:cNvSpPr/>
            <p:nvPr/>
          </p:nvSpPr>
          <p:spPr>
            <a:xfrm>
              <a:off x="5160794" y="4476421"/>
              <a:ext cx="1430428" cy="994605"/>
            </a:xfrm>
            <a:custGeom>
              <a:avLst/>
              <a:pathLst>
                <a:path w="1430428" h="994605">
                  <a:moveTo>
                    <a:pt x="0" y="994605"/>
                  </a:moveTo>
                  <a:lnTo>
                    <a:pt x="1430428" y="0"/>
                  </a:lnTo>
                </a:path>
              </a:pathLst>
            </a:custGeom>
            <a:ln w="1771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l45"/>
            <p:cNvSpPr/>
            <p:nvPr/>
          </p:nvSpPr>
          <p:spPr>
            <a:xfrm>
              <a:off x="5179703" y="5245039"/>
              <a:ext cx="685175" cy="261761"/>
            </a:xfrm>
            <a:custGeom>
              <a:avLst/>
              <a:pathLst>
                <a:path w="685175" h="261761">
                  <a:moveTo>
                    <a:pt x="0" y="261761"/>
                  </a:moveTo>
                  <a:lnTo>
                    <a:pt x="685175" y="0"/>
                  </a:lnTo>
                </a:path>
              </a:pathLst>
            </a:custGeom>
            <a:ln w="2818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5171328" y="4904582"/>
              <a:ext cx="1104122" cy="583744"/>
            </a:xfrm>
            <a:custGeom>
              <a:avLst/>
              <a:pathLst>
                <a:path w="1104122" h="583744">
                  <a:moveTo>
                    <a:pt x="0" y="583744"/>
                  </a:moveTo>
                  <a:lnTo>
                    <a:pt x="1104122" y="0"/>
                  </a:lnTo>
                </a:path>
              </a:pathLst>
            </a:custGeom>
            <a:ln w="1360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2727998" y="3970320"/>
              <a:ext cx="2158295" cy="1500705"/>
            </a:xfrm>
            <a:custGeom>
              <a:avLst/>
              <a:pathLst>
                <a:path w="2158295" h="1500705">
                  <a:moveTo>
                    <a:pt x="0" y="0"/>
                  </a:moveTo>
                  <a:lnTo>
                    <a:pt x="2158295" y="1500705"/>
                  </a:lnTo>
                </a:path>
              </a:pathLst>
            </a:custGeom>
            <a:ln w="2549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2649648" y="4031335"/>
              <a:ext cx="72739" cy="193206"/>
            </a:xfrm>
            <a:custGeom>
              <a:avLst/>
              <a:pathLst>
                <a:path w="72739" h="193206">
                  <a:moveTo>
                    <a:pt x="0" y="0"/>
                  </a:moveTo>
                  <a:lnTo>
                    <a:pt x="72739" y="193206"/>
                  </a:lnTo>
                </a:path>
              </a:pathLst>
            </a:custGeom>
            <a:ln w="3565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2667989" y="4023140"/>
              <a:ext cx="341293" cy="655056"/>
            </a:xfrm>
            <a:custGeom>
              <a:avLst/>
              <a:pathLst>
                <a:path w="341293" h="655056">
                  <a:moveTo>
                    <a:pt x="0" y="0"/>
                  </a:moveTo>
                  <a:lnTo>
                    <a:pt x="341293" y="655056"/>
                  </a:lnTo>
                </a:path>
              </a:pathLst>
            </a:custGeom>
            <a:ln w="3145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l50"/>
            <p:cNvSpPr/>
            <p:nvPr/>
          </p:nvSpPr>
          <p:spPr>
            <a:xfrm>
              <a:off x="2738532" y="3953021"/>
              <a:ext cx="2658941" cy="1405769"/>
            </a:xfrm>
            <a:custGeom>
              <a:avLst/>
              <a:pathLst>
                <a:path w="2658941" h="1405769">
                  <a:moveTo>
                    <a:pt x="0" y="0"/>
                  </a:moveTo>
                  <a:lnTo>
                    <a:pt x="2658941" y="1405769"/>
                  </a:lnTo>
                </a:path>
              </a:pathLst>
            </a:custGeom>
            <a:ln w="3804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2756679" y="3895183"/>
              <a:ext cx="3805862" cy="465509"/>
            </a:xfrm>
            <a:custGeom>
              <a:avLst/>
              <a:pathLst>
                <a:path w="3805862" h="465509">
                  <a:moveTo>
                    <a:pt x="0" y="0"/>
                  </a:moveTo>
                  <a:lnTo>
                    <a:pt x="3805862" y="465509"/>
                  </a:lnTo>
                </a:path>
              </a:pathLst>
            </a:custGeom>
            <a:ln w="1360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l52"/>
            <p:cNvSpPr/>
            <p:nvPr/>
          </p:nvSpPr>
          <p:spPr>
            <a:xfrm>
              <a:off x="2746908" y="3934546"/>
              <a:ext cx="3117971" cy="1191175"/>
            </a:xfrm>
            <a:custGeom>
              <a:avLst/>
              <a:pathLst>
                <a:path w="3117971" h="1191175">
                  <a:moveTo>
                    <a:pt x="0" y="0"/>
                  </a:moveTo>
                  <a:lnTo>
                    <a:pt x="3117971" y="1191175"/>
                  </a:lnTo>
                </a:path>
              </a:pathLst>
            </a:custGeom>
            <a:ln w="3483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2752989" y="3915170"/>
              <a:ext cx="3508003" cy="870995"/>
            </a:xfrm>
            <a:custGeom>
              <a:avLst/>
              <a:pathLst>
                <a:path w="3508003" h="870995">
                  <a:moveTo>
                    <a:pt x="0" y="0"/>
                  </a:moveTo>
                  <a:lnTo>
                    <a:pt x="3508003" y="870995"/>
                  </a:lnTo>
                </a:path>
              </a:pathLst>
            </a:custGeom>
            <a:ln w="381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l54"/>
            <p:cNvSpPr/>
            <p:nvPr/>
          </p:nvSpPr>
          <p:spPr>
            <a:xfrm>
              <a:off x="2757915" y="3874888"/>
              <a:ext cx="3993928" cy="0"/>
            </a:xfrm>
            <a:custGeom>
              <a:avLst/>
              <a:pathLst>
                <a:path w="3993928" h="0">
                  <a:moveTo>
                    <a:pt x="0" y="0"/>
                  </a:moveTo>
                  <a:lnTo>
                    <a:pt x="3993928" y="0"/>
                  </a:lnTo>
                </a:path>
              </a:pathLst>
            </a:custGeom>
            <a:ln w="1360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2929072" y="4459121"/>
              <a:ext cx="1946687" cy="1029204"/>
            </a:xfrm>
            <a:custGeom>
              <a:avLst/>
              <a:pathLst>
                <a:path w="1946687" h="1029204">
                  <a:moveTo>
                    <a:pt x="0" y="0"/>
                  </a:moveTo>
                  <a:lnTo>
                    <a:pt x="1946687" y="1029204"/>
                  </a:lnTo>
                </a:path>
              </a:pathLst>
            </a:custGeom>
            <a:ln w="3565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l56"/>
            <p:cNvSpPr/>
            <p:nvPr/>
          </p:nvSpPr>
          <p:spPr>
            <a:xfrm>
              <a:off x="2875779" y="4518888"/>
              <a:ext cx="116254" cy="169660"/>
            </a:xfrm>
            <a:custGeom>
              <a:avLst/>
              <a:pathLst>
                <a:path w="116254" h="169660">
                  <a:moveTo>
                    <a:pt x="0" y="0"/>
                  </a:moveTo>
                  <a:lnTo>
                    <a:pt x="116254" y="169660"/>
                  </a:lnTo>
                </a:path>
              </a:pathLst>
            </a:custGeom>
            <a:ln w="1981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2937447" y="4440647"/>
              <a:ext cx="2451651" cy="936617"/>
            </a:xfrm>
            <a:custGeom>
              <a:avLst/>
              <a:pathLst>
                <a:path w="2451651" h="936617">
                  <a:moveTo>
                    <a:pt x="0" y="0"/>
                  </a:moveTo>
                  <a:lnTo>
                    <a:pt x="2451651" y="936617"/>
                  </a:lnTo>
                </a:path>
              </a:pathLst>
            </a:custGeom>
            <a:ln w="2308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l58"/>
            <p:cNvSpPr/>
            <p:nvPr/>
          </p:nvSpPr>
          <p:spPr>
            <a:xfrm>
              <a:off x="2948455" y="4380988"/>
              <a:ext cx="3612849" cy="0"/>
            </a:xfrm>
            <a:custGeom>
              <a:avLst/>
              <a:pathLst>
                <a:path w="3612849" h="0">
                  <a:moveTo>
                    <a:pt x="0" y="0"/>
                  </a:moveTo>
                  <a:lnTo>
                    <a:pt x="3612849" y="0"/>
                  </a:lnTo>
                </a:path>
              </a:pathLst>
            </a:custGeom>
            <a:ln w="2886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2943529" y="4421271"/>
              <a:ext cx="2915268" cy="723826"/>
            </a:xfrm>
            <a:custGeom>
              <a:avLst/>
              <a:pathLst>
                <a:path w="2915268" h="723826">
                  <a:moveTo>
                    <a:pt x="0" y="0"/>
                  </a:moveTo>
                  <a:lnTo>
                    <a:pt x="2915268" y="723826"/>
                  </a:lnTo>
                </a:path>
              </a:pathLst>
            </a:custGeom>
            <a:ln w="3174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3242684" y="4886107"/>
              <a:ext cx="1624699" cy="620692"/>
            </a:xfrm>
            <a:custGeom>
              <a:avLst/>
              <a:pathLst>
                <a:path w="1624699" h="620692">
                  <a:moveTo>
                    <a:pt x="0" y="0"/>
                  </a:moveTo>
                  <a:lnTo>
                    <a:pt x="1624699" y="620692"/>
                  </a:lnTo>
                </a:path>
              </a:pathLst>
            </a:custGeom>
            <a:ln w="3527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3248766" y="4866731"/>
              <a:ext cx="2134250" cy="529909"/>
            </a:xfrm>
            <a:custGeom>
              <a:avLst/>
              <a:pathLst>
                <a:path w="2134250" h="529909">
                  <a:moveTo>
                    <a:pt x="0" y="0"/>
                  </a:moveTo>
                  <a:lnTo>
                    <a:pt x="2134250" y="529909"/>
                  </a:lnTo>
                </a:path>
              </a:pathLst>
            </a:custGeom>
            <a:ln w="2325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3252455" y="4401284"/>
              <a:ext cx="3310085" cy="404869"/>
            </a:xfrm>
            <a:custGeom>
              <a:avLst/>
              <a:pathLst>
                <a:path w="3310085" h="404869">
                  <a:moveTo>
                    <a:pt x="0" y="404869"/>
                  </a:moveTo>
                  <a:lnTo>
                    <a:pt x="3310085" y="0"/>
                  </a:lnTo>
                </a:path>
              </a:pathLst>
            </a:custGeom>
            <a:ln w="2818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3252455" y="4846744"/>
              <a:ext cx="2602652" cy="318340"/>
            </a:xfrm>
            <a:custGeom>
              <a:avLst/>
              <a:pathLst>
                <a:path w="2602652" h="318340">
                  <a:moveTo>
                    <a:pt x="0" y="0"/>
                  </a:moveTo>
                  <a:lnTo>
                    <a:pt x="2602652" y="318340"/>
                  </a:lnTo>
                </a:path>
              </a:pathLst>
            </a:custGeom>
            <a:ln w="2672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5669981" y="4492295"/>
              <a:ext cx="933767" cy="833321"/>
            </a:xfrm>
            <a:custGeom>
              <a:avLst/>
              <a:pathLst>
                <a:path w="933767" h="833321">
                  <a:moveTo>
                    <a:pt x="0" y="833321"/>
                  </a:moveTo>
                  <a:lnTo>
                    <a:pt x="933767" y="0"/>
                  </a:lnTo>
                </a:path>
              </a:pathLst>
            </a:custGeom>
            <a:ln w="3174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5693042" y="5263513"/>
              <a:ext cx="180211" cy="95277"/>
            </a:xfrm>
            <a:custGeom>
              <a:avLst/>
              <a:pathLst>
                <a:path w="180211" h="95277">
                  <a:moveTo>
                    <a:pt x="0" y="95277"/>
                  </a:moveTo>
                  <a:lnTo>
                    <a:pt x="180211" y="0"/>
                  </a:lnTo>
                </a:path>
              </a:pathLst>
            </a:custGeom>
            <a:ln w="3527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6787372" y="4031335"/>
              <a:ext cx="72739" cy="193206"/>
            </a:xfrm>
            <a:custGeom>
              <a:avLst/>
              <a:pathLst>
                <a:path w="72739" h="193206">
                  <a:moveTo>
                    <a:pt x="0" y="193206"/>
                  </a:moveTo>
                  <a:lnTo>
                    <a:pt x="72739" y="0"/>
                  </a:lnTo>
                </a:path>
              </a:pathLst>
            </a:custGeom>
            <a:ln w="2893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6131436" y="4506517"/>
              <a:ext cx="486638" cy="553335"/>
            </a:xfrm>
            <a:custGeom>
              <a:avLst/>
              <a:pathLst>
                <a:path w="486638" h="553335">
                  <a:moveTo>
                    <a:pt x="0" y="553335"/>
                  </a:moveTo>
                  <a:lnTo>
                    <a:pt x="486638" y="0"/>
                  </a:lnTo>
                </a:path>
              </a:pathLst>
            </a:custGeom>
            <a:ln w="2672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6517726" y="4518888"/>
              <a:ext cx="116254" cy="169660"/>
            </a:xfrm>
            <a:custGeom>
              <a:avLst/>
              <a:pathLst>
                <a:path w="116254" h="169660">
                  <a:moveTo>
                    <a:pt x="0" y="169660"/>
                  </a:moveTo>
                  <a:lnTo>
                    <a:pt x="116254" y="0"/>
                  </a:lnTo>
                </a:path>
              </a:pathLst>
            </a:custGeom>
            <a:ln w="1987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6500476" y="4023140"/>
              <a:ext cx="341293" cy="655056"/>
            </a:xfrm>
            <a:custGeom>
              <a:avLst/>
              <a:pathLst>
                <a:path w="341293" h="655056">
                  <a:moveTo>
                    <a:pt x="0" y="655056"/>
                  </a:moveTo>
                  <a:lnTo>
                    <a:pt x="341293" y="0"/>
                  </a:lnTo>
                </a:path>
              </a:pathLst>
            </a:custGeom>
            <a:ln w="2364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4131668" y="1238196"/>
              <a:ext cx="1246422" cy="0"/>
            </a:xfrm>
            <a:custGeom>
              <a:avLst/>
              <a:pathLst>
                <a:path w="1246422" h="0">
                  <a:moveTo>
                    <a:pt x="1246422" y="0"/>
                  </a:moveTo>
                  <a:lnTo>
                    <a:pt x="0" y="0"/>
                  </a:lnTo>
                </a:path>
              </a:pathLst>
            </a:custGeom>
            <a:ln w="2721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2738532" y="1316329"/>
              <a:ext cx="2658941" cy="1405769"/>
            </a:xfrm>
            <a:custGeom>
              <a:avLst/>
              <a:pathLst>
                <a:path w="2658941" h="1405769">
                  <a:moveTo>
                    <a:pt x="2658941" y="0"/>
                  </a:moveTo>
                  <a:lnTo>
                    <a:pt x="0" y="1405769"/>
                  </a:lnTo>
                </a:path>
              </a:pathLst>
            </a:custGeom>
            <a:ln w="1740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2663230" y="1333628"/>
              <a:ext cx="2744777" cy="1908498"/>
            </a:xfrm>
            <a:custGeom>
              <a:avLst/>
              <a:pathLst>
                <a:path w="2744777" h="1908498">
                  <a:moveTo>
                    <a:pt x="2744777" y="0"/>
                  </a:moveTo>
                  <a:lnTo>
                    <a:pt x="0" y="1908498"/>
                  </a:lnTo>
                </a:path>
              </a:pathLst>
            </a:custGeom>
            <a:ln w="1771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3"/>
            <p:cNvSpPr/>
            <p:nvPr/>
          </p:nvSpPr>
          <p:spPr>
            <a:xfrm>
              <a:off x="5043549" y="1404162"/>
              <a:ext cx="481704" cy="3996330"/>
            </a:xfrm>
            <a:custGeom>
              <a:avLst/>
              <a:pathLst>
                <a:path w="481704" h="3996330">
                  <a:moveTo>
                    <a:pt x="481704" y="0"/>
                  </a:moveTo>
                  <a:lnTo>
                    <a:pt x="0" y="3996330"/>
                  </a:lnTo>
                </a:path>
              </a:pathLst>
            </a:custGeom>
            <a:ln w="3174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l74"/>
            <p:cNvSpPr/>
            <p:nvPr/>
          </p:nvSpPr>
          <p:spPr>
            <a:xfrm>
              <a:off x="2715471" y="1349502"/>
              <a:ext cx="2705064" cy="2414078"/>
            </a:xfrm>
            <a:custGeom>
              <a:avLst/>
              <a:pathLst>
                <a:path w="2705064" h="2414078">
                  <a:moveTo>
                    <a:pt x="2705064" y="0"/>
                  </a:moveTo>
                  <a:lnTo>
                    <a:pt x="0" y="2414078"/>
                  </a:lnTo>
                </a:path>
              </a:pathLst>
            </a:custGeom>
            <a:ln w="3527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l75"/>
            <p:cNvSpPr/>
            <p:nvPr/>
          </p:nvSpPr>
          <p:spPr>
            <a:xfrm>
              <a:off x="2891685" y="1363724"/>
              <a:ext cx="2543175" cy="2891736"/>
            </a:xfrm>
            <a:custGeom>
              <a:avLst/>
              <a:pathLst>
                <a:path w="2543175" h="2891736">
                  <a:moveTo>
                    <a:pt x="2543175" y="0"/>
                  </a:moveTo>
                  <a:lnTo>
                    <a:pt x="0" y="2891736"/>
                  </a:lnTo>
                </a:path>
              </a:pathLst>
            </a:custGeom>
            <a:ln w="2672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l76"/>
            <p:cNvSpPr/>
            <p:nvPr/>
          </p:nvSpPr>
          <p:spPr>
            <a:xfrm>
              <a:off x="3181016" y="1376096"/>
              <a:ext cx="2269750" cy="3312453"/>
            </a:xfrm>
            <a:custGeom>
              <a:avLst/>
              <a:pathLst>
                <a:path w="2269750" h="3312453">
                  <a:moveTo>
                    <a:pt x="2269750" y="0"/>
                  </a:moveTo>
                  <a:lnTo>
                    <a:pt x="0" y="3312453"/>
                  </a:lnTo>
                </a:path>
              </a:pathLst>
            </a:custGeom>
            <a:ln w="32129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l77"/>
            <p:cNvSpPr/>
            <p:nvPr/>
          </p:nvSpPr>
          <p:spPr>
            <a:xfrm>
              <a:off x="5545258" y="1405363"/>
              <a:ext cx="0" cy="3864392"/>
            </a:xfrm>
            <a:custGeom>
              <a:avLst/>
              <a:pathLst>
                <a:path w="0" h="3864392">
                  <a:moveTo>
                    <a:pt x="0" y="0"/>
                  </a:moveTo>
                  <a:lnTo>
                    <a:pt x="0" y="3864392"/>
                  </a:lnTo>
                </a:path>
              </a:pathLst>
            </a:custGeom>
            <a:ln w="2606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l78"/>
            <p:cNvSpPr/>
            <p:nvPr/>
          </p:nvSpPr>
          <p:spPr>
            <a:xfrm>
              <a:off x="5604158" y="1394643"/>
              <a:ext cx="1065413" cy="2829898"/>
            </a:xfrm>
            <a:custGeom>
              <a:avLst/>
              <a:pathLst>
                <a:path w="1065413" h="2829898">
                  <a:moveTo>
                    <a:pt x="0" y="0"/>
                  </a:moveTo>
                  <a:lnTo>
                    <a:pt x="1065413" y="2829898"/>
                  </a:lnTo>
                </a:path>
              </a:pathLst>
            </a:custGeom>
            <a:ln w="3586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l79"/>
            <p:cNvSpPr/>
            <p:nvPr/>
          </p:nvSpPr>
          <p:spPr>
            <a:xfrm>
              <a:off x="5565263" y="1404162"/>
              <a:ext cx="435770" cy="3615252"/>
            </a:xfrm>
            <a:custGeom>
              <a:avLst/>
              <a:pathLst>
                <a:path w="435770" h="3615252">
                  <a:moveTo>
                    <a:pt x="0" y="0"/>
                  </a:moveTo>
                  <a:lnTo>
                    <a:pt x="435770" y="3615252"/>
                  </a:lnTo>
                </a:path>
              </a:pathLst>
            </a:custGeom>
            <a:ln w="2325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l80"/>
            <p:cNvSpPr/>
            <p:nvPr/>
          </p:nvSpPr>
          <p:spPr>
            <a:xfrm>
              <a:off x="5584989" y="1400573"/>
              <a:ext cx="798515" cy="3263498"/>
            </a:xfrm>
            <a:custGeom>
              <a:avLst/>
              <a:pathLst>
                <a:path w="798515" h="3263498">
                  <a:moveTo>
                    <a:pt x="0" y="0"/>
                  </a:moveTo>
                  <a:lnTo>
                    <a:pt x="798515" y="3263498"/>
                  </a:lnTo>
                </a:path>
              </a:pathLst>
            </a:custGeom>
            <a:ln w="2818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l81"/>
            <p:cNvSpPr/>
            <p:nvPr/>
          </p:nvSpPr>
          <p:spPr>
            <a:xfrm>
              <a:off x="5622499" y="1386448"/>
              <a:ext cx="1219270" cy="2340187"/>
            </a:xfrm>
            <a:custGeom>
              <a:avLst/>
              <a:pathLst>
                <a:path w="1219270" h="2340187">
                  <a:moveTo>
                    <a:pt x="0" y="0"/>
                  </a:moveTo>
                  <a:lnTo>
                    <a:pt x="1219270" y="2340187"/>
                  </a:lnTo>
                </a:path>
              </a:pathLst>
            </a:custGeom>
            <a:ln w="2672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g82"/>
            <p:cNvSpPr/>
            <p:nvPr/>
          </p:nvSpPr>
          <p:spPr>
            <a:xfrm>
              <a:off x="6930783" y="3170392"/>
              <a:ext cx="52996" cy="167167"/>
            </a:xfrm>
            <a:custGeom>
              <a:avLst/>
              <a:pathLst>
                <a:path w="52996" h="167167">
                  <a:moveTo>
                    <a:pt x="52996" y="0"/>
                  </a:moveTo>
                  <a:lnTo>
                    <a:pt x="47005" y="107"/>
                  </a:lnTo>
                  <a:lnTo>
                    <a:pt x="41022" y="429"/>
                  </a:lnTo>
                  <a:lnTo>
                    <a:pt x="35055" y="965"/>
                  </a:lnTo>
                  <a:lnTo>
                    <a:pt x="29110" y="1715"/>
                  </a:lnTo>
                  <a:lnTo>
                    <a:pt x="23197" y="2677"/>
                  </a:lnTo>
                  <a:lnTo>
                    <a:pt x="17321" y="3850"/>
                  </a:lnTo>
                  <a:lnTo>
                    <a:pt x="11491" y="5234"/>
                  </a:lnTo>
                  <a:lnTo>
                    <a:pt x="5715" y="6825"/>
                  </a:lnTo>
                  <a:lnTo>
                    <a:pt x="0" y="8622"/>
                  </a:lnTo>
                  <a:lnTo>
                    <a:pt x="52996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g83"/>
            <p:cNvSpPr/>
            <p:nvPr/>
          </p:nvSpPr>
          <p:spPr>
            <a:xfrm>
              <a:off x="6930783" y="3179015"/>
              <a:ext cx="52996" cy="158544"/>
            </a:xfrm>
            <a:custGeom>
              <a:avLst/>
              <a:pathLst>
                <a:path w="52996" h="158544">
                  <a:moveTo>
                    <a:pt x="0" y="0"/>
                  </a:moveTo>
                  <a:lnTo>
                    <a:pt x="52996" y="158544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g84"/>
            <p:cNvSpPr/>
            <p:nvPr/>
          </p:nvSpPr>
          <p:spPr>
            <a:xfrm>
              <a:off x="6930783" y="3179015"/>
              <a:ext cx="52996" cy="158544"/>
            </a:xfrm>
            <a:custGeom>
              <a:avLst/>
              <a:pathLst>
                <a:path w="52996" h="158544">
                  <a:moveTo>
                    <a:pt x="0" y="0"/>
                  </a:moveTo>
                  <a:lnTo>
                    <a:pt x="52996" y="158544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g85"/>
            <p:cNvSpPr/>
            <p:nvPr/>
          </p:nvSpPr>
          <p:spPr>
            <a:xfrm>
              <a:off x="6930783" y="3179015"/>
              <a:ext cx="52996" cy="158544"/>
            </a:xfrm>
            <a:custGeom>
              <a:avLst/>
              <a:pathLst>
                <a:path w="52996" h="158544">
                  <a:moveTo>
                    <a:pt x="0" y="0"/>
                  </a:moveTo>
                  <a:lnTo>
                    <a:pt x="52996" y="158544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g86"/>
            <p:cNvSpPr/>
            <p:nvPr/>
          </p:nvSpPr>
          <p:spPr>
            <a:xfrm>
              <a:off x="6930783" y="3179015"/>
              <a:ext cx="52996" cy="158544"/>
            </a:xfrm>
            <a:custGeom>
              <a:avLst/>
              <a:pathLst>
                <a:path w="52996" h="158544">
                  <a:moveTo>
                    <a:pt x="0" y="0"/>
                  </a:moveTo>
                  <a:lnTo>
                    <a:pt x="52996" y="15854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g87"/>
            <p:cNvSpPr/>
            <p:nvPr/>
          </p:nvSpPr>
          <p:spPr>
            <a:xfrm>
              <a:off x="6930783" y="3179015"/>
              <a:ext cx="52996" cy="158544"/>
            </a:xfrm>
            <a:custGeom>
              <a:avLst/>
              <a:pathLst>
                <a:path w="52996" h="158544">
                  <a:moveTo>
                    <a:pt x="0" y="0"/>
                  </a:moveTo>
                  <a:lnTo>
                    <a:pt x="52996" y="15854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g88"/>
            <p:cNvSpPr/>
            <p:nvPr/>
          </p:nvSpPr>
          <p:spPr>
            <a:xfrm>
              <a:off x="6930783" y="3179015"/>
              <a:ext cx="52996" cy="158544"/>
            </a:xfrm>
            <a:custGeom>
              <a:avLst/>
              <a:pathLst>
                <a:path w="52996" h="158544">
                  <a:moveTo>
                    <a:pt x="0" y="0"/>
                  </a:moveTo>
                  <a:lnTo>
                    <a:pt x="52996" y="15854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g89"/>
            <p:cNvSpPr/>
            <p:nvPr/>
          </p:nvSpPr>
          <p:spPr>
            <a:xfrm>
              <a:off x="6930783" y="3179015"/>
              <a:ext cx="52996" cy="158544"/>
            </a:xfrm>
            <a:custGeom>
              <a:avLst/>
              <a:pathLst>
                <a:path w="52996" h="158544">
                  <a:moveTo>
                    <a:pt x="0" y="0"/>
                  </a:moveTo>
                  <a:lnTo>
                    <a:pt x="52996" y="15854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g90"/>
            <p:cNvSpPr/>
            <p:nvPr/>
          </p:nvSpPr>
          <p:spPr>
            <a:xfrm>
              <a:off x="6930783" y="3179015"/>
              <a:ext cx="52996" cy="158544"/>
            </a:xfrm>
            <a:custGeom>
              <a:avLst/>
              <a:pathLst>
                <a:path w="52996" h="158544">
                  <a:moveTo>
                    <a:pt x="0" y="0"/>
                  </a:moveTo>
                  <a:lnTo>
                    <a:pt x="52996" y="158544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g91"/>
            <p:cNvSpPr/>
            <p:nvPr/>
          </p:nvSpPr>
          <p:spPr>
            <a:xfrm>
              <a:off x="6930783" y="3179015"/>
              <a:ext cx="52996" cy="158544"/>
            </a:xfrm>
            <a:custGeom>
              <a:avLst/>
              <a:pathLst>
                <a:path w="52996" h="158544">
                  <a:moveTo>
                    <a:pt x="0" y="0"/>
                  </a:moveTo>
                  <a:lnTo>
                    <a:pt x="52996" y="158544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g92"/>
            <p:cNvSpPr/>
            <p:nvPr/>
          </p:nvSpPr>
          <p:spPr>
            <a:xfrm>
              <a:off x="6930783" y="3179015"/>
              <a:ext cx="52996" cy="158544"/>
            </a:xfrm>
            <a:custGeom>
              <a:avLst/>
              <a:pathLst>
                <a:path w="52996" h="158544">
                  <a:moveTo>
                    <a:pt x="0" y="0"/>
                  </a:moveTo>
                  <a:lnTo>
                    <a:pt x="52996" y="15854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g93"/>
            <p:cNvSpPr/>
            <p:nvPr/>
          </p:nvSpPr>
          <p:spPr>
            <a:xfrm>
              <a:off x="6930783" y="3179015"/>
              <a:ext cx="52996" cy="158544"/>
            </a:xfrm>
            <a:custGeom>
              <a:avLst/>
              <a:pathLst>
                <a:path w="52996" h="158544">
                  <a:moveTo>
                    <a:pt x="0" y="0"/>
                  </a:moveTo>
                  <a:lnTo>
                    <a:pt x="52996" y="15854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g94"/>
            <p:cNvSpPr/>
            <p:nvPr/>
          </p:nvSpPr>
          <p:spPr>
            <a:xfrm>
              <a:off x="6930783" y="3179015"/>
              <a:ext cx="52996" cy="158544"/>
            </a:xfrm>
            <a:custGeom>
              <a:avLst/>
              <a:pathLst>
                <a:path w="52996" h="158544">
                  <a:moveTo>
                    <a:pt x="0" y="0"/>
                  </a:moveTo>
                  <a:lnTo>
                    <a:pt x="52996" y="15854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g95"/>
            <p:cNvSpPr/>
            <p:nvPr/>
          </p:nvSpPr>
          <p:spPr>
            <a:xfrm>
              <a:off x="6930783" y="3179015"/>
              <a:ext cx="52996" cy="158544"/>
            </a:xfrm>
            <a:custGeom>
              <a:avLst/>
              <a:pathLst>
                <a:path w="52996" h="158544">
                  <a:moveTo>
                    <a:pt x="0" y="0"/>
                  </a:moveTo>
                  <a:lnTo>
                    <a:pt x="52996" y="15854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g96"/>
            <p:cNvSpPr/>
            <p:nvPr/>
          </p:nvSpPr>
          <p:spPr>
            <a:xfrm>
              <a:off x="6930783" y="3179015"/>
              <a:ext cx="52996" cy="158544"/>
            </a:xfrm>
            <a:custGeom>
              <a:avLst/>
              <a:pathLst>
                <a:path w="52996" h="158544">
                  <a:moveTo>
                    <a:pt x="0" y="0"/>
                  </a:moveTo>
                  <a:lnTo>
                    <a:pt x="52996" y="15854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g97"/>
            <p:cNvSpPr/>
            <p:nvPr/>
          </p:nvSpPr>
          <p:spPr>
            <a:xfrm>
              <a:off x="6930783" y="3179015"/>
              <a:ext cx="52996" cy="158544"/>
            </a:xfrm>
            <a:custGeom>
              <a:avLst/>
              <a:pathLst>
                <a:path w="52996" h="158544">
                  <a:moveTo>
                    <a:pt x="0" y="0"/>
                  </a:moveTo>
                  <a:lnTo>
                    <a:pt x="52996" y="15854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g98"/>
            <p:cNvSpPr/>
            <p:nvPr/>
          </p:nvSpPr>
          <p:spPr>
            <a:xfrm>
              <a:off x="6930783" y="3179015"/>
              <a:ext cx="52996" cy="158544"/>
            </a:xfrm>
            <a:custGeom>
              <a:avLst/>
              <a:pathLst>
                <a:path w="52996" h="158544">
                  <a:moveTo>
                    <a:pt x="0" y="0"/>
                  </a:moveTo>
                  <a:lnTo>
                    <a:pt x="52996" y="158544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g99"/>
            <p:cNvSpPr/>
            <p:nvPr/>
          </p:nvSpPr>
          <p:spPr>
            <a:xfrm>
              <a:off x="6930783" y="3179015"/>
              <a:ext cx="52996" cy="158544"/>
            </a:xfrm>
            <a:custGeom>
              <a:avLst/>
              <a:pathLst>
                <a:path w="52996" h="158544">
                  <a:moveTo>
                    <a:pt x="0" y="0"/>
                  </a:moveTo>
                  <a:lnTo>
                    <a:pt x="52996" y="15854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g100"/>
            <p:cNvSpPr/>
            <p:nvPr/>
          </p:nvSpPr>
          <p:spPr>
            <a:xfrm>
              <a:off x="6930783" y="3179015"/>
              <a:ext cx="52996" cy="158544"/>
            </a:xfrm>
            <a:custGeom>
              <a:avLst/>
              <a:pathLst>
                <a:path w="52996" h="158544">
                  <a:moveTo>
                    <a:pt x="0" y="0"/>
                  </a:moveTo>
                  <a:lnTo>
                    <a:pt x="52996" y="15854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g101"/>
            <p:cNvSpPr/>
            <p:nvPr/>
          </p:nvSpPr>
          <p:spPr>
            <a:xfrm>
              <a:off x="6930783" y="3179015"/>
              <a:ext cx="52996" cy="158544"/>
            </a:xfrm>
            <a:custGeom>
              <a:avLst/>
              <a:pathLst>
                <a:path w="52996" h="158544">
                  <a:moveTo>
                    <a:pt x="0" y="0"/>
                  </a:moveTo>
                  <a:lnTo>
                    <a:pt x="52996" y="15854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g102"/>
            <p:cNvSpPr/>
            <p:nvPr/>
          </p:nvSpPr>
          <p:spPr>
            <a:xfrm>
              <a:off x="6930783" y="3179015"/>
              <a:ext cx="52996" cy="158544"/>
            </a:xfrm>
            <a:custGeom>
              <a:avLst/>
              <a:pathLst>
                <a:path w="52996" h="158544">
                  <a:moveTo>
                    <a:pt x="0" y="0"/>
                  </a:moveTo>
                  <a:lnTo>
                    <a:pt x="52996" y="15854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g103"/>
            <p:cNvSpPr/>
            <p:nvPr/>
          </p:nvSpPr>
          <p:spPr>
            <a:xfrm>
              <a:off x="6930783" y="3179015"/>
              <a:ext cx="52996" cy="158544"/>
            </a:xfrm>
            <a:custGeom>
              <a:avLst/>
              <a:pathLst>
                <a:path w="52996" h="158544">
                  <a:moveTo>
                    <a:pt x="0" y="0"/>
                  </a:moveTo>
                  <a:lnTo>
                    <a:pt x="52996" y="15854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g104"/>
            <p:cNvSpPr/>
            <p:nvPr/>
          </p:nvSpPr>
          <p:spPr>
            <a:xfrm>
              <a:off x="6930783" y="3179015"/>
              <a:ext cx="52996" cy="158544"/>
            </a:xfrm>
            <a:custGeom>
              <a:avLst/>
              <a:pathLst>
                <a:path w="52996" h="158544">
                  <a:moveTo>
                    <a:pt x="0" y="0"/>
                  </a:moveTo>
                  <a:lnTo>
                    <a:pt x="52996" y="15854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g105"/>
            <p:cNvSpPr/>
            <p:nvPr/>
          </p:nvSpPr>
          <p:spPr>
            <a:xfrm>
              <a:off x="6930783" y="3179015"/>
              <a:ext cx="52996" cy="158544"/>
            </a:xfrm>
            <a:custGeom>
              <a:avLst/>
              <a:pathLst>
                <a:path w="52996" h="158544">
                  <a:moveTo>
                    <a:pt x="0" y="0"/>
                  </a:moveTo>
                  <a:lnTo>
                    <a:pt x="52996" y="15854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g106"/>
            <p:cNvSpPr/>
            <p:nvPr/>
          </p:nvSpPr>
          <p:spPr>
            <a:xfrm>
              <a:off x="6930783" y="3179015"/>
              <a:ext cx="52996" cy="158544"/>
            </a:xfrm>
            <a:custGeom>
              <a:avLst/>
              <a:pathLst>
                <a:path w="52996" h="158544">
                  <a:moveTo>
                    <a:pt x="0" y="0"/>
                  </a:moveTo>
                  <a:lnTo>
                    <a:pt x="52996" y="15854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g107"/>
            <p:cNvSpPr/>
            <p:nvPr/>
          </p:nvSpPr>
          <p:spPr>
            <a:xfrm>
              <a:off x="6930783" y="3179015"/>
              <a:ext cx="52996" cy="158544"/>
            </a:xfrm>
            <a:custGeom>
              <a:avLst/>
              <a:pathLst>
                <a:path w="52996" h="158544">
                  <a:moveTo>
                    <a:pt x="0" y="0"/>
                  </a:moveTo>
                  <a:lnTo>
                    <a:pt x="52996" y="15854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g108"/>
            <p:cNvSpPr/>
            <p:nvPr/>
          </p:nvSpPr>
          <p:spPr>
            <a:xfrm>
              <a:off x="6816626" y="3171272"/>
              <a:ext cx="334308" cy="333455"/>
            </a:xfrm>
            <a:custGeom>
              <a:avLst/>
              <a:pathLst>
                <a:path w="334308" h="333455">
                  <a:moveTo>
                    <a:pt x="114156" y="7743"/>
                  </a:moveTo>
                  <a:lnTo>
                    <a:pt x="109163" y="9500"/>
                  </a:lnTo>
                  <a:lnTo>
                    <a:pt x="104228" y="11414"/>
                  </a:lnTo>
                  <a:lnTo>
                    <a:pt x="99357" y="13484"/>
                  </a:lnTo>
                  <a:lnTo>
                    <a:pt x="94553" y="15707"/>
                  </a:lnTo>
                  <a:lnTo>
                    <a:pt x="89822" y="18081"/>
                  </a:lnTo>
                  <a:lnTo>
                    <a:pt x="85169" y="20604"/>
                  </a:lnTo>
                  <a:lnTo>
                    <a:pt x="80598" y="23272"/>
                  </a:lnTo>
                  <a:lnTo>
                    <a:pt x="76113" y="26084"/>
                  </a:lnTo>
                  <a:lnTo>
                    <a:pt x="71720" y="29037"/>
                  </a:lnTo>
                  <a:lnTo>
                    <a:pt x="67423" y="32127"/>
                  </a:lnTo>
                  <a:lnTo>
                    <a:pt x="63225" y="35351"/>
                  </a:lnTo>
                  <a:lnTo>
                    <a:pt x="59132" y="38707"/>
                  </a:lnTo>
                  <a:lnTo>
                    <a:pt x="55147" y="42191"/>
                  </a:lnTo>
                  <a:lnTo>
                    <a:pt x="51275" y="45799"/>
                  </a:lnTo>
                  <a:lnTo>
                    <a:pt x="47518" y="49528"/>
                  </a:lnTo>
                  <a:lnTo>
                    <a:pt x="43882" y="53374"/>
                  </a:lnTo>
                  <a:lnTo>
                    <a:pt x="40369" y="57333"/>
                  </a:lnTo>
                  <a:lnTo>
                    <a:pt x="36983" y="61402"/>
                  </a:lnTo>
                  <a:lnTo>
                    <a:pt x="33727" y="65576"/>
                  </a:lnTo>
                  <a:lnTo>
                    <a:pt x="30606" y="69850"/>
                  </a:lnTo>
                  <a:lnTo>
                    <a:pt x="27621" y="74222"/>
                  </a:lnTo>
                  <a:lnTo>
                    <a:pt x="24776" y="78685"/>
                  </a:lnTo>
                  <a:lnTo>
                    <a:pt x="22074" y="83237"/>
                  </a:lnTo>
                  <a:lnTo>
                    <a:pt x="19518" y="87871"/>
                  </a:lnTo>
                  <a:lnTo>
                    <a:pt x="17109" y="92585"/>
                  </a:lnTo>
                  <a:lnTo>
                    <a:pt x="14851" y="97372"/>
                  </a:lnTo>
                  <a:lnTo>
                    <a:pt x="12746" y="102228"/>
                  </a:lnTo>
                  <a:lnTo>
                    <a:pt x="10795" y="107149"/>
                  </a:lnTo>
                  <a:lnTo>
                    <a:pt x="9001" y="112128"/>
                  </a:lnTo>
                  <a:lnTo>
                    <a:pt x="7366" y="117163"/>
                  </a:lnTo>
                  <a:lnTo>
                    <a:pt x="5891" y="122246"/>
                  </a:lnTo>
                  <a:lnTo>
                    <a:pt x="4577" y="127373"/>
                  </a:lnTo>
                  <a:lnTo>
                    <a:pt x="3427" y="132540"/>
                  </a:lnTo>
                  <a:lnTo>
                    <a:pt x="2440" y="137740"/>
                  </a:lnTo>
                  <a:lnTo>
                    <a:pt x="1619" y="142969"/>
                  </a:lnTo>
                  <a:lnTo>
                    <a:pt x="964" y="148222"/>
                  </a:lnTo>
                  <a:lnTo>
                    <a:pt x="475" y="153492"/>
                  </a:lnTo>
                  <a:lnTo>
                    <a:pt x="154" y="158775"/>
                  </a:lnTo>
                  <a:lnTo>
                    <a:pt x="0" y="164066"/>
                  </a:lnTo>
                  <a:lnTo>
                    <a:pt x="13" y="169359"/>
                  </a:lnTo>
                  <a:lnTo>
                    <a:pt x="194" y="174649"/>
                  </a:lnTo>
                  <a:lnTo>
                    <a:pt x="542" y="179931"/>
                  </a:lnTo>
                  <a:lnTo>
                    <a:pt x="1058" y="185199"/>
                  </a:lnTo>
                  <a:lnTo>
                    <a:pt x="1740" y="190448"/>
                  </a:lnTo>
                  <a:lnTo>
                    <a:pt x="2588" y="195672"/>
                  </a:lnTo>
                  <a:lnTo>
                    <a:pt x="3601" y="200868"/>
                  </a:lnTo>
                  <a:lnTo>
                    <a:pt x="4777" y="206028"/>
                  </a:lnTo>
                  <a:lnTo>
                    <a:pt x="6117" y="211149"/>
                  </a:lnTo>
                  <a:lnTo>
                    <a:pt x="7618" y="216225"/>
                  </a:lnTo>
                  <a:lnTo>
                    <a:pt x="9279" y="221251"/>
                  </a:lnTo>
                  <a:lnTo>
                    <a:pt x="11098" y="226221"/>
                  </a:lnTo>
                  <a:lnTo>
                    <a:pt x="13074" y="231132"/>
                  </a:lnTo>
                  <a:lnTo>
                    <a:pt x="15204" y="235977"/>
                  </a:lnTo>
                  <a:lnTo>
                    <a:pt x="17487" y="240753"/>
                  </a:lnTo>
                  <a:lnTo>
                    <a:pt x="19919" y="245454"/>
                  </a:lnTo>
                  <a:lnTo>
                    <a:pt x="22499" y="250075"/>
                  </a:lnTo>
                  <a:lnTo>
                    <a:pt x="25224" y="254613"/>
                  </a:lnTo>
                  <a:lnTo>
                    <a:pt x="28092" y="259062"/>
                  </a:lnTo>
                  <a:lnTo>
                    <a:pt x="31099" y="263418"/>
                  </a:lnTo>
                  <a:lnTo>
                    <a:pt x="34242" y="267677"/>
                  </a:lnTo>
                  <a:lnTo>
                    <a:pt x="37519" y="271834"/>
                  </a:lnTo>
                  <a:lnTo>
                    <a:pt x="40925" y="275885"/>
                  </a:lnTo>
                  <a:lnTo>
                    <a:pt x="44458" y="279826"/>
                  </a:lnTo>
                  <a:lnTo>
                    <a:pt x="48114" y="283654"/>
                  </a:lnTo>
                  <a:lnTo>
                    <a:pt x="51890" y="287364"/>
                  </a:lnTo>
                  <a:lnTo>
                    <a:pt x="55781" y="290952"/>
                  </a:lnTo>
                  <a:lnTo>
                    <a:pt x="59783" y="294416"/>
                  </a:lnTo>
                  <a:lnTo>
                    <a:pt x="63894" y="297751"/>
                  </a:lnTo>
                  <a:lnTo>
                    <a:pt x="68107" y="300954"/>
                  </a:lnTo>
                  <a:lnTo>
                    <a:pt x="72421" y="304022"/>
                  </a:lnTo>
                  <a:lnTo>
                    <a:pt x="76829" y="306952"/>
                  </a:lnTo>
                  <a:lnTo>
                    <a:pt x="81327" y="309741"/>
                  </a:lnTo>
                  <a:lnTo>
                    <a:pt x="85912" y="312386"/>
                  </a:lnTo>
                  <a:lnTo>
                    <a:pt x="90578" y="314885"/>
                  </a:lnTo>
                  <a:lnTo>
                    <a:pt x="95321" y="317235"/>
                  </a:lnTo>
                  <a:lnTo>
                    <a:pt x="100136" y="319433"/>
                  </a:lnTo>
                  <a:lnTo>
                    <a:pt x="105018" y="321478"/>
                  </a:lnTo>
                  <a:lnTo>
                    <a:pt x="109962" y="323368"/>
                  </a:lnTo>
                  <a:lnTo>
                    <a:pt x="114964" y="325099"/>
                  </a:lnTo>
                  <a:lnTo>
                    <a:pt x="120018" y="326672"/>
                  </a:lnTo>
                  <a:lnTo>
                    <a:pt x="125119" y="328084"/>
                  </a:lnTo>
                  <a:lnTo>
                    <a:pt x="130263" y="329334"/>
                  </a:lnTo>
                  <a:lnTo>
                    <a:pt x="135443" y="330420"/>
                  </a:lnTo>
                  <a:lnTo>
                    <a:pt x="140656" y="331341"/>
                  </a:lnTo>
                  <a:lnTo>
                    <a:pt x="145894" y="332097"/>
                  </a:lnTo>
                  <a:lnTo>
                    <a:pt x="151154" y="332687"/>
                  </a:lnTo>
                  <a:lnTo>
                    <a:pt x="156431" y="333110"/>
                  </a:lnTo>
                  <a:lnTo>
                    <a:pt x="161717" y="333366"/>
                  </a:lnTo>
                  <a:lnTo>
                    <a:pt x="167010" y="333455"/>
                  </a:lnTo>
                  <a:lnTo>
                    <a:pt x="172302" y="333375"/>
                  </a:lnTo>
                  <a:lnTo>
                    <a:pt x="177590" y="333128"/>
                  </a:lnTo>
                  <a:lnTo>
                    <a:pt x="182866" y="332714"/>
                  </a:lnTo>
                  <a:lnTo>
                    <a:pt x="188127" y="332133"/>
                  </a:lnTo>
                  <a:lnTo>
                    <a:pt x="193368" y="331386"/>
                  </a:lnTo>
                  <a:lnTo>
                    <a:pt x="198581" y="330473"/>
                  </a:lnTo>
                  <a:lnTo>
                    <a:pt x="203764" y="329396"/>
                  </a:lnTo>
                  <a:lnTo>
                    <a:pt x="208909" y="328155"/>
                  </a:lnTo>
                  <a:lnTo>
                    <a:pt x="214013" y="326752"/>
                  </a:lnTo>
                  <a:lnTo>
                    <a:pt x="219070" y="325188"/>
                  </a:lnTo>
                  <a:lnTo>
                    <a:pt x="224074" y="323465"/>
                  </a:lnTo>
                  <a:lnTo>
                    <a:pt x="229022" y="321584"/>
                  </a:lnTo>
                  <a:lnTo>
                    <a:pt x="233907" y="319547"/>
                  </a:lnTo>
                  <a:lnTo>
                    <a:pt x="238726" y="317357"/>
                  </a:lnTo>
                  <a:lnTo>
                    <a:pt x="243473" y="315015"/>
                  </a:lnTo>
                  <a:lnTo>
                    <a:pt x="248143" y="312525"/>
                  </a:lnTo>
                  <a:lnTo>
                    <a:pt x="252733" y="309887"/>
                  </a:lnTo>
                  <a:lnTo>
                    <a:pt x="257236" y="307106"/>
                  </a:lnTo>
                  <a:lnTo>
                    <a:pt x="261649" y="304183"/>
                  </a:lnTo>
                  <a:lnTo>
                    <a:pt x="265967" y="301122"/>
                  </a:lnTo>
                  <a:lnTo>
                    <a:pt x="270187" y="297926"/>
                  </a:lnTo>
                  <a:lnTo>
                    <a:pt x="274303" y="294598"/>
                  </a:lnTo>
                  <a:lnTo>
                    <a:pt x="278311" y="291142"/>
                  </a:lnTo>
                  <a:lnTo>
                    <a:pt x="282208" y="287560"/>
                  </a:lnTo>
                  <a:lnTo>
                    <a:pt x="285990" y="283856"/>
                  </a:lnTo>
                  <a:lnTo>
                    <a:pt x="289652" y="280035"/>
                  </a:lnTo>
                  <a:lnTo>
                    <a:pt x="293192" y="276100"/>
                  </a:lnTo>
                  <a:lnTo>
                    <a:pt x="296606" y="272055"/>
                  </a:lnTo>
                  <a:lnTo>
                    <a:pt x="299889" y="267903"/>
                  </a:lnTo>
                  <a:lnTo>
                    <a:pt x="303040" y="263650"/>
                  </a:lnTo>
                  <a:lnTo>
                    <a:pt x="306054" y="259299"/>
                  </a:lnTo>
                  <a:lnTo>
                    <a:pt x="308929" y="254855"/>
                  </a:lnTo>
                  <a:lnTo>
                    <a:pt x="311662" y="250322"/>
                  </a:lnTo>
                  <a:lnTo>
                    <a:pt x="314250" y="245705"/>
                  </a:lnTo>
                  <a:lnTo>
                    <a:pt x="316691" y="241008"/>
                  </a:lnTo>
                  <a:lnTo>
                    <a:pt x="318981" y="236236"/>
                  </a:lnTo>
                  <a:lnTo>
                    <a:pt x="321120" y="231394"/>
                  </a:lnTo>
                  <a:lnTo>
                    <a:pt x="323104" y="226487"/>
                  </a:lnTo>
                  <a:lnTo>
                    <a:pt x="324932" y="221519"/>
                  </a:lnTo>
                  <a:lnTo>
                    <a:pt x="326601" y="216497"/>
                  </a:lnTo>
                  <a:lnTo>
                    <a:pt x="328111" y="211423"/>
                  </a:lnTo>
                  <a:lnTo>
                    <a:pt x="329459" y="206305"/>
                  </a:lnTo>
                  <a:lnTo>
                    <a:pt x="330645" y="201146"/>
                  </a:lnTo>
                  <a:lnTo>
                    <a:pt x="331666" y="195953"/>
                  </a:lnTo>
                  <a:lnTo>
                    <a:pt x="332523" y="190730"/>
                  </a:lnTo>
                  <a:lnTo>
                    <a:pt x="333214" y="185482"/>
                  </a:lnTo>
                  <a:lnTo>
                    <a:pt x="333738" y="180215"/>
                  </a:lnTo>
                  <a:lnTo>
                    <a:pt x="334096" y="174934"/>
                  </a:lnTo>
                  <a:lnTo>
                    <a:pt x="334286" y="169644"/>
                  </a:lnTo>
                  <a:lnTo>
                    <a:pt x="334308" y="164351"/>
                  </a:lnTo>
                  <a:lnTo>
                    <a:pt x="334163" y="159060"/>
                  </a:lnTo>
                  <a:lnTo>
                    <a:pt x="333851" y="153776"/>
                  </a:lnTo>
                  <a:lnTo>
                    <a:pt x="333371" y="148505"/>
                  </a:lnTo>
                  <a:lnTo>
                    <a:pt x="332725" y="143251"/>
                  </a:lnTo>
                  <a:lnTo>
                    <a:pt x="331913" y="138021"/>
                  </a:lnTo>
                  <a:lnTo>
                    <a:pt x="330935" y="132819"/>
                  </a:lnTo>
                  <a:lnTo>
                    <a:pt x="329793" y="127650"/>
                  </a:lnTo>
                  <a:lnTo>
                    <a:pt x="328489" y="122521"/>
                  </a:lnTo>
                  <a:lnTo>
                    <a:pt x="327022" y="117435"/>
                  </a:lnTo>
                  <a:lnTo>
                    <a:pt x="325395" y="112398"/>
                  </a:lnTo>
                  <a:lnTo>
                    <a:pt x="323610" y="107415"/>
                  </a:lnTo>
                  <a:lnTo>
                    <a:pt x="321668" y="102491"/>
                  </a:lnTo>
                  <a:lnTo>
                    <a:pt x="319571" y="97631"/>
                  </a:lnTo>
                  <a:lnTo>
                    <a:pt x="317321" y="92840"/>
                  </a:lnTo>
                  <a:lnTo>
                    <a:pt x="314920" y="88123"/>
                  </a:lnTo>
                  <a:lnTo>
                    <a:pt x="312371" y="83484"/>
                  </a:lnTo>
                  <a:lnTo>
                    <a:pt x="309677" y="78928"/>
                  </a:lnTo>
                  <a:lnTo>
                    <a:pt x="306840" y="74459"/>
                  </a:lnTo>
                  <a:lnTo>
                    <a:pt x="303863" y="70083"/>
                  </a:lnTo>
                  <a:lnTo>
                    <a:pt x="300748" y="65803"/>
                  </a:lnTo>
                  <a:lnTo>
                    <a:pt x="297500" y="61624"/>
                  </a:lnTo>
                  <a:lnTo>
                    <a:pt x="294121" y="57550"/>
                  </a:lnTo>
                  <a:lnTo>
                    <a:pt x="290615" y="53584"/>
                  </a:lnTo>
                  <a:lnTo>
                    <a:pt x="286985" y="49732"/>
                  </a:lnTo>
                  <a:lnTo>
                    <a:pt x="283235" y="45997"/>
                  </a:lnTo>
                  <a:lnTo>
                    <a:pt x="279368" y="42382"/>
                  </a:lnTo>
                  <a:lnTo>
                    <a:pt x="275389" y="38891"/>
                  </a:lnTo>
                  <a:lnTo>
                    <a:pt x="271302" y="35529"/>
                  </a:lnTo>
                  <a:lnTo>
                    <a:pt x="267110" y="32297"/>
                  </a:lnTo>
                  <a:lnTo>
                    <a:pt x="262818" y="29199"/>
                  </a:lnTo>
                  <a:lnTo>
                    <a:pt x="258430" y="26239"/>
                  </a:lnTo>
                  <a:lnTo>
                    <a:pt x="253950" y="23420"/>
                  </a:lnTo>
                  <a:lnTo>
                    <a:pt x="249384" y="20743"/>
                  </a:lnTo>
                  <a:lnTo>
                    <a:pt x="244735" y="18213"/>
                  </a:lnTo>
                  <a:lnTo>
                    <a:pt x="240008" y="15831"/>
                  </a:lnTo>
                  <a:lnTo>
                    <a:pt x="235208" y="13600"/>
                  </a:lnTo>
                  <a:lnTo>
                    <a:pt x="230340" y="11522"/>
                  </a:lnTo>
                  <a:lnTo>
                    <a:pt x="225408" y="9599"/>
                  </a:lnTo>
                  <a:lnTo>
                    <a:pt x="220418" y="7833"/>
                  </a:lnTo>
                  <a:lnTo>
                    <a:pt x="215375" y="6226"/>
                  </a:lnTo>
                  <a:lnTo>
                    <a:pt x="210284" y="4780"/>
                  </a:lnTo>
                  <a:lnTo>
                    <a:pt x="205149" y="3495"/>
                  </a:lnTo>
                  <a:lnTo>
                    <a:pt x="199976" y="2374"/>
                  </a:lnTo>
                  <a:lnTo>
                    <a:pt x="194770" y="1417"/>
                  </a:lnTo>
                  <a:lnTo>
                    <a:pt x="189537" y="625"/>
                  </a:lnTo>
                  <a:lnTo>
                    <a:pt x="184281" y="0"/>
                  </a:lnTo>
                  <a:lnTo>
                    <a:pt x="167152" y="16628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g109"/>
            <p:cNvSpPr/>
            <p:nvPr/>
          </p:nvSpPr>
          <p:spPr>
            <a:xfrm>
              <a:off x="6983779" y="3170392"/>
              <a:ext cx="17128" cy="167167"/>
            </a:xfrm>
            <a:custGeom>
              <a:avLst/>
              <a:pathLst>
                <a:path w="17128" h="167167">
                  <a:moveTo>
                    <a:pt x="17128" y="879"/>
                  </a:moveTo>
                  <a:lnTo>
                    <a:pt x="8575" y="22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g110"/>
            <p:cNvSpPr/>
            <p:nvPr/>
          </p:nvSpPr>
          <p:spPr>
            <a:xfrm>
              <a:off x="6919011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g111"/>
            <p:cNvSpPr/>
            <p:nvPr/>
          </p:nvSpPr>
          <p:spPr>
            <a:xfrm>
              <a:off x="6751854" y="2633064"/>
              <a:ext cx="167157" cy="236965"/>
            </a:xfrm>
            <a:custGeom>
              <a:avLst/>
              <a:pathLst>
                <a:path w="167157" h="236965">
                  <a:moveTo>
                    <a:pt x="167157" y="0"/>
                  </a:moveTo>
                  <a:lnTo>
                    <a:pt x="161761" y="87"/>
                  </a:lnTo>
                  <a:lnTo>
                    <a:pt x="156371" y="348"/>
                  </a:lnTo>
                  <a:lnTo>
                    <a:pt x="150992" y="783"/>
                  </a:lnTo>
                  <a:lnTo>
                    <a:pt x="145630" y="1391"/>
                  </a:lnTo>
                  <a:lnTo>
                    <a:pt x="140291" y="2172"/>
                  </a:lnTo>
                  <a:lnTo>
                    <a:pt x="134979" y="3126"/>
                  </a:lnTo>
                  <a:lnTo>
                    <a:pt x="129701" y="4250"/>
                  </a:lnTo>
                  <a:lnTo>
                    <a:pt x="124462" y="5544"/>
                  </a:lnTo>
                  <a:lnTo>
                    <a:pt x="119268" y="7006"/>
                  </a:lnTo>
                  <a:lnTo>
                    <a:pt x="114123" y="8635"/>
                  </a:lnTo>
                  <a:lnTo>
                    <a:pt x="109034" y="10429"/>
                  </a:lnTo>
                  <a:lnTo>
                    <a:pt x="104005" y="12387"/>
                  </a:lnTo>
                  <a:lnTo>
                    <a:pt x="99042" y="14506"/>
                  </a:lnTo>
                  <a:lnTo>
                    <a:pt x="94150" y="16784"/>
                  </a:lnTo>
                  <a:lnTo>
                    <a:pt x="89334" y="19219"/>
                  </a:lnTo>
                  <a:lnTo>
                    <a:pt x="84599" y="21808"/>
                  </a:lnTo>
                  <a:lnTo>
                    <a:pt x="79951" y="24548"/>
                  </a:lnTo>
                  <a:lnTo>
                    <a:pt x="75393" y="27437"/>
                  </a:lnTo>
                  <a:lnTo>
                    <a:pt x="70931" y="30472"/>
                  </a:lnTo>
                  <a:lnTo>
                    <a:pt x="66569" y="33649"/>
                  </a:lnTo>
                  <a:lnTo>
                    <a:pt x="62311" y="36966"/>
                  </a:lnTo>
                  <a:lnTo>
                    <a:pt x="58163" y="40417"/>
                  </a:lnTo>
                  <a:lnTo>
                    <a:pt x="54129" y="44001"/>
                  </a:lnTo>
                  <a:lnTo>
                    <a:pt x="50213" y="47714"/>
                  </a:lnTo>
                  <a:lnTo>
                    <a:pt x="46418" y="51551"/>
                  </a:lnTo>
                  <a:lnTo>
                    <a:pt x="42749" y="55508"/>
                  </a:lnTo>
                  <a:lnTo>
                    <a:pt x="39210" y="59582"/>
                  </a:lnTo>
                  <a:lnTo>
                    <a:pt x="35804" y="63768"/>
                  </a:lnTo>
                  <a:lnTo>
                    <a:pt x="32535" y="68061"/>
                  </a:lnTo>
                  <a:lnTo>
                    <a:pt x="29406" y="72458"/>
                  </a:lnTo>
                  <a:lnTo>
                    <a:pt x="26421" y="76953"/>
                  </a:lnTo>
                  <a:lnTo>
                    <a:pt x="23583" y="81543"/>
                  </a:lnTo>
                  <a:lnTo>
                    <a:pt x="20894" y="86222"/>
                  </a:lnTo>
                  <a:lnTo>
                    <a:pt x="18357" y="90985"/>
                  </a:lnTo>
                  <a:lnTo>
                    <a:pt x="15976" y="95827"/>
                  </a:lnTo>
                  <a:lnTo>
                    <a:pt x="13752" y="100744"/>
                  </a:lnTo>
                  <a:lnTo>
                    <a:pt x="11688" y="105730"/>
                  </a:lnTo>
                  <a:lnTo>
                    <a:pt x="9786" y="110780"/>
                  </a:lnTo>
                  <a:lnTo>
                    <a:pt x="8048" y="115889"/>
                  </a:lnTo>
                  <a:lnTo>
                    <a:pt x="6476" y="121052"/>
                  </a:lnTo>
                  <a:lnTo>
                    <a:pt x="5071" y="126262"/>
                  </a:lnTo>
                  <a:lnTo>
                    <a:pt x="3835" y="131515"/>
                  </a:lnTo>
                  <a:lnTo>
                    <a:pt x="2770" y="136805"/>
                  </a:lnTo>
                  <a:lnTo>
                    <a:pt x="1875" y="142127"/>
                  </a:lnTo>
                  <a:lnTo>
                    <a:pt x="1153" y="147475"/>
                  </a:lnTo>
                  <a:lnTo>
                    <a:pt x="604" y="152843"/>
                  </a:lnTo>
                  <a:lnTo>
                    <a:pt x="229" y="158226"/>
                  </a:lnTo>
                  <a:lnTo>
                    <a:pt x="27" y="163619"/>
                  </a:lnTo>
                  <a:lnTo>
                    <a:pt x="0" y="169015"/>
                  </a:lnTo>
                  <a:lnTo>
                    <a:pt x="146" y="174410"/>
                  </a:lnTo>
                  <a:lnTo>
                    <a:pt x="467" y="179796"/>
                  </a:lnTo>
                  <a:lnTo>
                    <a:pt x="962" y="185170"/>
                  </a:lnTo>
                  <a:lnTo>
                    <a:pt x="1629" y="190525"/>
                  </a:lnTo>
                  <a:lnTo>
                    <a:pt x="2469" y="195856"/>
                  </a:lnTo>
                  <a:lnTo>
                    <a:pt x="3481" y="201156"/>
                  </a:lnTo>
                  <a:lnTo>
                    <a:pt x="4664" y="206422"/>
                  </a:lnTo>
                  <a:lnTo>
                    <a:pt x="6015" y="211646"/>
                  </a:lnTo>
                  <a:lnTo>
                    <a:pt x="7535" y="216824"/>
                  </a:lnTo>
                  <a:lnTo>
                    <a:pt x="9221" y="221950"/>
                  </a:lnTo>
                  <a:lnTo>
                    <a:pt x="11071" y="227019"/>
                  </a:lnTo>
                  <a:lnTo>
                    <a:pt x="13085" y="232026"/>
                  </a:lnTo>
                  <a:lnTo>
                    <a:pt x="15258" y="236965"/>
                  </a:lnTo>
                  <a:lnTo>
                    <a:pt x="167157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g112"/>
            <p:cNvSpPr/>
            <p:nvPr/>
          </p:nvSpPr>
          <p:spPr>
            <a:xfrm>
              <a:off x="6767113" y="2800231"/>
              <a:ext cx="151898" cy="69798"/>
            </a:xfrm>
            <a:custGeom>
              <a:avLst/>
              <a:pathLst>
                <a:path w="151898" h="69798">
                  <a:moveTo>
                    <a:pt x="0" y="69798"/>
                  </a:moveTo>
                  <a:lnTo>
                    <a:pt x="151898" y="0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g113"/>
            <p:cNvSpPr/>
            <p:nvPr/>
          </p:nvSpPr>
          <p:spPr>
            <a:xfrm>
              <a:off x="6767113" y="2800231"/>
              <a:ext cx="151898" cy="69798"/>
            </a:xfrm>
            <a:custGeom>
              <a:avLst/>
              <a:pathLst>
                <a:path w="151898" h="69798">
                  <a:moveTo>
                    <a:pt x="0" y="69798"/>
                  </a:moveTo>
                  <a:lnTo>
                    <a:pt x="151898" y="0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g114"/>
            <p:cNvSpPr/>
            <p:nvPr/>
          </p:nvSpPr>
          <p:spPr>
            <a:xfrm>
              <a:off x="6767113" y="2800231"/>
              <a:ext cx="151898" cy="69798"/>
            </a:xfrm>
            <a:custGeom>
              <a:avLst/>
              <a:pathLst>
                <a:path w="151898" h="69798">
                  <a:moveTo>
                    <a:pt x="0" y="69798"/>
                  </a:moveTo>
                  <a:lnTo>
                    <a:pt x="151898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g115"/>
            <p:cNvSpPr/>
            <p:nvPr/>
          </p:nvSpPr>
          <p:spPr>
            <a:xfrm>
              <a:off x="6767113" y="2800231"/>
              <a:ext cx="151898" cy="69798"/>
            </a:xfrm>
            <a:custGeom>
              <a:avLst/>
              <a:pathLst>
                <a:path w="151898" h="69798">
                  <a:moveTo>
                    <a:pt x="0" y="69798"/>
                  </a:moveTo>
                  <a:lnTo>
                    <a:pt x="151898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g116"/>
            <p:cNvSpPr/>
            <p:nvPr/>
          </p:nvSpPr>
          <p:spPr>
            <a:xfrm>
              <a:off x="6767113" y="2800231"/>
              <a:ext cx="151898" cy="69798"/>
            </a:xfrm>
            <a:custGeom>
              <a:avLst/>
              <a:pathLst>
                <a:path w="151898" h="69798">
                  <a:moveTo>
                    <a:pt x="0" y="69798"/>
                  </a:moveTo>
                  <a:lnTo>
                    <a:pt x="151898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g117"/>
            <p:cNvSpPr/>
            <p:nvPr/>
          </p:nvSpPr>
          <p:spPr>
            <a:xfrm>
              <a:off x="6767113" y="2800231"/>
              <a:ext cx="151898" cy="69798"/>
            </a:xfrm>
            <a:custGeom>
              <a:avLst/>
              <a:pathLst>
                <a:path w="151898" h="69798">
                  <a:moveTo>
                    <a:pt x="0" y="69798"/>
                  </a:moveTo>
                  <a:lnTo>
                    <a:pt x="151898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g118"/>
            <p:cNvSpPr/>
            <p:nvPr/>
          </p:nvSpPr>
          <p:spPr>
            <a:xfrm>
              <a:off x="6767113" y="2800231"/>
              <a:ext cx="151898" cy="69798"/>
            </a:xfrm>
            <a:custGeom>
              <a:avLst/>
              <a:pathLst>
                <a:path w="151898" h="69798">
                  <a:moveTo>
                    <a:pt x="0" y="69798"/>
                  </a:moveTo>
                  <a:lnTo>
                    <a:pt x="151898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g119"/>
            <p:cNvSpPr/>
            <p:nvPr/>
          </p:nvSpPr>
          <p:spPr>
            <a:xfrm>
              <a:off x="6767113" y="2800231"/>
              <a:ext cx="151898" cy="69798"/>
            </a:xfrm>
            <a:custGeom>
              <a:avLst/>
              <a:pathLst>
                <a:path w="151898" h="69798">
                  <a:moveTo>
                    <a:pt x="0" y="69798"/>
                  </a:moveTo>
                  <a:lnTo>
                    <a:pt x="151898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g120"/>
            <p:cNvSpPr/>
            <p:nvPr/>
          </p:nvSpPr>
          <p:spPr>
            <a:xfrm>
              <a:off x="6767113" y="2800231"/>
              <a:ext cx="151898" cy="69798"/>
            </a:xfrm>
            <a:custGeom>
              <a:avLst/>
              <a:pathLst>
                <a:path w="151898" h="69798">
                  <a:moveTo>
                    <a:pt x="0" y="69798"/>
                  </a:moveTo>
                  <a:lnTo>
                    <a:pt x="151898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g121"/>
            <p:cNvSpPr/>
            <p:nvPr/>
          </p:nvSpPr>
          <p:spPr>
            <a:xfrm>
              <a:off x="6767113" y="2800231"/>
              <a:ext cx="151898" cy="69798"/>
            </a:xfrm>
            <a:custGeom>
              <a:avLst/>
              <a:pathLst>
                <a:path w="151898" h="69798">
                  <a:moveTo>
                    <a:pt x="0" y="69798"/>
                  </a:moveTo>
                  <a:lnTo>
                    <a:pt x="151898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g122"/>
            <p:cNvSpPr/>
            <p:nvPr/>
          </p:nvSpPr>
          <p:spPr>
            <a:xfrm>
              <a:off x="6767113" y="2800231"/>
              <a:ext cx="151898" cy="69798"/>
            </a:xfrm>
            <a:custGeom>
              <a:avLst/>
              <a:pathLst>
                <a:path w="151898" h="69798">
                  <a:moveTo>
                    <a:pt x="0" y="69798"/>
                  </a:moveTo>
                  <a:lnTo>
                    <a:pt x="151898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g123"/>
            <p:cNvSpPr/>
            <p:nvPr/>
          </p:nvSpPr>
          <p:spPr>
            <a:xfrm>
              <a:off x="6767113" y="2800231"/>
              <a:ext cx="151898" cy="69798"/>
            </a:xfrm>
            <a:custGeom>
              <a:avLst/>
              <a:pathLst>
                <a:path w="151898" h="69798">
                  <a:moveTo>
                    <a:pt x="0" y="69798"/>
                  </a:moveTo>
                  <a:lnTo>
                    <a:pt x="151898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g124"/>
            <p:cNvSpPr/>
            <p:nvPr/>
          </p:nvSpPr>
          <p:spPr>
            <a:xfrm>
              <a:off x="6767113" y="2800231"/>
              <a:ext cx="151898" cy="69798"/>
            </a:xfrm>
            <a:custGeom>
              <a:avLst/>
              <a:pathLst>
                <a:path w="151898" h="69798">
                  <a:moveTo>
                    <a:pt x="0" y="69798"/>
                  </a:moveTo>
                  <a:lnTo>
                    <a:pt x="151898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g125"/>
            <p:cNvSpPr/>
            <p:nvPr/>
          </p:nvSpPr>
          <p:spPr>
            <a:xfrm>
              <a:off x="6767113" y="2800231"/>
              <a:ext cx="151898" cy="69798"/>
            </a:xfrm>
            <a:custGeom>
              <a:avLst/>
              <a:pathLst>
                <a:path w="151898" h="69798">
                  <a:moveTo>
                    <a:pt x="0" y="69798"/>
                  </a:moveTo>
                  <a:lnTo>
                    <a:pt x="151898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g126"/>
            <p:cNvSpPr/>
            <p:nvPr/>
          </p:nvSpPr>
          <p:spPr>
            <a:xfrm>
              <a:off x="6767113" y="2800231"/>
              <a:ext cx="151898" cy="69798"/>
            </a:xfrm>
            <a:custGeom>
              <a:avLst/>
              <a:pathLst>
                <a:path w="151898" h="69798">
                  <a:moveTo>
                    <a:pt x="0" y="69798"/>
                  </a:moveTo>
                  <a:lnTo>
                    <a:pt x="151898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g127"/>
            <p:cNvSpPr/>
            <p:nvPr/>
          </p:nvSpPr>
          <p:spPr>
            <a:xfrm>
              <a:off x="6767113" y="2800231"/>
              <a:ext cx="151898" cy="69798"/>
            </a:xfrm>
            <a:custGeom>
              <a:avLst/>
              <a:pathLst>
                <a:path w="151898" h="69798">
                  <a:moveTo>
                    <a:pt x="0" y="69798"/>
                  </a:moveTo>
                  <a:lnTo>
                    <a:pt x="151898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g128"/>
            <p:cNvSpPr/>
            <p:nvPr/>
          </p:nvSpPr>
          <p:spPr>
            <a:xfrm>
              <a:off x="6767113" y="2800231"/>
              <a:ext cx="151898" cy="69798"/>
            </a:xfrm>
            <a:custGeom>
              <a:avLst/>
              <a:pathLst>
                <a:path w="151898" h="69798">
                  <a:moveTo>
                    <a:pt x="0" y="69798"/>
                  </a:moveTo>
                  <a:lnTo>
                    <a:pt x="151898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g129"/>
            <p:cNvSpPr/>
            <p:nvPr/>
          </p:nvSpPr>
          <p:spPr>
            <a:xfrm>
              <a:off x="6767113" y="2800231"/>
              <a:ext cx="151898" cy="69798"/>
            </a:xfrm>
            <a:custGeom>
              <a:avLst/>
              <a:pathLst>
                <a:path w="151898" h="69798">
                  <a:moveTo>
                    <a:pt x="0" y="69798"/>
                  </a:moveTo>
                  <a:lnTo>
                    <a:pt x="151898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g130"/>
            <p:cNvSpPr/>
            <p:nvPr/>
          </p:nvSpPr>
          <p:spPr>
            <a:xfrm>
              <a:off x="6767113" y="2800231"/>
              <a:ext cx="151898" cy="69798"/>
            </a:xfrm>
            <a:custGeom>
              <a:avLst/>
              <a:pathLst>
                <a:path w="151898" h="69798">
                  <a:moveTo>
                    <a:pt x="0" y="69798"/>
                  </a:moveTo>
                  <a:lnTo>
                    <a:pt x="151898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g131"/>
            <p:cNvSpPr/>
            <p:nvPr/>
          </p:nvSpPr>
          <p:spPr>
            <a:xfrm>
              <a:off x="6767113" y="2800231"/>
              <a:ext cx="151898" cy="69798"/>
            </a:xfrm>
            <a:custGeom>
              <a:avLst/>
              <a:pathLst>
                <a:path w="151898" h="69798">
                  <a:moveTo>
                    <a:pt x="0" y="69798"/>
                  </a:moveTo>
                  <a:lnTo>
                    <a:pt x="151898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g132"/>
            <p:cNvSpPr/>
            <p:nvPr/>
          </p:nvSpPr>
          <p:spPr>
            <a:xfrm>
              <a:off x="6767113" y="2800231"/>
              <a:ext cx="151898" cy="69798"/>
            </a:xfrm>
            <a:custGeom>
              <a:avLst/>
              <a:pathLst>
                <a:path w="151898" h="69798">
                  <a:moveTo>
                    <a:pt x="0" y="69798"/>
                  </a:moveTo>
                  <a:lnTo>
                    <a:pt x="151898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g133"/>
            <p:cNvSpPr/>
            <p:nvPr/>
          </p:nvSpPr>
          <p:spPr>
            <a:xfrm>
              <a:off x="6767113" y="2800231"/>
              <a:ext cx="151898" cy="69798"/>
            </a:xfrm>
            <a:custGeom>
              <a:avLst/>
              <a:pathLst>
                <a:path w="151898" h="69798">
                  <a:moveTo>
                    <a:pt x="0" y="69798"/>
                  </a:moveTo>
                  <a:lnTo>
                    <a:pt x="151898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g134"/>
            <p:cNvSpPr/>
            <p:nvPr/>
          </p:nvSpPr>
          <p:spPr>
            <a:xfrm>
              <a:off x="6767113" y="2800231"/>
              <a:ext cx="151898" cy="69798"/>
            </a:xfrm>
            <a:custGeom>
              <a:avLst/>
              <a:pathLst>
                <a:path w="151898" h="69798">
                  <a:moveTo>
                    <a:pt x="0" y="69798"/>
                  </a:moveTo>
                  <a:lnTo>
                    <a:pt x="151898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g135"/>
            <p:cNvSpPr/>
            <p:nvPr/>
          </p:nvSpPr>
          <p:spPr>
            <a:xfrm>
              <a:off x="6767113" y="2800231"/>
              <a:ext cx="151898" cy="69798"/>
            </a:xfrm>
            <a:custGeom>
              <a:avLst/>
              <a:pathLst>
                <a:path w="151898" h="69798">
                  <a:moveTo>
                    <a:pt x="0" y="69798"/>
                  </a:moveTo>
                  <a:lnTo>
                    <a:pt x="151898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g136"/>
            <p:cNvSpPr/>
            <p:nvPr/>
          </p:nvSpPr>
          <p:spPr>
            <a:xfrm>
              <a:off x="6767113" y="2645995"/>
              <a:ext cx="319064" cy="321400"/>
            </a:xfrm>
            <a:custGeom>
              <a:avLst/>
              <a:pathLst>
                <a:path w="319064" h="321400">
                  <a:moveTo>
                    <a:pt x="0" y="224034"/>
                  </a:moveTo>
                  <a:lnTo>
                    <a:pt x="2299" y="228836"/>
                  </a:lnTo>
                  <a:lnTo>
                    <a:pt x="4751" y="233562"/>
                  </a:lnTo>
                  <a:lnTo>
                    <a:pt x="7352" y="238208"/>
                  </a:lnTo>
                  <a:lnTo>
                    <a:pt x="10099" y="242769"/>
                  </a:lnTo>
                  <a:lnTo>
                    <a:pt x="12990" y="247239"/>
                  </a:lnTo>
                  <a:lnTo>
                    <a:pt x="16022" y="251616"/>
                  </a:lnTo>
                  <a:lnTo>
                    <a:pt x="19192" y="255893"/>
                  </a:lnTo>
                  <a:lnTo>
                    <a:pt x="22497" y="260068"/>
                  </a:lnTo>
                  <a:lnTo>
                    <a:pt x="25933" y="264135"/>
                  </a:lnTo>
                  <a:lnTo>
                    <a:pt x="29496" y="268090"/>
                  </a:lnTo>
                  <a:lnTo>
                    <a:pt x="33184" y="271931"/>
                  </a:lnTo>
                  <a:lnTo>
                    <a:pt x="36992" y="275651"/>
                  </a:lnTo>
                  <a:lnTo>
                    <a:pt x="40917" y="279249"/>
                  </a:lnTo>
                  <a:lnTo>
                    <a:pt x="44954" y="282720"/>
                  </a:lnTo>
                  <a:lnTo>
                    <a:pt x="49100" y="286060"/>
                  </a:lnTo>
                  <a:lnTo>
                    <a:pt x="53350" y="289267"/>
                  </a:lnTo>
                  <a:lnTo>
                    <a:pt x="57700" y="292337"/>
                  </a:lnTo>
                  <a:lnTo>
                    <a:pt x="62146" y="295266"/>
                  </a:lnTo>
                  <a:lnTo>
                    <a:pt x="66683" y="298053"/>
                  </a:lnTo>
                  <a:lnTo>
                    <a:pt x="71306" y="300694"/>
                  </a:lnTo>
                  <a:lnTo>
                    <a:pt x="76010" y="303186"/>
                  </a:lnTo>
                  <a:lnTo>
                    <a:pt x="80792" y="305527"/>
                  </a:lnTo>
                  <a:lnTo>
                    <a:pt x="85646" y="307715"/>
                  </a:lnTo>
                  <a:lnTo>
                    <a:pt x="90567" y="309747"/>
                  </a:lnTo>
                  <a:lnTo>
                    <a:pt x="95551" y="311621"/>
                  </a:lnTo>
                  <a:lnTo>
                    <a:pt x="100591" y="313335"/>
                  </a:lnTo>
                  <a:lnTo>
                    <a:pt x="105684" y="314888"/>
                  </a:lnTo>
                  <a:lnTo>
                    <a:pt x="110823" y="316279"/>
                  </a:lnTo>
                  <a:lnTo>
                    <a:pt x="116004" y="317505"/>
                  </a:lnTo>
                  <a:lnTo>
                    <a:pt x="121222" y="318565"/>
                  </a:lnTo>
                  <a:lnTo>
                    <a:pt x="126470" y="319458"/>
                  </a:lnTo>
                  <a:lnTo>
                    <a:pt x="131745" y="320184"/>
                  </a:lnTo>
                  <a:lnTo>
                    <a:pt x="137040" y="320742"/>
                  </a:lnTo>
                  <a:lnTo>
                    <a:pt x="142349" y="321131"/>
                  </a:lnTo>
                  <a:lnTo>
                    <a:pt x="147669" y="321350"/>
                  </a:lnTo>
                  <a:lnTo>
                    <a:pt x="152993" y="321400"/>
                  </a:lnTo>
                  <a:lnTo>
                    <a:pt x="158316" y="321280"/>
                  </a:lnTo>
                  <a:lnTo>
                    <a:pt x="163632" y="320991"/>
                  </a:lnTo>
                  <a:lnTo>
                    <a:pt x="168936" y="320533"/>
                  </a:lnTo>
                  <a:lnTo>
                    <a:pt x="174223" y="319906"/>
                  </a:lnTo>
                  <a:lnTo>
                    <a:pt x="179488" y="319111"/>
                  </a:lnTo>
                  <a:lnTo>
                    <a:pt x="184724" y="318149"/>
                  </a:lnTo>
                  <a:lnTo>
                    <a:pt x="189928" y="317020"/>
                  </a:lnTo>
                  <a:lnTo>
                    <a:pt x="195092" y="315727"/>
                  </a:lnTo>
                  <a:lnTo>
                    <a:pt x="200213" y="314269"/>
                  </a:lnTo>
                  <a:lnTo>
                    <a:pt x="205285" y="312650"/>
                  </a:lnTo>
                  <a:lnTo>
                    <a:pt x="210302" y="310869"/>
                  </a:lnTo>
                  <a:lnTo>
                    <a:pt x="215261" y="308930"/>
                  </a:lnTo>
                  <a:lnTo>
                    <a:pt x="220155" y="306834"/>
                  </a:lnTo>
                  <a:lnTo>
                    <a:pt x="224980" y="304582"/>
                  </a:lnTo>
                  <a:lnTo>
                    <a:pt x="229730" y="302179"/>
                  </a:lnTo>
                  <a:lnTo>
                    <a:pt x="234402" y="299625"/>
                  </a:lnTo>
                  <a:lnTo>
                    <a:pt x="238990" y="296924"/>
                  </a:lnTo>
                  <a:lnTo>
                    <a:pt x="243490" y="294078"/>
                  </a:lnTo>
                  <a:lnTo>
                    <a:pt x="247897" y="291091"/>
                  </a:lnTo>
                  <a:lnTo>
                    <a:pt x="252206" y="287964"/>
                  </a:lnTo>
                  <a:lnTo>
                    <a:pt x="256414" y="284702"/>
                  </a:lnTo>
                  <a:lnTo>
                    <a:pt x="260515" y="281308"/>
                  </a:lnTo>
                  <a:lnTo>
                    <a:pt x="264507" y="277784"/>
                  </a:lnTo>
                  <a:lnTo>
                    <a:pt x="268384" y="274136"/>
                  </a:lnTo>
                  <a:lnTo>
                    <a:pt x="272143" y="270365"/>
                  </a:lnTo>
                  <a:lnTo>
                    <a:pt x="275781" y="266477"/>
                  </a:lnTo>
                  <a:lnTo>
                    <a:pt x="279292" y="262475"/>
                  </a:lnTo>
                  <a:lnTo>
                    <a:pt x="282674" y="258363"/>
                  </a:lnTo>
                  <a:lnTo>
                    <a:pt x="285924" y="254146"/>
                  </a:lnTo>
                  <a:lnTo>
                    <a:pt x="289038" y="249827"/>
                  </a:lnTo>
                  <a:lnTo>
                    <a:pt x="292012" y="245412"/>
                  </a:lnTo>
                  <a:lnTo>
                    <a:pt x="294845" y="240903"/>
                  </a:lnTo>
                  <a:lnTo>
                    <a:pt x="297532" y="236307"/>
                  </a:lnTo>
                  <a:lnTo>
                    <a:pt x="300072" y="231628"/>
                  </a:lnTo>
                  <a:lnTo>
                    <a:pt x="302461" y="226870"/>
                  </a:lnTo>
                  <a:lnTo>
                    <a:pt x="304698" y="222039"/>
                  </a:lnTo>
                  <a:lnTo>
                    <a:pt x="306779" y="217138"/>
                  </a:lnTo>
                  <a:lnTo>
                    <a:pt x="308704" y="212174"/>
                  </a:lnTo>
                  <a:lnTo>
                    <a:pt x="310469" y="207151"/>
                  </a:lnTo>
                  <a:lnTo>
                    <a:pt x="312074" y="202075"/>
                  </a:lnTo>
                  <a:lnTo>
                    <a:pt x="313516" y="196950"/>
                  </a:lnTo>
                  <a:lnTo>
                    <a:pt x="314795" y="191781"/>
                  </a:lnTo>
                  <a:lnTo>
                    <a:pt x="315908" y="186575"/>
                  </a:lnTo>
                  <a:lnTo>
                    <a:pt x="316854" y="181335"/>
                  </a:lnTo>
                  <a:lnTo>
                    <a:pt x="317634" y="176069"/>
                  </a:lnTo>
                  <a:lnTo>
                    <a:pt x="318245" y="170780"/>
                  </a:lnTo>
                  <a:lnTo>
                    <a:pt x="318687" y="165474"/>
                  </a:lnTo>
                  <a:lnTo>
                    <a:pt x="318960" y="160157"/>
                  </a:lnTo>
                  <a:lnTo>
                    <a:pt x="319064" y="154834"/>
                  </a:lnTo>
                  <a:lnTo>
                    <a:pt x="318999" y="149510"/>
                  </a:lnTo>
                  <a:lnTo>
                    <a:pt x="318763" y="144191"/>
                  </a:lnTo>
                  <a:lnTo>
                    <a:pt x="318359" y="138882"/>
                  </a:lnTo>
                  <a:lnTo>
                    <a:pt x="317785" y="133589"/>
                  </a:lnTo>
                  <a:lnTo>
                    <a:pt x="317044" y="128317"/>
                  </a:lnTo>
                  <a:lnTo>
                    <a:pt x="316135" y="123071"/>
                  </a:lnTo>
                  <a:lnTo>
                    <a:pt x="315059" y="117857"/>
                  </a:lnTo>
                  <a:lnTo>
                    <a:pt x="313818" y="112679"/>
                  </a:lnTo>
                  <a:lnTo>
                    <a:pt x="312412" y="107544"/>
                  </a:lnTo>
                  <a:lnTo>
                    <a:pt x="310844" y="102456"/>
                  </a:lnTo>
                  <a:lnTo>
                    <a:pt x="309114" y="97421"/>
                  </a:lnTo>
                  <a:lnTo>
                    <a:pt x="307225" y="92443"/>
                  </a:lnTo>
                  <a:lnTo>
                    <a:pt x="305179" y="87528"/>
                  </a:lnTo>
                  <a:lnTo>
                    <a:pt x="302977" y="82681"/>
                  </a:lnTo>
                  <a:lnTo>
                    <a:pt x="300621" y="77906"/>
                  </a:lnTo>
                  <a:lnTo>
                    <a:pt x="298115" y="73208"/>
                  </a:lnTo>
                  <a:lnTo>
                    <a:pt x="295461" y="68593"/>
                  </a:lnTo>
                  <a:lnTo>
                    <a:pt x="292661" y="64065"/>
                  </a:lnTo>
                  <a:lnTo>
                    <a:pt x="289718" y="59628"/>
                  </a:lnTo>
                  <a:lnTo>
                    <a:pt x="286635" y="55287"/>
                  </a:lnTo>
                  <a:lnTo>
                    <a:pt x="283416" y="51047"/>
                  </a:lnTo>
                  <a:lnTo>
                    <a:pt x="280063" y="46911"/>
                  </a:lnTo>
                  <a:lnTo>
                    <a:pt x="276580" y="42884"/>
                  </a:lnTo>
                  <a:lnTo>
                    <a:pt x="272971" y="38970"/>
                  </a:lnTo>
                  <a:lnTo>
                    <a:pt x="269239" y="35173"/>
                  </a:lnTo>
                  <a:lnTo>
                    <a:pt x="265388" y="31496"/>
                  </a:lnTo>
                  <a:lnTo>
                    <a:pt x="261421" y="27945"/>
                  </a:lnTo>
                  <a:lnTo>
                    <a:pt x="257344" y="24521"/>
                  </a:lnTo>
                  <a:lnTo>
                    <a:pt x="253160" y="21229"/>
                  </a:lnTo>
                  <a:lnTo>
                    <a:pt x="248873" y="18071"/>
                  </a:lnTo>
                  <a:lnTo>
                    <a:pt x="244488" y="15052"/>
                  </a:lnTo>
                  <a:lnTo>
                    <a:pt x="240008" y="12174"/>
                  </a:lnTo>
                  <a:lnTo>
                    <a:pt x="235440" y="9441"/>
                  </a:lnTo>
                  <a:lnTo>
                    <a:pt x="230786" y="6854"/>
                  </a:lnTo>
                  <a:lnTo>
                    <a:pt x="226053" y="4416"/>
                  </a:lnTo>
                  <a:lnTo>
                    <a:pt x="221244" y="2131"/>
                  </a:lnTo>
                  <a:lnTo>
                    <a:pt x="216365" y="0"/>
                  </a:lnTo>
                  <a:lnTo>
                    <a:pt x="151898" y="15423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g137"/>
            <p:cNvSpPr/>
            <p:nvPr/>
          </p:nvSpPr>
          <p:spPr>
            <a:xfrm>
              <a:off x="6919011" y="2633064"/>
              <a:ext cx="64467" cy="167167"/>
            </a:xfrm>
            <a:custGeom>
              <a:avLst/>
              <a:pathLst>
                <a:path w="64467" h="167167">
                  <a:moveTo>
                    <a:pt x="64467" y="12930"/>
                  </a:moveTo>
                  <a:lnTo>
                    <a:pt x="58875" y="10710"/>
                  </a:lnTo>
                  <a:lnTo>
                    <a:pt x="53207" y="8693"/>
                  </a:lnTo>
                  <a:lnTo>
                    <a:pt x="47470" y="6881"/>
                  </a:lnTo>
                  <a:lnTo>
                    <a:pt x="41672" y="5277"/>
                  </a:lnTo>
                  <a:lnTo>
                    <a:pt x="35819" y="3882"/>
                  </a:lnTo>
                  <a:lnTo>
                    <a:pt x="29920" y="2699"/>
                  </a:lnTo>
                  <a:lnTo>
                    <a:pt x="23983" y="1729"/>
                  </a:lnTo>
                  <a:lnTo>
                    <a:pt x="18014" y="973"/>
                  </a:lnTo>
                  <a:lnTo>
                    <a:pt x="12022" y="432"/>
                  </a:lnTo>
                  <a:lnTo>
                    <a:pt x="6015" y="10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g138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g139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g140"/>
            <p:cNvSpPr/>
            <p:nvPr/>
          </p:nvSpPr>
          <p:spPr>
            <a:xfrm>
              <a:off x="6655074" y="2126963"/>
              <a:ext cx="73397" cy="167167"/>
            </a:xfrm>
            <a:custGeom>
              <a:avLst/>
              <a:pathLst>
                <a:path w="73397" h="167167">
                  <a:moveTo>
                    <a:pt x="73397" y="0"/>
                  </a:moveTo>
                  <a:lnTo>
                    <a:pt x="67553" y="102"/>
                  </a:lnTo>
                  <a:lnTo>
                    <a:pt x="61716" y="408"/>
                  </a:lnTo>
                  <a:lnTo>
                    <a:pt x="55894" y="918"/>
                  </a:lnTo>
                  <a:lnTo>
                    <a:pt x="50093" y="1632"/>
                  </a:lnTo>
                  <a:lnTo>
                    <a:pt x="44320" y="2548"/>
                  </a:lnTo>
                  <a:lnTo>
                    <a:pt x="38583" y="3665"/>
                  </a:lnTo>
                  <a:lnTo>
                    <a:pt x="32888" y="4982"/>
                  </a:lnTo>
                  <a:lnTo>
                    <a:pt x="27243" y="6497"/>
                  </a:lnTo>
                  <a:lnTo>
                    <a:pt x="21654" y="8209"/>
                  </a:lnTo>
                  <a:lnTo>
                    <a:pt x="16129" y="10115"/>
                  </a:lnTo>
                  <a:lnTo>
                    <a:pt x="10674" y="12213"/>
                  </a:lnTo>
                  <a:lnTo>
                    <a:pt x="5295" y="14500"/>
                  </a:lnTo>
                  <a:lnTo>
                    <a:pt x="0" y="16975"/>
                  </a:lnTo>
                  <a:lnTo>
                    <a:pt x="73397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g141"/>
            <p:cNvSpPr/>
            <p:nvPr/>
          </p:nvSpPr>
          <p:spPr>
            <a:xfrm>
              <a:off x="6655074" y="2143938"/>
              <a:ext cx="73397" cy="150192"/>
            </a:xfrm>
            <a:custGeom>
              <a:avLst/>
              <a:pathLst>
                <a:path w="73397" h="150192">
                  <a:moveTo>
                    <a:pt x="0" y="0"/>
                  </a:moveTo>
                  <a:lnTo>
                    <a:pt x="73397" y="150192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g142"/>
            <p:cNvSpPr/>
            <p:nvPr/>
          </p:nvSpPr>
          <p:spPr>
            <a:xfrm>
              <a:off x="6655074" y="2143938"/>
              <a:ext cx="73397" cy="150192"/>
            </a:xfrm>
            <a:custGeom>
              <a:avLst/>
              <a:pathLst>
                <a:path w="73397" h="150192">
                  <a:moveTo>
                    <a:pt x="0" y="0"/>
                  </a:moveTo>
                  <a:lnTo>
                    <a:pt x="73397" y="15019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g143"/>
            <p:cNvSpPr/>
            <p:nvPr/>
          </p:nvSpPr>
          <p:spPr>
            <a:xfrm>
              <a:off x="6655074" y="2143938"/>
              <a:ext cx="73397" cy="150192"/>
            </a:xfrm>
            <a:custGeom>
              <a:avLst/>
              <a:pathLst>
                <a:path w="73397" h="150192">
                  <a:moveTo>
                    <a:pt x="0" y="0"/>
                  </a:moveTo>
                  <a:lnTo>
                    <a:pt x="73397" y="15019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g144"/>
            <p:cNvSpPr/>
            <p:nvPr/>
          </p:nvSpPr>
          <p:spPr>
            <a:xfrm>
              <a:off x="6655074" y="2143938"/>
              <a:ext cx="73397" cy="150192"/>
            </a:xfrm>
            <a:custGeom>
              <a:avLst/>
              <a:pathLst>
                <a:path w="73397" h="150192">
                  <a:moveTo>
                    <a:pt x="0" y="0"/>
                  </a:moveTo>
                  <a:lnTo>
                    <a:pt x="73397" y="15019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g145"/>
            <p:cNvSpPr/>
            <p:nvPr/>
          </p:nvSpPr>
          <p:spPr>
            <a:xfrm>
              <a:off x="6655074" y="2143938"/>
              <a:ext cx="73397" cy="150192"/>
            </a:xfrm>
            <a:custGeom>
              <a:avLst/>
              <a:pathLst>
                <a:path w="73397" h="150192">
                  <a:moveTo>
                    <a:pt x="0" y="0"/>
                  </a:moveTo>
                  <a:lnTo>
                    <a:pt x="73397" y="15019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g146"/>
            <p:cNvSpPr/>
            <p:nvPr/>
          </p:nvSpPr>
          <p:spPr>
            <a:xfrm>
              <a:off x="6655074" y="2143938"/>
              <a:ext cx="73397" cy="150192"/>
            </a:xfrm>
            <a:custGeom>
              <a:avLst/>
              <a:pathLst>
                <a:path w="73397" h="150192">
                  <a:moveTo>
                    <a:pt x="0" y="0"/>
                  </a:moveTo>
                  <a:lnTo>
                    <a:pt x="73397" y="15019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g147"/>
            <p:cNvSpPr/>
            <p:nvPr/>
          </p:nvSpPr>
          <p:spPr>
            <a:xfrm>
              <a:off x="6655074" y="2143938"/>
              <a:ext cx="73397" cy="150192"/>
            </a:xfrm>
            <a:custGeom>
              <a:avLst/>
              <a:pathLst>
                <a:path w="73397" h="150192">
                  <a:moveTo>
                    <a:pt x="0" y="0"/>
                  </a:moveTo>
                  <a:lnTo>
                    <a:pt x="73397" y="15019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g148"/>
            <p:cNvSpPr/>
            <p:nvPr/>
          </p:nvSpPr>
          <p:spPr>
            <a:xfrm>
              <a:off x="6655074" y="2143938"/>
              <a:ext cx="73397" cy="150192"/>
            </a:xfrm>
            <a:custGeom>
              <a:avLst/>
              <a:pathLst>
                <a:path w="73397" h="150192">
                  <a:moveTo>
                    <a:pt x="0" y="0"/>
                  </a:moveTo>
                  <a:lnTo>
                    <a:pt x="73397" y="15019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g149"/>
            <p:cNvSpPr/>
            <p:nvPr/>
          </p:nvSpPr>
          <p:spPr>
            <a:xfrm>
              <a:off x="6655074" y="2143938"/>
              <a:ext cx="73397" cy="150192"/>
            </a:xfrm>
            <a:custGeom>
              <a:avLst/>
              <a:pathLst>
                <a:path w="73397" h="150192">
                  <a:moveTo>
                    <a:pt x="0" y="0"/>
                  </a:moveTo>
                  <a:lnTo>
                    <a:pt x="73397" y="15019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g150"/>
            <p:cNvSpPr/>
            <p:nvPr/>
          </p:nvSpPr>
          <p:spPr>
            <a:xfrm>
              <a:off x="6655074" y="2143938"/>
              <a:ext cx="73397" cy="150192"/>
            </a:xfrm>
            <a:custGeom>
              <a:avLst/>
              <a:pathLst>
                <a:path w="73397" h="150192">
                  <a:moveTo>
                    <a:pt x="0" y="0"/>
                  </a:moveTo>
                  <a:lnTo>
                    <a:pt x="73397" y="15019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g151"/>
            <p:cNvSpPr/>
            <p:nvPr/>
          </p:nvSpPr>
          <p:spPr>
            <a:xfrm>
              <a:off x="6655074" y="2143938"/>
              <a:ext cx="73397" cy="150192"/>
            </a:xfrm>
            <a:custGeom>
              <a:avLst/>
              <a:pathLst>
                <a:path w="73397" h="150192">
                  <a:moveTo>
                    <a:pt x="0" y="0"/>
                  </a:moveTo>
                  <a:lnTo>
                    <a:pt x="73397" y="15019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g152"/>
            <p:cNvSpPr/>
            <p:nvPr/>
          </p:nvSpPr>
          <p:spPr>
            <a:xfrm>
              <a:off x="6655074" y="2143938"/>
              <a:ext cx="73397" cy="150192"/>
            </a:xfrm>
            <a:custGeom>
              <a:avLst/>
              <a:pathLst>
                <a:path w="73397" h="150192">
                  <a:moveTo>
                    <a:pt x="0" y="0"/>
                  </a:moveTo>
                  <a:lnTo>
                    <a:pt x="73397" y="15019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g153"/>
            <p:cNvSpPr/>
            <p:nvPr/>
          </p:nvSpPr>
          <p:spPr>
            <a:xfrm>
              <a:off x="6655074" y="2143938"/>
              <a:ext cx="73397" cy="150192"/>
            </a:xfrm>
            <a:custGeom>
              <a:avLst/>
              <a:pathLst>
                <a:path w="73397" h="150192">
                  <a:moveTo>
                    <a:pt x="0" y="0"/>
                  </a:moveTo>
                  <a:lnTo>
                    <a:pt x="73397" y="15019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g154"/>
            <p:cNvSpPr/>
            <p:nvPr/>
          </p:nvSpPr>
          <p:spPr>
            <a:xfrm>
              <a:off x="6655074" y="2143938"/>
              <a:ext cx="73397" cy="150192"/>
            </a:xfrm>
            <a:custGeom>
              <a:avLst/>
              <a:pathLst>
                <a:path w="73397" h="150192">
                  <a:moveTo>
                    <a:pt x="0" y="0"/>
                  </a:moveTo>
                  <a:lnTo>
                    <a:pt x="73397" y="15019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g155"/>
            <p:cNvSpPr/>
            <p:nvPr/>
          </p:nvSpPr>
          <p:spPr>
            <a:xfrm>
              <a:off x="6655074" y="2143938"/>
              <a:ext cx="73397" cy="150192"/>
            </a:xfrm>
            <a:custGeom>
              <a:avLst/>
              <a:pathLst>
                <a:path w="73397" h="150192">
                  <a:moveTo>
                    <a:pt x="0" y="0"/>
                  </a:moveTo>
                  <a:lnTo>
                    <a:pt x="73397" y="15019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g156"/>
            <p:cNvSpPr/>
            <p:nvPr/>
          </p:nvSpPr>
          <p:spPr>
            <a:xfrm>
              <a:off x="6655074" y="2143938"/>
              <a:ext cx="73397" cy="150192"/>
            </a:xfrm>
            <a:custGeom>
              <a:avLst/>
              <a:pathLst>
                <a:path w="73397" h="150192">
                  <a:moveTo>
                    <a:pt x="0" y="0"/>
                  </a:moveTo>
                  <a:lnTo>
                    <a:pt x="73397" y="15019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g157"/>
            <p:cNvSpPr/>
            <p:nvPr/>
          </p:nvSpPr>
          <p:spPr>
            <a:xfrm>
              <a:off x="6655074" y="2143938"/>
              <a:ext cx="73397" cy="150192"/>
            </a:xfrm>
            <a:custGeom>
              <a:avLst/>
              <a:pathLst>
                <a:path w="73397" h="150192">
                  <a:moveTo>
                    <a:pt x="0" y="0"/>
                  </a:moveTo>
                  <a:lnTo>
                    <a:pt x="73397" y="15019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g158"/>
            <p:cNvSpPr/>
            <p:nvPr/>
          </p:nvSpPr>
          <p:spPr>
            <a:xfrm>
              <a:off x="6655074" y="2143938"/>
              <a:ext cx="73397" cy="150192"/>
            </a:xfrm>
            <a:custGeom>
              <a:avLst/>
              <a:pathLst>
                <a:path w="73397" h="150192">
                  <a:moveTo>
                    <a:pt x="0" y="0"/>
                  </a:moveTo>
                  <a:lnTo>
                    <a:pt x="73397" y="15019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g159"/>
            <p:cNvSpPr/>
            <p:nvPr/>
          </p:nvSpPr>
          <p:spPr>
            <a:xfrm>
              <a:off x="6655074" y="2143938"/>
              <a:ext cx="73397" cy="150192"/>
            </a:xfrm>
            <a:custGeom>
              <a:avLst/>
              <a:pathLst>
                <a:path w="73397" h="150192">
                  <a:moveTo>
                    <a:pt x="0" y="0"/>
                  </a:moveTo>
                  <a:lnTo>
                    <a:pt x="73397" y="15019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g160"/>
            <p:cNvSpPr/>
            <p:nvPr/>
          </p:nvSpPr>
          <p:spPr>
            <a:xfrm>
              <a:off x="6655074" y="2143938"/>
              <a:ext cx="73397" cy="150192"/>
            </a:xfrm>
            <a:custGeom>
              <a:avLst/>
              <a:pathLst>
                <a:path w="73397" h="150192">
                  <a:moveTo>
                    <a:pt x="0" y="0"/>
                  </a:moveTo>
                  <a:lnTo>
                    <a:pt x="73397" y="15019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g161"/>
            <p:cNvSpPr/>
            <p:nvPr/>
          </p:nvSpPr>
          <p:spPr>
            <a:xfrm>
              <a:off x="6655074" y="2143938"/>
              <a:ext cx="73397" cy="150192"/>
            </a:xfrm>
            <a:custGeom>
              <a:avLst/>
              <a:pathLst>
                <a:path w="73397" h="150192">
                  <a:moveTo>
                    <a:pt x="0" y="0"/>
                  </a:moveTo>
                  <a:lnTo>
                    <a:pt x="73397" y="15019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g162"/>
            <p:cNvSpPr/>
            <p:nvPr/>
          </p:nvSpPr>
          <p:spPr>
            <a:xfrm>
              <a:off x="6655074" y="2143938"/>
              <a:ext cx="73397" cy="150192"/>
            </a:xfrm>
            <a:custGeom>
              <a:avLst/>
              <a:pathLst>
                <a:path w="73397" h="150192">
                  <a:moveTo>
                    <a:pt x="0" y="0"/>
                  </a:moveTo>
                  <a:lnTo>
                    <a:pt x="73397" y="15019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g163"/>
            <p:cNvSpPr/>
            <p:nvPr/>
          </p:nvSpPr>
          <p:spPr>
            <a:xfrm>
              <a:off x="6655074" y="2143938"/>
              <a:ext cx="73397" cy="150192"/>
            </a:xfrm>
            <a:custGeom>
              <a:avLst/>
              <a:pathLst>
                <a:path w="73397" h="150192">
                  <a:moveTo>
                    <a:pt x="0" y="0"/>
                  </a:moveTo>
                  <a:lnTo>
                    <a:pt x="73397" y="15019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g164"/>
            <p:cNvSpPr/>
            <p:nvPr/>
          </p:nvSpPr>
          <p:spPr>
            <a:xfrm>
              <a:off x="6561306" y="2143938"/>
              <a:ext cx="254000" cy="317359"/>
            </a:xfrm>
            <a:custGeom>
              <a:avLst/>
              <a:pathLst>
                <a:path w="254000" h="317359">
                  <a:moveTo>
                    <a:pt x="93768" y="0"/>
                  </a:moveTo>
                  <a:lnTo>
                    <a:pt x="88998" y="2426"/>
                  </a:lnTo>
                  <a:lnTo>
                    <a:pt x="84309" y="5003"/>
                  </a:lnTo>
                  <a:lnTo>
                    <a:pt x="79704" y="7730"/>
                  </a:lnTo>
                  <a:lnTo>
                    <a:pt x="75189" y="10602"/>
                  </a:lnTo>
                  <a:lnTo>
                    <a:pt x="70769" y="13617"/>
                  </a:lnTo>
                  <a:lnTo>
                    <a:pt x="66447" y="16773"/>
                  </a:lnTo>
                  <a:lnTo>
                    <a:pt x="62228" y="20065"/>
                  </a:lnTo>
                  <a:lnTo>
                    <a:pt x="58117" y="23490"/>
                  </a:lnTo>
                  <a:lnTo>
                    <a:pt x="54117" y="27045"/>
                  </a:lnTo>
                  <a:lnTo>
                    <a:pt x="50234" y="30727"/>
                  </a:lnTo>
                  <a:lnTo>
                    <a:pt x="46470" y="34531"/>
                  </a:lnTo>
                  <a:lnTo>
                    <a:pt x="42830" y="38453"/>
                  </a:lnTo>
                  <a:lnTo>
                    <a:pt x="39317" y="42490"/>
                  </a:lnTo>
                  <a:lnTo>
                    <a:pt x="35935" y="46637"/>
                  </a:lnTo>
                  <a:lnTo>
                    <a:pt x="32688" y="50890"/>
                  </a:lnTo>
                  <a:lnTo>
                    <a:pt x="29579" y="55245"/>
                  </a:lnTo>
                  <a:lnTo>
                    <a:pt x="26610" y="59698"/>
                  </a:lnTo>
                  <a:lnTo>
                    <a:pt x="23786" y="64243"/>
                  </a:lnTo>
                  <a:lnTo>
                    <a:pt x="21108" y="68876"/>
                  </a:lnTo>
                  <a:lnTo>
                    <a:pt x="18581" y="73592"/>
                  </a:lnTo>
                  <a:lnTo>
                    <a:pt x="16205" y="78387"/>
                  </a:lnTo>
                  <a:lnTo>
                    <a:pt x="13984" y="83256"/>
                  </a:lnTo>
                  <a:lnTo>
                    <a:pt x="11920" y="88193"/>
                  </a:lnTo>
                  <a:lnTo>
                    <a:pt x="10015" y="93194"/>
                  </a:lnTo>
                  <a:lnTo>
                    <a:pt x="8272" y="98253"/>
                  </a:lnTo>
                  <a:lnTo>
                    <a:pt x="6691" y="103365"/>
                  </a:lnTo>
                  <a:lnTo>
                    <a:pt x="5274" y="108525"/>
                  </a:lnTo>
                  <a:lnTo>
                    <a:pt x="4023" y="113728"/>
                  </a:lnTo>
                  <a:lnTo>
                    <a:pt x="2940" y="118969"/>
                  </a:lnTo>
                  <a:lnTo>
                    <a:pt x="2025" y="124241"/>
                  </a:lnTo>
                  <a:lnTo>
                    <a:pt x="1279" y="129540"/>
                  </a:lnTo>
                  <a:lnTo>
                    <a:pt x="703" y="134860"/>
                  </a:lnTo>
                  <a:lnTo>
                    <a:pt x="297" y="140196"/>
                  </a:lnTo>
                  <a:lnTo>
                    <a:pt x="63" y="145542"/>
                  </a:lnTo>
                  <a:lnTo>
                    <a:pt x="0" y="150893"/>
                  </a:lnTo>
                  <a:lnTo>
                    <a:pt x="108" y="156243"/>
                  </a:lnTo>
                  <a:lnTo>
                    <a:pt x="387" y="161587"/>
                  </a:lnTo>
                  <a:lnTo>
                    <a:pt x="837" y="166919"/>
                  </a:lnTo>
                  <a:lnTo>
                    <a:pt x="1458" y="172234"/>
                  </a:lnTo>
                  <a:lnTo>
                    <a:pt x="2248" y="177526"/>
                  </a:lnTo>
                  <a:lnTo>
                    <a:pt x="3207" y="182791"/>
                  </a:lnTo>
                  <a:lnTo>
                    <a:pt x="4335" y="188022"/>
                  </a:lnTo>
                  <a:lnTo>
                    <a:pt x="5629" y="193214"/>
                  </a:lnTo>
                  <a:lnTo>
                    <a:pt x="7089" y="198362"/>
                  </a:lnTo>
                  <a:lnTo>
                    <a:pt x="8713" y="203461"/>
                  </a:lnTo>
                  <a:lnTo>
                    <a:pt x="10499" y="208506"/>
                  </a:lnTo>
                  <a:lnTo>
                    <a:pt x="12445" y="213490"/>
                  </a:lnTo>
                  <a:lnTo>
                    <a:pt x="14551" y="218410"/>
                  </a:lnTo>
                  <a:lnTo>
                    <a:pt x="16812" y="223260"/>
                  </a:lnTo>
                  <a:lnTo>
                    <a:pt x="19228" y="228034"/>
                  </a:lnTo>
                  <a:lnTo>
                    <a:pt x="21795" y="232730"/>
                  </a:lnTo>
                  <a:lnTo>
                    <a:pt x="24512" y="237340"/>
                  </a:lnTo>
                  <a:lnTo>
                    <a:pt x="27374" y="241861"/>
                  </a:lnTo>
                  <a:lnTo>
                    <a:pt x="30380" y="246289"/>
                  </a:lnTo>
                  <a:lnTo>
                    <a:pt x="33525" y="250617"/>
                  </a:lnTo>
                  <a:lnTo>
                    <a:pt x="36808" y="254843"/>
                  </a:lnTo>
                  <a:lnTo>
                    <a:pt x="40225" y="258962"/>
                  </a:lnTo>
                  <a:lnTo>
                    <a:pt x="43771" y="262969"/>
                  </a:lnTo>
                  <a:lnTo>
                    <a:pt x="47444" y="266861"/>
                  </a:lnTo>
                  <a:lnTo>
                    <a:pt x="51239" y="270633"/>
                  </a:lnTo>
                  <a:lnTo>
                    <a:pt x="55154" y="274282"/>
                  </a:lnTo>
                  <a:lnTo>
                    <a:pt x="59183" y="277803"/>
                  </a:lnTo>
                  <a:lnTo>
                    <a:pt x="63323" y="281194"/>
                  </a:lnTo>
                  <a:lnTo>
                    <a:pt x="67569" y="284451"/>
                  </a:lnTo>
                  <a:lnTo>
                    <a:pt x="71917" y="287570"/>
                  </a:lnTo>
                  <a:lnTo>
                    <a:pt x="76363" y="290548"/>
                  </a:lnTo>
                  <a:lnTo>
                    <a:pt x="80902" y="293382"/>
                  </a:lnTo>
                  <a:lnTo>
                    <a:pt x="85529" y="296070"/>
                  </a:lnTo>
                  <a:lnTo>
                    <a:pt x="90240" y="298608"/>
                  </a:lnTo>
                  <a:lnTo>
                    <a:pt x="95030" y="300994"/>
                  </a:lnTo>
                  <a:lnTo>
                    <a:pt x="99893" y="303226"/>
                  </a:lnTo>
                  <a:lnTo>
                    <a:pt x="104826" y="305301"/>
                  </a:lnTo>
                  <a:lnTo>
                    <a:pt x="109822" y="307216"/>
                  </a:lnTo>
                  <a:lnTo>
                    <a:pt x="114878" y="308971"/>
                  </a:lnTo>
                  <a:lnTo>
                    <a:pt x="119986" y="310564"/>
                  </a:lnTo>
                  <a:lnTo>
                    <a:pt x="125144" y="311991"/>
                  </a:lnTo>
                  <a:lnTo>
                    <a:pt x="130344" y="313254"/>
                  </a:lnTo>
                  <a:lnTo>
                    <a:pt x="135582" y="314349"/>
                  </a:lnTo>
                  <a:lnTo>
                    <a:pt x="140852" y="315275"/>
                  </a:lnTo>
                  <a:lnTo>
                    <a:pt x="146149" y="316033"/>
                  </a:lnTo>
                  <a:lnTo>
                    <a:pt x="151468" y="316621"/>
                  </a:lnTo>
                  <a:lnTo>
                    <a:pt x="156803" y="317038"/>
                  </a:lnTo>
                  <a:lnTo>
                    <a:pt x="162149" y="317284"/>
                  </a:lnTo>
                  <a:lnTo>
                    <a:pt x="167499" y="317359"/>
                  </a:lnTo>
                  <a:lnTo>
                    <a:pt x="172849" y="317263"/>
                  </a:lnTo>
                  <a:lnTo>
                    <a:pt x="178194" y="316995"/>
                  </a:lnTo>
                  <a:lnTo>
                    <a:pt x="183527" y="316557"/>
                  </a:lnTo>
                  <a:lnTo>
                    <a:pt x="188844" y="315948"/>
                  </a:lnTo>
                  <a:lnTo>
                    <a:pt x="194138" y="315169"/>
                  </a:lnTo>
                  <a:lnTo>
                    <a:pt x="199404" y="314221"/>
                  </a:lnTo>
                  <a:lnTo>
                    <a:pt x="204638" y="313105"/>
                  </a:lnTo>
                  <a:lnTo>
                    <a:pt x="209833" y="311822"/>
                  </a:lnTo>
                  <a:lnTo>
                    <a:pt x="214984" y="310374"/>
                  </a:lnTo>
                  <a:lnTo>
                    <a:pt x="220087" y="308761"/>
                  </a:lnTo>
                  <a:lnTo>
                    <a:pt x="225135" y="306986"/>
                  </a:lnTo>
                  <a:lnTo>
                    <a:pt x="230124" y="305050"/>
                  </a:lnTo>
                  <a:lnTo>
                    <a:pt x="235048" y="302956"/>
                  </a:lnTo>
                  <a:lnTo>
                    <a:pt x="239903" y="300705"/>
                  </a:lnTo>
                  <a:lnTo>
                    <a:pt x="244683" y="298300"/>
                  </a:lnTo>
                  <a:lnTo>
                    <a:pt x="249384" y="295743"/>
                  </a:lnTo>
                  <a:lnTo>
                    <a:pt x="254000" y="293037"/>
                  </a:lnTo>
                  <a:lnTo>
                    <a:pt x="167165" y="15019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g165"/>
            <p:cNvSpPr/>
            <p:nvPr/>
          </p:nvSpPr>
          <p:spPr>
            <a:xfrm>
              <a:off x="6728472" y="2126963"/>
              <a:ext cx="167167" cy="310012"/>
            </a:xfrm>
            <a:custGeom>
              <a:avLst/>
              <a:pathLst>
                <a:path w="167167" h="310012">
                  <a:moveTo>
                    <a:pt x="86834" y="310012"/>
                  </a:moveTo>
                  <a:lnTo>
                    <a:pt x="91366" y="307157"/>
                  </a:lnTo>
                  <a:lnTo>
                    <a:pt x="95804" y="304158"/>
                  </a:lnTo>
                  <a:lnTo>
                    <a:pt x="100143" y="301018"/>
                  </a:lnTo>
                  <a:lnTo>
                    <a:pt x="104380" y="297741"/>
                  </a:lnTo>
                  <a:lnTo>
                    <a:pt x="108510" y="294330"/>
                  </a:lnTo>
                  <a:lnTo>
                    <a:pt x="112528" y="290789"/>
                  </a:lnTo>
                  <a:lnTo>
                    <a:pt x="116430" y="287120"/>
                  </a:lnTo>
                  <a:lnTo>
                    <a:pt x="120213" y="283329"/>
                  </a:lnTo>
                  <a:lnTo>
                    <a:pt x="123873" y="279418"/>
                  </a:lnTo>
                  <a:lnTo>
                    <a:pt x="127406" y="275392"/>
                  </a:lnTo>
                  <a:lnTo>
                    <a:pt x="130807" y="271255"/>
                  </a:lnTo>
                  <a:lnTo>
                    <a:pt x="134075" y="267011"/>
                  </a:lnTo>
                  <a:lnTo>
                    <a:pt x="137205" y="262664"/>
                  </a:lnTo>
                  <a:lnTo>
                    <a:pt x="140194" y="258220"/>
                  </a:lnTo>
                  <a:lnTo>
                    <a:pt x="143039" y="253681"/>
                  </a:lnTo>
                  <a:lnTo>
                    <a:pt x="145737" y="249055"/>
                  </a:lnTo>
                  <a:lnTo>
                    <a:pt x="148285" y="244344"/>
                  </a:lnTo>
                  <a:lnTo>
                    <a:pt x="150682" y="239554"/>
                  </a:lnTo>
                  <a:lnTo>
                    <a:pt x="152923" y="234689"/>
                  </a:lnTo>
                  <a:lnTo>
                    <a:pt x="155008" y="229755"/>
                  </a:lnTo>
                  <a:lnTo>
                    <a:pt x="156934" y="224757"/>
                  </a:lnTo>
                  <a:lnTo>
                    <a:pt x="158698" y="219700"/>
                  </a:lnTo>
                  <a:lnTo>
                    <a:pt x="160300" y="214589"/>
                  </a:lnTo>
                  <a:lnTo>
                    <a:pt x="161736" y="209429"/>
                  </a:lnTo>
                  <a:lnTo>
                    <a:pt x="163007" y="204226"/>
                  </a:lnTo>
                  <a:lnTo>
                    <a:pt x="164111" y="198985"/>
                  </a:lnTo>
                  <a:lnTo>
                    <a:pt x="165046" y="193711"/>
                  </a:lnTo>
                  <a:lnTo>
                    <a:pt x="165812" y="188410"/>
                  </a:lnTo>
                  <a:lnTo>
                    <a:pt x="166407" y="183087"/>
                  </a:lnTo>
                  <a:lnTo>
                    <a:pt x="166832" y="177748"/>
                  </a:lnTo>
                  <a:lnTo>
                    <a:pt x="167085" y="172398"/>
                  </a:lnTo>
                  <a:lnTo>
                    <a:pt x="167167" y="167042"/>
                  </a:lnTo>
                  <a:lnTo>
                    <a:pt x="167077" y="161687"/>
                  </a:lnTo>
                  <a:lnTo>
                    <a:pt x="166816" y="156337"/>
                  </a:lnTo>
                  <a:lnTo>
                    <a:pt x="166383" y="150998"/>
                  </a:lnTo>
                  <a:lnTo>
                    <a:pt x="165780" y="145676"/>
                  </a:lnTo>
                  <a:lnTo>
                    <a:pt x="165006" y="140376"/>
                  </a:lnTo>
                  <a:lnTo>
                    <a:pt x="164063" y="135104"/>
                  </a:lnTo>
                  <a:lnTo>
                    <a:pt x="162952" y="129864"/>
                  </a:lnTo>
                  <a:lnTo>
                    <a:pt x="161673" y="124663"/>
                  </a:lnTo>
                  <a:lnTo>
                    <a:pt x="160229" y="119506"/>
                  </a:lnTo>
                  <a:lnTo>
                    <a:pt x="158619" y="114397"/>
                  </a:lnTo>
                  <a:lnTo>
                    <a:pt x="156847" y="109342"/>
                  </a:lnTo>
                  <a:lnTo>
                    <a:pt x="154914" y="104347"/>
                  </a:lnTo>
                  <a:lnTo>
                    <a:pt x="152822" y="99416"/>
                  </a:lnTo>
                  <a:lnTo>
                    <a:pt x="150573" y="94555"/>
                  </a:lnTo>
                  <a:lnTo>
                    <a:pt x="148170" y="89769"/>
                  </a:lnTo>
                  <a:lnTo>
                    <a:pt x="145614" y="85062"/>
                  </a:lnTo>
                  <a:lnTo>
                    <a:pt x="142909" y="80439"/>
                  </a:lnTo>
                  <a:lnTo>
                    <a:pt x="140057" y="75905"/>
                  </a:lnTo>
                  <a:lnTo>
                    <a:pt x="137062" y="71465"/>
                  </a:lnTo>
                  <a:lnTo>
                    <a:pt x="133926" y="67123"/>
                  </a:lnTo>
                  <a:lnTo>
                    <a:pt x="130652" y="62884"/>
                  </a:lnTo>
                  <a:lnTo>
                    <a:pt x="127244" y="58752"/>
                  </a:lnTo>
                  <a:lnTo>
                    <a:pt x="123705" y="54731"/>
                  </a:lnTo>
                  <a:lnTo>
                    <a:pt x="120040" y="50826"/>
                  </a:lnTo>
                  <a:lnTo>
                    <a:pt x="116251" y="47040"/>
                  </a:lnTo>
                  <a:lnTo>
                    <a:pt x="112343" y="43377"/>
                  </a:lnTo>
                  <a:lnTo>
                    <a:pt x="108320" y="39842"/>
                  </a:lnTo>
                  <a:lnTo>
                    <a:pt x="104185" y="36437"/>
                  </a:lnTo>
                  <a:lnTo>
                    <a:pt x="99943" y="33166"/>
                  </a:lnTo>
                  <a:lnTo>
                    <a:pt x="95599" y="30033"/>
                  </a:lnTo>
                  <a:lnTo>
                    <a:pt x="91157" y="27041"/>
                  </a:lnTo>
                  <a:lnTo>
                    <a:pt x="86621" y="24192"/>
                  </a:lnTo>
                  <a:lnTo>
                    <a:pt x="81996" y="21491"/>
                  </a:lnTo>
                  <a:lnTo>
                    <a:pt x="77287" y="18939"/>
                  </a:lnTo>
                  <a:lnTo>
                    <a:pt x="72499" y="16539"/>
                  </a:lnTo>
                  <a:lnTo>
                    <a:pt x="67636" y="14294"/>
                  </a:lnTo>
                  <a:lnTo>
                    <a:pt x="62704" y="12205"/>
                  </a:lnTo>
                  <a:lnTo>
                    <a:pt x="57707" y="10276"/>
                  </a:lnTo>
                  <a:lnTo>
                    <a:pt x="52651" y="8508"/>
                  </a:lnTo>
                  <a:lnTo>
                    <a:pt x="47541" y="6902"/>
                  </a:lnTo>
                  <a:lnTo>
                    <a:pt x="42383" y="5462"/>
                  </a:lnTo>
                  <a:lnTo>
                    <a:pt x="37180" y="4187"/>
                  </a:lnTo>
                  <a:lnTo>
                    <a:pt x="31940" y="3079"/>
                  </a:lnTo>
                  <a:lnTo>
                    <a:pt x="26667" y="2140"/>
                  </a:lnTo>
                  <a:lnTo>
                    <a:pt x="21366" y="1371"/>
                  </a:lnTo>
                  <a:lnTo>
                    <a:pt x="16044" y="771"/>
                  </a:lnTo>
                  <a:lnTo>
                    <a:pt x="10705" y="343"/>
                  </a:lnTo>
                  <a:lnTo>
                    <a:pt x="5355" y="8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g166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g167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g168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g169"/>
            <p:cNvSpPr/>
            <p:nvPr/>
          </p:nvSpPr>
          <p:spPr>
            <a:xfrm>
              <a:off x="6393972" y="1681503"/>
              <a:ext cx="29262" cy="167167"/>
            </a:xfrm>
            <a:custGeom>
              <a:avLst/>
              <a:pathLst>
                <a:path w="29262" h="167167">
                  <a:moveTo>
                    <a:pt x="29262" y="0"/>
                  </a:moveTo>
                  <a:lnTo>
                    <a:pt x="21911" y="161"/>
                  </a:lnTo>
                  <a:lnTo>
                    <a:pt x="14574" y="646"/>
                  </a:lnTo>
                  <a:lnTo>
                    <a:pt x="7266" y="1453"/>
                  </a:lnTo>
                  <a:lnTo>
                    <a:pt x="0" y="2581"/>
                  </a:lnTo>
                  <a:lnTo>
                    <a:pt x="29262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g170"/>
            <p:cNvSpPr/>
            <p:nvPr/>
          </p:nvSpPr>
          <p:spPr>
            <a:xfrm>
              <a:off x="6393972" y="1684084"/>
              <a:ext cx="29262" cy="164586"/>
            </a:xfrm>
            <a:custGeom>
              <a:avLst/>
              <a:pathLst>
                <a:path w="29262" h="164586">
                  <a:moveTo>
                    <a:pt x="0" y="0"/>
                  </a:moveTo>
                  <a:lnTo>
                    <a:pt x="29262" y="16458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g171"/>
            <p:cNvSpPr/>
            <p:nvPr/>
          </p:nvSpPr>
          <p:spPr>
            <a:xfrm>
              <a:off x="6393972" y="1684084"/>
              <a:ext cx="29262" cy="164586"/>
            </a:xfrm>
            <a:custGeom>
              <a:avLst/>
              <a:pathLst>
                <a:path w="29262" h="164586">
                  <a:moveTo>
                    <a:pt x="0" y="0"/>
                  </a:moveTo>
                  <a:lnTo>
                    <a:pt x="29262" y="16458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g172"/>
            <p:cNvSpPr/>
            <p:nvPr/>
          </p:nvSpPr>
          <p:spPr>
            <a:xfrm>
              <a:off x="6393972" y="1684084"/>
              <a:ext cx="29262" cy="164586"/>
            </a:xfrm>
            <a:custGeom>
              <a:avLst/>
              <a:pathLst>
                <a:path w="29262" h="164586">
                  <a:moveTo>
                    <a:pt x="0" y="0"/>
                  </a:moveTo>
                  <a:lnTo>
                    <a:pt x="29262" y="16458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g173"/>
            <p:cNvSpPr/>
            <p:nvPr/>
          </p:nvSpPr>
          <p:spPr>
            <a:xfrm>
              <a:off x="6393972" y="1684084"/>
              <a:ext cx="29262" cy="164586"/>
            </a:xfrm>
            <a:custGeom>
              <a:avLst/>
              <a:pathLst>
                <a:path w="29262" h="164586">
                  <a:moveTo>
                    <a:pt x="0" y="0"/>
                  </a:moveTo>
                  <a:lnTo>
                    <a:pt x="29262" y="16458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g174"/>
            <p:cNvSpPr/>
            <p:nvPr/>
          </p:nvSpPr>
          <p:spPr>
            <a:xfrm>
              <a:off x="6393972" y="1684084"/>
              <a:ext cx="29262" cy="164586"/>
            </a:xfrm>
            <a:custGeom>
              <a:avLst/>
              <a:pathLst>
                <a:path w="29262" h="164586">
                  <a:moveTo>
                    <a:pt x="0" y="0"/>
                  </a:moveTo>
                  <a:lnTo>
                    <a:pt x="29262" y="16458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g175"/>
            <p:cNvSpPr/>
            <p:nvPr/>
          </p:nvSpPr>
          <p:spPr>
            <a:xfrm>
              <a:off x="6393972" y="1684084"/>
              <a:ext cx="29262" cy="164586"/>
            </a:xfrm>
            <a:custGeom>
              <a:avLst/>
              <a:pathLst>
                <a:path w="29262" h="164586">
                  <a:moveTo>
                    <a:pt x="0" y="0"/>
                  </a:moveTo>
                  <a:lnTo>
                    <a:pt x="29262" y="16458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g176"/>
            <p:cNvSpPr/>
            <p:nvPr/>
          </p:nvSpPr>
          <p:spPr>
            <a:xfrm>
              <a:off x="6393972" y="1684084"/>
              <a:ext cx="29262" cy="164586"/>
            </a:xfrm>
            <a:custGeom>
              <a:avLst/>
              <a:pathLst>
                <a:path w="29262" h="164586">
                  <a:moveTo>
                    <a:pt x="0" y="0"/>
                  </a:moveTo>
                  <a:lnTo>
                    <a:pt x="29262" y="16458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g177"/>
            <p:cNvSpPr/>
            <p:nvPr/>
          </p:nvSpPr>
          <p:spPr>
            <a:xfrm>
              <a:off x="6393972" y="1684084"/>
              <a:ext cx="29262" cy="164586"/>
            </a:xfrm>
            <a:custGeom>
              <a:avLst/>
              <a:pathLst>
                <a:path w="29262" h="164586">
                  <a:moveTo>
                    <a:pt x="0" y="0"/>
                  </a:moveTo>
                  <a:lnTo>
                    <a:pt x="29262" y="16458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g178"/>
            <p:cNvSpPr/>
            <p:nvPr/>
          </p:nvSpPr>
          <p:spPr>
            <a:xfrm>
              <a:off x="6393972" y="1684084"/>
              <a:ext cx="29262" cy="164586"/>
            </a:xfrm>
            <a:custGeom>
              <a:avLst/>
              <a:pathLst>
                <a:path w="29262" h="164586">
                  <a:moveTo>
                    <a:pt x="0" y="0"/>
                  </a:moveTo>
                  <a:lnTo>
                    <a:pt x="29262" y="16458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g179"/>
            <p:cNvSpPr/>
            <p:nvPr/>
          </p:nvSpPr>
          <p:spPr>
            <a:xfrm>
              <a:off x="6393972" y="1684084"/>
              <a:ext cx="29262" cy="164586"/>
            </a:xfrm>
            <a:custGeom>
              <a:avLst/>
              <a:pathLst>
                <a:path w="29262" h="164586">
                  <a:moveTo>
                    <a:pt x="0" y="0"/>
                  </a:moveTo>
                  <a:lnTo>
                    <a:pt x="29262" y="16458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g180"/>
            <p:cNvSpPr/>
            <p:nvPr/>
          </p:nvSpPr>
          <p:spPr>
            <a:xfrm>
              <a:off x="6393972" y="1684084"/>
              <a:ext cx="29262" cy="164586"/>
            </a:xfrm>
            <a:custGeom>
              <a:avLst/>
              <a:pathLst>
                <a:path w="29262" h="164586">
                  <a:moveTo>
                    <a:pt x="0" y="0"/>
                  </a:moveTo>
                  <a:lnTo>
                    <a:pt x="29262" y="16458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g181"/>
            <p:cNvSpPr/>
            <p:nvPr/>
          </p:nvSpPr>
          <p:spPr>
            <a:xfrm>
              <a:off x="6393972" y="1684084"/>
              <a:ext cx="29262" cy="164586"/>
            </a:xfrm>
            <a:custGeom>
              <a:avLst/>
              <a:pathLst>
                <a:path w="29262" h="164586">
                  <a:moveTo>
                    <a:pt x="0" y="0"/>
                  </a:moveTo>
                  <a:lnTo>
                    <a:pt x="29262" y="16458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g182"/>
            <p:cNvSpPr/>
            <p:nvPr/>
          </p:nvSpPr>
          <p:spPr>
            <a:xfrm>
              <a:off x="6393972" y="1684084"/>
              <a:ext cx="29262" cy="164586"/>
            </a:xfrm>
            <a:custGeom>
              <a:avLst/>
              <a:pathLst>
                <a:path w="29262" h="164586">
                  <a:moveTo>
                    <a:pt x="0" y="0"/>
                  </a:moveTo>
                  <a:lnTo>
                    <a:pt x="29262" y="16458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g183"/>
            <p:cNvSpPr/>
            <p:nvPr/>
          </p:nvSpPr>
          <p:spPr>
            <a:xfrm>
              <a:off x="6393972" y="1684084"/>
              <a:ext cx="29262" cy="164586"/>
            </a:xfrm>
            <a:custGeom>
              <a:avLst/>
              <a:pathLst>
                <a:path w="29262" h="164586">
                  <a:moveTo>
                    <a:pt x="0" y="0"/>
                  </a:moveTo>
                  <a:lnTo>
                    <a:pt x="29262" y="16458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g184"/>
            <p:cNvSpPr/>
            <p:nvPr/>
          </p:nvSpPr>
          <p:spPr>
            <a:xfrm>
              <a:off x="6393972" y="1684084"/>
              <a:ext cx="29262" cy="164586"/>
            </a:xfrm>
            <a:custGeom>
              <a:avLst/>
              <a:pathLst>
                <a:path w="29262" h="164586">
                  <a:moveTo>
                    <a:pt x="0" y="0"/>
                  </a:moveTo>
                  <a:lnTo>
                    <a:pt x="29262" y="16458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g185"/>
            <p:cNvSpPr/>
            <p:nvPr/>
          </p:nvSpPr>
          <p:spPr>
            <a:xfrm>
              <a:off x="6393972" y="1684084"/>
              <a:ext cx="29262" cy="164586"/>
            </a:xfrm>
            <a:custGeom>
              <a:avLst/>
              <a:pathLst>
                <a:path w="29262" h="164586">
                  <a:moveTo>
                    <a:pt x="0" y="0"/>
                  </a:moveTo>
                  <a:lnTo>
                    <a:pt x="29262" y="16458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g186"/>
            <p:cNvSpPr/>
            <p:nvPr/>
          </p:nvSpPr>
          <p:spPr>
            <a:xfrm>
              <a:off x="6393972" y="1684084"/>
              <a:ext cx="29262" cy="164586"/>
            </a:xfrm>
            <a:custGeom>
              <a:avLst/>
              <a:pathLst>
                <a:path w="29262" h="164586">
                  <a:moveTo>
                    <a:pt x="0" y="0"/>
                  </a:moveTo>
                  <a:lnTo>
                    <a:pt x="29262" y="16458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g187"/>
            <p:cNvSpPr/>
            <p:nvPr/>
          </p:nvSpPr>
          <p:spPr>
            <a:xfrm>
              <a:off x="6393972" y="1684084"/>
              <a:ext cx="29262" cy="164586"/>
            </a:xfrm>
            <a:custGeom>
              <a:avLst/>
              <a:pathLst>
                <a:path w="29262" h="164586">
                  <a:moveTo>
                    <a:pt x="0" y="0"/>
                  </a:moveTo>
                  <a:lnTo>
                    <a:pt x="29262" y="16458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g188"/>
            <p:cNvSpPr/>
            <p:nvPr/>
          </p:nvSpPr>
          <p:spPr>
            <a:xfrm>
              <a:off x="6393972" y="1684084"/>
              <a:ext cx="29262" cy="164586"/>
            </a:xfrm>
            <a:custGeom>
              <a:avLst/>
              <a:pathLst>
                <a:path w="29262" h="164586">
                  <a:moveTo>
                    <a:pt x="0" y="0"/>
                  </a:moveTo>
                  <a:lnTo>
                    <a:pt x="29262" y="16458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g189"/>
            <p:cNvSpPr/>
            <p:nvPr/>
          </p:nvSpPr>
          <p:spPr>
            <a:xfrm>
              <a:off x="6393972" y="1684084"/>
              <a:ext cx="29262" cy="164586"/>
            </a:xfrm>
            <a:custGeom>
              <a:avLst/>
              <a:pathLst>
                <a:path w="29262" h="164586">
                  <a:moveTo>
                    <a:pt x="0" y="0"/>
                  </a:moveTo>
                  <a:lnTo>
                    <a:pt x="29262" y="16458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g190"/>
            <p:cNvSpPr/>
            <p:nvPr/>
          </p:nvSpPr>
          <p:spPr>
            <a:xfrm>
              <a:off x="6393972" y="1684084"/>
              <a:ext cx="29262" cy="164586"/>
            </a:xfrm>
            <a:custGeom>
              <a:avLst/>
              <a:pathLst>
                <a:path w="29262" h="164586">
                  <a:moveTo>
                    <a:pt x="0" y="0"/>
                  </a:moveTo>
                  <a:lnTo>
                    <a:pt x="29262" y="16458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g191"/>
            <p:cNvSpPr/>
            <p:nvPr/>
          </p:nvSpPr>
          <p:spPr>
            <a:xfrm>
              <a:off x="6393972" y="1684084"/>
              <a:ext cx="29262" cy="164586"/>
            </a:xfrm>
            <a:custGeom>
              <a:avLst/>
              <a:pathLst>
                <a:path w="29262" h="164586">
                  <a:moveTo>
                    <a:pt x="0" y="0"/>
                  </a:moveTo>
                  <a:lnTo>
                    <a:pt x="29262" y="16458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g192"/>
            <p:cNvSpPr/>
            <p:nvPr/>
          </p:nvSpPr>
          <p:spPr>
            <a:xfrm>
              <a:off x="6256067" y="1684084"/>
              <a:ext cx="334330" cy="331741"/>
            </a:xfrm>
            <a:custGeom>
              <a:avLst/>
              <a:pathLst>
                <a:path w="334330" h="331741">
                  <a:moveTo>
                    <a:pt x="137904" y="0"/>
                  </a:moveTo>
                  <a:lnTo>
                    <a:pt x="132706" y="1009"/>
                  </a:lnTo>
                  <a:lnTo>
                    <a:pt x="127543" y="2182"/>
                  </a:lnTo>
                  <a:lnTo>
                    <a:pt x="122419" y="3519"/>
                  </a:lnTo>
                  <a:lnTo>
                    <a:pt x="117341" y="5017"/>
                  </a:lnTo>
                  <a:lnTo>
                    <a:pt x="112312" y="6675"/>
                  </a:lnTo>
                  <a:lnTo>
                    <a:pt x="107338" y="8491"/>
                  </a:lnTo>
                  <a:lnTo>
                    <a:pt x="102425" y="10464"/>
                  </a:lnTo>
                  <a:lnTo>
                    <a:pt x="97576" y="12592"/>
                  </a:lnTo>
                  <a:lnTo>
                    <a:pt x="92797" y="14872"/>
                  </a:lnTo>
                  <a:lnTo>
                    <a:pt x="88093" y="17303"/>
                  </a:lnTo>
                  <a:lnTo>
                    <a:pt x="83468" y="19881"/>
                  </a:lnTo>
                  <a:lnTo>
                    <a:pt x="78927" y="22604"/>
                  </a:lnTo>
                  <a:lnTo>
                    <a:pt x="74475" y="25470"/>
                  </a:lnTo>
                  <a:lnTo>
                    <a:pt x="70116" y="28475"/>
                  </a:lnTo>
                  <a:lnTo>
                    <a:pt x="65854" y="31617"/>
                  </a:lnTo>
                  <a:lnTo>
                    <a:pt x="61693" y="34893"/>
                  </a:lnTo>
                  <a:lnTo>
                    <a:pt x="57639" y="38298"/>
                  </a:lnTo>
                  <a:lnTo>
                    <a:pt x="53694" y="41830"/>
                  </a:lnTo>
                  <a:lnTo>
                    <a:pt x="49863" y="45486"/>
                  </a:lnTo>
                  <a:lnTo>
                    <a:pt x="46150" y="49260"/>
                  </a:lnTo>
                  <a:lnTo>
                    <a:pt x="42559" y="53151"/>
                  </a:lnTo>
                  <a:lnTo>
                    <a:pt x="39092" y="57153"/>
                  </a:lnTo>
                  <a:lnTo>
                    <a:pt x="35754" y="61263"/>
                  </a:lnTo>
                  <a:lnTo>
                    <a:pt x="32547" y="65477"/>
                  </a:lnTo>
                  <a:lnTo>
                    <a:pt x="29476" y="69790"/>
                  </a:lnTo>
                  <a:lnTo>
                    <a:pt x="26543" y="74198"/>
                  </a:lnTo>
                  <a:lnTo>
                    <a:pt x="23751" y="78697"/>
                  </a:lnTo>
                  <a:lnTo>
                    <a:pt x="21103" y="83283"/>
                  </a:lnTo>
                  <a:lnTo>
                    <a:pt x="18601" y="87949"/>
                  </a:lnTo>
                  <a:lnTo>
                    <a:pt x="16248" y="92693"/>
                  </a:lnTo>
                  <a:lnTo>
                    <a:pt x="14047" y="97509"/>
                  </a:lnTo>
                  <a:lnTo>
                    <a:pt x="12000" y="102392"/>
                  </a:lnTo>
                  <a:lnTo>
                    <a:pt x="10108" y="107337"/>
                  </a:lnTo>
                  <a:lnTo>
                    <a:pt x="8373" y="112340"/>
                  </a:lnTo>
                  <a:lnTo>
                    <a:pt x="6798" y="117395"/>
                  </a:lnTo>
                  <a:lnTo>
                    <a:pt x="5384" y="122498"/>
                  </a:lnTo>
                  <a:lnTo>
                    <a:pt x="4133" y="127643"/>
                  </a:lnTo>
                  <a:lnTo>
                    <a:pt x="3044" y="132825"/>
                  </a:lnTo>
                  <a:lnTo>
                    <a:pt x="2121" y="138038"/>
                  </a:lnTo>
                  <a:lnTo>
                    <a:pt x="1363" y="143279"/>
                  </a:lnTo>
                  <a:lnTo>
                    <a:pt x="771" y="148540"/>
                  </a:lnTo>
                  <a:lnTo>
                    <a:pt x="347" y="153818"/>
                  </a:lnTo>
                  <a:lnTo>
                    <a:pt x="89" y="159107"/>
                  </a:lnTo>
                  <a:lnTo>
                    <a:pt x="0" y="164401"/>
                  </a:lnTo>
                  <a:lnTo>
                    <a:pt x="78" y="169696"/>
                  </a:lnTo>
                  <a:lnTo>
                    <a:pt x="323" y="174985"/>
                  </a:lnTo>
                  <a:lnTo>
                    <a:pt x="736" y="180264"/>
                  </a:lnTo>
                  <a:lnTo>
                    <a:pt x="1316" y="185527"/>
                  </a:lnTo>
                  <a:lnTo>
                    <a:pt x="2063" y="190769"/>
                  </a:lnTo>
                  <a:lnTo>
                    <a:pt x="2975" y="195985"/>
                  </a:lnTo>
                  <a:lnTo>
                    <a:pt x="4051" y="201169"/>
                  </a:lnTo>
                  <a:lnTo>
                    <a:pt x="5292" y="206316"/>
                  </a:lnTo>
                  <a:lnTo>
                    <a:pt x="6695" y="211422"/>
                  </a:lnTo>
                  <a:lnTo>
                    <a:pt x="8259" y="216481"/>
                  </a:lnTo>
                  <a:lnTo>
                    <a:pt x="9982" y="221488"/>
                  </a:lnTo>
                  <a:lnTo>
                    <a:pt x="11863" y="226437"/>
                  </a:lnTo>
                  <a:lnTo>
                    <a:pt x="13900" y="231325"/>
                  </a:lnTo>
                  <a:lnTo>
                    <a:pt x="16090" y="236145"/>
                  </a:lnTo>
                  <a:lnTo>
                    <a:pt x="18432" y="240894"/>
                  </a:lnTo>
                  <a:lnTo>
                    <a:pt x="20924" y="245566"/>
                  </a:lnTo>
                  <a:lnTo>
                    <a:pt x="23562" y="250157"/>
                  </a:lnTo>
                  <a:lnTo>
                    <a:pt x="26344" y="254662"/>
                  </a:lnTo>
                  <a:lnTo>
                    <a:pt x="29267" y="259077"/>
                  </a:lnTo>
                  <a:lnTo>
                    <a:pt x="32329" y="263397"/>
                  </a:lnTo>
                  <a:lnTo>
                    <a:pt x="35526" y="267618"/>
                  </a:lnTo>
                  <a:lnTo>
                    <a:pt x="38855" y="271735"/>
                  </a:lnTo>
                  <a:lnTo>
                    <a:pt x="42313" y="275745"/>
                  </a:lnTo>
                  <a:lnTo>
                    <a:pt x="45896" y="279644"/>
                  </a:lnTo>
                  <a:lnTo>
                    <a:pt x="49601" y="283427"/>
                  </a:lnTo>
                  <a:lnTo>
                    <a:pt x="53423" y="287090"/>
                  </a:lnTo>
                  <a:lnTo>
                    <a:pt x="57360" y="290631"/>
                  </a:lnTo>
                  <a:lnTo>
                    <a:pt x="61407" y="294046"/>
                  </a:lnTo>
                  <a:lnTo>
                    <a:pt x="65560" y="297330"/>
                  </a:lnTo>
                  <a:lnTo>
                    <a:pt x="69815" y="300482"/>
                  </a:lnTo>
                  <a:lnTo>
                    <a:pt x="74168" y="303497"/>
                  </a:lnTo>
                  <a:lnTo>
                    <a:pt x="78614" y="306372"/>
                  </a:lnTo>
                  <a:lnTo>
                    <a:pt x="83149" y="309106"/>
                  </a:lnTo>
                  <a:lnTo>
                    <a:pt x="87768" y="311694"/>
                  </a:lnTo>
                  <a:lnTo>
                    <a:pt x="92467" y="314135"/>
                  </a:lnTo>
                  <a:lnTo>
                    <a:pt x="97241" y="316425"/>
                  </a:lnTo>
                  <a:lnTo>
                    <a:pt x="102085" y="318564"/>
                  </a:lnTo>
                  <a:lnTo>
                    <a:pt x="106994" y="320548"/>
                  </a:lnTo>
                  <a:lnTo>
                    <a:pt x="111963" y="322375"/>
                  </a:lnTo>
                  <a:lnTo>
                    <a:pt x="116988" y="324044"/>
                  </a:lnTo>
                  <a:lnTo>
                    <a:pt x="122064" y="325554"/>
                  </a:lnTo>
                  <a:lnTo>
                    <a:pt x="127184" y="326901"/>
                  </a:lnTo>
                  <a:lnTo>
                    <a:pt x="132345" y="328086"/>
                  </a:lnTo>
                  <a:lnTo>
                    <a:pt x="137541" y="329107"/>
                  </a:lnTo>
                  <a:lnTo>
                    <a:pt x="142766" y="329963"/>
                  </a:lnTo>
                  <a:lnTo>
                    <a:pt x="148016" y="330653"/>
                  </a:lnTo>
                  <a:lnTo>
                    <a:pt x="153285" y="331176"/>
                  </a:lnTo>
                  <a:lnTo>
                    <a:pt x="158568" y="331532"/>
                  </a:lnTo>
                  <a:lnTo>
                    <a:pt x="163859" y="331720"/>
                  </a:lnTo>
                  <a:lnTo>
                    <a:pt x="169154" y="331741"/>
                  </a:lnTo>
                  <a:lnTo>
                    <a:pt x="174447" y="331595"/>
                  </a:lnTo>
                  <a:lnTo>
                    <a:pt x="179733" y="331280"/>
                  </a:lnTo>
                  <a:lnTo>
                    <a:pt x="185006" y="330799"/>
                  </a:lnTo>
                  <a:lnTo>
                    <a:pt x="190261" y="330150"/>
                  </a:lnTo>
                  <a:lnTo>
                    <a:pt x="195493" y="329336"/>
                  </a:lnTo>
                  <a:lnTo>
                    <a:pt x="200696" y="328356"/>
                  </a:lnTo>
                  <a:lnTo>
                    <a:pt x="205866" y="327212"/>
                  </a:lnTo>
                  <a:lnTo>
                    <a:pt x="210997" y="325905"/>
                  </a:lnTo>
                  <a:lnTo>
                    <a:pt x="216084" y="324436"/>
                  </a:lnTo>
                  <a:lnTo>
                    <a:pt x="221122" y="322806"/>
                  </a:lnTo>
                  <a:lnTo>
                    <a:pt x="226106" y="321018"/>
                  </a:lnTo>
                  <a:lnTo>
                    <a:pt x="231031" y="319073"/>
                  </a:lnTo>
                  <a:lnTo>
                    <a:pt x="235891" y="316973"/>
                  </a:lnTo>
                  <a:lnTo>
                    <a:pt x="240683" y="314720"/>
                  </a:lnTo>
                  <a:lnTo>
                    <a:pt x="245401" y="312316"/>
                  </a:lnTo>
                  <a:lnTo>
                    <a:pt x="250040" y="309765"/>
                  </a:lnTo>
                  <a:lnTo>
                    <a:pt x="254597" y="307067"/>
                  </a:lnTo>
                  <a:lnTo>
                    <a:pt x="259065" y="304227"/>
                  </a:lnTo>
                  <a:lnTo>
                    <a:pt x="263442" y="301246"/>
                  </a:lnTo>
                  <a:lnTo>
                    <a:pt x="267722" y="298129"/>
                  </a:lnTo>
                  <a:lnTo>
                    <a:pt x="271901" y="294877"/>
                  </a:lnTo>
                  <a:lnTo>
                    <a:pt x="275974" y="291495"/>
                  </a:lnTo>
                  <a:lnTo>
                    <a:pt x="279939" y="287985"/>
                  </a:lnTo>
                  <a:lnTo>
                    <a:pt x="283791" y="284352"/>
                  </a:lnTo>
                  <a:lnTo>
                    <a:pt x="287525" y="280598"/>
                  </a:lnTo>
                  <a:lnTo>
                    <a:pt x="291139" y="276728"/>
                  </a:lnTo>
                  <a:lnTo>
                    <a:pt x="294628" y="272745"/>
                  </a:lnTo>
                  <a:lnTo>
                    <a:pt x="297990" y="268654"/>
                  </a:lnTo>
                  <a:lnTo>
                    <a:pt x="301220" y="264459"/>
                  </a:lnTo>
                  <a:lnTo>
                    <a:pt x="304316" y="260163"/>
                  </a:lnTo>
                  <a:lnTo>
                    <a:pt x="307274" y="255772"/>
                  </a:lnTo>
                  <a:lnTo>
                    <a:pt x="310092" y="251289"/>
                  </a:lnTo>
                  <a:lnTo>
                    <a:pt x="312766" y="246719"/>
                  </a:lnTo>
                  <a:lnTo>
                    <a:pt x="315294" y="242066"/>
                  </a:lnTo>
                  <a:lnTo>
                    <a:pt x="317674" y="237336"/>
                  </a:lnTo>
                  <a:lnTo>
                    <a:pt x="319902" y="232533"/>
                  </a:lnTo>
                  <a:lnTo>
                    <a:pt x="321978" y="227662"/>
                  </a:lnTo>
                  <a:lnTo>
                    <a:pt x="323898" y="222727"/>
                  </a:lnTo>
                  <a:lnTo>
                    <a:pt x="325660" y="217734"/>
                  </a:lnTo>
                  <a:lnTo>
                    <a:pt x="327264" y="212688"/>
                  </a:lnTo>
                  <a:lnTo>
                    <a:pt x="328707" y="207594"/>
                  </a:lnTo>
                  <a:lnTo>
                    <a:pt x="329988" y="202456"/>
                  </a:lnTo>
                  <a:lnTo>
                    <a:pt x="331106" y="197280"/>
                  </a:lnTo>
                  <a:lnTo>
                    <a:pt x="332059" y="192072"/>
                  </a:lnTo>
                  <a:lnTo>
                    <a:pt x="332847" y="186836"/>
                  </a:lnTo>
                  <a:lnTo>
                    <a:pt x="333468" y="181578"/>
                  </a:lnTo>
                  <a:lnTo>
                    <a:pt x="333923" y="176302"/>
                  </a:lnTo>
                  <a:lnTo>
                    <a:pt x="334211" y="171015"/>
                  </a:lnTo>
                  <a:lnTo>
                    <a:pt x="334330" y="165722"/>
                  </a:lnTo>
                  <a:lnTo>
                    <a:pt x="334283" y="160427"/>
                  </a:lnTo>
                  <a:lnTo>
                    <a:pt x="334067" y="155136"/>
                  </a:lnTo>
                  <a:lnTo>
                    <a:pt x="333684" y="149855"/>
                  </a:lnTo>
                  <a:lnTo>
                    <a:pt x="333134" y="144589"/>
                  </a:lnTo>
                  <a:lnTo>
                    <a:pt x="332417" y="139343"/>
                  </a:lnTo>
                  <a:lnTo>
                    <a:pt x="331535" y="134122"/>
                  </a:lnTo>
                  <a:lnTo>
                    <a:pt x="330488" y="128932"/>
                  </a:lnTo>
                  <a:lnTo>
                    <a:pt x="329277" y="123777"/>
                  </a:lnTo>
                  <a:lnTo>
                    <a:pt x="327903" y="118663"/>
                  </a:lnTo>
                  <a:lnTo>
                    <a:pt x="326368" y="113596"/>
                  </a:lnTo>
                  <a:lnTo>
                    <a:pt x="324673" y="108579"/>
                  </a:lnTo>
                  <a:lnTo>
                    <a:pt x="322820" y="103619"/>
                  </a:lnTo>
                  <a:lnTo>
                    <a:pt x="320811" y="98720"/>
                  </a:lnTo>
                  <a:lnTo>
                    <a:pt x="318648" y="93887"/>
                  </a:lnTo>
                  <a:lnTo>
                    <a:pt x="316333" y="89125"/>
                  </a:lnTo>
                  <a:lnTo>
                    <a:pt x="313869" y="84439"/>
                  </a:lnTo>
                  <a:lnTo>
                    <a:pt x="311257" y="79833"/>
                  </a:lnTo>
                  <a:lnTo>
                    <a:pt x="308500" y="75312"/>
                  </a:lnTo>
                  <a:lnTo>
                    <a:pt x="305602" y="70881"/>
                  </a:lnTo>
                  <a:lnTo>
                    <a:pt x="302565" y="66543"/>
                  </a:lnTo>
                  <a:lnTo>
                    <a:pt x="299392" y="62304"/>
                  </a:lnTo>
                  <a:lnTo>
                    <a:pt x="296086" y="58168"/>
                  </a:lnTo>
                  <a:lnTo>
                    <a:pt x="292651" y="54139"/>
                  </a:lnTo>
                  <a:lnTo>
                    <a:pt x="289091" y="50220"/>
                  </a:lnTo>
                  <a:lnTo>
                    <a:pt x="285407" y="46416"/>
                  </a:lnTo>
                  <a:lnTo>
                    <a:pt x="281606" y="42730"/>
                  </a:lnTo>
                  <a:lnTo>
                    <a:pt x="277689" y="39167"/>
                  </a:lnTo>
                  <a:lnTo>
                    <a:pt x="273661" y="35730"/>
                  </a:lnTo>
                  <a:lnTo>
                    <a:pt x="269527" y="32422"/>
                  </a:lnTo>
                  <a:lnTo>
                    <a:pt x="265290" y="29246"/>
                  </a:lnTo>
                  <a:lnTo>
                    <a:pt x="260955" y="26206"/>
                  </a:lnTo>
                  <a:lnTo>
                    <a:pt x="256525" y="23306"/>
                  </a:lnTo>
                  <a:lnTo>
                    <a:pt x="252006" y="20546"/>
                  </a:lnTo>
                  <a:lnTo>
                    <a:pt x="247401" y="17932"/>
                  </a:lnTo>
                  <a:lnTo>
                    <a:pt x="242717" y="15464"/>
                  </a:lnTo>
                  <a:lnTo>
                    <a:pt x="237956" y="13146"/>
                  </a:lnTo>
                  <a:lnTo>
                    <a:pt x="233124" y="10980"/>
                  </a:lnTo>
                  <a:lnTo>
                    <a:pt x="228226" y="8969"/>
                  </a:lnTo>
                  <a:lnTo>
                    <a:pt x="167167" y="16458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g193"/>
            <p:cNvSpPr/>
            <p:nvPr/>
          </p:nvSpPr>
          <p:spPr>
            <a:xfrm>
              <a:off x="6423235" y="1681503"/>
              <a:ext cx="61059" cy="167167"/>
            </a:xfrm>
            <a:custGeom>
              <a:avLst/>
              <a:pathLst>
                <a:path w="61059" h="167167">
                  <a:moveTo>
                    <a:pt x="61059" y="11550"/>
                  </a:moveTo>
                  <a:lnTo>
                    <a:pt x="55199" y="9376"/>
                  </a:lnTo>
                  <a:lnTo>
                    <a:pt x="49262" y="7423"/>
                  </a:lnTo>
                  <a:lnTo>
                    <a:pt x="43256" y="5693"/>
                  </a:lnTo>
                  <a:lnTo>
                    <a:pt x="37189" y="4189"/>
                  </a:lnTo>
                  <a:lnTo>
                    <a:pt x="31071" y="2912"/>
                  </a:lnTo>
                  <a:lnTo>
                    <a:pt x="24909" y="1866"/>
                  </a:lnTo>
                  <a:lnTo>
                    <a:pt x="18712" y="1050"/>
                  </a:lnTo>
                  <a:lnTo>
                    <a:pt x="12489" y="467"/>
                  </a:lnTo>
                  <a:lnTo>
                    <a:pt x="6249" y="11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g194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g195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g196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g197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g198"/>
            <p:cNvSpPr/>
            <p:nvPr/>
          </p:nvSpPr>
          <p:spPr>
            <a:xfrm>
              <a:off x="5853876" y="1322571"/>
              <a:ext cx="334324" cy="334314"/>
            </a:xfrm>
            <a:custGeom>
              <a:avLst/>
              <a:pathLst>
                <a:path w="334324" h="334314">
                  <a:moveTo>
                    <a:pt x="167162" y="0"/>
                  </a:moveTo>
                  <a:lnTo>
                    <a:pt x="161885" y="83"/>
                  </a:lnTo>
                  <a:lnTo>
                    <a:pt x="156613" y="333"/>
                  </a:lnTo>
                  <a:lnTo>
                    <a:pt x="151351" y="749"/>
                  </a:lnTo>
                  <a:lnTo>
                    <a:pt x="146105" y="1331"/>
                  </a:lnTo>
                  <a:lnTo>
                    <a:pt x="140881" y="2078"/>
                  </a:lnTo>
                  <a:lnTo>
                    <a:pt x="135682" y="2990"/>
                  </a:lnTo>
                  <a:lnTo>
                    <a:pt x="130515" y="4066"/>
                  </a:lnTo>
                  <a:lnTo>
                    <a:pt x="125384" y="5304"/>
                  </a:lnTo>
                  <a:lnTo>
                    <a:pt x="120295" y="6704"/>
                  </a:lnTo>
                  <a:lnTo>
                    <a:pt x="115253" y="8263"/>
                  </a:lnTo>
                  <a:lnTo>
                    <a:pt x="110263" y="9981"/>
                  </a:lnTo>
                  <a:lnTo>
                    <a:pt x="105329" y="11855"/>
                  </a:lnTo>
                  <a:lnTo>
                    <a:pt x="100457" y="13885"/>
                  </a:lnTo>
                  <a:lnTo>
                    <a:pt x="95651" y="16067"/>
                  </a:lnTo>
                  <a:lnTo>
                    <a:pt x="90917" y="18400"/>
                  </a:lnTo>
                  <a:lnTo>
                    <a:pt x="86258" y="20881"/>
                  </a:lnTo>
                  <a:lnTo>
                    <a:pt x="81681" y="23508"/>
                  </a:lnTo>
                  <a:lnTo>
                    <a:pt x="77188" y="26278"/>
                  </a:lnTo>
                  <a:lnTo>
                    <a:pt x="72785" y="29188"/>
                  </a:lnTo>
                  <a:lnTo>
                    <a:pt x="68477" y="32237"/>
                  </a:lnTo>
                  <a:lnTo>
                    <a:pt x="64266" y="35419"/>
                  </a:lnTo>
                  <a:lnTo>
                    <a:pt x="60158" y="38733"/>
                  </a:lnTo>
                  <a:lnTo>
                    <a:pt x="56157" y="42175"/>
                  </a:lnTo>
                  <a:lnTo>
                    <a:pt x="52267" y="45742"/>
                  </a:lnTo>
                  <a:lnTo>
                    <a:pt x="48491" y="49429"/>
                  </a:lnTo>
                  <a:lnTo>
                    <a:pt x="44833" y="53234"/>
                  </a:lnTo>
                  <a:lnTo>
                    <a:pt x="41298" y="57153"/>
                  </a:lnTo>
                  <a:lnTo>
                    <a:pt x="37887" y="61181"/>
                  </a:lnTo>
                  <a:lnTo>
                    <a:pt x="34606" y="65315"/>
                  </a:lnTo>
                  <a:lnTo>
                    <a:pt x="31457" y="69550"/>
                  </a:lnTo>
                  <a:lnTo>
                    <a:pt x="28443" y="73883"/>
                  </a:lnTo>
                  <a:lnTo>
                    <a:pt x="25567" y="78308"/>
                  </a:lnTo>
                  <a:lnTo>
                    <a:pt x="22832" y="82823"/>
                  </a:lnTo>
                  <a:lnTo>
                    <a:pt x="20242" y="87421"/>
                  </a:lnTo>
                  <a:lnTo>
                    <a:pt x="17797" y="92099"/>
                  </a:lnTo>
                  <a:lnTo>
                    <a:pt x="15502" y="96851"/>
                  </a:lnTo>
                  <a:lnTo>
                    <a:pt x="13358" y="101674"/>
                  </a:lnTo>
                  <a:lnTo>
                    <a:pt x="11367" y="106562"/>
                  </a:lnTo>
                  <a:lnTo>
                    <a:pt x="9531" y="111510"/>
                  </a:lnTo>
                  <a:lnTo>
                    <a:pt x="7853" y="116514"/>
                  </a:lnTo>
                  <a:lnTo>
                    <a:pt x="6333" y="121569"/>
                  </a:lnTo>
                  <a:lnTo>
                    <a:pt x="4974" y="126669"/>
                  </a:lnTo>
                  <a:lnTo>
                    <a:pt x="3776" y="131809"/>
                  </a:lnTo>
                  <a:lnTo>
                    <a:pt x="2742" y="136984"/>
                  </a:lnTo>
                  <a:lnTo>
                    <a:pt x="1871" y="142190"/>
                  </a:lnTo>
                  <a:lnTo>
                    <a:pt x="1165" y="147420"/>
                  </a:lnTo>
                  <a:lnTo>
                    <a:pt x="624" y="152670"/>
                  </a:lnTo>
                  <a:lnTo>
                    <a:pt x="249" y="157935"/>
                  </a:lnTo>
                  <a:lnTo>
                    <a:pt x="41" y="163209"/>
                  </a:lnTo>
                  <a:lnTo>
                    <a:pt x="0" y="168486"/>
                  </a:lnTo>
                  <a:lnTo>
                    <a:pt x="124" y="173763"/>
                  </a:lnTo>
                  <a:lnTo>
                    <a:pt x="416" y="179033"/>
                  </a:lnTo>
                  <a:lnTo>
                    <a:pt x="874" y="184291"/>
                  </a:lnTo>
                  <a:lnTo>
                    <a:pt x="1497" y="189532"/>
                  </a:lnTo>
                  <a:lnTo>
                    <a:pt x="2286" y="194750"/>
                  </a:lnTo>
                  <a:lnTo>
                    <a:pt x="3239" y="199941"/>
                  </a:lnTo>
                  <a:lnTo>
                    <a:pt x="4355" y="205100"/>
                  </a:lnTo>
                  <a:lnTo>
                    <a:pt x="5634" y="210221"/>
                  </a:lnTo>
                  <a:lnTo>
                    <a:pt x="7073" y="215298"/>
                  </a:lnTo>
                  <a:lnTo>
                    <a:pt x="8672" y="220328"/>
                  </a:lnTo>
                  <a:lnTo>
                    <a:pt x="10430" y="225305"/>
                  </a:lnTo>
                  <a:lnTo>
                    <a:pt x="12343" y="230224"/>
                  </a:lnTo>
                  <a:lnTo>
                    <a:pt x="14411" y="235080"/>
                  </a:lnTo>
                  <a:lnTo>
                    <a:pt x="16631" y="239868"/>
                  </a:lnTo>
                  <a:lnTo>
                    <a:pt x="19001" y="244584"/>
                  </a:lnTo>
                  <a:lnTo>
                    <a:pt x="21519" y="249222"/>
                  </a:lnTo>
                  <a:lnTo>
                    <a:pt x="24182" y="253779"/>
                  </a:lnTo>
                  <a:lnTo>
                    <a:pt x="26987" y="258250"/>
                  </a:lnTo>
                  <a:lnTo>
                    <a:pt x="29932" y="262629"/>
                  </a:lnTo>
                  <a:lnTo>
                    <a:pt x="33015" y="266914"/>
                  </a:lnTo>
                  <a:lnTo>
                    <a:pt x="36230" y="271099"/>
                  </a:lnTo>
                  <a:lnTo>
                    <a:pt x="39576" y="275181"/>
                  </a:lnTo>
                  <a:lnTo>
                    <a:pt x="43050" y="279154"/>
                  </a:lnTo>
                  <a:lnTo>
                    <a:pt x="46647" y="283017"/>
                  </a:lnTo>
                  <a:lnTo>
                    <a:pt x="50364" y="286763"/>
                  </a:lnTo>
                  <a:lnTo>
                    <a:pt x="54198" y="290391"/>
                  </a:lnTo>
                  <a:lnTo>
                    <a:pt x="58144" y="293896"/>
                  </a:lnTo>
                  <a:lnTo>
                    <a:pt x="62199" y="297274"/>
                  </a:lnTo>
                  <a:lnTo>
                    <a:pt x="66359" y="300523"/>
                  </a:lnTo>
                  <a:lnTo>
                    <a:pt x="70619" y="303638"/>
                  </a:lnTo>
                  <a:lnTo>
                    <a:pt x="74975" y="306618"/>
                  </a:lnTo>
                  <a:lnTo>
                    <a:pt x="79424" y="309459"/>
                  </a:lnTo>
                  <a:lnTo>
                    <a:pt x="83959" y="312158"/>
                  </a:lnTo>
                  <a:lnTo>
                    <a:pt x="88578" y="314712"/>
                  </a:lnTo>
                  <a:lnTo>
                    <a:pt x="93275" y="317119"/>
                  </a:lnTo>
                  <a:lnTo>
                    <a:pt x="98045" y="319377"/>
                  </a:lnTo>
                  <a:lnTo>
                    <a:pt x="102885" y="321483"/>
                  </a:lnTo>
                  <a:lnTo>
                    <a:pt x="107788" y="323435"/>
                  </a:lnTo>
                  <a:lnTo>
                    <a:pt x="112751" y="325232"/>
                  </a:lnTo>
                  <a:lnTo>
                    <a:pt x="117768" y="326871"/>
                  </a:lnTo>
                  <a:lnTo>
                    <a:pt x="122834" y="328350"/>
                  </a:lnTo>
                  <a:lnTo>
                    <a:pt x="127945" y="329669"/>
                  </a:lnTo>
                  <a:lnTo>
                    <a:pt x="133094" y="330826"/>
                  </a:lnTo>
                  <a:lnTo>
                    <a:pt x="138278" y="331820"/>
                  </a:lnTo>
                  <a:lnTo>
                    <a:pt x="143490" y="332650"/>
                  </a:lnTo>
                  <a:lnTo>
                    <a:pt x="148726" y="333315"/>
                  </a:lnTo>
                  <a:lnTo>
                    <a:pt x="153980" y="333814"/>
                  </a:lnTo>
                  <a:lnTo>
                    <a:pt x="159248" y="334147"/>
                  </a:lnTo>
                  <a:lnTo>
                    <a:pt x="164523" y="334314"/>
                  </a:lnTo>
                  <a:lnTo>
                    <a:pt x="169801" y="334314"/>
                  </a:lnTo>
                  <a:lnTo>
                    <a:pt x="175076" y="334147"/>
                  </a:lnTo>
                  <a:lnTo>
                    <a:pt x="180343" y="333814"/>
                  </a:lnTo>
                  <a:lnTo>
                    <a:pt x="185598" y="333315"/>
                  </a:lnTo>
                  <a:lnTo>
                    <a:pt x="190833" y="332650"/>
                  </a:lnTo>
                  <a:lnTo>
                    <a:pt x="196046" y="331820"/>
                  </a:lnTo>
                  <a:lnTo>
                    <a:pt x="201229" y="330826"/>
                  </a:lnTo>
                  <a:lnTo>
                    <a:pt x="206379" y="329669"/>
                  </a:lnTo>
                  <a:lnTo>
                    <a:pt x="211489" y="328350"/>
                  </a:lnTo>
                  <a:lnTo>
                    <a:pt x="216555" y="326871"/>
                  </a:lnTo>
                  <a:lnTo>
                    <a:pt x="221572" y="325232"/>
                  </a:lnTo>
                  <a:lnTo>
                    <a:pt x="226535" y="323435"/>
                  </a:lnTo>
                  <a:lnTo>
                    <a:pt x="231439" y="321483"/>
                  </a:lnTo>
                  <a:lnTo>
                    <a:pt x="236278" y="319377"/>
                  </a:lnTo>
                  <a:lnTo>
                    <a:pt x="241049" y="317119"/>
                  </a:lnTo>
                  <a:lnTo>
                    <a:pt x="245746" y="314712"/>
                  </a:lnTo>
                  <a:lnTo>
                    <a:pt x="250364" y="312158"/>
                  </a:lnTo>
                  <a:lnTo>
                    <a:pt x="254900" y="309459"/>
                  </a:lnTo>
                  <a:lnTo>
                    <a:pt x="259348" y="306618"/>
                  </a:lnTo>
                  <a:lnTo>
                    <a:pt x="263704" y="303638"/>
                  </a:lnTo>
                  <a:lnTo>
                    <a:pt x="267965" y="300523"/>
                  </a:lnTo>
                  <a:lnTo>
                    <a:pt x="272124" y="297274"/>
                  </a:lnTo>
                  <a:lnTo>
                    <a:pt x="276179" y="293896"/>
                  </a:lnTo>
                  <a:lnTo>
                    <a:pt x="280125" y="290391"/>
                  </a:lnTo>
                  <a:lnTo>
                    <a:pt x="283959" y="286763"/>
                  </a:lnTo>
                  <a:lnTo>
                    <a:pt x="287676" y="283017"/>
                  </a:lnTo>
                  <a:lnTo>
                    <a:pt x="291274" y="279154"/>
                  </a:lnTo>
                  <a:lnTo>
                    <a:pt x="294747" y="275181"/>
                  </a:lnTo>
                  <a:lnTo>
                    <a:pt x="298093" y="271099"/>
                  </a:lnTo>
                  <a:lnTo>
                    <a:pt x="301309" y="266914"/>
                  </a:lnTo>
                  <a:lnTo>
                    <a:pt x="304391" y="262629"/>
                  </a:lnTo>
                  <a:lnTo>
                    <a:pt x="307336" y="258250"/>
                  </a:lnTo>
                  <a:lnTo>
                    <a:pt x="310142" y="253779"/>
                  </a:lnTo>
                  <a:lnTo>
                    <a:pt x="312805" y="249222"/>
                  </a:lnTo>
                  <a:lnTo>
                    <a:pt x="315322" y="244584"/>
                  </a:lnTo>
                  <a:lnTo>
                    <a:pt x="317693" y="239868"/>
                  </a:lnTo>
                  <a:lnTo>
                    <a:pt x="319913" y="235080"/>
                  </a:lnTo>
                  <a:lnTo>
                    <a:pt x="321980" y="230224"/>
                  </a:lnTo>
                  <a:lnTo>
                    <a:pt x="323894" y="225305"/>
                  </a:lnTo>
                  <a:lnTo>
                    <a:pt x="325651" y="220328"/>
                  </a:lnTo>
                  <a:lnTo>
                    <a:pt x="327250" y="215298"/>
                  </a:lnTo>
                  <a:lnTo>
                    <a:pt x="328690" y="210221"/>
                  </a:lnTo>
                  <a:lnTo>
                    <a:pt x="329968" y="205100"/>
                  </a:lnTo>
                  <a:lnTo>
                    <a:pt x="331085" y="199941"/>
                  </a:lnTo>
                  <a:lnTo>
                    <a:pt x="332038" y="194750"/>
                  </a:lnTo>
                  <a:lnTo>
                    <a:pt x="332826" y="189532"/>
                  </a:lnTo>
                  <a:lnTo>
                    <a:pt x="333450" y="184291"/>
                  </a:lnTo>
                  <a:lnTo>
                    <a:pt x="333908" y="179033"/>
                  </a:lnTo>
                  <a:lnTo>
                    <a:pt x="334199" y="173763"/>
                  </a:lnTo>
                  <a:lnTo>
                    <a:pt x="334324" y="168486"/>
                  </a:lnTo>
                  <a:lnTo>
                    <a:pt x="334282" y="163209"/>
                  </a:lnTo>
                  <a:lnTo>
                    <a:pt x="334074" y="157935"/>
                  </a:lnTo>
                  <a:lnTo>
                    <a:pt x="333699" y="152670"/>
                  </a:lnTo>
                  <a:lnTo>
                    <a:pt x="333159" y="147420"/>
                  </a:lnTo>
                  <a:lnTo>
                    <a:pt x="332453" y="142190"/>
                  </a:lnTo>
                  <a:lnTo>
                    <a:pt x="331582" y="136984"/>
                  </a:lnTo>
                  <a:lnTo>
                    <a:pt x="330547" y="131809"/>
                  </a:lnTo>
                  <a:lnTo>
                    <a:pt x="329349" y="126669"/>
                  </a:lnTo>
                  <a:lnTo>
                    <a:pt x="327990" y="121569"/>
                  </a:lnTo>
                  <a:lnTo>
                    <a:pt x="326470" y="116514"/>
                  </a:lnTo>
                  <a:lnTo>
                    <a:pt x="324792" y="111510"/>
                  </a:lnTo>
                  <a:lnTo>
                    <a:pt x="322956" y="106562"/>
                  </a:lnTo>
                  <a:lnTo>
                    <a:pt x="320966" y="101674"/>
                  </a:lnTo>
                  <a:lnTo>
                    <a:pt x="318821" y="96851"/>
                  </a:lnTo>
                  <a:lnTo>
                    <a:pt x="316526" y="92099"/>
                  </a:lnTo>
                  <a:lnTo>
                    <a:pt x="314082" y="87421"/>
                  </a:lnTo>
                  <a:lnTo>
                    <a:pt x="311491" y="82823"/>
                  </a:lnTo>
                  <a:lnTo>
                    <a:pt x="308757" y="78308"/>
                  </a:lnTo>
                  <a:lnTo>
                    <a:pt x="305881" y="73883"/>
                  </a:lnTo>
                  <a:lnTo>
                    <a:pt x="302867" y="69550"/>
                  </a:lnTo>
                  <a:lnTo>
                    <a:pt x="299718" y="65315"/>
                  </a:lnTo>
                  <a:lnTo>
                    <a:pt x="296436" y="61181"/>
                  </a:lnTo>
                  <a:lnTo>
                    <a:pt x="293026" y="57153"/>
                  </a:lnTo>
                  <a:lnTo>
                    <a:pt x="289490" y="53234"/>
                  </a:lnTo>
                  <a:lnTo>
                    <a:pt x="285833" y="49429"/>
                  </a:lnTo>
                  <a:lnTo>
                    <a:pt x="282057" y="45742"/>
                  </a:lnTo>
                  <a:lnTo>
                    <a:pt x="278166" y="42175"/>
                  </a:lnTo>
                  <a:lnTo>
                    <a:pt x="274165" y="38733"/>
                  </a:lnTo>
                  <a:lnTo>
                    <a:pt x="270057" y="35419"/>
                  </a:lnTo>
                  <a:lnTo>
                    <a:pt x="265847" y="32237"/>
                  </a:lnTo>
                  <a:lnTo>
                    <a:pt x="261538" y="29188"/>
                  </a:lnTo>
                  <a:lnTo>
                    <a:pt x="257135" y="26278"/>
                  </a:lnTo>
                  <a:lnTo>
                    <a:pt x="252643" y="23508"/>
                  </a:lnTo>
                  <a:lnTo>
                    <a:pt x="248065" y="20881"/>
                  </a:lnTo>
                  <a:lnTo>
                    <a:pt x="243407" y="18400"/>
                  </a:lnTo>
                  <a:lnTo>
                    <a:pt x="238672" y="16067"/>
                  </a:lnTo>
                  <a:lnTo>
                    <a:pt x="233867" y="13885"/>
                  </a:lnTo>
                  <a:lnTo>
                    <a:pt x="228995" y="11855"/>
                  </a:lnTo>
                  <a:lnTo>
                    <a:pt x="224061" y="9981"/>
                  </a:lnTo>
                  <a:lnTo>
                    <a:pt x="219070" y="8263"/>
                  </a:lnTo>
                  <a:lnTo>
                    <a:pt x="214028" y="6704"/>
                  </a:lnTo>
                  <a:lnTo>
                    <a:pt x="208939" y="5304"/>
                  </a:lnTo>
                  <a:lnTo>
                    <a:pt x="203808" y="4066"/>
                  </a:lnTo>
                  <a:lnTo>
                    <a:pt x="198641" y="2990"/>
                  </a:lnTo>
                  <a:lnTo>
                    <a:pt x="193443" y="2078"/>
                  </a:lnTo>
                  <a:lnTo>
                    <a:pt x="188218" y="1331"/>
                  </a:lnTo>
                  <a:lnTo>
                    <a:pt x="182972" y="749"/>
                  </a:lnTo>
                  <a:lnTo>
                    <a:pt x="177711" y="333"/>
                  </a:lnTo>
                  <a:lnTo>
                    <a:pt x="172439" y="83"/>
                  </a:lnTo>
                  <a:lnTo>
                    <a:pt x="167162" y="0"/>
                  </a:lnTo>
                  <a:lnTo>
                    <a:pt x="167162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g199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g200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g201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g202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g203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g204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g205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g206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g207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g208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g209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g210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g211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g212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g213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g214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g215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g216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g217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g218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g219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g220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g221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g222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g223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g224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g225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g226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g227"/>
            <p:cNvSpPr/>
            <p:nvPr/>
          </p:nvSpPr>
          <p:spPr>
            <a:xfrm>
              <a:off x="5378105" y="1071028"/>
              <a:ext cx="334314" cy="334332"/>
            </a:xfrm>
            <a:custGeom>
              <a:avLst/>
              <a:pathLst>
                <a:path w="334314" h="334332">
                  <a:moveTo>
                    <a:pt x="167152" y="0"/>
                  </a:moveTo>
                  <a:lnTo>
                    <a:pt x="161840" y="84"/>
                  </a:lnTo>
                  <a:lnTo>
                    <a:pt x="156532" y="337"/>
                  </a:lnTo>
                  <a:lnTo>
                    <a:pt x="151236" y="759"/>
                  </a:lnTo>
                  <a:lnTo>
                    <a:pt x="145956" y="1349"/>
                  </a:lnTo>
                  <a:lnTo>
                    <a:pt x="140697" y="2106"/>
                  </a:lnTo>
                  <a:lnTo>
                    <a:pt x="135465" y="3030"/>
                  </a:lnTo>
                  <a:lnTo>
                    <a:pt x="130264" y="4120"/>
                  </a:lnTo>
                  <a:lnTo>
                    <a:pt x="125101" y="5375"/>
                  </a:lnTo>
                  <a:lnTo>
                    <a:pt x="119981" y="6793"/>
                  </a:lnTo>
                  <a:lnTo>
                    <a:pt x="114908" y="8373"/>
                  </a:lnTo>
                  <a:lnTo>
                    <a:pt x="109888" y="10113"/>
                  </a:lnTo>
                  <a:lnTo>
                    <a:pt x="104926" y="12013"/>
                  </a:lnTo>
                  <a:lnTo>
                    <a:pt x="100027" y="14068"/>
                  </a:lnTo>
                  <a:lnTo>
                    <a:pt x="95195" y="16279"/>
                  </a:lnTo>
                  <a:lnTo>
                    <a:pt x="90436" y="18642"/>
                  </a:lnTo>
                  <a:lnTo>
                    <a:pt x="85755" y="21155"/>
                  </a:lnTo>
                  <a:lnTo>
                    <a:pt x="81156" y="23816"/>
                  </a:lnTo>
                  <a:lnTo>
                    <a:pt x="76644" y="26621"/>
                  </a:lnTo>
                  <a:lnTo>
                    <a:pt x="72223" y="29568"/>
                  </a:lnTo>
                  <a:lnTo>
                    <a:pt x="67898" y="32654"/>
                  </a:lnTo>
                  <a:lnTo>
                    <a:pt x="63674" y="35877"/>
                  </a:lnTo>
                  <a:lnTo>
                    <a:pt x="59553" y="39231"/>
                  </a:lnTo>
                  <a:lnTo>
                    <a:pt x="55542" y="42716"/>
                  </a:lnTo>
                  <a:lnTo>
                    <a:pt x="51643" y="46325"/>
                  </a:lnTo>
                  <a:lnTo>
                    <a:pt x="47861" y="50057"/>
                  </a:lnTo>
                  <a:lnTo>
                    <a:pt x="44200" y="53907"/>
                  </a:lnTo>
                  <a:lnTo>
                    <a:pt x="40663" y="57872"/>
                  </a:lnTo>
                  <a:lnTo>
                    <a:pt x="37253" y="61947"/>
                  </a:lnTo>
                  <a:lnTo>
                    <a:pt x="33975" y="66128"/>
                  </a:lnTo>
                  <a:lnTo>
                    <a:pt x="30831" y="70411"/>
                  </a:lnTo>
                  <a:lnTo>
                    <a:pt x="27825" y="74793"/>
                  </a:lnTo>
                  <a:lnTo>
                    <a:pt x="24960" y="79267"/>
                  </a:lnTo>
                  <a:lnTo>
                    <a:pt x="22239" y="83830"/>
                  </a:lnTo>
                  <a:lnTo>
                    <a:pt x="19663" y="88478"/>
                  </a:lnTo>
                  <a:lnTo>
                    <a:pt x="17237" y="93204"/>
                  </a:lnTo>
                  <a:lnTo>
                    <a:pt x="14962" y="98006"/>
                  </a:lnTo>
                  <a:lnTo>
                    <a:pt x="12841" y="102877"/>
                  </a:lnTo>
                  <a:lnTo>
                    <a:pt x="10876" y="107814"/>
                  </a:lnTo>
                  <a:lnTo>
                    <a:pt x="9069" y="112810"/>
                  </a:lnTo>
                  <a:lnTo>
                    <a:pt x="7421" y="117861"/>
                  </a:lnTo>
                  <a:lnTo>
                    <a:pt x="5935" y="122963"/>
                  </a:lnTo>
                  <a:lnTo>
                    <a:pt x="4612" y="128108"/>
                  </a:lnTo>
                  <a:lnTo>
                    <a:pt x="3453" y="133294"/>
                  </a:lnTo>
                  <a:lnTo>
                    <a:pt x="2459" y="138513"/>
                  </a:lnTo>
                  <a:lnTo>
                    <a:pt x="1631" y="143761"/>
                  </a:lnTo>
                  <a:lnTo>
                    <a:pt x="971" y="149033"/>
                  </a:lnTo>
                  <a:lnTo>
                    <a:pt x="479" y="154324"/>
                  </a:lnTo>
                  <a:lnTo>
                    <a:pt x="155" y="159627"/>
                  </a:lnTo>
                  <a:lnTo>
                    <a:pt x="0" y="164938"/>
                  </a:lnTo>
                  <a:lnTo>
                    <a:pt x="13" y="170251"/>
                  </a:lnTo>
                  <a:lnTo>
                    <a:pt x="196" y="175561"/>
                  </a:lnTo>
                  <a:lnTo>
                    <a:pt x="547" y="180863"/>
                  </a:lnTo>
                  <a:lnTo>
                    <a:pt x="1066" y="186150"/>
                  </a:lnTo>
                  <a:lnTo>
                    <a:pt x="1753" y="191419"/>
                  </a:lnTo>
                  <a:lnTo>
                    <a:pt x="2607" y="196663"/>
                  </a:lnTo>
                  <a:lnTo>
                    <a:pt x="3628" y="201877"/>
                  </a:lnTo>
                  <a:lnTo>
                    <a:pt x="4814" y="207056"/>
                  </a:lnTo>
                  <a:lnTo>
                    <a:pt x="6163" y="212195"/>
                  </a:lnTo>
                  <a:lnTo>
                    <a:pt x="7676" y="217289"/>
                  </a:lnTo>
                  <a:lnTo>
                    <a:pt x="9349" y="222331"/>
                  </a:lnTo>
                  <a:lnTo>
                    <a:pt x="11182" y="227319"/>
                  </a:lnTo>
                  <a:lnTo>
                    <a:pt x="13172" y="232245"/>
                  </a:lnTo>
                  <a:lnTo>
                    <a:pt x="15318" y="237105"/>
                  </a:lnTo>
                  <a:lnTo>
                    <a:pt x="17617" y="241895"/>
                  </a:lnTo>
                  <a:lnTo>
                    <a:pt x="20068" y="246610"/>
                  </a:lnTo>
                  <a:lnTo>
                    <a:pt x="22667" y="251244"/>
                  </a:lnTo>
                  <a:lnTo>
                    <a:pt x="25412" y="255793"/>
                  </a:lnTo>
                  <a:lnTo>
                    <a:pt x="28300" y="260253"/>
                  </a:lnTo>
                  <a:lnTo>
                    <a:pt x="31328" y="264618"/>
                  </a:lnTo>
                  <a:lnTo>
                    <a:pt x="34494" y="268886"/>
                  </a:lnTo>
                  <a:lnTo>
                    <a:pt x="37793" y="273050"/>
                  </a:lnTo>
                  <a:lnTo>
                    <a:pt x="41223" y="277108"/>
                  </a:lnTo>
                  <a:lnTo>
                    <a:pt x="44781" y="281054"/>
                  </a:lnTo>
                  <a:lnTo>
                    <a:pt x="48462" y="284885"/>
                  </a:lnTo>
                  <a:lnTo>
                    <a:pt x="52263" y="288598"/>
                  </a:lnTo>
                  <a:lnTo>
                    <a:pt x="56180" y="292188"/>
                  </a:lnTo>
                  <a:lnTo>
                    <a:pt x="60209" y="295651"/>
                  </a:lnTo>
                  <a:lnTo>
                    <a:pt x="64346" y="298985"/>
                  </a:lnTo>
                  <a:lnTo>
                    <a:pt x="68587" y="302185"/>
                  </a:lnTo>
                  <a:lnTo>
                    <a:pt x="72928" y="305249"/>
                  </a:lnTo>
                  <a:lnTo>
                    <a:pt x="77364" y="308174"/>
                  </a:lnTo>
                  <a:lnTo>
                    <a:pt x="81890" y="310956"/>
                  </a:lnTo>
                  <a:lnTo>
                    <a:pt x="86503" y="313593"/>
                  </a:lnTo>
                  <a:lnTo>
                    <a:pt x="91197" y="316082"/>
                  </a:lnTo>
                  <a:lnTo>
                    <a:pt x="95968" y="318421"/>
                  </a:lnTo>
                  <a:lnTo>
                    <a:pt x="100811" y="320607"/>
                  </a:lnTo>
                  <a:lnTo>
                    <a:pt x="105720" y="322638"/>
                  </a:lnTo>
                  <a:lnTo>
                    <a:pt x="110692" y="324511"/>
                  </a:lnTo>
                  <a:lnTo>
                    <a:pt x="115721" y="326226"/>
                  </a:lnTo>
                  <a:lnTo>
                    <a:pt x="120802" y="327780"/>
                  </a:lnTo>
                  <a:lnTo>
                    <a:pt x="125929" y="329172"/>
                  </a:lnTo>
                  <a:lnTo>
                    <a:pt x="131099" y="330400"/>
                  </a:lnTo>
                  <a:lnTo>
                    <a:pt x="136304" y="331464"/>
                  </a:lnTo>
                  <a:lnTo>
                    <a:pt x="141541" y="332361"/>
                  </a:lnTo>
                  <a:lnTo>
                    <a:pt x="146804" y="333091"/>
                  </a:lnTo>
                  <a:lnTo>
                    <a:pt x="152087" y="333654"/>
                  </a:lnTo>
                  <a:lnTo>
                    <a:pt x="157386" y="334049"/>
                  </a:lnTo>
                  <a:lnTo>
                    <a:pt x="162694" y="334275"/>
                  </a:lnTo>
                  <a:lnTo>
                    <a:pt x="168007" y="334332"/>
                  </a:lnTo>
                  <a:lnTo>
                    <a:pt x="173319" y="334221"/>
                  </a:lnTo>
                  <a:lnTo>
                    <a:pt x="178625" y="333940"/>
                  </a:lnTo>
                  <a:lnTo>
                    <a:pt x="183919" y="333491"/>
                  </a:lnTo>
                  <a:lnTo>
                    <a:pt x="189196" y="332875"/>
                  </a:lnTo>
                  <a:lnTo>
                    <a:pt x="194451" y="332090"/>
                  </a:lnTo>
                  <a:lnTo>
                    <a:pt x="199679" y="331139"/>
                  </a:lnTo>
                  <a:lnTo>
                    <a:pt x="204873" y="330023"/>
                  </a:lnTo>
                  <a:lnTo>
                    <a:pt x="210030" y="328742"/>
                  </a:lnTo>
                  <a:lnTo>
                    <a:pt x="215143" y="327298"/>
                  </a:lnTo>
                  <a:lnTo>
                    <a:pt x="220207" y="325692"/>
                  </a:lnTo>
                  <a:lnTo>
                    <a:pt x="225218" y="323926"/>
                  </a:lnTo>
                  <a:lnTo>
                    <a:pt x="230171" y="322001"/>
                  </a:lnTo>
                  <a:lnTo>
                    <a:pt x="235060" y="319920"/>
                  </a:lnTo>
                  <a:lnTo>
                    <a:pt x="239880" y="317685"/>
                  </a:lnTo>
                  <a:lnTo>
                    <a:pt x="244626" y="315298"/>
                  </a:lnTo>
                  <a:lnTo>
                    <a:pt x="249295" y="312761"/>
                  </a:lnTo>
                  <a:lnTo>
                    <a:pt x="253880" y="310077"/>
                  </a:lnTo>
                  <a:lnTo>
                    <a:pt x="258378" y="307248"/>
                  </a:lnTo>
                  <a:lnTo>
                    <a:pt x="262784" y="304278"/>
                  </a:lnTo>
                  <a:lnTo>
                    <a:pt x="267093" y="301170"/>
                  </a:lnTo>
                  <a:lnTo>
                    <a:pt x="271301" y="297926"/>
                  </a:lnTo>
                  <a:lnTo>
                    <a:pt x="275404" y="294550"/>
                  </a:lnTo>
                  <a:lnTo>
                    <a:pt x="279397" y="291046"/>
                  </a:lnTo>
                  <a:lnTo>
                    <a:pt x="283277" y="287416"/>
                  </a:lnTo>
                  <a:lnTo>
                    <a:pt x="287040" y="283665"/>
                  </a:lnTo>
                  <a:lnTo>
                    <a:pt x="290682" y="279796"/>
                  </a:lnTo>
                  <a:lnTo>
                    <a:pt x="294199" y="275814"/>
                  </a:lnTo>
                  <a:lnTo>
                    <a:pt x="297587" y="271721"/>
                  </a:lnTo>
                  <a:lnTo>
                    <a:pt x="300844" y="267523"/>
                  </a:lnTo>
                  <a:lnTo>
                    <a:pt x="303966" y="263224"/>
                  </a:lnTo>
                  <a:lnTo>
                    <a:pt x="306949" y="258828"/>
                  </a:lnTo>
                  <a:lnTo>
                    <a:pt x="309792" y="254339"/>
                  </a:lnTo>
                  <a:lnTo>
                    <a:pt x="312490" y="249761"/>
                  </a:lnTo>
                  <a:lnTo>
                    <a:pt x="315041" y="245101"/>
                  </a:lnTo>
                  <a:lnTo>
                    <a:pt x="317443" y="240362"/>
                  </a:lnTo>
                  <a:lnTo>
                    <a:pt x="319694" y="235549"/>
                  </a:lnTo>
                  <a:lnTo>
                    <a:pt x="321790" y="230666"/>
                  </a:lnTo>
                  <a:lnTo>
                    <a:pt x="323730" y="225720"/>
                  </a:lnTo>
                  <a:lnTo>
                    <a:pt x="325511" y="220714"/>
                  </a:lnTo>
                  <a:lnTo>
                    <a:pt x="327133" y="215655"/>
                  </a:lnTo>
                  <a:lnTo>
                    <a:pt x="328593" y="210546"/>
                  </a:lnTo>
                  <a:lnTo>
                    <a:pt x="329890" y="205394"/>
                  </a:lnTo>
                  <a:lnTo>
                    <a:pt x="331023" y="200203"/>
                  </a:lnTo>
                  <a:lnTo>
                    <a:pt x="331990" y="194978"/>
                  </a:lnTo>
                  <a:lnTo>
                    <a:pt x="332790" y="189726"/>
                  </a:lnTo>
                  <a:lnTo>
                    <a:pt x="333424" y="184450"/>
                  </a:lnTo>
                  <a:lnTo>
                    <a:pt x="333889" y="179158"/>
                  </a:lnTo>
                  <a:lnTo>
                    <a:pt x="334186" y="173853"/>
                  </a:lnTo>
                  <a:lnTo>
                    <a:pt x="334314" y="168541"/>
                  </a:lnTo>
                  <a:lnTo>
                    <a:pt x="334273" y="163228"/>
                  </a:lnTo>
                  <a:lnTo>
                    <a:pt x="334064" y="157919"/>
                  </a:lnTo>
                  <a:lnTo>
                    <a:pt x="333685" y="152619"/>
                  </a:lnTo>
                  <a:lnTo>
                    <a:pt x="333139" y="147334"/>
                  </a:lnTo>
                  <a:lnTo>
                    <a:pt x="332425" y="142069"/>
                  </a:lnTo>
                  <a:lnTo>
                    <a:pt x="331544" y="136830"/>
                  </a:lnTo>
                  <a:lnTo>
                    <a:pt x="330497" y="131621"/>
                  </a:lnTo>
                  <a:lnTo>
                    <a:pt x="329284" y="126448"/>
                  </a:lnTo>
                  <a:lnTo>
                    <a:pt x="327909" y="121316"/>
                  </a:lnTo>
                  <a:lnTo>
                    <a:pt x="326370" y="116230"/>
                  </a:lnTo>
                  <a:lnTo>
                    <a:pt x="324671" y="111196"/>
                  </a:lnTo>
                  <a:lnTo>
                    <a:pt x="322813" y="106218"/>
                  </a:lnTo>
                  <a:lnTo>
                    <a:pt x="320797" y="101302"/>
                  </a:lnTo>
                  <a:lnTo>
                    <a:pt x="318626" y="96453"/>
                  </a:lnTo>
                  <a:lnTo>
                    <a:pt x="316303" y="91675"/>
                  </a:lnTo>
                  <a:lnTo>
                    <a:pt x="313828" y="86973"/>
                  </a:lnTo>
                  <a:lnTo>
                    <a:pt x="311206" y="82352"/>
                  </a:lnTo>
                  <a:lnTo>
                    <a:pt x="308437" y="77817"/>
                  </a:lnTo>
                  <a:lnTo>
                    <a:pt x="305527" y="73372"/>
                  </a:lnTo>
                  <a:lnTo>
                    <a:pt x="167152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g228"/>
            <p:cNvSpPr/>
            <p:nvPr/>
          </p:nvSpPr>
          <p:spPr>
            <a:xfrm>
              <a:off x="5545258" y="1144401"/>
              <a:ext cx="138374" cy="93794"/>
            </a:xfrm>
            <a:custGeom>
              <a:avLst/>
              <a:pathLst>
                <a:path w="138374" h="93794">
                  <a:moveTo>
                    <a:pt x="138374" y="0"/>
                  </a:moveTo>
                  <a:lnTo>
                    <a:pt x="0" y="9379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g229"/>
            <p:cNvSpPr/>
            <p:nvPr/>
          </p:nvSpPr>
          <p:spPr>
            <a:xfrm>
              <a:off x="5545258" y="1144401"/>
              <a:ext cx="138374" cy="93794"/>
            </a:xfrm>
            <a:custGeom>
              <a:avLst/>
              <a:pathLst>
                <a:path w="138374" h="93794">
                  <a:moveTo>
                    <a:pt x="138374" y="0"/>
                  </a:moveTo>
                  <a:lnTo>
                    <a:pt x="0" y="9379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g230"/>
            <p:cNvSpPr/>
            <p:nvPr/>
          </p:nvSpPr>
          <p:spPr>
            <a:xfrm>
              <a:off x="5545258" y="1144401"/>
              <a:ext cx="138374" cy="93794"/>
            </a:xfrm>
            <a:custGeom>
              <a:avLst/>
              <a:pathLst>
                <a:path w="138374" h="93794">
                  <a:moveTo>
                    <a:pt x="138374" y="0"/>
                  </a:moveTo>
                  <a:lnTo>
                    <a:pt x="0" y="93794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g231"/>
            <p:cNvSpPr/>
            <p:nvPr/>
          </p:nvSpPr>
          <p:spPr>
            <a:xfrm>
              <a:off x="5545258" y="1144401"/>
              <a:ext cx="138374" cy="93794"/>
            </a:xfrm>
            <a:custGeom>
              <a:avLst/>
              <a:pathLst>
                <a:path w="138374" h="93794">
                  <a:moveTo>
                    <a:pt x="138374" y="0"/>
                  </a:moveTo>
                  <a:lnTo>
                    <a:pt x="0" y="93794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g232"/>
            <p:cNvSpPr/>
            <p:nvPr/>
          </p:nvSpPr>
          <p:spPr>
            <a:xfrm>
              <a:off x="5545258" y="1144401"/>
              <a:ext cx="138374" cy="93794"/>
            </a:xfrm>
            <a:custGeom>
              <a:avLst/>
              <a:pathLst>
                <a:path w="138374" h="93794">
                  <a:moveTo>
                    <a:pt x="138374" y="0"/>
                  </a:moveTo>
                  <a:lnTo>
                    <a:pt x="0" y="9379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g233"/>
            <p:cNvSpPr/>
            <p:nvPr/>
          </p:nvSpPr>
          <p:spPr>
            <a:xfrm>
              <a:off x="5545258" y="1144401"/>
              <a:ext cx="138374" cy="93794"/>
            </a:xfrm>
            <a:custGeom>
              <a:avLst/>
              <a:pathLst>
                <a:path w="138374" h="93794">
                  <a:moveTo>
                    <a:pt x="138374" y="0"/>
                  </a:moveTo>
                  <a:lnTo>
                    <a:pt x="0" y="9379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g234"/>
            <p:cNvSpPr/>
            <p:nvPr/>
          </p:nvSpPr>
          <p:spPr>
            <a:xfrm>
              <a:off x="5545258" y="1144401"/>
              <a:ext cx="138374" cy="93794"/>
            </a:xfrm>
            <a:custGeom>
              <a:avLst/>
              <a:pathLst>
                <a:path w="138374" h="93794">
                  <a:moveTo>
                    <a:pt x="138374" y="0"/>
                  </a:moveTo>
                  <a:lnTo>
                    <a:pt x="0" y="9379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g235"/>
            <p:cNvSpPr/>
            <p:nvPr/>
          </p:nvSpPr>
          <p:spPr>
            <a:xfrm>
              <a:off x="5545258" y="1144401"/>
              <a:ext cx="138374" cy="93794"/>
            </a:xfrm>
            <a:custGeom>
              <a:avLst/>
              <a:pathLst>
                <a:path w="138374" h="93794">
                  <a:moveTo>
                    <a:pt x="138374" y="0"/>
                  </a:moveTo>
                  <a:lnTo>
                    <a:pt x="0" y="9379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g236"/>
            <p:cNvSpPr/>
            <p:nvPr/>
          </p:nvSpPr>
          <p:spPr>
            <a:xfrm>
              <a:off x="5545258" y="1144401"/>
              <a:ext cx="138374" cy="93794"/>
            </a:xfrm>
            <a:custGeom>
              <a:avLst/>
              <a:pathLst>
                <a:path w="138374" h="93794">
                  <a:moveTo>
                    <a:pt x="138374" y="0"/>
                  </a:moveTo>
                  <a:lnTo>
                    <a:pt x="0" y="9379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g237"/>
            <p:cNvSpPr/>
            <p:nvPr/>
          </p:nvSpPr>
          <p:spPr>
            <a:xfrm>
              <a:off x="5545258" y="1144401"/>
              <a:ext cx="138374" cy="93794"/>
            </a:xfrm>
            <a:custGeom>
              <a:avLst/>
              <a:pathLst>
                <a:path w="138374" h="93794">
                  <a:moveTo>
                    <a:pt x="138374" y="0"/>
                  </a:moveTo>
                  <a:lnTo>
                    <a:pt x="0" y="9379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g238"/>
            <p:cNvSpPr/>
            <p:nvPr/>
          </p:nvSpPr>
          <p:spPr>
            <a:xfrm>
              <a:off x="5545258" y="1144401"/>
              <a:ext cx="138374" cy="93794"/>
            </a:xfrm>
            <a:custGeom>
              <a:avLst/>
              <a:pathLst>
                <a:path w="138374" h="93794">
                  <a:moveTo>
                    <a:pt x="138374" y="0"/>
                  </a:moveTo>
                  <a:lnTo>
                    <a:pt x="0" y="93794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g239"/>
            <p:cNvSpPr/>
            <p:nvPr/>
          </p:nvSpPr>
          <p:spPr>
            <a:xfrm>
              <a:off x="5545258" y="1144401"/>
              <a:ext cx="138374" cy="93794"/>
            </a:xfrm>
            <a:custGeom>
              <a:avLst/>
              <a:pathLst>
                <a:path w="138374" h="93794">
                  <a:moveTo>
                    <a:pt x="138374" y="0"/>
                  </a:moveTo>
                  <a:lnTo>
                    <a:pt x="0" y="9379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g240"/>
            <p:cNvSpPr/>
            <p:nvPr/>
          </p:nvSpPr>
          <p:spPr>
            <a:xfrm>
              <a:off x="5545258" y="1144401"/>
              <a:ext cx="138374" cy="93794"/>
            </a:xfrm>
            <a:custGeom>
              <a:avLst/>
              <a:pathLst>
                <a:path w="138374" h="93794">
                  <a:moveTo>
                    <a:pt x="138374" y="0"/>
                  </a:moveTo>
                  <a:lnTo>
                    <a:pt x="0" y="9379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g241"/>
            <p:cNvSpPr/>
            <p:nvPr/>
          </p:nvSpPr>
          <p:spPr>
            <a:xfrm>
              <a:off x="5545258" y="1144401"/>
              <a:ext cx="138374" cy="93794"/>
            </a:xfrm>
            <a:custGeom>
              <a:avLst/>
              <a:pathLst>
                <a:path w="138374" h="93794">
                  <a:moveTo>
                    <a:pt x="138374" y="0"/>
                  </a:moveTo>
                  <a:lnTo>
                    <a:pt x="0" y="9379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g242"/>
            <p:cNvSpPr/>
            <p:nvPr/>
          </p:nvSpPr>
          <p:spPr>
            <a:xfrm>
              <a:off x="5545258" y="1144401"/>
              <a:ext cx="138374" cy="93794"/>
            </a:xfrm>
            <a:custGeom>
              <a:avLst/>
              <a:pathLst>
                <a:path w="138374" h="93794">
                  <a:moveTo>
                    <a:pt x="138374" y="0"/>
                  </a:moveTo>
                  <a:lnTo>
                    <a:pt x="0" y="9379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g243"/>
            <p:cNvSpPr/>
            <p:nvPr/>
          </p:nvSpPr>
          <p:spPr>
            <a:xfrm>
              <a:off x="5545258" y="1144401"/>
              <a:ext cx="138374" cy="93794"/>
            </a:xfrm>
            <a:custGeom>
              <a:avLst/>
              <a:pathLst>
                <a:path w="138374" h="93794">
                  <a:moveTo>
                    <a:pt x="138374" y="0"/>
                  </a:moveTo>
                  <a:lnTo>
                    <a:pt x="0" y="9379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g244"/>
            <p:cNvSpPr/>
            <p:nvPr/>
          </p:nvSpPr>
          <p:spPr>
            <a:xfrm>
              <a:off x="5545258" y="1144401"/>
              <a:ext cx="138374" cy="93794"/>
            </a:xfrm>
            <a:custGeom>
              <a:avLst/>
              <a:pathLst>
                <a:path w="138374" h="93794">
                  <a:moveTo>
                    <a:pt x="138374" y="0"/>
                  </a:moveTo>
                  <a:lnTo>
                    <a:pt x="0" y="9379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g245"/>
            <p:cNvSpPr/>
            <p:nvPr/>
          </p:nvSpPr>
          <p:spPr>
            <a:xfrm>
              <a:off x="5545258" y="1144401"/>
              <a:ext cx="138374" cy="93794"/>
            </a:xfrm>
            <a:custGeom>
              <a:avLst/>
              <a:pathLst>
                <a:path w="138374" h="93794">
                  <a:moveTo>
                    <a:pt x="138374" y="0"/>
                  </a:moveTo>
                  <a:lnTo>
                    <a:pt x="0" y="9379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g246"/>
            <p:cNvSpPr/>
            <p:nvPr/>
          </p:nvSpPr>
          <p:spPr>
            <a:xfrm>
              <a:off x="5545258" y="1144401"/>
              <a:ext cx="138374" cy="93794"/>
            </a:xfrm>
            <a:custGeom>
              <a:avLst/>
              <a:pathLst>
                <a:path w="138374" h="93794">
                  <a:moveTo>
                    <a:pt x="138374" y="0"/>
                  </a:moveTo>
                  <a:lnTo>
                    <a:pt x="0" y="9379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g247"/>
            <p:cNvSpPr/>
            <p:nvPr/>
          </p:nvSpPr>
          <p:spPr>
            <a:xfrm>
              <a:off x="5545258" y="1144401"/>
              <a:ext cx="138374" cy="93794"/>
            </a:xfrm>
            <a:custGeom>
              <a:avLst/>
              <a:pathLst>
                <a:path w="138374" h="93794">
                  <a:moveTo>
                    <a:pt x="138374" y="0"/>
                  </a:moveTo>
                  <a:lnTo>
                    <a:pt x="0" y="9379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g248"/>
            <p:cNvSpPr/>
            <p:nvPr/>
          </p:nvSpPr>
          <p:spPr>
            <a:xfrm>
              <a:off x="5545258" y="1144401"/>
              <a:ext cx="138374" cy="93794"/>
            </a:xfrm>
            <a:custGeom>
              <a:avLst/>
              <a:pathLst>
                <a:path w="138374" h="93794">
                  <a:moveTo>
                    <a:pt x="138374" y="0"/>
                  </a:moveTo>
                  <a:lnTo>
                    <a:pt x="0" y="9379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g249"/>
            <p:cNvSpPr/>
            <p:nvPr/>
          </p:nvSpPr>
          <p:spPr>
            <a:xfrm>
              <a:off x="5545258" y="1071028"/>
              <a:ext cx="138374" cy="167167"/>
            </a:xfrm>
            <a:custGeom>
              <a:avLst/>
              <a:pathLst>
                <a:path w="138374" h="167167">
                  <a:moveTo>
                    <a:pt x="138374" y="73372"/>
                  </a:moveTo>
                  <a:lnTo>
                    <a:pt x="135253" y="68925"/>
                  </a:lnTo>
                  <a:lnTo>
                    <a:pt x="131989" y="64581"/>
                  </a:lnTo>
                  <a:lnTo>
                    <a:pt x="128585" y="60346"/>
                  </a:lnTo>
                  <a:lnTo>
                    <a:pt x="125046" y="56224"/>
                  </a:lnTo>
                  <a:lnTo>
                    <a:pt x="121374" y="52219"/>
                  </a:lnTo>
                  <a:lnTo>
                    <a:pt x="117575" y="48335"/>
                  </a:lnTo>
                  <a:lnTo>
                    <a:pt x="113651" y="44577"/>
                  </a:lnTo>
                  <a:lnTo>
                    <a:pt x="109607" y="40948"/>
                  </a:lnTo>
                  <a:lnTo>
                    <a:pt x="105447" y="37453"/>
                  </a:lnTo>
                  <a:lnTo>
                    <a:pt x="101176" y="34095"/>
                  </a:lnTo>
                  <a:lnTo>
                    <a:pt x="96798" y="30877"/>
                  </a:lnTo>
                  <a:lnTo>
                    <a:pt x="92318" y="27803"/>
                  </a:lnTo>
                  <a:lnTo>
                    <a:pt x="87740" y="24877"/>
                  </a:lnTo>
                  <a:lnTo>
                    <a:pt x="83070" y="22100"/>
                  </a:lnTo>
                  <a:lnTo>
                    <a:pt x="78311" y="19477"/>
                  </a:lnTo>
                  <a:lnTo>
                    <a:pt x="73471" y="17010"/>
                  </a:lnTo>
                  <a:lnTo>
                    <a:pt x="68552" y="14702"/>
                  </a:lnTo>
                  <a:lnTo>
                    <a:pt x="63561" y="12555"/>
                  </a:lnTo>
                  <a:lnTo>
                    <a:pt x="58503" y="10571"/>
                  </a:lnTo>
                  <a:lnTo>
                    <a:pt x="53383" y="8752"/>
                  </a:lnTo>
                  <a:lnTo>
                    <a:pt x="48207" y="7101"/>
                  </a:lnTo>
                  <a:lnTo>
                    <a:pt x="42979" y="5619"/>
                  </a:lnTo>
                  <a:lnTo>
                    <a:pt x="37707" y="4308"/>
                  </a:lnTo>
                  <a:lnTo>
                    <a:pt x="32394" y="3168"/>
                  </a:lnTo>
                  <a:lnTo>
                    <a:pt x="27048" y="2202"/>
                  </a:lnTo>
                  <a:lnTo>
                    <a:pt x="21672" y="1410"/>
                  </a:lnTo>
                  <a:lnTo>
                    <a:pt x="16274" y="794"/>
                  </a:lnTo>
                  <a:lnTo>
                    <a:pt x="10859" y="353"/>
                  </a:lnTo>
                  <a:lnTo>
                    <a:pt x="5432" y="8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g250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g251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g252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g253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g254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g255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g256"/>
            <p:cNvSpPr/>
            <p:nvPr/>
          </p:nvSpPr>
          <p:spPr>
            <a:xfrm>
              <a:off x="4903725" y="941493"/>
              <a:ext cx="119818" cy="167167"/>
            </a:xfrm>
            <a:custGeom>
              <a:avLst/>
              <a:pathLst>
                <a:path w="119818" h="167167">
                  <a:moveTo>
                    <a:pt x="119818" y="0"/>
                  </a:moveTo>
                  <a:lnTo>
                    <a:pt x="114253" y="92"/>
                  </a:lnTo>
                  <a:lnTo>
                    <a:pt x="108694" y="370"/>
                  </a:lnTo>
                  <a:lnTo>
                    <a:pt x="103147" y="833"/>
                  </a:lnTo>
                  <a:lnTo>
                    <a:pt x="97619" y="1480"/>
                  </a:lnTo>
                  <a:lnTo>
                    <a:pt x="92115" y="2311"/>
                  </a:lnTo>
                  <a:lnTo>
                    <a:pt x="86642" y="3325"/>
                  </a:lnTo>
                  <a:lnTo>
                    <a:pt x="81206" y="4520"/>
                  </a:lnTo>
                  <a:lnTo>
                    <a:pt x="75813" y="5896"/>
                  </a:lnTo>
                  <a:lnTo>
                    <a:pt x="70468" y="7450"/>
                  </a:lnTo>
                  <a:lnTo>
                    <a:pt x="65178" y="9181"/>
                  </a:lnTo>
                  <a:lnTo>
                    <a:pt x="59949" y="11088"/>
                  </a:lnTo>
                  <a:lnTo>
                    <a:pt x="54786" y="13168"/>
                  </a:lnTo>
                  <a:lnTo>
                    <a:pt x="49695" y="15418"/>
                  </a:lnTo>
                  <a:lnTo>
                    <a:pt x="44682" y="17837"/>
                  </a:lnTo>
                  <a:lnTo>
                    <a:pt x="39753" y="20421"/>
                  </a:lnTo>
                  <a:lnTo>
                    <a:pt x="34912" y="23168"/>
                  </a:lnTo>
                  <a:lnTo>
                    <a:pt x="30165" y="26074"/>
                  </a:lnTo>
                  <a:lnTo>
                    <a:pt x="25517" y="29137"/>
                  </a:lnTo>
                  <a:lnTo>
                    <a:pt x="20974" y="32353"/>
                  </a:lnTo>
                  <a:lnTo>
                    <a:pt x="16541" y="35719"/>
                  </a:lnTo>
                  <a:lnTo>
                    <a:pt x="12222" y="39230"/>
                  </a:lnTo>
                  <a:lnTo>
                    <a:pt x="8022" y="42883"/>
                  </a:lnTo>
                  <a:lnTo>
                    <a:pt x="3947" y="46673"/>
                  </a:lnTo>
                  <a:lnTo>
                    <a:pt x="0" y="50598"/>
                  </a:lnTo>
                  <a:lnTo>
                    <a:pt x="119818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g257"/>
            <p:cNvSpPr/>
            <p:nvPr/>
          </p:nvSpPr>
          <p:spPr>
            <a:xfrm>
              <a:off x="4903725" y="992091"/>
              <a:ext cx="119818" cy="116569"/>
            </a:xfrm>
            <a:custGeom>
              <a:avLst/>
              <a:pathLst>
                <a:path w="119818" h="116569">
                  <a:moveTo>
                    <a:pt x="0" y="0"/>
                  </a:moveTo>
                  <a:lnTo>
                    <a:pt x="119818" y="11656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g258"/>
            <p:cNvSpPr/>
            <p:nvPr/>
          </p:nvSpPr>
          <p:spPr>
            <a:xfrm>
              <a:off x="4903725" y="992091"/>
              <a:ext cx="119818" cy="116569"/>
            </a:xfrm>
            <a:custGeom>
              <a:avLst/>
              <a:pathLst>
                <a:path w="119818" h="116569">
                  <a:moveTo>
                    <a:pt x="0" y="0"/>
                  </a:moveTo>
                  <a:lnTo>
                    <a:pt x="119818" y="116569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g259"/>
            <p:cNvSpPr/>
            <p:nvPr/>
          </p:nvSpPr>
          <p:spPr>
            <a:xfrm>
              <a:off x="4903725" y="992091"/>
              <a:ext cx="119818" cy="116569"/>
            </a:xfrm>
            <a:custGeom>
              <a:avLst/>
              <a:pathLst>
                <a:path w="119818" h="116569">
                  <a:moveTo>
                    <a:pt x="0" y="0"/>
                  </a:moveTo>
                  <a:lnTo>
                    <a:pt x="119818" y="116569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g260"/>
            <p:cNvSpPr/>
            <p:nvPr/>
          </p:nvSpPr>
          <p:spPr>
            <a:xfrm>
              <a:off x="4903725" y="992091"/>
              <a:ext cx="119818" cy="116569"/>
            </a:xfrm>
            <a:custGeom>
              <a:avLst/>
              <a:pathLst>
                <a:path w="119818" h="116569">
                  <a:moveTo>
                    <a:pt x="0" y="0"/>
                  </a:moveTo>
                  <a:lnTo>
                    <a:pt x="119818" y="11656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g261"/>
            <p:cNvSpPr/>
            <p:nvPr/>
          </p:nvSpPr>
          <p:spPr>
            <a:xfrm>
              <a:off x="4903725" y="992091"/>
              <a:ext cx="119818" cy="116569"/>
            </a:xfrm>
            <a:custGeom>
              <a:avLst/>
              <a:pathLst>
                <a:path w="119818" h="116569">
                  <a:moveTo>
                    <a:pt x="0" y="0"/>
                  </a:moveTo>
                  <a:lnTo>
                    <a:pt x="119818" y="11656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g262"/>
            <p:cNvSpPr/>
            <p:nvPr/>
          </p:nvSpPr>
          <p:spPr>
            <a:xfrm>
              <a:off x="4903725" y="992091"/>
              <a:ext cx="119818" cy="116569"/>
            </a:xfrm>
            <a:custGeom>
              <a:avLst/>
              <a:pathLst>
                <a:path w="119818" h="116569">
                  <a:moveTo>
                    <a:pt x="0" y="0"/>
                  </a:moveTo>
                  <a:lnTo>
                    <a:pt x="119818" y="11656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g263"/>
            <p:cNvSpPr/>
            <p:nvPr/>
          </p:nvSpPr>
          <p:spPr>
            <a:xfrm>
              <a:off x="4903725" y="992091"/>
              <a:ext cx="119818" cy="116569"/>
            </a:xfrm>
            <a:custGeom>
              <a:avLst/>
              <a:pathLst>
                <a:path w="119818" h="116569">
                  <a:moveTo>
                    <a:pt x="0" y="0"/>
                  </a:moveTo>
                  <a:lnTo>
                    <a:pt x="119818" y="11656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g264"/>
            <p:cNvSpPr/>
            <p:nvPr/>
          </p:nvSpPr>
          <p:spPr>
            <a:xfrm>
              <a:off x="4903725" y="992091"/>
              <a:ext cx="119818" cy="116569"/>
            </a:xfrm>
            <a:custGeom>
              <a:avLst/>
              <a:pathLst>
                <a:path w="119818" h="116569">
                  <a:moveTo>
                    <a:pt x="0" y="0"/>
                  </a:moveTo>
                  <a:lnTo>
                    <a:pt x="119818" y="11656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g265"/>
            <p:cNvSpPr/>
            <p:nvPr/>
          </p:nvSpPr>
          <p:spPr>
            <a:xfrm>
              <a:off x="4903725" y="992091"/>
              <a:ext cx="119818" cy="116569"/>
            </a:xfrm>
            <a:custGeom>
              <a:avLst/>
              <a:pathLst>
                <a:path w="119818" h="116569">
                  <a:moveTo>
                    <a:pt x="0" y="0"/>
                  </a:moveTo>
                  <a:lnTo>
                    <a:pt x="119818" y="11656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g266"/>
            <p:cNvSpPr/>
            <p:nvPr/>
          </p:nvSpPr>
          <p:spPr>
            <a:xfrm>
              <a:off x="4903725" y="992091"/>
              <a:ext cx="119818" cy="116569"/>
            </a:xfrm>
            <a:custGeom>
              <a:avLst/>
              <a:pathLst>
                <a:path w="119818" h="116569">
                  <a:moveTo>
                    <a:pt x="0" y="0"/>
                  </a:moveTo>
                  <a:lnTo>
                    <a:pt x="119818" y="116569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g267"/>
            <p:cNvSpPr/>
            <p:nvPr/>
          </p:nvSpPr>
          <p:spPr>
            <a:xfrm>
              <a:off x="4903725" y="992091"/>
              <a:ext cx="119818" cy="116569"/>
            </a:xfrm>
            <a:custGeom>
              <a:avLst/>
              <a:pathLst>
                <a:path w="119818" h="116569">
                  <a:moveTo>
                    <a:pt x="0" y="0"/>
                  </a:moveTo>
                  <a:lnTo>
                    <a:pt x="119818" y="11656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g268"/>
            <p:cNvSpPr/>
            <p:nvPr/>
          </p:nvSpPr>
          <p:spPr>
            <a:xfrm>
              <a:off x="4903725" y="992091"/>
              <a:ext cx="119818" cy="116569"/>
            </a:xfrm>
            <a:custGeom>
              <a:avLst/>
              <a:pathLst>
                <a:path w="119818" h="116569">
                  <a:moveTo>
                    <a:pt x="0" y="0"/>
                  </a:moveTo>
                  <a:lnTo>
                    <a:pt x="119818" y="11656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g269"/>
            <p:cNvSpPr/>
            <p:nvPr/>
          </p:nvSpPr>
          <p:spPr>
            <a:xfrm>
              <a:off x="4903725" y="992091"/>
              <a:ext cx="119818" cy="116569"/>
            </a:xfrm>
            <a:custGeom>
              <a:avLst/>
              <a:pathLst>
                <a:path w="119818" h="116569">
                  <a:moveTo>
                    <a:pt x="0" y="0"/>
                  </a:moveTo>
                  <a:lnTo>
                    <a:pt x="119818" y="116569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g270"/>
            <p:cNvSpPr/>
            <p:nvPr/>
          </p:nvSpPr>
          <p:spPr>
            <a:xfrm>
              <a:off x="4903725" y="992091"/>
              <a:ext cx="119818" cy="116569"/>
            </a:xfrm>
            <a:custGeom>
              <a:avLst/>
              <a:pathLst>
                <a:path w="119818" h="116569">
                  <a:moveTo>
                    <a:pt x="0" y="0"/>
                  </a:moveTo>
                  <a:lnTo>
                    <a:pt x="119818" y="11656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g271"/>
            <p:cNvSpPr/>
            <p:nvPr/>
          </p:nvSpPr>
          <p:spPr>
            <a:xfrm>
              <a:off x="4903725" y="992091"/>
              <a:ext cx="119818" cy="116569"/>
            </a:xfrm>
            <a:custGeom>
              <a:avLst/>
              <a:pathLst>
                <a:path w="119818" h="116569">
                  <a:moveTo>
                    <a:pt x="0" y="0"/>
                  </a:moveTo>
                  <a:lnTo>
                    <a:pt x="119818" y="11656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g272"/>
            <p:cNvSpPr/>
            <p:nvPr/>
          </p:nvSpPr>
          <p:spPr>
            <a:xfrm>
              <a:off x="4903725" y="992091"/>
              <a:ext cx="119818" cy="116569"/>
            </a:xfrm>
            <a:custGeom>
              <a:avLst/>
              <a:pathLst>
                <a:path w="119818" h="116569">
                  <a:moveTo>
                    <a:pt x="0" y="0"/>
                  </a:moveTo>
                  <a:lnTo>
                    <a:pt x="119818" y="11656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g273"/>
            <p:cNvSpPr/>
            <p:nvPr/>
          </p:nvSpPr>
          <p:spPr>
            <a:xfrm>
              <a:off x="4903725" y="992091"/>
              <a:ext cx="119818" cy="116569"/>
            </a:xfrm>
            <a:custGeom>
              <a:avLst/>
              <a:pathLst>
                <a:path w="119818" h="116569">
                  <a:moveTo>
                    <a:pt x="0" y="0"/>
                  </a:moveTo>
                  <a:lnTo>
                    <a:pt x="119818" y="11656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g274"/>
            <p:cNvSpPr/>
            <p:nvPr/>
          </p:nvSpPr>
          <p:spPr>
            <a:xfrm>
              <a:off x="4903725" y="992091"/>
              <a:ext cx="119818" cy="116569"/>
            </a:xfrm>
            <a:custGeom>
              <a:avLst/>
              <a:pathLst>
                <a:path w="119818" h="116569">
                  <a:moveTo>
                    <a:pt x="0" y="0"/>
                  </a:moveTo>
                  <a:lnTo>
                    <a:pt x="119818" y="11656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g275"/>
            <p:cNvSpPr/>
            <p:nvPr/>
          </p:nvSpPr>
          <p:spPr>
            <a:xfrm>
              <a:off x="4903725" y="992091"/>
              <a:ext cx="119818" cy="116569"/>
            </a:xfrm>
            <a:custGeom>
              <a:avLst/>
              <a:pathLst>
                <a:path w="119818" h="116569">
                  <a:moveTo>
                    <a:pt x="0" y="0"/>
                  </a:moveTo>
                  <a:lnTo>
                    <a:pt x="119818" y="11656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g276"/>
            <p:cNvSpPr/>
            <p:nvPr/>
          </p:nvSpPr>
          <p:spPr>
            <a:xfrm>
              <a:off x="4856384" y="953043"/>
              <a:ext cx="334319" cy="322781"/>
            </a:xfrm>
            <a:custGeom>
              <a:avLst/>
              <a:pathLst>
                <a:path w="334319" h="322781">
                  <a:moveTo>
                    <a:pt x="47340" y="39047"/>
                  </a:moveTo>
                  <a:lnTo>
                    <a:pt x="43701" y="42909"/>
                  </a:lnTo>
                  <a:lnTo>
                    <a:pt x="40186" y="46883"/>
                  </a:lnTo>
                  <a:lnTo>
                    <a:pt x="36800" y="50967"/>
                  </a:lnTo>
                  <a:lnTo>
                    <a:pt x="33544" y="55157"/>
                  </a:lnTo>
                  <a:lnTo>
                    <a:pt x="30424" y="59448"/>
                  </a:lnTo>
                  <a:lnTo>
                    <a:pt x="27441" y="63835"/>
                  </a:lnTo>
                  <a:lnTo>
                    <a:pt x="24598" y="68316"/>
                  </a:lnTo>
                  <a:lnTo>
                    <a:pt x="21900" y="72884"/>
                  </a:lnTo>
                  <a:lnTo>
                    <a:pt x="19347" y="77535"/>
                  </a:lnTo>
                  <a:lnTo>
                    <a:pt x="16944" y="82265"/>
                  </a:lnTo>
                  <a:lnTo>
                    <a:pt x="14692" y="87069"/>
                  </a:lnTo>
                  <a:lnTo>
                    <a:pt x="12593" y="91942"/>
                  </a:lnTo>
                  <a:lnTo>
                    <a:pt x="10650" y="96879"/>
                  </a:lnTo>
                  <a:lnTo>
                    <a:pt x="8865" y="101876"/>
                  </a:lnTo>
                  <a:lnTo>
                    <a:pt x="7239" y="106926"/>
                  </a:lnTo>
                  <a:lnTo>
                    <a:pt x="5775" y="112026"/>
                  </a:lnTo>
                  <a:lnTo>
                    <a:pt x="4473" y="117169"/>
                  </a:lnTo>
                  <a:lnTo>
                    <a:pt x="3335" y="122351"/>
                  </a:lnTo>
                  <a:lnTo>
                    <a:pt x="2361" y="127567"/>
                  </a:lnTo>
                  <a:lnTo>
                    <a:pt x="1554" y="132811"/>
                  </a:lnTo>
                  <a:lnTo>
                    <a:pt x="914" y="138077"/>
                  </a:lnTo>
                  <a:lnTo>
                    <a:pt x="441" y="143362"/>
                  </a:lnTo>
                  <a:lnTo>
                    <a:pt x="136" y="148659"/>
                  </a:lnTo>
                  <a:lnTo>
                    <a:pt x="0" y="153963"/>
                  </a:lnTo>
                  <a:lnTo>
                    <a:pt x="31" y="159268"/>
                  </a:lnTo>
                  <a:lnTo>
                    <a:pt x="231" y="164570"/>
                  </a:lnTo>
                  <a:lnTo>
                    <a:pt x="599" y="169863"/>
                  </a:lnTo>
                  <a:lnTo>
                    <a:pt x="1135" y="175142"/>
                  </a:lnTo>
                  <a:lnTo>
                    <a:pt x="1839" y="180401"/>
                  </a:lnTo>
                  <a:lnTo>
                    <a:pt x="2709" y="185634"/>
                  </a:lnTo>
                  <a:lnTo>
                    <a:pt x="3744" y="190838"/>
                  </a:lnTo>
                  <a:lnTo>
                    <a:pt x="4944" y="196006"/>
                  </a:lnTo>
                  <a:lnTo>
                    <a:pt x="6307" y="201134"/>
                  </a:lnTo>
                  <a:lnTo>
                    <a:pt x="7833" y="206215"/>
                  </a:lnTo>
                  <a:lnTo>
                    <a:pt x="9519" y="211246"/>
                  </a:lnTo>
                  <a:lnTo>
                    <a:pt x="11364" y="216221"/>
                  </a:lnTo>
                  <a:lnTo>
                    <a:pt x="13365" y="221134"/>
                  </a:lnTo>
                  <a:lnTo>
                    <a:pt x="15522" y="225982"/>
                  </a:lnTo>
                  <a:lnTo>
                    <a:pt x="17831" y="230758"/>
                  </a:lnTo>
                  <a:lnTo>
                    <a:pt x="20291" y="235459"/>
                  </a:lnTo>
                  <a:lnTo>
                    <a:pt x="22899" y="240080"/>
                  </a:lnTo>
                  <a:lnTo>
                    <a:pt x="25652" y="244615"/>
                  </a:lnTo>
                  <a:lnTo>
                    <a:pt x="28548" y="249061"/>
                  </a:lnTo>
                  <a:lnTo>
                    <a:pt x="31583" y="253413"/>
                  </a:lnTo>
                  <a:lnTo>
                    <a:pt x="34755" y="257666"/>
                  </a:lnTo>
                  <a:lnTo>
                    <a:pt x="38060" y="261817"/>
                  </a:lnTo>
                  <a:lnTo>
                    <a:pt x="41495" y="265860"/>
                  </a:lnTo>
                  <a:lnTo>
                    <a:pt x="45057" y="269792"/>
                  </a:lnTo>
                  <a:lnTo>
                    <a:pt x="48742" y="273610"/>
                  </a:lnTo>
                  <a:lnTo>
                    <a:pt x="52546" y="277308"/>
                  </a:lnTo>
                  <a:lnTo>
                    <a:pt x="56465" y="280884"/>
                  </a:lnTo>
                  <a:lnTo>
                    <a:pt x="60497" y="284334"/>
                  </a:lnTo>
                  <a:lnTo>
                    <a:pt x="64635" y="287654"/>
                  </a:lnTo>
                  <a:lnTo>
                    <a:pt x="68877" y="290841"/>
                  </a:lnTo>
                  <a:lnTo>
                    <a:pt x="73218" y="293892"/>
                  </a:lnTo>
                  <a:lnTo>
                    <a:pt x="77653" y="296803"/>
                  </a:lnTo>
                  <a:lnTo>
                    <a:pt x="82179" y="299573"/>
                  </a:lnTo>
                  <a:lnTo>
                    <a:pt x="86790" y="302197"/>
                  </a:lnTo>
                  <a:lnTo>
                    <a:pt x="91482" y="304674"/>
                  </a:lnTo>
                  <a:lnTo>
                    <a:pt x="96250" y="307000"/>
                  </a:lnTo>
                  <a:lnTo>
                    <a:pt x="101090" y="309174"/>
                  </a:lnTo>
                  <a:lnTo>
                    <a:pt x="105996" y="311193"/>
                  </a:lnTo>
                  <a:lnTo>
                    <a:pt x="110964" y="313056"/>
                  </a:lnTo>
                  <a:lnTo>
                    <a:pt x="115989" y="314760"/>
                  </a:lnTo>
                  <a:lnTo>
                    <a:pt x="121065" y="316304"/>
                  </a:lnTo>
                  <a:lnTo>
                    <a:pt x="126188" y="317686"/>
                  </a:lnTo>
                  <a:lnTo>
                    <a:pt x="131352" y="318904"/>
                  </a:lnTo>
                  <a:lnTo>
                    <a:pt x="136551" y="319958"/>
                  </a:lnTo>
                  <a:lnTo>
                    <a:pt x="141782" y="320847"/>
                  </a:lnTo>
                  <a:lnTo>
                    <a:pt x="147038" y="321569"/>
                  </a:lnTo>
                  <a:lnTo>
                    <a:pt x="152315" y="322124"/>
                  </a:lnTo>
                  <a:lnTo>
                    <a:pt x="157607" y="322511"/>
                  </a:lnTo>
                  <a:lnTo>
                    <a:pt x="162908" y="322730"/>
                  </a:lnTo>
                  <a:lnTo>
                    <a:pt x="168213" y="322781"/>
                  </a:lnTo>
                  <a:lnTo>
                    <a:pt x="173517" y="322663"/>
                  </a:lnTo>
                  <a:lnTo>
                    <a:pt x="178815" y="322377"/>
                  </a:lnTo>
                  <a:lnTo>
                    <a:pt x="184102" y="321923"/>
                  </a:lnTo>
                  <a:lnTo>
                    <a:pt x="189371" y="321302"/>
                  </a:lnTo>
                  <a:lnTo>
                    <a:pt x="194617" y="320513"/>
                  </a:lnTo>
                  <a:lnTo>
                    <a:pt x="199837" y="319559"/>
                  </a:lnTo>
                  <a:lnTo>
                    <a:pt x="205023" y="318439"/>
                  </a:lnTo>
                  <a:lnTo>
                    <a:pt x="210171" y="317156"/>
                  </a:lnTo>
                  <a:lnTo>
                    <a:pt x="215276" y="315709"/>
                  </a:lnTo>
                  <a:lnTo>
                    <a:pt x="220332" y="314102"/>
                  </a:lnTo>
                  <a:lnTo>
                    <a:pt x="225334" y="312335"/>
                  </a:lnTo>
                  <a:lnTo>
                    <a:pt x="230279" y="310410"/>
                  </a:lnTo>
                  <a:lnTo>
                    <a:pt x="235159" y="308328"/>
                  </a:lnTo>
                  <a:lnTo>
                    <a:pt x="239971" y="306094"/>
                  </a:lnTo>
                  <a:lnTo>
                    <a:pt x="244710" y="303707"/>
                  </a:lnTo>
                  <a:lnTo>
                    <a:pt x="249370" y="301171"/>
                  </a:lnTo>
                  <a:lnTo>
                    <a:pt x="253948" y="298489"/>
                  </a:lnTo>
                  <a:lnTo>
                    <a:pt x="258438" y="295663"/>
                  </a:lnTo>
                  <a:lnTo>
                    <a:pt x="262837" y="292696"/>
                  </a:lnTo>
                  <a:lnTo>
                    <a:pt x="267139" y="289590"/>
                  </a:lnTo>
                  <a:lnTo>
                    <a:pt x="271340" y="286350"/>
                  </a:lnTo>
                  <a:lnTo>
                    <a:pt x="275436" y="282978"/>
                  </a:lnTo>
                  <a:lnTo>
                    <a:pt x="279423" y="279478"/>
                  </a:lnTo>
                  <a:lnTo>
                    <a:pt x="283298" y="275853"/>
                  </a:lnTo>
                  <a:lnTo>
                    <a:pt x="287055" y="272107"/>
                  </a:lnTo>
                  <a:lnTo>
                    <a:pt x="290691" y="268243"/>
                  </a:lnTo>
                  <a:lnTo>
                    <a:pt x="294203" y="264266"/>
                  </a:lnTo>
                  <a:lnTo>
                    <a:pt x="297587" y="260180"/>
                  </a:lnTo>
                  <a:lnTo>
                    <a:pt x="300840" y="255988"/>
                  </a:lnTo>
                  <a:lnTo>
                    <a:pt x="303957" y="251695"/>
                  </a:lnTo>
                  <a:lnTo>
                    <a:pt x="306938" y="247305"/>
                  </a:lnTo>
                  <a:lnTo>
                    <a:pt x="309777" y="242823"/>
                  </a:lnTo>
                  <a:lnTo>
                    <a:pt x="312472" y="238254"/>
                  </a:lnTo>
                  <a:lnTo>
                    <a:pt x="315022" y="233601"/>
                  </a:lnTo>
                  <a:lnTo>
                    <a:pt x="317422" y="228869"/>
                  </a:lnTo>
                  <a:lnTo>
                    <a:pt x="319671" y="224063"/>
                  </a:lnTo>
                  <a:lnTo>
                    <a:pt x="321766" y="219189"/>
                  </a:lnTo>
                  <a:lnTo>
                    <a:pt x="323706" y="214251"/>
                  </a:lnTo>
                  <a:lnTo>
                    <a:pt x="325488" y="209253"/>
                  </a:lnTo>
                  <a:lnTo>
                    <a:pt x="327110" y="204202"/>
                  </a:lnTo>
                  <a:lnTo>
                    <a:pt x="328571" y="199101"/>
                  </a:lnTo>
                  <a:lnTo>
                    <a:pt x="329870" y="193957"/>
                  </a:lnTo>
                  <a:lnTo>
                    <a:pt x="331005" y="188774"/>
                  </a:lnTo>
                  <a:lnTo>
                    <a:pt x="331975" y="183558"/>
                  </a:lnTo>
                  <a:lnTo>
                    <a:pt x="332778" y="178313"/>
                  </a:lnTo>
                  <a:lnTo>
                    <a:pt x="333415" y="173046"/>
                  </a:lnTo>
                  <a:lnTo>
                    <a:pt x="333884" y="167761"/>
                  </a:lnTo>
                  <a:lnTo>
                    <a:pt x="334186" y="162464"/>
                  </a:lnTo>
                  <a:lnTo>
                    <a:pt x="334319" y="157160"/>
                  </a:lnTo>
                  <a:lnTo>
                    <a:pt x="334284" y="151854"/>
                  </a:lnTo>
                  <a:lnTo>
                    <a:pt x="334080" y="146553"/>
                  </a:lnTo>
                  <a:lnTo>
                    <a:pt x="333709" y="141260"/>
                  </a:lnTo>
                  <a:lnTo>
                    <a:pt x="333169" y="135982"/>
                  </a:lnTo>
                  <a:lnTo>
                    <a:pt x="332462" y="130724"/>
                  </a:lnTo>
                  <a:lnTo>
                    <a:pt x="331589" y="125490"/>
                  </a:lnTo>
                  <a:lnTo>
                    <a:pt x="330550" y="120287"/>
                  </a:lnTo>
                  <a:lnTo>
                    <a:pt x="329347" y="115120"/>
                  </a:lnTo>
                  <a:lnTo>
                    <a:pt x="327980" y="109993"/>
                  </a:lnTo>
                  <a:lnTo>
                    <a:pt x="326451" y="104913"/>
                  </a:lnTo>
                  <a:lnTo>
                    <a:pt x="324762" y="99883"/>
                  </a:lnTo>
                  <a:lnTo>
                    <a:pt x="322914" y="94910"/>
                  </a:lnTo>
                  <a:lnTo>
                    <a:pt x="320909" y="89998"/>
                  </a:lnTo>
                  <a:lnTo>
                    <a:pt x="318749" y="85151"/>
                  </a:lnTo>
                  <a:lnTo>
                    <a:pt x="316436" y="80376"/>
                  </a:lnTo>
                  <a:lnTo>
                    <a:pt x="313974" y="75677"/>
                  </a:lnTo>
                  <a:lnTo>
                    <a:pt x="311363" y="71058"/>
                  </a:lnTo>
                  <a:lnTo>
                    <a:pt x="308607" y="66524"/>
                  </a:lnTo>
                  <a:lnTo>
                    <a:pt x="305708" y="62080"/>
                  </a:lnTo>
                  <a:lnTo>
                    <a:pt x="302670" y="57731"/>
                  </a:lnTo>
                  <a:lnTo>
                    <a:pt x="299495" y="53480"/>
                  </a:lnTo>
                  <a:lnTo>
                    <a:pt x="296187" y="49331"/>
                  </a:lnTo>
                  <a:lnTo>
                    <a:pt x="292750" y="45290"/>
                  </a:lnTo>
                  <a:lnTo>
                    <a:pt x="289185" y="41360"/>
                  </a:lnTo>
                  <a:lnTo>
                    <a:pt x="285498" y="37545"/>
                  </a:lnTo>
                  <a:lnTo>
                    <a:pt x="281691" y="33849"/>
                  </a:lnTo>
                  <a:lnTo>
                    <a:pt x="277769" y="30276"/>
                  </a:lnTo>
                  <a:lnTo>
                    <a:pt x="273736" y="26829"/>
                  </a:lnTo>
                  <a:lnTo>
                    <a:pt x="269595" y="23512"/>
                  </a:lnTo>
                  <a:lnTo>
                    <a:pt x="265351" y="20327"/>
                  </a:lnTo>
                  <a:lnTo>
                    <a:pt x="261009" y="17279"/>
                  </a:lnTo>
                  <a:lnTo>
                    <a:pt x="256571" y="14371"/>
                  </a:lnTo>
                  <a:lnTo>
                    <a:pt x="252044" y="11605"/>
                  </a:lnTo>
                  <a:lnTo>
                    <a:pt x="247431" y="8983"/>
                  </a:lnTo>
                  <a:lnTo>
                    <a:pt x="242737" y="6510"/>
                  </a:lnTo>
                  <a:lnTo>
                    <a:pt x="237967" y="4186"/>
                  </a:lnTo>
                  <a:lnTo>
                    <a:pt x="233126" y="2016"/>
                  </a:lnTo>
                  <a:lnTo>
                    <a:pt x="228218" y="0"/>
                  </a:lnTo>
                  <a:lnTo>
                    <a:pt x="167159" y="15561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g277"/>
            <p:cNvSpPr/>
            <p:nvPr/>
          </p:nvSpPr>
          <p:spPr>
            <a:xfrm>
              <a:off x="5023544" y="941493"/>
              <a:ext cx="61059" cy="167167"/>
            </a:xfrm>
            <a:custGeom>
              <a:avLst/>
              <a:pathLst>
                <a:path w="61059" h="167167">
                  <a:moveTo>
                    <a:pt x="61059" y="11550"/>
                  </a:moveTo>
                  <a:lnTo>
                    <a:pt x="55199" y="9376"/>
                  </a:lnTo>
                  <a:lnTo>
                    <a:pt x="49262" y="7423"/>
                  </a:lnTo>
                  <a:lnTo>
                    <a:pt x="43256" y="5693"/>
                  </a:lnTo>
                  <a:lnTo>
                    <a:pt x="37189" y="4189"/>
                  </a:lnTo>
                  <a:lnTo>
                    <a:pt x="31071" y="2912"/>
                  </a:lnTo>
                  <a:lnTo>
                    <a:pt x="24909" y="1866"/>
                  </a:lnTo>
                  <a:lnTo>
                    <a:pt x="18712" y="1050"/>
                  </a:lnTo>
                  <a:lnTo>
                    <a:pt x="12489" y="467"/>
                  </a:lnTo>
                  <a:lnTo>
                    <a:pt x="6249" y="11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g278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g279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g280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g281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g282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g283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g284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g285"/>
            <p:cNvSpPr/>
            <p:nvPr/>
          </p:nvSpPr>
          <p:spPr>
            <a:xfrm>
              <a:off x="4379914" y="941493"/>
              <a:ext cx="106301" cy="167167"/>
            </a:xfrm>
            <a:custGeom>
              <a:avLst/>
              <a:pathLst>
                <a:path w="106301" h="167167">
                  <a:moveTo>
                    <a:pt x="106301" y="0"/>
                  </a:moveTo>
                  <a:lnTo>
                    <a:pt x="100542" y="99"/>
                  </a:lnTo>
                  <a:lnTo>
                    <a:pt x="94789" y="396"/>
                  </a:lnTo>
                  <a:lnTo>
                    <a:pt x="89051" y="892"/>
                  </a:lnTo>
                  <a:lnTo>
                    <a:pt x="83332" y="1585"/>
                  </a:lnTo>
                  <a:lnTo>
                    <a:pt x="77641" y="2475"/>
                  </a:lnTo>
                  <a:lnTo>
                    <a:pt x="71984" y="3560"/>
                  </a:lnTo>
                  <a:lnTo>
                    <a:pt x="66368" y="4839"/>
                  </a:lnTo>
                  <a:lnTo>
                    <a:pt x="60800" y="6311"/>
                  </a:lnTo>
                  <a:lnTo>
                    <a:pt x="55285" y="7974"/>
                  </a:lnTo>
                  <a:lnTo>
                    <a:pt x="49831" y="9826"/>
                  </a:lnTo>
                  <a:lnTo>
                    <a:pt x="44443" y="11865"/>
                  </a:lnTo>
                  <a:lnTo>
                    <a:pt x="39130" y="14089"/>
                  </a:lnTo>
                  <a:lnTo>
                    <a:pt x="33896" y="16494"/>
                  </a:lnTo>
                  <a:lnTo>
                    <a:pt x="28748" y="19077"/>
                  </a:lnTo>
                  <a:lnTo>
                    <a:pt x="23692" y="21837"/>
                  </a:lnTo>
                  <a:lnTo>
                    <a:pt x="18734" y="24770"/>
                  </a:lnTo>
                  <a:lnTo>
                    <a:pt x="13880" y="27871"/>
                  </a:lnTo>
                  <a:lnTo>
                    <a:pt x="9136" y="31138"/>
                  </a:lnTo>
                  <a:lnTo>
                    <a:pt x="4507" y="34566"/>
                  </a:lnTo>
                  <a:lnTo>
                    <a:pt x="0" y="38152"/>
                  </a:lnTo>
                  <a:lnTo>
                    <a:pt x="106301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g286"/>
            <p:cNvSpPr/>
            <p:nvPr/>
          </p:nvSpPr>
          <p:spPr>
            <a:xfrm>
              <a:off x="4379914" y="979645"/>
              <a:ext cx="106301" cy="129015"/>
            </a:xfrm>
            <a:custGeom>
              <a:avLst/>
              <a:pathLst>
                <a:path w="106301" h="129015">
                  <a:moveTo>
                    <a:pt x="0" y="0"/>
                  </a:moveTo>
                  <a:lnTo>
                    <a:pt x="106301" y="12901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g287"/>
            <p:cNvSpPr/>
            <p:nvPr/>
          </p:nvSpPr>
          <p:spPr>
            <a:xfrm>
              <a:off x="4379914" y="979645"/>
              <a:ext cx="106301" cy="129015"/>
            </a:xfrm>
            <a:custGeom>
              <a:avLst/>
              <a:pathLst>
                <a:path w="106301" h="129015">
                  <a:moveTo>
                    <a:pt x="0" y="0"/>
                  </a:moveTo>
                  <a:lnTo>
                    <a:pt x="106301" y="12901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g288"/>
            <p:cNvSpPr/>
            <p:nvPr/>
          </p:nvSpPr>
          <p:spPr>
            <a:xfrm>
              <a:off x="4379914" y="979645"/>
              <a:ext cx="106301" cy="129015"/>
            </a:xfrm>
            <a:custGeom>
              <a:avLst/>
              <a:pathLst>
                <a:path w="106301" h="129015">
                  <a:moveTo>
                    <a:pt x="0" y="0"/>
                  </a:moveTo>
                  <a:lnTo>
                    <a:pt x="106301" y="12901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g289"/>
            <p:cNvSpPr/>
            <p:nvPr/>
          </p:nvSpPr>
          <p:spPr>
            <a:xfrm>
              <a:off x="4379914" y="979645"/>
              <a:ext cx="106301" cy="129015"/>
            </a:xfrm>
            <a:custGeom>
              <a:avLst/>
              <a:pathLst>
                <a:path w="106301" h="129015">
                  <a:moveTo>
                    <a:pt x="0" y="0"/>
                  </a:moveTo>
                  <a:lnTo>
                    <a:pt x="106301" y="12901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g290"/>
            <p:cNvSpPr/>
            <p:nvPr/>
          </p:nvSpPr>
          <p:spPr>
            <a:xfrm>
              <a:off x="4379914" y="979645"/>
              <a:ext cx="106301" cy="129015"/>
            </a:xfrm>
            <a:custGeom>
              <a:avLst/>
              <a:pathLst>
                <a:path w="106301" h="129015">
                  <a:moveTo>
                    <a:pt x="0" y="0"/>
                  </a:moveTo>
                  <a:lnTo>
                    <a:pt x="106301" y="12901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g291"/>
            <p:cNvSpPr/>
            <p:nvPr/>
          </p:nvSpPr>
          <p:spPr>
            <a:xfrm>
              <a:off x="4379914" y="979645"/>
              <a:ext cx="106301" cy="129015"/>
            </a:xfrm>
            <a:custGeom>
              <a:avLst/>
              <a:pathLst>
                <a:path w="106301" h="129015">
                  <a:moveTo>
                    <a:pt x="0" y="0"/>
                  </a:moveTo>
                  <a:lnTo>
                    <a:pt x="106301" y="12901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g292"/>
            <p:cNvSpPr/>
            <p:nvPr/>
          </p:nvSpPr>
          <p:spPr>
            <a:xfrm>
              <a:off x="4379914" y="979645"/>
              <a:ext cx="106301" cy="129015"/>
            </a:xfrm>
            <a:custGeom>
              <a:avLst/>
              <a:pathLst>
                <a:path w="106301" h="129015">
                  <a:moveTo>
                    <a:pt x="0" y="0"/>
                  </a:moveTo>
                  <a:lnTo>
                    <a:pt x="106301" y="12901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g293"/>
            <p:cNvSpPr/>
            <p:nvPr/>
          </p:nvSpPr>
          <p:spPr>
            <a:xfrm>
              <a:off x="4379914" y="979645"/>
              <a:ext cx="106301" cy="129015"/>
            </a:xfrm>
            <a:custGeom>
              <a:avLst/>
              <a:pathLst>
                <a:path w="106301" h="129015">
                  <a:moveTo>
                    <a:pt x="0" y="0"/>
                  </a:moveTo>
                  <a:lnTo>
                    <a:pt x="106301" y="12901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g294"/>
            <p:cNvSpPr/>
            <p:nvPr/>
          </p:nvSpPr>
          <p:spPr>
            <a:xfrm>
              <a:off x="4379914" y="979645"/>
              <a:ext cx="106301" cy="129015"/>
            </a:xfrm>
            <a:custGeom>
              <a:avLst/>
              <a:pathLst>
                <a:path w="106301" h="129015">
                  <a:moveTo>
                    <a:pt x="0" y="0"/>
                  </a:moveTo>
                  <a:lnTo>
                    <a:pt x="106301" y="12901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g295"/>
            <p:cNvSpPr/>
            <p:nvPr/>
          </p:nvSpPr>
          <p:spPr>
            <a:xfrm>
              <a:off x="4379914" y="979645"/>
              <a:ext cx="106301" cy="129015"/>
            </a:xfrm>
            <a:custGeom>
              <a:avLst/>
              <a:pathLst>
                <a:path w="106301" h="129015">
                  <a:moveTo>
                    <a:pt x="0" y="0"/>
                  </a:moveTo>
                  <a:lnTo>
                    <a:pt x="106301" y="12901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g296"/>
            <p:cNvSpPr/>
            <p:nvPr/>
          </p:nvSpPr>
          <p:spPr>
            <a:xfrm>
              <a:off x="4379914" y="979645"/>
              <a:ext cx="106301" cy="129015"/>
            </a:xfrm>
            <a:custGeom>
              <a:avLst/>
              <a:pathLst>
                <a:path w="106301" h="129015">
                  <a:moveTo>
                    <a:pt x="0" y="0"/>
                  </a:moveTo>
                  <a:lnTo>
                    <a:pt x="106301" y="12901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g297"/>
            <p:cNvSpPr/>
            <p:nvPr/>
          </p:nvSpPr>
          <p:spPr>
            <a:xfrm>
              <a:off x="4379914" y="979645"/>
              <a:ext cx="106301" cy="129015"/>
            </a:xfrm>
            <a:custGeom>
              <a:avLst/>
              <a:pathLst>
                <a:path w="106301" h="129015">
                  <a:moveTo>
                    <a:pt x="0" y="0"/>
                  </a:moveTo>
                  <a:lnTo>
                    <a:pt x="106301" y="12901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g298"/>
            <p:cNvSpPr/>
            <p:nvPr/>
          </p:nvSpPr>
          <p:spPr>
            <a:xfrm>
              <a:off x="4379914" y="979645"/>
              <a:ext cx="106301" cy="129015"/>
            </a:xfrm>
            <a:custGeom>
              <a:avLst/>
              <a:pathLst>
                <a:path w="106301" h="129015">
                  <a:moveTo>
                    <a:pt x="0" y="0"/>
                  </a:moveTo>
                  <a:lnTo>
                    <a:pt x="106301" y="12901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g299"/>
            <p:cNvSpPr/>
            <p:nvPr/>
          </p:nvSpPr>
          <p:spPr>
            <a:xfrm>
              <a:off x="4379914" y="979645"/>
              <a:ext cx="106301" cy="129015"/>
            </a:xfrm>
            <a:custGeom>
              <a:avLst/>
              <a:pathLst>
                <a:path w="106301" h="129015">
                  <a:moveTo>
                    <a:pt x="0" y="0"/>
                  </a:moveTo>
                  <a:lnTo>
                    <a:pt x="106301" y="12901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g300"/>
            <p:cNvSpPr/>
            <p:nvPr/>
          </p:nvSpPr>
          <p:spPr>
            <a:xfrm>
              <a:off x="4379914" y="979645"/>
              <a:ext cx="106301" cy="129015"/>
            </a:xfrm>
            <a:custGeom>
              <a:avLst/>
              <a:pathLst>
                <a:path w="106301" h="129015">
                  <a:moveTo>
                    <a:pt x="0" y="0"/>
                  </a:moveTo>
                  <a:lnTo>
                    <a:pt x="106301" y="12901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g301"/>
            <p:cNvSpPr/>
            <p:nvPr/>
          </p:nvSpPr>
          <p:spPr>
            <a:xfrm>
              <a:off x="4379914" y="979645"/>
              <a:ext cx="106301" cy="129015"/>
            </a:xfrm>
            <a:custGeom>
              <a:avLst/>
              <a:pathLst>
                <a:path w="106301" h="129015">
                  <a:moveTo>
                    <a:pt x="0" y="0"/>
                  </a:moveTo>
                  <a:lnTo>
                    <a:pt x="106301" y="12901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g302"/>
            <p:cNvSpPr/>
            <p:nvPr/>
          </p:nvSpPr>
          <p:spPr>
            <a:xfrm>
              <a:off x="4379914" y="979645"/>
              <a:ext cx="106301" cy="129015"/>
            </a:xfrm>
            <a:custGeom>
              <a:avLst/>
              <a:pathLst>
                <a:path w="106301" h="129015">
                  <a:moveTo>
                    <a:pt x="0" y="0"/>
                  </a:moveTo>
                  <a:lnTo>
                    <a:pt x="106301" y="12901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g303"/>
            <p:cNvSpPr/>
            <p:nvPr/>
          </p:nvSpPr>
          <p:spPr>
            <a:xfrm>
              <a:off x="4379914" y="979645"/>
              <a:ext cx="106301" cy="129015"/>
            </a:xfrm>
            <a:custGeom>
              <a:avLst/>
              <a:pathLst>
                <a:path w="106301" h="129015">
                  <a:moveTo>
                    <a:pt x="0" y="0"/>
                  </a:moveTo>
                  <a:lnTo>
                    <a:pt x="106301" y="12901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g304"/>
            <p:cNvSpPr/>
            <p:nvPr/>
          </p:nvSpPr>
          <p:spPr>
            <a:xfrm>
              <a:off x="4319066" y="979645"/>
              <a:ext cx="167149" cy="293707"/>
            </a:xfrm>
            <a:custGeom>
              <a:avLst/>
              <a:pathLst>
                <a:path w="167149" h="293707">
                  <a:moveTo>
                    <a:pt x="60848" y="0"/>
                  </a:moveTo>
                  <a:lnTo>
                    <a:pt x="56760" y="3479"/>
                  </a:lnTo>
                  <a:lnTo>
                    <a:pt x="52786" y="7088"/>
                  </a:lnTo>
                  <a:lnTo>
                    <a:pt x="48930" y="10823"/>
                  </a:lnTo>
                  <a:lnTo>
                    <a:pt x="45196" y="14680"/>
                  </a:lnTo>
                  <a:lnTo>
                    <a:pt x="41588" y="18655"/>
                  </a:lnTo>
                  <a:lnTo>
                    <a:pt x="38109" y="22744"/>
                  </a:lnTo>
                  <a:lnTo>
                    <a:pt x="34763" y="26942"/>
                  </a:lnTo>
                  <a:lnTo>
                    <a:pt x="31554" y="31245"/>
                  </a:lnTo>
                  <a:lnTo>
                    <a:pt x="28485" y="35649"/>
                  </a:lnTo>
                  <a:lnTo>
                    <a:pt x="25559" y="40150"/>
                  </a:lnTo>
                  <a:lnTo>
                    <a:pt x="22778" y="44742"/>
                  </a:lnTo>
                  <a:lnTo>
                    <a:pt x="20147" y="49421"/>
                  </a:lnTo>
                  <a:lnTo>
                    <a:pt x="17667" y="54182"/>
                  </a:lnTo>
                  <a:lnTo>
                    <a:pt x="15341" y="59020"/>
                  </a:lnTo>
                  <a:lnTo>
                    <a:pt x="13172" y="63931"/>
                  </a:lnTo>
                  <a:lnTo>
                    <a:pt x="11162" y="68909"/>
                  </a:lnTo>
                  <a:lnTo>
                    <a:pt x="9312" y="73948"/>
                  </a:lnTo>
                  <a:lnTo>
                    <a:pt x="7625" y="79045"/>
                  </a:lnTo>
                  <a:lnTo>
                    <a:pt x="6103" y="84193"/>
                  </a:lnTo>
                  <a:lnTo>
                    <a:pt x="4747" y="89387"/>
                  </a:lnTo>
                  <a:lnTo>
                    <a:pt x="3558" y="94622"/>
                  </a:lnTo>
                  <a:lnTo>
                    <a:pt x="2538" y="99892"/>
                  </a:lnTo>
                  <a:lnTo>
                    <a:pt x="1688" y="105193"/>
                  </a:lnTo>
                  <a:lnTo>
                    <a:pt x="1008" y="110518"/>
                  </a:lnTo>
                  <a:lnTo>
                    <a:pt x="500" y="115862"/>
                  </a:lnTo>
                  <a:lnTo>
                    <a:pt x="164" y="121220"/>
                  </a:lnTo>
                  <a:lnTo>
                    <a:pt x="0" y="126585"/>
                  </a:lnTo>
                  <a:lnTo>
                    <a:pt x="8" y="131954"/>
                  </a:lnTo>
                  <a:lnTo>
                    <a:pt x="188" y="137319"/>
                  </a:lnTo>
                  <a:lnTo>
                    <a:pt x="541" y="142676"/>
                  </a:lnTo>
                  <a:lnTo>
                    <a:pt x="1065" y="148018"/>
                  </a:lnTo>
                  <a:lnTo>
                    <a:pt x="1761" y="153341"/>
                  </a:lnTo>
                  <a:lnTo>
                    <a:pt x="2628" y="158639"/>
                  </a:lnTo>
                  <a:lnTo>
                    <a:pt x="3664" y="163906"/>
                  </a:lnTo>
                  <a:lnTo>
                    <a:pt x="4868" y="169138"/>
                  </a:lnTo>
                  <a:lnTo>
                    <a:pt x="6240" y="174328"/>
                  </a:lnTo>
                  <a:lnTo>
                    <a:pt x="7778" y="179471"/>
                  </a:lnTo>
                  <a:lnTo>
                    <a:pt x="9480" y="184562"/>
                  </a:lnTo>
                  <a:lnTo>
                    <a:pt x="11345" y="189596"/>
                  </a:lnTo>
                  <a:lnTo>
                    <a:pt x="13371" y="194568"/>
                  </a:lnTo>
                  <a:lnTo>
                    <a:pt x="15555" y="199471"/>
                  </a:lnTo>
                  <a:lnTo>
                    <a:pt x="17895" y="204303"/>
                  </a:lnTo>
                  <a:lnTo>
                    <a:pt x="20390" y="209056"/>
                  </a:lnTo>
                  <a:lnTo>
                    <a:pt x="23036" y="213727"/>
                  </a:lnTo>
                  <a:lnTo>
                    <a:pt x="25830" y="218311"/>
                  </a:lnTo>
                  <a:lnTo>
                    <a:pt x="28770" y="222802"/>
                  </a:lnTo>
                  <a:lnTo>
                    <a:pt x="31853" y="227197"/>
                  </a:lnTo>
                  <a:lnTo>
                    <a:pt x="35075" y="231491"/>
                  </a:lnTo>
                  <a:lnTo>
                    <a:pt x="38434" y="235679"/>
                  </a:lnTo>
                  <a:lnTo>
                    <a:pt x="41925" y="239757"/>
                  </a:lnTo>
                  <a:lnTo>
                    <a:pt x="45545" y="243721"/>
                  </a:lnTo>
                  <a:lnTo>
                    <a:pt x="49291" y="247566"/>
                  </a:lnTo>
                  <a:lnTo>
                    <a:pt x="53158" y="251289"/>
                  </a:lnTo>
                  <a:lnTo>
                    <a:pt x="57143" y="254886"/>
                  </a:lnTo>
                  <a:lnTo>
                    <a:pt x="61241" y="258354"/>
                  </a:lnTo>
                  <a:lnTo>
                    <a:pt x="65449" y="261687"/>
                  </a:lnTo>
                  <a:lnTo>
                    <a:pt x="69761" y="264885"/>
                  </a:lnTo>
                  <a:lnTo>
                    <a:pt x="74174" y="267941"/>
                  </a:lnTo>
                  <a:lnTo>
                    <a:pt x="78683" y="270855"/>
                  </a:lnTo>
                  <a:lnTo>
                    <a:pt x="83283" y="273623"/>
                  </a:lnTo>
                  <a:lnTo>
                    <a:pt x="87969" y="276241"/>
                  </a:lnTo>
                  <a:lnTo>
                    <a:pt x="92737" y="278707"/>
                  </a:lnTo>
                  <a:lnTo>
                    <a:pt x="97582" y="281019"/>
                  </a:lnTo>
                  <a:lnTo>
                    <a:pt x="102499" y="283175"/>
                  </a:lnTo>
                  <a:lnTo>
                    <a:pt x="107482" y="285171"/>
                  </a:lnTo>
                  <a:lnTo>
                    <a:pt x="112527" y="287007"/>
                  </a:lnTo>
                  <a:lnTo>
                    <a:pt x="117628" y="288679"/>
                  </a:lnTo>
                  <a:lnTo>
                    <a:pt x="122780" y="290187"/>
                  </a:lnTo>
                  <a:lnTo>
                    <a:pt x="127978" y="291528"/>
                  </a:lnTo>
                  <a:lnTo>
                    <a:pt x="133217" y="292702"/>
                  </a:lnTo>
                  <a:lnTo>
                    <a:pt x="138490" y="293707"/>
                  </a:lnTo>
                  <a:lnTo>
                    <a:pt x="167149" y="12901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g305"/>
            <p:cNvSpPr/>
            <p:nvPr/>
          </p:nvSpPr>
          <p:spPr>
            <a:xfrm>
              <a:off x="4457556" y="941493"/>
              <a:ext cx="195819" cy="334320"/>
            </a:xfrm>
            <a:custGeom>
              <a:avLst/>
              <a:pathLst>
                <a:path w="195819" h="334320">
                  <a:moveTo>
                    <a:pt x="0" y="331859"/>
                  </a:moveTo>
                  <a:lnTo>
                    <a:pt x="5261" y="332689"/>
                  </a:lnTo>
                  <a:lnTo>
                    <a:pt x="10546" y="333350"/>
                  </a:lnTo>
                  <a:lnTo>
                    <a:pt x="15850" y="333843"/>
                  </a:lnTo>
                  <a:lnTo>
                    <a:pt x="21166" y="334166"/>
                  </a:lnTo>
                  <a:lnTo>
                    <a:pt x="26491" y="334320"/>
                  </a:lnTo>
                  <a:lnTo>
                    <a:pt x="31817" y="334305"/>
                  </a:lnTo>
                  <a:lnTo>
                    <a:pt x="37140" y="334119"/>
                  </a:lnTo>
                  <a:lnTo>
                    <a:pt x="42455" y="333764"/>
                  </a:lnTo>
                  <a:lnTo>
                    <a:pt x="47755" y="333240"/>
                  </a:lnTo>
                  <a:lnTo>
                    <a:pt x="53037" y="332547"/>
                  </a:lnTo>
                  <a:lnTo>
                    <a:pt x="58293" y="331687"/>
                  </a:lnTo>
                  <a:lnTo>
                    <a:pt x="63520" y="330659"/>
                  </a:lnTo>
                  <a:lnTo>
                    <a:pt x="68711" y="329466"/>
                  </a:lnTo>
                  <a:lnTo>
                    <a:pt x="73861" y="328107"/>
                  </a:lnTo>
                  <a:lnTo>
                    <a:pt x="78965" y="326585"/>
                  </a:lnTo>
                  <a:lnTo>
                    <a:pt x="84019" y="324902"/>
                  </a:lnTo>
                  <a:lnTo>
                    <a:pt x="89016" y="323058"/>
                  </a:lnTo>
                  <a:lnTo>
                    <a:pt x="93952" y="321056"/>
                  </a:lnTo>
                  <a:lnTo>
                    <a:pt x="98821" y="318898"/>
                  </a:lnTo>
                  <a:lnTo>
                    <a:pt x="103620" y="316585"/>
                  </a:lnTo>
                  <a:lnTo>
                    <a:pt x="108342" y="314121"/>
                  </a:lnTo>
                  <a:lnTo>
                    <a:pt x="112983" y="311508"/>
                  </a:lnTo>
                  <a:lnTo>
                    <a:pt x="117539" y="308748"/>
                  </a:lnTo>
                  <a:lnTo>
                    <a:pt x="122004" y="305845"/>
                  </a:lnTo>
                  <a:lnTo>
                    <a:pt x="126375" y="302801"/>
                  </a:lnTo>
                  <a:lnTo>
                    <a:pt x="130647" y="299619"/>
                  </a:lnTo>
                  <a:lnTo>
                    <a:pt x="134815" y="296302"/>
                  </a:lnTo>
                  <a:lnTo>
                    <a:pt x="138875" y="292855"/>
                  </a:lnTo>
                  <a:lnTo>
                    <a:pt x="142823" y="289279"/>
                  </a:lnTo>
                  <a:lnTo>
                    <a:pt x="146656" y="285580"/>
                  </a:lnTo>
                  <a:lnTo>
                    <a:pt x="150368" y="281761"/>
                  </a:lnTo>
                  <a:lnTo>
                    <a:pt x="153957" y="277825"/>
                  </a:lnTo>
                  <a:lnTo>
                    <a:pt x="157419" y="273777"/>
                  </a:lnTo>
                  <a:lnTo>
                    <a:pt x="160750" y="269621"/>
                  </a:lnTo>
                  <a:lnTo>
                    <a:pt x="163947" y="265361"/>
                  </a:lnTo>
                  <a:lnTo>
                    <a:pt x="167007" y="261001"/>
                  </a:lnTo>
                  <a:lnTo>
                    <a:pt x="169926" y="256545"/>
                  </a:lnTo>
                  <a:lnTo>
                    <a:pt x="172702" y="251999"/>
                  </a:lnTo>
                  <a:lnTo>
                    <a:pt x="175332" y="247367"/>
                  </a:lnTo>
                  <a:lnTo>
                    <a:pt x="177812" y="242654"/>
                  </a:lnTo>
                  <a:lnTo>
                    <a:pt x="180141" y="237864"/>
                  </a:lnTo>
                  <a:lnTo>
                    <a:pt x="182317" y="233002"/>
                  </a:lnTo>
                  <a:lnTo>
                    <a:pt x="184336" y="228073"/>
                  </a:lnTo>
                  <a:lnTo>
                    <a:pt x="186198" y="223082"/>
                  </a:lnTo>
                  <a:lnTo>
                    <a:pt x="187899" y="218035"/>
                  </a:lnTo>
                  <a:lnTo>
                    <a:pt x="189439" y="212936"/>
                  </a:lnTo>
                  <a:lnTo>
                    <a:pt x="190815" y="207790"/>
                  </a:lnTo>
                  <a:lnTo>
                    <a:pt x="192027" y="202604"/>
                  </a:lnTo>
                  <a:lnTo>
                    <a:pt x="193073" y="197381"/>
                  </a:lnTo>
                  <a:lnTo>
                    <a:pt x="193952" y="192127"/>
                  </a:lnTo>
                  <a:lnTo>
                    <a:pt x="194664" y="186849"/>
                  </a:lnTo>
                  <a:lnTo>
                    <a:pt x="195206" y="181550"/>
                  </a:lnTo>
                  <a:lnTo>
                    <a:pt x="195580" y="176237"/>
                  </a:lnTo>
                  <a:lnTo>
                    <a:pt x="195784" y="170914"/>
                  </a:lnTo>
                  <a:lnTo>
                    <a:pt x="195819" y="165588"/>
                  </a:lnTo>
                  <a:lnTo>
                    <a:pt x="195684" y="160263"/>
                  </a:lnTo>
                  <a:lnTo>
                    <a:pt x="195379" y="154945"/>
                  </a:lnTo>
                  <a:lnTo>
                    <a:pt x="194905" y="149640"/>
                  </a:lnTo>
                  <a:lnTo>
                    <a:pt x="194262" y="144353"/>
                  </a:lnTo>
                  <a:lnTo>
                    <a:pt x="193451" y="139088"/>
                  </a:lnTo>
                  <a:lnTo>
                    <a:pt x="192473" y="133852"/>
                  </a:lnTo>
                  <a:lnTo>
                    <a:pt x="191329" y="128650"/>
                  </a:lnTo>
                  <a:lnTo>
                    <a:pt x="190019" y="123487"/>
                  </a:lnTo>
                  <a:lnTo>
                    <a:pt x="188545" y="118369"/>
                  </a:lnTo>
                  <a:lnTo>
                    <a:pt x="186910" y="113300"/>
                  </a:lnTo>
                  <a:lnTo>
                    <a:pt x="185113" y="108285"/>
                  </a:lnTo>
                  <a:lnTo>
                    <a:pt x="183158" y="103331"/>
                  </a:lnTo>
                  <a:lnTo>
                    <a:pt x="181046" y="98441"/>
                  </a:lnTo>
                  <a:lnTo>
                    <a:pt x="178779" y="93621"/>
                  </a:lnTo>
                  <a:lnTo>
                    <a:pt x="176359" y="88876"/>
                  </a:lnTo>
                  <a:lnTo>
                    <a:pt x="173790" y="84210"/>
                  </a:lnTo>
                  <a:lnTo>
                    <a:pt x="171074" y="79628"/>
                  </a:lnTo>
                  <a:lnTo>
                    <a:pt x="168212" y="75136"/>
                  </a:lnTo>
                  <a:lnTo>
                    <a:pt x="165210" y="70736"/>
                  </a:lnTo>
                  <a:lnTo>
                    <a:pt x="162068" y="66435"/>
                  </a:lnTo>
                  <a:lnTo>
                    <a:pt x="158791" y="62236"/>
                  </a:lnTo>
                  <a:lnTo>
                    <a:pt x="155382" y="58143"/>
                  </a:lnTo>
                  <a:lnTo>
                    <a:pt x="151844" y="54161"/>
                  </a:lnTo>
                  <a:lnTo>
                    <a:pt x="148182" y="50294"/>
                  </a:lnTo>
                  <a:lnTo>
                    <a:pt x="144398" y="46546"/>
                  </a:lnTo>
                  <a:lnTo>
                    <a:pt x="140496" y="42919"/>
                  </a:lnTo>
                  <a:lnTo>
                    <a:pt x="136481" y="39420"/>
                  </a:lnTo>
                  <a:lnTo>
                    <a:pt x="132356" y="36049"/>
                  </a:lnTo>
                  <a:lnTo>
                    <a:pt x="128126" y="32812"/>
                  </a:lnTo>
                  <a:lnTo>
                    <a:pt x="123795" y="29711"/>
                  </a:lnTo>
                  <a:lnTo>
                    <a:pt x="119368" y="26750"/>
                  </a:lnTo>
                  <a:lnTo>
                    <a:pt x="114848" y="23932"/>
                  </a:lnTo>
                  <a:lnTo>
                    <a:pt x="110241" y="21258"/>
                  </a:lnTo>
                  <a:lnTo>
                    <a:pt x="105551" y="18733"/>
                  </a:lnTo>
                  <a:lnTo>
                    <a:pt x="100783" y="16359"/>
                  </a:lnTo>
                  <a:lnTo>
                    <a:pt x="95942" y="14138"/>
                  </a:lnTo>
                  <a:lnTo>
                    <a:pt x="91033" y="12072"/>
                  </a:lnTo>
                  <a:lnTo>
                    <a:pt x="86060" y="10163"/>
                  </a:lnTo>
                  <a:lnTo>
                    <a:pt x="81029" y="8414"/>
                  </a:lnTo>
                  <a:lnTo>
                    <a:pt x="75945" y="6827"/>
                  </a:lnTo>
                  <a:lnTo>
                    <a:pt x="70812" y="5402"/>
                  </a:lnTo>
                  <a:lnTo>
                    <a:pt x="65637" y="4141"/>
                  </a:lnTo>
                  <a:lnTo>
                    <a:pt x="60425" y="3045"/>
                  </a:lnTo>
                  <a:lnTo>
                    <a:pt x="55180" y="2117"/>
                  </a:lnTo>
                  <a:lnTo>
                    <a:pt x="49908" y="1356"/>
                  </a:lnTo>
                  <a:lnTo>
                    <a:pt x="44615" y="763"/>
                  </a:lnTo>
                  <a:lnTo>
                    <a:pt x="39305" y="339"/>
                  </a:lnTo>
                  <a:lnTo>
                    <a:pt x="33985" y="84"/>
                  </a:lnTo>
                  <a:lnTo>
                    <a:pt x="28659" y="0"/>
                  </a:lnTo>
                  <a:lnTo>
                    <a:pt x="28659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g306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g307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g308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g309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g310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g311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g312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g313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g314"/>
            <p:cNvSpPr/>
            <p:nvPr/>
          </p:nvSpPr>
          <p:spPr>
            <a:xfrm>
              <a:off x="3797346" y="1071028"/>
              <a:ext cx="315272" cy="334330"/>
            </a:xfrm>
            <a:custGeom>
              <a:avLst/>
              <a:pathLst>
                <a:path w="315272" h="334330">
                  <a:moveTo>
                    <a:pt x="167154" y="0"/>
                  </a:moveTo>
                  <a:lnTo>
                    <a:pt x="161838" y="84"/>
                  </a:lnTo>
                  <a:lnTo>
                    <a:pt x="156527" y="338"/>
                  </a:lnTo>
                  <a:lnTo>
                    <a:pt x="151227" y="760"/>
                  </a:lnTo>
                  <a:lnTo>
                    <a:pt x="145943" y="1351"/>
                  </a:lnTo>
                  <a:lnTo>
                    <a:pt x="140681" y="2109"/>
                  </a:lnTo>
                  <a:lnTo>
                    <a:pt x="135445" y="3034"/>
                  </a:lnTo>
                  <a:lnTo>
                    <a:pt x="130241" y="4126"/>
                  </a:lnTo>
                  <a:lnTo>
                    <a:pt x="125075" y="5382"/>
                  </a:lnTo>
                  <a:lnTo>
                    <a:pt x="119951" y="6802"/>
                  </a:lnTo>
                  <a:lnTo>
                    <a:pt x="114875" y="8385"/>
                  </a:lnTo>
                  <a:lnTo>
                    <a:pt x="109852" y="10127"/>
                  </a:lnTo>
                  <a:lnTo>
                    <a:pt x="104887" y="12029"/>
                  </a:lnTo>
                  <a:lnTo>
                    <a:pt x="99985" y="14088"/>
                  </a:lnTo>
                  <a:lnTo>
                    <a:pt x="95151" y="16301"/>
                  </a:lnTo>
                  <a:lnTo>
                    <a:pt x="90389" y="18667"/>
                  </a:lnTo>
                  <a:lnTo>
                    <a:pt x="85706" y="21184"/>
                  </a:lnTo>
                  <a:lnTo>
                    <a:pt x="81104" y="23848"/>
                  </a:lnTo>
                  <a:lnTo>
                    <a:pt x="76590" y="26657"/>
                  </a:lnTo>
                  <a:lnTo>
                    <a:pt x="72168" y="29608"/>
                  </a:lnTo>
                  <a:lnTo>
                    <a:pt x="67841" y="32698"/>
                  </a:lnTo>
                  <a:lnTo>
                    <a:pt x="63615" y="35925"/>
                  </a:lnTo>
                  <a:lnTo>
                    <a:pt x="59494" y="39284"/>
                  </a:lnTo>
                  <a:lnTo>
                    <a:pt x="55481" y="42772"/>
                  </a:lnTo>
                  <a:lnTo>
                    <a:pt x="51582" y="46387"/>
                  </a:lnTo>
                  <a:lnTo>
                    <a:pt x="47799" y="50123"/>
                  </a:lnTo>
                  <a:lnTo>
                    <a:pt x="44137" y="53978"/>
                  </a:lnTo>
                  <a:lnTo>
                    <a:pt x="40600" y="57947"/>
                  </a:lnTo>
                  <a:lnTo>
                    <a:pt x="37191" y="62027"/>
                  </a:lnTo>
                  <a:lnTo>
                    <a:pt x="33913" y="66214"/>
                  </a:lnTo>
                  <a:lnTo>
                    <a:pt x="30770" y="70502"/>
                  </a:lnTo>
                  <a:lnTo>
                    <a:pt x="27764" y="74888"/>
                  </a:lnTo>
                  <a:lnTo>
                    <a:pt x="24900" y="79368"/>
                  </a:lnTo>
                  <a:lnTo>
                    <a:pt x="22180" y="83936"/>
                  </a:lnTo>
                  <a:lnTo>
                    <a:pt x="19607" y="88588"/>
                  </a:lnTo>
                  <a:lnTo>
                    <a:pt x="17182" y="93320"/>
                  </a:lnTo>
                  <a:lnTo>
                    <a:pt x="14910" y="98127"/>
                  </a:lnTo>
                  <a:lnTo>
                    <a:pt x="12791" y="103004"/>
                  </a:lnTo>
                  <a:lnTo>
                    <a:pt x="10829" y="107945"/>
                  </a:lnTo>
                  <a:lnTo>
                    <a:pt x="9024" y="112947"/>
                  </a:lnTo>
                  <a:lnTo>
                    <a:pt x="7380" y="118003"/>
                  </a:lnTo>
                  <a:lnTo>
                    <a:pt x="5897" y="123109"/>
                  </a:lnTo>
                  <a:lnTo>
                    <a:pt x="4578" y="128259"/>
                  </a:lnTo>
                  <a:lnTo>
                    <a:pt x="3423" y="133449"/>
                  </a:lnTo>
                  <a:lnTo>
                    <a:pt x="2433" y="138673"/>
                  </a:lnTo>
                  <a:lnTo>
                    <a:pt x="1610" y="143926"/>
                  </a:lnTo>
                  <a:lnTo>
                    <a:pt x="955" y="149202"/>
                  </a:lnTo>
                  <a:lnTo>
                    <a:pt x="468" y="154497"/>
                  </a:lnTo>
                  <a:lnTo>
                    <a:pt x="149" y="159804"/>
                  </a:lnTo>
                  <a:lnTo>
                    <a:pt x="0" y="165119"/>
                  </a:lnTo>
                  <a:lnTo>
                    <a:pt x="19" y="170436"/>
                  </a:lnTo>
                  <a:lnTo>
                    <a:pt x="207" y="175749"/>
                  </a:lnTo>
                  <a:lnTo>
                    <a:pt x="565" y="181054"/>
                  </a:lnTo>
                  <a:lnTo>
                    <a:pt x="1091" y="186345"/>
                  </a:lnTo>
                  <a:lnTo>
                    <a:pt x="1785" y="191616"/>
                  </a:lnTo>
                  <a:lnTo>
                    <a:pt x="2646" y="196863"/>
                  </a:lnTo>
                  <a:lnTo>
                    <a:pt x="3673" y="202080"/>
                  </a:lnTo>
                  <a:lnTo>
                    <a:pt x="4866" y="207261"/>
                  </a:lnTo>
                  <a:lnTo>
                    <a:pt x="6223" y="212402"/>
                  </a:lnTo>
                  <a:lnTo>
                    <a:pt x="7743" y="217497"/>
                  </a:lnTo>
                  <a:lnTo>
                    <a:pt x="9425" y="222541"/>
                  </a:lnTo>
                  <a:lnTo>
                    <a:pt x="11265" y="227529"/>
                  </a:lnTo>
                  <a:lnTo>
                    <a:pt x="13264" y="232456"/>
                  </a:lnTo>
                  <a:lnTo>
                    <a:pt x="15418" y="237317"/>
                  </a:lnTo>
                  <a:lnTo>
                    <a:pt x="17726" y="242107"/>
                  </a:lnTo>
                  <a:lnTo>
                    <a:pt x="20184" y="246821"/>
                  </a:lnTo>
                  <a:lnTo>
                    <a:pt x="22792" y="251455"/>
                  </a:lnTo>
                  <a:lnTo>
                    <a:pt x="25545" y="256003"/>
                  </a:lnTo>
                  <a:lnTo>
                    <a:pt x="28442" y="260461"/>
                  </a:lnTo>
                  <a:lnTo>
                    <a:pt x="31479" y="264826"/>
                  </a:lnTo>
                  <a:lnTo>
                    <a:pt x="34654" y="269091"/>
                  </a:lnTo>
                  <a:lnTo>
                    <a:pt x="37962" y="273253"/>
                  </a:lnTo>
                  <a:lnTo>
                    <a:pt x="41401" y="277308"/>
                  </a:lnTo>
                  <a:lnTo>
                    <a:pt x="44967" y="281251"/>
                  </a:lnTo>
                  <a:lnTo>
                    <a:pt x="48657" y="285079"/>
                  </a:lnTo>
                  <a:lnTo>
                    <a:pt x="52467" y="288788"/>
                  </a:lnTo>
                  <a:lnTo>
                    <a:pt x="56393" y="292374"/>
                  </a:lnTo>
                  <a:lnTo>
                    <a:pt x="60430" y="295833"/>
                  </a:lnTo>
                  <a:lnTo>
                    <a:pt x="64576" y="299162"/>
                  </a:lnTo>
                  <a:lnTo>
                    <a:pt x="68826" y="302357"/>
                  </a:lnTo>
                  <a:lnTo>
                    <a:pt x="73175" y="305416"/>
                  </a:lnTo>
                  <a:lnTo>
                    <a:pt x="77619" y="308335"/>
                  </a:lnTo>
                  <a:lnTo>
                    <a:pt x="82154" y="311111"/>
                  </a:lnTo>
                  <a:lnTo>
                    <a:pt x="86774" y="313741"/>
                  </a:lnTo>
                  <a:lnTo>
                    <a:pt x="91476" y="316223"/>
                  </a:lnTo>
                  <a:lnTo>
                    <a:pt x="96255" y="318554"/>
                  </a:lnTo>
                  <a:lnTo>
                    <a:pt x="101105" y="320733"/>
                  </a:lnTo>
                  <a:lnTo>
                    <a:pt x="106022" y="322755"/>
                  </a:lnTo>
                  <a:lnTo>
                    <a:pt x="111001" y="324621"/>
                  </a:lnTo>
                  <a:lnTo>
                    <a:pt x="116037" y="326327"/>
                  </a:lnTo>
                  <a:lnTo>
                    <a:pt x="121124" y="327872"/>
                  </a:lnTo>
                  <a:lnTo>
                    <a:pt x="126258" y="329255"/>
                  </a:lnTo>
                  <a:lnTo>
                    <a:pt x="131433" y="330473"/>
                  </a:lnTo>
                  <a:lnTo>
                    <a:pt x="136645" y="331527"/>
                  </a:lnTo>
                  <a:lnTo>
                    <a:pt x="141887" y="332414"/>
                  </a:lnTo>
                  <a:lnTo>
                    <a:pt x="147155" y="333134"/>
                  </a:lnTo>
                  <a:lnTo>
                    <a:pt x="152443" y="333686"/>
                  </a:lnTo>
                  <a:lnTo>
                    <a:pt x="157746" y="334069"/>
                  </a:lnTo>
                  <a:lnTo>
                    <a:pt x="163059" y="334284"/>
                  </a:lnTo>
                  <a:lnTo>
                    <a:pt x="168375" y="334330"/>
                  </a:lnTo>
                  <a:lnTo>
                    <a:pt x="173691" y="334207"/>
                  </a:lnTo>
                  <a:lnTo>
                    <a:pt x="179000" y="333914"/>
                  </a:lnTo>
                  <a:lnTo>
                    <a:pt x="184297" y="333453"/>
                  </a:lnTo>
                  <a:lnTo>
                    <a:pt x="189576" y="332824"/>
                  </a:lnTo>
                  <a:lnTo>
                    <a:pt x="194833" y="332027"/>
                  </a:lnTo>
                  <a:lnTo>
                    <a:pt x="200062" y="331063"/>
                  </a:lnTo>
                  <a:lnTo>
                    <a:pt x="205257" y="329934"/>
                  </a:lnTo>
                  <a:lnTo>
                    <a:pt x="210414" y="328640"/>
                  </a:lnTo>
                  <a:lnTo>
                    <a:pt x="215527" y="327183"/>
                  </a:lnTo>
                  <a:lnTo>
                    <a:pt x="220592" y="325563"/>
                  </a:lnTo>
                  <a:lnTo>
                    <a:pt x="225602" y="323784"/>
                  </a:lnTo>
                  <a:lnTo>
                    <a:pt x="230553" y="321846"/>
                  </a:lnTo>
                  <a:lnTo>
                    <a:pt x="235440" y="319751"/>
                  </a:lnTo>
                  <a:lnTo>
                    <a:pt x="240258" y="317503"/>
                  </a:lnTo>
                  <a:lnTo>
                    <a:pt x="245002" y="315102"/>
                  </a:lnTo>
                  <a:lnTo>
                    <a:pt x="249667" y="312551"/>
                  </a:lnTo>
                  <a:lnTo>
                    <a:pt x="254249" y="309854"/>
                  </a:lnTo>
                  <a:lnTo>
                    <a:pt x="258742" y="307012"/>
                  </a:lnTo>
                  <a:lnTo>
                    <a:pt x="263143" y="304028"/>
                  </a:lnTo>
                  <a:lnTo>
                    <a:pt x="267447" y="300907"/>
                  </a:lnTo>
                  <a:lnTo>
                    <a:pt x="271650" y="297649"/>
                  </a:lnTo>
                  <a:lnTo>
                    <a:pt x="275746" y="294260"/>
                  </a:lnTo>
                  <a:lnTo>
                    <a:pt x="279733" y="290743"/>
                  </a:lnTo>
                  <a:lnTo>
                    <a:pt x="283606" y="287100"/>
                  </a:lnTo>
                  <a:lnTo>
                    <a:pt x="287361" y="283336"/>
                  </a:lnTo>
                  <a:lnTo>
                    <a:pt x="290995" y="279454"/>
                  </a:lnTo>
                  <a:lnTo>
                    <a:pt x="294503" y="275459"/>
                  </a:lnTo>
                  <a:lnTo>
                    <a:pt x="297883" y="271355"/>
                  </a:lnTo>
                  <a:lnTo>
                    <a:pt x="301130" y="267144"/>
                  </a:lnTo>
                  <a:lnTo>
                    <a:pt x="304242" y="262833"/>
                  </a:lnTo>
                  <a:lnTo>
                    <a:pt x="307215" y="258425"/>
                  </a:lnTo>
                  <a:lnTo>
                    <a:pt x="310046" y="253925"/>
                  </a:lnTo>
                  <a:lnTo>
                    <a:pt x="312733" y="249337"/>
                  </a:lnTo>
                  <a:lnTo>
                    <a:pt x="315272" y="244666"/>
                  </a:lnTo>
                  <a:lnTo>
                    <a:pt x="167154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g315"/>
            <p:cNvSpPr/>
            <p:nvPr/>
          </p:nvSpPr>
          <p:spPr>
            <a:xfrm>
              <a:off x="3964501" y="1238196"/>
              <a:ext cx="148117" cy="77498"/>
            </a:xfrm>
            <a:custGeom>
              <a:avLst/>
              <a:pathLst>
                <a:path w="148117" h="77498">
                  <a:moveTo>
                    <a:pt x="148117" y="77498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g316"/>
            <p:cNvSpPr/>
            <p:nvPr/>
          </p:nvSpPr>
          <p:spPr>
            <a:xfrm>
              <a:off x="3964501" y="1238196"/>
              <a:ext cx="148117" cy="77498"/>
            </a:xfrm>
            <a:custGeom>
              <a:avLst/>
              <a:pathLst>
                <a:path w="148117" h="77498">
                  <a:moveTo>
                    <a:pt x="148117" y="77498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g317"/>
            <p:cNvSpPr/>
            <p:nvPr/>
          </p:nvSpPr>
          <p:spPr>
            <a:xfrm>
              <a:off x="3964501" y="1238196"/>
              <a:ext cx="148117" cy="77498"/>
            </a:xfrm>
            <a:custGeom>
              <a:avLst/>
              <a:pathLst>
                <a:path w="148117" h="77498">
                  <a:moveTo>
                    <a:pt x="148117" y="77498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g318"/>
            <p:cNvSpPr/>
            <p:nvPr/>
          </p:nvSpPr>
          <p:spPr>
            <a:xfrm>
              <a:off x="3964501" y="1238196"/>
              <a:ext cx="148117" cy="77498"/>
            </a:xfrm>
            <a:custGeom>
              <a:avLst/>
              <a:pathLst>
                <a:path w="148117" h="77498">
                  <a:moveTo>
                    <a:pt x="148117" y="77498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g319"/>
            <p:cNvSpPr/>
            <p:nvPr/>
          </p:nvSpPr>
          <p:spPr>
            <a:xfrm>
              <a:off x="3964501" y="1238196"/>
              <a:ext cx="148117" cy="77498"/>
            </a:xfrm>
            <a:custGeom>
              <a:avLst/>
              <a:pathLst>
                <a:path w="148117" h="77498">
                  <a:moveTo>
                    <a:pt x="148117" y="77498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g320"/>
            <p:cNvSpPr/>
            <p:nvPr/>
          </p:nvSpPr>
          <p:spPr>
            <a:xfrm>
              <a:off x="3964501" y="1238196"/>
              <a:ext cx="148117" cy="77498"/>
            </a:xfrm>
            <a:custGeom>
              <a:avLst/>
              <a:pathLst>
                <a:path w="148117" h="77498">
                  <a:moveTo>
                    <a:pt x="148117" y="77498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g321"/>
            <p:cNvSpPr/>
            <p:nvPr/>
          </p:nvSpPr>
          <p:spPr>
            <a:xfrm>
              <a:off x="3964501" y="1238196"/>
              <a:ext cx="148117" cy="77498"/>
            </a:xfrm>
            <a:custGeom>
              <a:avLst/>
              <a:pathLst>
                <a:path w="148117" h="77498">
                  <a:moveTo>
                    <a:pt x="148117" y="77498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g322"/>
            <p:cNvSpPr/>
            <p:nvPr/>
          </p:nvSpPr>
          <p:spPr>
            <a:xfrm>
              <a:off x="3964501" y="1238196"/>
              <a:ext cx="148117" cy="77498"/>
            </a:xfrm>
            <a:custGeom>
              <a:avLst/>
              <a:pathLst>
                <a:path w="148117" h="77498">
                  <a:moveTo>
                    <a:pt x="148117" y="77498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g323"/>
            <p:cNvSpPr/>
            <p:nvPr/>
          </p:nvSpPr>
          <p:spPr>
            <a:xfrm>
              <a:off x="3964501" y="1238196"/>
              <a:ext cx="148117" cy="77498"/>
            </a:xfrm>
            <a:custGeom>
              <a:avLst/>
              <a:pathLst>
                <a:path w="148117" h="77498">
                  <a:moveTo>
                    <a:pt x="148117" y="77498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g324"/>
            <p:cNvSpPr/>
            <p:nvPr/>
          </p:nvSpPr>
          <p:spPr>
            <a:xfrm>
              <a:off x="3964501" y="1238196"/>
              <a:ext cx="148117" cy="77498"/>
            </a:xfrm>
            <a:custGeom>
              <a:avLst/>
              <a:pathLst>
                <a:path w="148117" h="77498">
                  <a:moveTo>
                    <a:pt x="148117" y="77498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g325"/>
            <p:cNvSpPr/>
            <p:nvPr/>
          </p:nvSpPr>
          <p:spPr>
            <a:xfrm>
              <a:off x="3964501" y="1238196"/>
              <a:ext cx="148117" cy="77498"/>
            </a:xfrm>
            <a:custGeom>
              <a:avLst/>
              <a:pathLst>
                <a:path w="148117" h="77498">
                  <a:moveTo>
                    <a:pt x="148117" y="77498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g326"/>
            <p:cNvSpPr/>
            <p:nvPr/>
          </p:nvSpPr>
          <p:spPr>
            <a:xfrm>
              <a:off x="3964501" y="1238196"/>
              <a:ext cx="148117" cy="77498"/>
            </a:xfrm>
            <a:custGeom>
              <a:avLst/>
              <a:pathLst>
                <a:path w="148117" h="77498">
                  <a:moveTo>
                    <a:pt x="148117" y="77498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g327"/>
            <p:cNvSpPr/>
            <p:nvPr/>
          </p:nvSpPr>
          <p:spPr>
            <a:xfrm>
              <a:off x="3964501" y="1238196"/>
              <a:ext cx="148117" cy="77498"/>
            </a:xfrm>
            <a:custGeom>
              <a:avLst/>
              <a:pathLst>
                <a:path w="148117" h="77498">
                  <a:moveTo>
                    <a:pt x="148117" y="77498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g328"/>
            <p:cNvSpPr/>
            <p:nvPr/>
          </p:nvSpPr>
          <p:spPr>
            <a:xfrm>
              <a:off x="3964501" y="1238196"/>
              <a:ext cx="148117" cy="77498"/>
            </a:xfrm>
            <a:custGeom>
              <a:avLst/>
              <a:pathLst>
                <a:path w="148117" h="77498">
                  <a:moveTo>
                    <a:pt x="148117" y="77498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g329"/>
            <p:cNvSpPr/>
            <p:nvPr/>
          </p:nvSpPr>
          <p:spPr>
            <a:xfrm>
              <a:off x="3964501" y="1238196"/>
              <a:ext cx="148117" cy="77498"/>
            </a:xfrm>
            <a:custGeom>
              <a:avLst/>
              <a:pathLst>
                <a:path w="148117" h="77498">
                  <a:moveTo>
                    <a:pt x="148117" y="77498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g330"/>
            <p:cNvSpPr/>
            <p:nvPr/>
          </p:nvSpPr>
          <p:spPr>
            <a:xfrm>
              <a:off x="3964501" y="1238196"/>
              <a:ext cx="148117" cy="77498"/>
            </a:xfrm>
            <a:custGeom>
              <a:avLst/>
              <a:pathLst>
                <a:path w="148117" h="77498">
                  <a:moveTo>
                    <a:pt x="148117" y="77498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g331"/>
            <p:cNvSpPr/>
            <p:nvPr/>
          </p:nvSpPr>
          <p:spPr>
            <a:xfrm>
              <a:off x="3964501" y="1238196"/>
              <a:ext cx="148117" cy="77498"/>
            </a:xfrm>
            <a:custGeom>
              <a:avLst/>
              <a:pathLst>
                <a:path w="148117" h="77498">
                  <a:moveTo>
                    <a:pt x="148117" y="77498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g332"/>
            <p:cNvSpPr/>
            <p:nvPr/>
          </p:nvSpPr>
          <p:spPr>
            <a:xfrm>
              <a:off x="3964501" y="1077816"/>
              <a:ext cx="167167" cy="237878"/>
            </a:xfrm>
            <a:custGeom>
              <a:avLst/>
              <a:pathLst>
                <a:path w="167167" h="237878">
                  <a:moveTo>
                    <a:pt x="148117" y="237878"/>
                  </a:moveTo>
                  <a:lnTo>
                    <a:pt x="150530" y="233081"/>
                  </a:lnTo>
                  <a:lnTo>
                    <a:pt x="152788" y="228208"/>
                  </a:lnTo>
                  <a:lnTo>
                    <a:pt x="154888" y="223266"/>
                  </a:lnTo>
                  <a:lnTo>
                    <a:pt x="156828" y="218258"/>
                  </a:lnTo>
                  <a:lnTo>
                    <a:pt x="158606" y="213191"/>
                  </a:lnTo>
                  <a:lnTo>
                    <a:pt x="160220" y="208069"/>
                  </a:lnTo>
                  <a:lnTo>
                    <a:pt x="161669" y="202898"/>
                  </a:lnTo>
                  <a:lnTo>
                    <a:pt x="162952" y="197684"/>
                  </a:lnTo>
                  <a:lnTo>
                    <a:pt x="164066" y="192430"/>
                  </a:lnTo>
                  <a:lnTo>
                    <a:pt x="165011" y="187144"/>
                  </a:lnTo>
                  <a:lnTo>
                    <a:pt x="165785" y="181830"/>
                  </a:lnTo>
                  <a:lnTo>
                    <a:pt x="166388" y="176494"/>
                  </a:lnTo>
                  <a:lnTo>
                    <a:pt x="166820" y="171141"/>
                  </a:lnTo>
                  <a:lnTo>
                    <a:pt x="167080" y="165777"/>
                  </a:lnTo>
                  <a:lnTo>
                    <a:pt x="167167" y="160408"/>
                  </a:lnTo>
                  <a:lnTo>
                    <a:pt x="167082" y="155038"/>
                  </a:lnTo>
                  <a:lnTo>
                    <a:pt x="166824" y="149674"/>
                  </a:lnTo>
                  <a:lnTo>
                    <a:pt x="166394" y="144321"/>
                  </a:lnTo>
                  <a:lnTo>
                    <a:pt x="165792" y="138985"/>
                  </a:lnTo>
                  <a:lnTo>
                    <a:pt x="165019" y="133671"/>
                  </a:lnTo>
                  <a:lnTo>
                    <a:pt x="164076" y="128384"/>
                  </a:lnTo>
                  <a:lnTo>
                    <a:pt x="162964" y="123130"/>
                  </a:lnTo>
                  <a:lnTo>
                    <a:pt x="161683" y="117915"/>
                  </a:lnTo>
                  <a:lnTo>
                    <a:pt x="160236" y="112744"/>
                  </a:lnTo>
                  <a:lnTo>
                    <a:pt x="158623" y="107621"/>
                  </a:lnTo>
                  <a:lnTo>
                    <a:pt x="156847" y="102554"/>
                  </a:lnTo>
                  <a:lnTo>
                    <a:pt x="154909" y="97545"/>
                  </a:lnTo>
                  <a:lnTo>
                    <a:pt x="152810" y="92602"/>
                  </a:lnTo>
                  <a:lnTo>
                    <a:pt x="150554" y="87729"/>
                  </a:lnTo>
                  <a:lnTo>
                    <a:pt x="148143" y="82930"/>
                  </a:lnTo>
                  <a:lnTo>
                    <a:pt x="145579" y="78212"/>
                  </a:lnTo>
                  <a:lnTo>
                    <a:pt x="142865" y="73578"/>
                  </a:lnTo>
                  <a:lnTo>
                    <a:pt x="140003" y="69034"/>
                  </a:lnTo>
                  <a:lnTo>
                    <a:pt x="136997" y="64584"/>
                  </a:lnTo>
                  <a:lnTo>
                    <a:pt x="133849" y="60234"/>
                  </a:lnTo>
                  <a:lnTo>
                    <a:pt x="130563" y="55986"/>
                  </a:lnTo>
                  <a:lnTo>
                    <a:pt x="127143" y="51846"/>
                  </a:lnTo>
                  <a:lnTo>
                    <a:pt x="123591" y="47818"/>
                  </a:lnTo>
                  <a:lnTo>
                    <a:pt x="119912" y="43906"/>
                  </a:lnTo>
                  <a:lnTo>
                    <a:pt x="116109" y="40115"/>
                  </a:lnTo>
                  <a:lnTo>
                    <a:pt x="112186" y="36448"/>
                  </a:lnTo>
                  <a:lnTo>
                    <a:pt x="108147" y="32908"/>
                  </a:lnTo>
                  <a:lnTo>
                    <a:pt x="103997" y="29500"/>
                  </a:lnTo>
                  <a:lnTo>
                    <a:pt x="99739" y="26227"/>
                  </a:lnTo>
                  <a:lnTo>
                    <a:pt x="95379" y="23093"/>
                  </a:lnTo>
                  <a:lnTo>
                    <a:pt x="90920" y="20100"/>
                  </a:lnTo>
                  <a:lnTo>
                    <a:pt x="86367" y="17252"/>
                  </a:lnTo>
                  <a:lnTo>
                    <a:pt x="81725" y="14552"/>
                  </a:lnTo>
                  <a:lnTo>
                    <a:pt x="76999" y="12002"/>
                  </a:lnTo>
                  <a:lnTo>
                    <a:pt x="72194" y="9605"/>
                  </a:lnTo>
                  <a:lnTo>
                    <a:pt x="67313" y="7364"/>
                  </a:lnTo>
                  <a:lnTo>
                    <a:pt x="62364" y="5281"/>
                  </a:lnTo>
                  <a:lnTo>
                    <a:pt x="57350" y="3358"/>
                  </a:lnTo>
                  <a:lnTo>
                    <a:pt x="52277" y="1597"/>
                  </a:lnTo>
                  <a:lnTo>
                    <a:pt x="47149" y="0"/>
                  </a:lnTo>
                  <a:lnTo>
                    <a:pt x="0" y="16038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g333"/>
            <p:cNvSpPr/>
            <p:nvPr/>
          </p:nvSpPr>
          <p:spPr>
            <a:xfrm>
              <a:off x="3964501" y="1071028"/>
              <a:ext cx="47149" cy="167167"/>
            </a:xfrm>
            <a:custGeom>
              <a:avLst/>
              <a:pathLst>
                <a:path w="47149" h="167167">
                  <a:moveTo>
                    <a:pt x="47149" y="6787"/>
                  </a:moveTo>
                  <a:lnTo>
                    <a:pt x="41388" y="5204"/>
                  </a:lnTo>
                  <a:lnTo>
                    <a:pt x="35574" y="3829"/>
                  </a:lnTo>
                  <a:lnTo>
                    <a:pt x="29715" y="2662"/>
                  </a:lnTo>
                  <a:lnTo>
                    <a:pt x="23817" y="1705"/>
                  </a:lnTo>
                  <a:lnTo>
                    <a:pt x="17890" y="960"/>
                  </a:lnTo>
                  <a:lnTo>
                    <a:pt x="11939" y="426"/>
                  </a:lnTo>
                  <a:lnTo>
                    <a:pt x="5973" y="10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g334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g335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g336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g337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g338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g339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g340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g341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g342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g343"/>
            <p:cNvSpPr/>
            <p:nvPr/>
          </p:nvSpPr>
          <p:spPr>
            <a:xfrm>
              <a:off x="3395179" y="1322571"/>
              <a:ext cx="93540" cy="167167"/>
            </a:xfrm>
            <a:custGeom>
              <a:avLst/>
              <a:pathLst>
                <a:path w="93540" h="167167">
                  <a:moveTo>
                    <a:pt x="93540" y="0"/>
                  </a:moveTo>
                  <a:lnTo>
                    <a:pt x="87702" y="101"/>
                  </a:lnTo>
                  <a:lnTo>
                    <a:pt x="81871" y="407"/>
                  </a:lnTo>
                  <a:lnTo>
                    <a:pt x="76054" y="917"/>
                  </a:lnTo>
                  <a:lnTo>
                    <a:pt x="70258" y="1629"/>
                  </a:lnTo>
                  <a:lnTo>
                    <a:pt x="64490" y="2543"/>
                  </a:lnTo>
                  <a:lnTo>
                    <a:pt x="58759" y="3658"/>
                  </a:lnTo>
                  <a:lnTo>
                    <a:pt x="53069" y="4973"/>
                  </a:lnTo>
                  <a:lnTo>
                    <a:pt x="47429" y="6485"/>
                  </a:lnTo>
                  <a:lnTo>
                    <a:pt x="41845" y="8194"/>
                  </a:lnTo>
                  <a:lnTo>
                    <a:pt x="36324" y="10096"/>
                  </a:lnTo>
                  <a:lnTo>
                    <a:pt x="30873" y="12190"/>
                  </a:lnTo>
                  <a:lnTo>
                    <a:pt x="25499" y="14473"/>
                  </a:lnTo>
                  <a:lnTo>
                    <a:pt x="20208" y="16943"/>
                  </a:lnTo>
                  <a:lnTo>
                    <a:pt x="15006" y="19596"/>
                  </a:lnTo>
                  <a:lnTo>
                    <a:pt x="9899" y="22429"/>
                  </a:lnTo>
                  <a:lnTo>
                    <a:pt x="4895" y="25438"/>
                  </a:lnTo>
                  <a:lnTo>
                    <a:pt x="0" y="28621"/>
                  </a:lnTo>
                  <a:lnTo>
                    <a:pt x="9354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g344"/>
            <p:cNvSpPr/>
            <p:nvPr/>
          </p:nvSpPr>
          <p:spPr>
            <a:xfrm>
              <a:off x="3395179" y="1351193"/>
              <a:ext cx="93540" cy="138546"/>
            </a:xfrm>
            <a:custGeom>
              <a:avLst/>
              <a:pathLst>
                <a:path w="93540" h="138546">
                  <a:moveTo>
                    <a:pt x="0" y="0"/>
                  </a:moveTo>
                  <a:lnTo>
                    <a:pt x="93540" y="13854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g345"/>
            <p:cNvSpPr/>
            <p:nvPr/>
          </p:nvSpPr>
          <p:spPr>
            <a:xfrm>
              <a:off x="3395179" y="1351193"/>
              <a:ext cx="93540" cy="138546"/>
            </a:xfrm>
            <a:custGeom>
              <a:avLst/>
              <a:pathLst>
                <a:path w="93540" h="138546">
                  <a:moveTo>
                    <a:pt x="0" y="0"/>
                  </a:moveTo>
                  <a:lnTo>
                    <a:pt x="93540" y="13854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g346"/>
            <p:cNvSpPr/>
            <p:nvPr/>
          </p:nvSpPr>
          <p:spPr>
            <a:xfrm>
              <a:off x="3395179" y="1351193"/>
              <a:ext cx="93540" cy="138546"/>
            </a:xfrm>
            <a:custGeom>
              <a:avLst/>
              <a:pathLst>
                <a:path w="93540" h="138546">
                  <a:moveTo>
                    <a:pt x="0" y="0"/>
                  </a:moveTo>
                  <a:lnTo>
                    <a:pt x="93540" y="13854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g347"/>
            <p:cNvSpPr/>
            <p:nvPr/>
          </p:nvSpPr>
          <p:spPr>
            <a:xfrm>
              <a:off x="3395179" y="1351193"/>
              <a:ext cx="93540" cy="138546"/>
            </a:xfrm>
            <a:custGeom>
              <a:avLst/>
              <a:pathLst>
                <a:path w="93540" h="138546">
                  <a:moveTo>
                    <a:pt x="0" y="0"/>
                  </a:moveTo>
                  <a:lnTo>
                    <a:pt x="93540" y="13854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g348"/>
            <p:cNvSpPr/>
            <p:nvPr/>
          </p:nvSpPr>
          <p:spPr>
            <a:xfrm>
              <a:off x="3395179" y="1351193"/>
              <a:ext cx="93540" cy="138546"/>
            </a:xfrm>
            <a:custGeom>
              <a:avLst/>
              <a:pathLst>
                <a:path w="93540" h="138546">
                  <a:moveTo>
                    <a:pt x="0" y="0"/>
                  </a:moveTo>
                  <a:lnTo>
                    <a:pt x="93540" y="13854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g349"/>
            <p:cNvSpPr/>
            <p:nvPr/>
          </p:nvSpPr>
          <p:spPr>
            <a:xfrm>
              <a:off x="3395179" y="1351193"/>
              <a:ext cx="93540" cy="138546"/>
            </a:xfrm>
            <a:custGeom>
              <a:avLst/>
              <a:pathLst>
                <a:path w="93540" h="138546">
                  <a:moveTo>
                    <a:pt x="0" y="0"/>
                  </a:moveTo>
                  <a:lnTo>
                    <a:pt x="93540" y="13854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g350"/>
            <p:cNvSpPr/>
            <p:nvPr/>
          </p:nvSpPr>
          <p:spPr>
            <a:xfrm>
              <a:off x="3395179" y="1351193"/>
              <a:ext cx="93540" cy="138546"/>
            </a:xfrm>
            <a:custGeom>
              <a:avLst/>
              <a:pathLst>
                <a:path w="93540" h="138546">
                  <a:moveTo>
                    <a:pt x="0" y="0"/>
                  </a:moveTo>
                  <a:lnTo>
                    <a:pt x="93540" y="13854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g351"/>
            <p:cNvSpPr/>
            <p:nvPr/>
          </p:nvSpPr>
          <p:spPr>
            <a:xfrm>
              <a:off x="3395179" y="1351193"/>
              <a:ext cx="93540" cy="138546"/>
            </a:xfrm>
            <a:custGeom>
              <a:avLst/>
              <a:pathLst>
                <a:path w="93540" h="138546">
                  <a:moveTo>
                    <a:pt x="0" y="0"/>
                  </a:moveTo>
                  <a:lnTo>
                    <a:pt x="93540" y="13854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g352"/>
            <p:cNvSpPr/>
            <p:nvPr/>
          </p:nvSpPr>
          <p:spPr>
            <a:xfrm>
              <a:off x="3395179" y="1351193"/>
              <a:ext cx="93540" cy="138546"/>
            </a:xfrm>
            <a:custGeom>
              <a:avLst/>
              <a:pathLst>
                <a:path w="93540" h="138546">
                  <a:moveTo>
                    <a:pt x="0" y="0"/>
                  </a:moveTo>
                  <a:lnTo>
                    <a:pt x="93540" y="13854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g353"/>
            <p:cNvSpPr/>
            <p:nvPr/>
          </p:nvSpPr>
          <p:spPr>
            <a:xfrm>
              <a:off x="3395179" y="1351193"/>
              <a:ext cx="93540" cy="138546"/>
            </a:xfrm>
            <a:custGeom>
              <a:avLst/>
              <a:pathLst>
                <a:path w="93540" h="138546">
                  <a:moveTo>
                    <a:pt x="0" y="0"/>
                  </a:moveTo>
                  <a:lnTo>
                    <a:pt x="93540" y="13854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g354"/>
            <p:cNvSpPr/>
            <p:nvPr/>
          </p:nvSpPr>
          <p:spPr>
            <a:xfrm>
              <a:off x="3395179" y="1351193"/>
              <a:ext cx="93540" cy="138546"/>
            </a:xfrm>
            <a:custGeom>
              <a:avLst/>
              <a:pathLst>
                <a:path w="93540" h="138546">
                  <a:moveTo>
                    <a:pt x="0" y="0"/>
                  </a:moveTo>
                  <a:lnTo>
                    <a:pt x="93540" y="13854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g355"/>
            <p:cNvSpPr/>
            <p:nvPr/>
          </p:nvSpPr>
          <p:spPr>
            <a:xfrm>
              <a:off x="3395179" y="1351193"/>
              <a:ext cx="93540" cy="138546"/>
            </a:xfrm>
            <a:custGeom>
              <a:avLst/>
              <a:pathLst>
                <a:path w="93540" h="138546">
                  <a:moveTo>
                    <a:pt x="0" y="0"/>
                  </a:moveTo>
                  <a:lnTo>
                    <a:pt x="93540" y="13854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g356"/>
            <p:cNvSpPr/>
            <p:nvPr/>
          </p:nvSpPr>
          <p:spPr>
            <a:xfrm>
              <a:off x="3395179" y="1351193"/>
              <a:ext cx="93540" cy="138546"/>
            </a:xfrm>
            <a:custGeom>
              <a:avLst/>
              <a:pathLst>
                <a:path w="93540" h="138546">
                  <a:moveTo>
                    <a:pt x="0" y="0"/>
                  </a:moveTo>
                  <a:lnTo>
                    <a:pt x="93540" y="13854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g357"/>
            <p:cNvSpPr/>
            <p:nvPr/>
          </p:nvSpPr>
          <p:spPr>
            <a:xfrm>
              <a:off x="3395179" y="1351193"/>
              <a:ext cx="93540" cy="138546"/>
            </a:xfrm>
            <a:custGeom>
              <a:avLst/>
              <a:pathLst>
                <a:path w="93540" h="138546">
                  <a:moveTo>
                    <a:pt x="0" y="0"/>
                  </a:moveTo>
                  <a:lnTo>
                    <a:pt x="93540" y="13854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g358"/>
            <p:cNvSpPr/>
            <p:nvPr/>
          </p:nvSpPr>
          <p:spPr>
            <a:xfrm>
              <a:off x="3395179" y="1351193"/>
              <a:ext cx="93540" cy="138546"/>
            </a:xfrm>
            <a:custGeom>
              <a:avLst/>
              <a:pathLst>
                <a:path w="93540" h="138546">
                  <a:moveTo>
                    <a:pt x="0" y="0"/>
                  </a:moveTo>
                  <a:lnTo>
                    <a:pt x="93540" y="13854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g359"/>
            <p:cNvSpPr/>
            <p:nvPr/>
          </p:nvSpPr>
          <p:spPr>
            <a:xfrm>
              <a:off x="3395179" y="1351193"/>
              <a:ext cx="93540" cy="138546"/>
            </a:xfrm>
            <a:custGeom>
              <a:avLst/>
              <a:pathLst>
                <a:path w="93540" h="138546">
                  <a:moveTo>
                    <a:pt x="0" y="0"/>
                  </a:moveTo>
                  <a:lnTo>
                    <a:pt x="93540" y="13854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g360"/>
            <p:cNvSpPr/>
            <p:nvPr/>
          </p:nvSpPr>
          <p:spPr>
            <a:xfrm>
              <a:off x="3321555" y="1351193"/>
              <a:ext cx="334332" cy="305697"/>
            </a:xfrm>
            <a:custGeom>
              <a:avLst/>
              <a:pathLst>
                <a:path w="334332" h="305697">
                  <a:moveTo>
                    <a:pt x="73624" y="0"/>
                  </a:moveTo>
                  <a:lnTo>
                    <a:pt x="69284" y="3031"/>
                  </a:lnTo>
                  <a:lnTo>
                    <a:pt x="65041" y="6199"/>
                  </a:lnTo>
                  <a:lnTo>
                    <a:pt x="60901" y="9499"/>
                  </a:lnTo>
                  <a:lnTo>
                    <a:pt x="56868" y="12929"/>
                  </a:lnTo>
                  <a:lnTo>
                    <a:pt x="52946" y="16485"/>
                  </a:lnTo>
                  <a:lnTo>
                    <a:pt x="49137" y="20163"/>
                  </a:lnTo>
                  <a:lnTo>
                    <a:pt x="45448" y="23960"/>
                  </a:lnTo>
                  <a:lnTo>
                    <a:pt x="41880" y="27872"/>
                  </a:lnTo>
                  <a:lnTo>
                    <a:pt x="38438" y="31895"/>
                  </a:lnTo>
                  <a:lnTo>
                    <a:pt x="35126" y="36025"/>
                  </a:lnTo>
                  <a:lnTo>
                    <a:pt x="31945" y="40257"/>
                  </a:lnTo>
                  <a:lnTo>
                    <a:pt x="28901" y="44589"/>
                  </a:lnTo>
                  <a:lnTo>
                    <a:pt x="25995" y="49014"/>
                  </a:lnTo>
                  <a:lnTo>
                    <a:pt x="23230" y="53530"/>
                  </a:lnTo>
                  <a:lnTo>
                    <a:pt x="20610" y="58130"/>
                  </a:lnTo>
                  <a:lnTo>
                    <a:pt x="18137" y="62812"/>
                  </a:lnTo>
                  <a:lnTo>
                    <a:pt x="15814" y="67569"/>
                  </a:lnTo>
                  <a:lnTo>
                    <a:pt x="13642" y="72397"/>
                  </a:lnTo>
                  <a:lnTo>
                    <a:pt x="11624" y="77292"/>
                  </a:lnTo>
                  <a:lnTo>
                    <a:pt x="9762" y="82249"/>
                  </a:lnTo>
                  <a:lnTo>
                    <a:pt x="8058" y="87261"/>
                  </a:lnTo>
                  <a:lnTo>
                    <a:pt x="6514" y="92325"/>
                  </a:lnTo>
                  <a:lnTo>
                    <a:pt x="5131" y="97436"/>
                  </a:lnTo>
                  <a:lnTo>
                    <a:pt x="3911" y="102588"/>
                  </a:lnTo>
                  <a:lnTo>
                    <a:pt x="2854" y="107776"/>
                  </a:lnTo>
                  <a:lnTo>
                    <a:pt x="1962" y="112994"/>
                  </a:lnTo>
                  <a:lnTo>
                    <a:pt x="1235" y="118239"/>
                  </a:lnTo>
                  <a:lnTo>
                    <a:pt x="676" y="123503"/>
                  </a:lnTo>
                  <a:lnTo>
                    <a:pt x="283" y="128783"/>
                  </a:lnTo>
                  <a:lnTo>
                    <a:pt x="57" y="134073"/>
                  </a:lnTo>
                  <a:lnTo>
                    <a:pt x="0" y="139367"/>
                  </a:lnTo>
                  <a:lnTo>
                    <a:pt x="109" y="144660"/>
                  </a:lnTo>
                  <a:lnTo>
                    <a:pt x="387" y="149947"/>
                  </a:lnTo>
                  <a:lnTo>
                    <a:pt x="831" y="155223"/>
                  </a:lnTo>
                  <a:lnTo>
                    <a:pt x="1443" y="160482"/>
                  </a:lnTo>
                  <a:lnTo>
                    <a:pt x="2221" y="165719"/>
                  </a:lnTo>
                  <a:lnTo>
                    <a:pt x="3164" y="170929"/>
                  </a:lnTo>
                  <a:lnTo>
                    <a:pt x="4272" y="176106"/>
                  </a:lnTo>
                  <a:lnTo>
                    <a:pt x="5543" y="181245"/>
                  </a:lnTo>
                  <a:lnTo>
                    <a:pt x="6976" y="186342"/>
                  </a:lnTo>
                  <a:lnTo>
                    <a:pt x="8570" y="191391"/>
                  </a:lnTo>
                  <a:lnTo>
                    <a:pt x="10323" y="196387"/>
                  </a:lnTo>
                  <a:lnTo>
                    <a:pt x="12233" y="201324"/>
                  </a:lnTo>
                  <a:lnTo>
                    <a:pt x="14299" y="206199"/>
                  </a:lnTo>
                  <a:lnTo>
                    <a:pt x="16518" y="211006"/>
                  </a:lnTo>
                  <a:lnTo>
                    <a:pt x="18888" y="215740"/>
                  </a:lnTo>
                  <a:lnTo>
                    <a:pt x="21407" y="220397"/>
                  </a:lnTo>
                  <a:lnTo>
                    <a:pt x="24072" y="224972"/>
                  </a:lnTo>
                  <a:lnTo>
                    <a:pt x="26881" y="229460"/>
                  </a:lnTo>
                  <a:lnTo>
                    <a:pt x="29830" y="233856"/>
                  </a:lnTo>
                  <a:lnTo>
                    <a:pt x="32917" y="238158"/>
                  </a:lnTo>
                  <a:lnTo>
                    <a:pt x="36139" y="242359"/>
                  </a:lnTo>
                  <a:lnTo>
                    <a:pt x="39492" y="246456"/>
                  </a:lnTo>
                  <a:lnTo>
                    <a:pt x="42974" y="250445"/>
                  </a:lnTo>
                  <a:lnTo>
                    <a:pt x="46579" y="254322"/>
                  </a:lnTo>
                  <a:lnTo>
                    <a:pt x="50306" y="258082"/>
                  </a:lnTo>
                  <a:lnTo>
                    <a:pt x="54150" y="261723"/>
                  </a:lnTo>
                  <a:lnTo>
                    <a:pt x="58108" y="265240"/>
                  </a:lnTo>
                  <a:lnTo>
                    <a:pt x="62174" y="268630"/>
                  </a:lnTo>
                  <a:lnTo>
                    <a:pt x="66346" y="271890"/>
                  </a:lnTo>
                  <a:lnTo>
                    <a:pt x="70620" y="275015"/>
                  </a:lnTo>
                  <a:lnTo>
                    <a:pt x="74990" y="278004"/>
                  </a:lnTo>
                  <a:lnTo>
                    <a:pt x="79452" y="280853"/>
                  </a:lnTo>
                  <a:lnTo>
                    <a:pt x="84003" y="283559"/>
                  </a:lnTo>
                  <a:lnTo>
                    <a:pt x="88636" y="286120"/>
                  </a:lnTo>
                  <a:lnTo>
                    <a:pt x="93349" y="288533"/>
                  </a:lnTo>
                  <a:lnTo>
                    <a:pt x="98136" y="290795"/>
                  </a:lnTo>
                  <a:lnTo>
                    <a:pt x="102992" y="292905"/>
                  </a:lnTo>
                  <a:lnTo>
                    <a:pt x="107912" y="294860"/>
                  </a:lnTo>
                  <a:lnTo>
                    <a:pt x="112892" y="296658"/>
                  </a:lnTo>
                  <a:lnTo>
                    <a:pt x="117926" y="298297"/>
                  </a:lnTo>
                  <a:lnTo>
                    <a:pt x="123010" y="299776"/>
                  </a:lnTo>
                  <a:lnTo>
                    <a:pt x="128137" y="301094"/>
                  </a:lnTo>
                  <a:lnTo>
                    <a:pt x="133304" y="302248"/>
                  </a:lnTo>
                  <a:lnTo>
                    <a:pt x="138505" y="303238"/>
                  </a:lnTo>
                  <a:lnTo>
                    <a:pt x="143735" y="304063"/>
                  </a:lnTo>
                  <a:lnTo>
                    <a:pt x="148988" y="304722"/>
                  </a:lnTo>
                  <a:lnTo>
                    <a:pt x="154260" y="305214"/>
                  </a:lnTo>
                  <a:lnTo>
                    <a:pt x="159544" y="305539"/>
                  </a:lnTo>
                  <a:lnTo>
                    <a:pt x="164836" y="305697"/>
                  </a:lnTo>
                  <a:lnTo>
                    <a:pt x="170131" y="305687"/>
                  </a:lnTo>
                  <a:lnTo>
                    <a:pt x="175422" y="305509"/>
                  </a:lnTo>
                  <a:lnTo>
                    <a:pt x="180705" y="305164"/>
                  </a:lnTo>
                  <a:lnTo>
                    <a:pt x="185975" y="304652"/>
                  </a:lnTo>
                  <a:lnTo>
                    <a:pt x="191225" y="303973"/>
                  </a:lnTo>
                  <a:lnTo>
                    <a:pt x="196452" y="303128"/>
                  </a:lnTo>
                  <a:lnTo>
                    <a:pt x="201649" y="302118"/>
                  </a:lnTo>
                  <a:lnTo>
                    <a:pt x="206812" y="300944"/>
                  </a:lnTo>
                  <a:lnTo>
                    <a:pt x="211935" y="299607"/>
                  </a:lnTo>
                  <a:lnTo>
                    <a:pt x="217012" y="298108"/>
                  </a:lnTo>
                  <a:lnTo>
                    <a:pt x="222040" y="296450"/>
                  </a:lnTo>
                  <a:lnTo>
                    <a:pt x="227013" y="294633"/>
                  </a:lnTo>
                  <a:lnTo>
                    <a:pt x="231926" y="292659"/>
                  </a:lnTo>
                  <a:lnTo>
                    <a:pt x="236774" y="290531"/>
                  </a:lnTo>
                  <a:lnTo>
                    <a:pt x="241552" y="288250"/>
                  </a:lnTo>
                  <a:lnTo>
                    <a:pt x="246255" y="285820"/>
                  </a:lnTo>
                  <a:lnTo>
                    <a:pt x="250880" y="283241"/>
                  </a:lnTo>
                  <a:lnTo>
                    <a:pt x="255420" y="280518"/>
                  </a:lnTo>
                  <a:lnTo>
                    <a:pt x="259871" y="277652"/>
                  </a:lnTo>
                  <a:lnTo>
                    <a:pt x="264230" y="274646"/>
                  </a:lnTo>
                  <a:lnTo>
                    <a:pt x="268491" y="271504"/>
                  </a:lnTo>
                  <a:lnTo>
                    <a:pt x="272651" y="268229"/>
                  </a:lnTo>
                  <a:lnTo>
                    <a:pt x="276705" y="264823"/>
                  </a:lnTo>
                  <a:lnTo>
                    <a:pt x="280648" y="261291"/>
                  </a:lnTo>
                  <a:lnTo>
                    <a:pt x="284479" y="257636"/>
                  </a:lnTo>
                  <a:lnTo>
                    <a:pt x="288191" y="253861"/>
                  </a:lnTo>
                  <a:lnTo>
                    <a:pt x="291782" y="249971"/>
                  </a:lnTo>
                  <a:lnTo>
                    <a:pt x="295248" y="245969"/>
                  </a:lnTo>
                  <a:lnTo>
                    <a:pt x="298586" y="241859"/>
                  </a:lnTo>
                  <a:lnTo>
                    <a:pt x="301791" y="237645"/>
                  </a:lnTo>
                  <a:lnTo>
                    <a:pt x="304862" y="233332"/>
                  </a:lnTo>
                  <a:lnTo>
                    <a:pt x="307795" y="228924"/>
                  </a:lnTo>
                  <a:lnTo>
                    <a:pt x="310586" y="224425"/>
                  </a:lnTo>
                  <a:lnTo>
                    <a:pt x="313234" y="219841"/>
                  </a:lnTo>
                  <a:lnTo>
                    <a:pt x="315735" y="215174"/>
                  </a:lnTo>
                  <a:lnTo>
                    <a:pt x="318087" y="210431"/>
                  </a:lnTo>
                  <a:lnTo>
                    <a:pt x="320288" y="205616"/>
                  </a:lnTo>
                  <a:lnTo>
                    <a:pt x="322335" y="200733"/>
                  </a:lnTo>
                  <a:lnTo>
                    <a:pt x="324226" y="195788"/>
                  </a:lnTo>
                  <a:lnTo>
                    <a:pt x="325960" y="190786"/>
                  </a:lnTo>
                  <a:lnTo>
                    <a:pt x="327535" y="185731"/>
                  </a:lnTo>
                  <a:lnTo>
                    <a:pt x="328949" y="180629"/>
                  </a:lnTo>
                  <a:lnTo>
                    <a:pt x="330200" y="175484"/>
                  </a:lnTo>
                  <a:lnTo>
                    <a:pt x="331288" y="170303"/>
                  </a:lnTo>
                  <a:lnTo>
                    <a:pt x="332211" y="165090"/>
                  </a:lnTo>
                  <a:lnTo>
                    <a:pt x="332969" y="159850"/>
                  </a:lnTo>
                  <a:lnTo>
                    <a:pt x="333561" y="154589"/>
                  </a:lnTo>
                  <a:lnTo>
                    <a:pt x="333985" y="149311"/>
                  </a:lnTo>
                  <a:lnTo>
                    <a:pt x="334243" y="144023"/>
                  </a:lnTo>
                  <a:lnTo>
                    <a:pt x="334332" y="138730"/>
                  </a:lnTo>
                  <a:lnTo>
                    <a:pt x="334254" y="133436"/>
                  </a:lnTo>
                  <a:lnTo>
                    <a:pt x="334009" y="128147"/>
                  </a:lnTo>
                  <a:lnTo>
                    <a:pt x="333596" y="122869"/>
                  </a:lnTo>
                  <a:lnTo>
                    <a:pt x="333016" y="117606"/>
                  </a:lnTo>
                  <a:lnTo>
                    <a:pt x="332269" y="112365"/>
                  </a:lnTo>
                  <a:lnTo>
                    <a:pt x="331358" y="107149"/>
                  </a:lnTo>
                  <a:lnTo>
                    <a:pt x="330281" y="101966"/>
                  </a:lnTo>
                  <a:lnTo>
                    <a:pt x="329041" y="96819"/>
                  </a:lnTo>
                  <a:lnTo>
                    <a:pt x="327638" y="91713"/>
                  </a:lnTo>
                  <a:lnTo>
                    <a:pt x="326075" y="86655"/>
                  </a:lnTo>
                  <a:lnTo>
                    <a:pt x="324352" y="81649"/>
                  </a:lnTo>
                  <a:lnTo>
                    <a:pt x="322471" y="76700"/>
                  </a:lnTo>
                  <a:lnTo>
                    <a:pt x="320435" y="71813"/>
                  </a:lnTo>
                  <a:lnTo>
                    <a:pt x="318245" y="66992"/>
                  </a:lnTo>
                  <a:lnTo>
                    <a:pt x="315903" y="62244"/>
                  </a:lnTo>
                  <a:lnTo>
                    <a:pt x="313412" y="57572"/>
                  </a:lnTo>
                  <a:lnTo>
                    <a:pt x="310775" y="52982"/>
                  </a:lnTo>
                  <a:lnTo>
                    <a:pt x="307993" y="48477"/>
                  </a:lnTo>
                  <a:lnTo>
                    <a:pt x="305070" y="44062"/>
                  </a:lnTo>
                  <a:lnTo>
                    <a:pt x="302009" y="39743"/>
                  </a:lnTo>
                  <a:lnTo>
                    <a:pt x="167165" y="13854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g361"/>
            <p:cNvSpPr/>
            <p:nvPr/>
          </p:nvSpPr>
          <p:spPr>
            <a:xfrm>
              <a:off x="3488720" y="1322571"/>
              <a:ext cx="134843" cy="167167"/>
            </a:xfrm>
            <a:custGeom>
              <a:avLst/>
              <a:pathLst>
                <a:path w="134843" h="167167">
                  <a:moveTo>
                    <a:pt x="134843" y="68364"/>
                  </a:moveTo>
                  <a:lnTo>
                    <a:pt x="131457" y="63901"/>
                  </a:lnTo>
                  <a:lnTo>
                    <a:pt x="127923" y="59554"/>
                  </a:lnTo>
                  <a:lnTo>
                    <a:pt x="124245" y="55327"/>
                  </a:lnTo>
                  <a:lnTo>
                    <a:pt x="120427" y="51227"/>
                  </a:lnTo>
                  <a:lnTo>
                    <a:pt x="116475" y="47256"/>
                  </a:lnTo>
                  <a:lnTo>
                    <a:pt x="112391" y="43421"/>
                  </a:lnTo>
                  <a:lnTo>
                    <a:pt x="108181" y="39724"/>
                  </a:lnTo>
                  <a:lnTo>
                    <a:pt x="103850" y="36171"/>
                  </a:lnTo>
                  <a:lnTo>
                    <a:pt x="99402" y="32764"/>
                  </a:lnTo>
                  <a:lnTo>
                    <a:pt x="94842" y="29509"/>
                  </a:lnTo>
                  <a:lnTo>
                    <a:pt x="90176" y="26408"/>
                  </a:lnTo>
                  <a:lnTo>
                    <a:pt x="85409" y="23465"/>
                  </a:lnTo>
                  <a:lnTo>
                    <a:pt x="80545" y="20684"/>
                  </a:lnTo>
                  <a:lnTo>
                    <a:pt x="75591" y="18067"/>
                  </a:lnTo>
                  <a:lnTo>
                    <a:pt x="70553" y="15618"/>
                  </a:lnTo>
                  <a:lnTo>
                    <a:pt x="65435" y="13339"/>
                  </a:lnTo>
                  <a:lnTo>
                    <a:pt x="60243" y="11232"/>
                  </a:lnTo>
                  <a:lnTo>
                    <a:pt x="54984" y="9301"/>
                  </a:lnTo>
                  <a:lnTo>
                    <a:pt x="49663" y="7547"/>
                  </a:lnTo>
                  <a:lnTo>
                    <a:pt x="44287" y="5973"/>
                  </a:lnTo>
                  <a:lnTo>
                    <a:pt x="38860" y="4579"/>
                  </a:lnTo>
                  <a:lnTo>
                    <a:pt x="33390" y="3368"/>
                  </a:lnTo>
                  <a:lnTo>
                    <a:pt x="27882" y="2341"/>
                  </a:lnTo>
                  <a:lnTo>
                    <a:pt x="22344" y="1500"/>
                  </a:lnTo>
                  <a:lnTo>
                    <a:pt x="16779" y="844"/>
                  </a:lnTo>
                  <a:lnTo>
                    <a:pt x="11197" y="375"/>
                  </a:lnTo>
                  <a:lnTo>
                    <a:pt x="5601" y="93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g362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g363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g364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g365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g366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g367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g368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g369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g370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g371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g372"/>
            <p:cNvSpPr/>
            <p:nvPr/>
          </p:nvSpPr>
          <p:spPr>
            <a:xfrm>
              <a:off x="2990962" y="1681503"/>
              <a:ext cx="95562" cy="167167"/>
            </a:xfrm>
            <a:custGeom>
              <a:avLst/>
              <a:pathLst>
                <a:path w="95562" h="167167">
                  <a:moveTo>
                    <a:pt x="95562" y="0"/>
                  </a:moveTo>
                  <a:lnTo>
                    <a:pt x="89912" y="95"/>
                  </a:lnTo>
                  <a:lnTo>
                    <a:pt x="84268" y="381"/>
                  </a:lnTo>
                  <a:lnTo>
                    <a:pt x="78637" y="859"/>
                  </a:lnTo>
                  <a:lnTo>
                    <a:pt x="73025" y="1526"/>
                  </a:lnTo>
                  <a:lnTo>
                    <a:pt x="67439" y="2382"/>
                  </a:lnTo>
                  <a:lnTo>
                    <a:pt x="61885" y="3427"/>
                  </a:lnTo>
                  <a:lnTo>
                    <a:pt x="56370" y="4659"/>
                  </a:lnTo>
                  <a:lnTo>
                    <a:pt x="50900" y="6076"/>
                  </a:lnTo>
                  <a:lnTo>
                    <a:pt x="45480" y="7678"/>
                  </a:lnTo>
                  <a:lnTo>
                    <a:pt x="40118" y="9462"/>
                  </a:lnTo>
                  <a:lnTo>
                    <a:pt x="34819" y="11426"/>
                  </a:lnTo>
                  <a:lnTo>
                    <a:pt x="29590" y="13568"/>
                  </a:lnTo>
                  <a:lnTo>
                    <a:pt x="24436" y="15886"/>
                  </a:lnTo>
                  <a:lnTo>
                    <a:pt x="19363" y="18376"/>
                  </a:lnTo>
                  <a:lnTo>
                    <a:pt x="14378" y="21037"/>
                  </a:lnTo>
                  <a:lnTo>
                    <a:pt x="9485" y="23864"/>
                  </a:lnTo>
                  <a:lnTo>
                    <a:pt x="4690" y="26856"/>
                  </a:lnTo>
                  <a:lnTo>
                    <a:pt x="0" y="30007"/>
                  </a:lnTo>
                  <a:lnTo>
                    <a:pt x="95562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g373"/>
            <p:cNvSpPr/>
            <p:nvPr/>
          </p:nvSpPr>
          <p:spPr>
            <a:xfrm>
              <a:off x="2990962" y="1711511"/>
              <a:ext cx="95562" cy="137159"/>
            </a:xfrm>
            <a:custGeom>
              <a:avLst/>
              <a:pathLst>
                <a:path w="95562" h="137159">
                  <a:moveTo>
                    <a:pt x="0" y="0"/>
                  </a:moveTo>
                  <a:lnTo>
                    <a:pt x="95562" y="13715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g374"/>
            <p:cNvSpPr/>
            <p:nvPr/>
          </p:nvSpPr>
          <p:spPr>
            <a:xfrm>
              <a:off x="2990962" y="1711511"/>
              <a:ext cx="95562" cy="137159"/>
            </a:xfrm>
            <a:custGeom>
              <a:avLst/>
              <a:pathLst>
                <a:path w="95562" h="137159">
                  <a:moveTo>
                    <a:pt x="0" y="0"/>
                  </a:moveTo>
                  <a:lnTo>
                    <a:pt x="95562" y="13715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g375"/>
            <p:cNvSpPr/>
            <p:nvPr/>
          </p:nvSpPr>
          <p:spPr>
            <a:xfrm>
              <a:off x="2990962" y="1711511"/>
              <a:ext cx="95562" cy="137159"/>
            </a:xfrm>
            <a:custGeom>
              <a:avLst/>
              <a:pathLst>
                <a:path w="95562" h="137159">
                  <a:moveTo>
                    <a:pt x="0" y="0"/>
                  </a:moveTo>
                  <a:lnTo>
                    <a:pt x="95562" y="13715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g376"/>
            <p:cNvSpPr/>
            <p:nvPr/>
          </p:nvSpPr>
          <p:spPr>
            <a:xfrm>
              <a:off x="2990962" y="1711511"/>
              <a:ext cx="95562" cy="137159"/>
            </a:xfrm>
            <a:custGeom>
              <a:avLst/>
              <a:pathLst>
                <a:path w="95562" h="137159">
                  <a:moveTo>
                    <a:pt x="0" y="0"/>
                  </a:moveTo>
                  <a:lnTo>
                    <a:pt x="95562" y="13715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g377"/>
            <p:cNvSpPr/>
            <p:nvPr/>
          </p:nvSpPr>
          <p:spPr>
            <a:xfrm>
              <a:off x="2990962" y="1711511"/>
              <a:ext cx="95562" cy="137159"/>
            </a:xfrm>
            <a:custGeom>
              <a:avLst/>
              <a:pathLst>
                <a:path w="95562" h="137159">
                  <a:moveTo>
                    <a:pt x="0" y="0"/>
                  </a:moveTo>
                  <a:lnTo>
                    <a:pt x="95562" y="13715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g378"/>
            <p:cNvSpPr/>
            <p:nvPr/>
          </p:nvSpPr>
          <p:spPr>
            <a:xfrm>
              <a:off x="2990962" y="1711511"/>
              <a:ext cx="95562" cy="137159"/>
            </a:xfrm>
            <a:custGeom>
              <a:avLst/>
              <a:pathLst>
                <a:path w="95562" h="137159">
                  <a:moveTo>
                    <a:pt x="0" y="0"/>
                  </a:moveTo>
                  <a:lnTo>
                    <a:pt x="95562" y="137159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g379"/>
            <p:cNvSpPr/>
            <p:nvPr/>
          </p:nvSpPr>
          <p:spPr>
            <a:xfrm>
              <a:off x="2990962" y="1711511"/>
              <a:ext cx="95562" cy="137159"/>
            </a:xfrm>
            <a:custGeom>
              <a:avLst/>
              <a:pathLst>
                <a:path w="95562" h="137159">
                  <a:moveTo>
                    <a:pt x="0" y="0"/>
                  </a:moveTo>
                  <a:lnTo>
                    <a:pt x="95562" y="13715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g380"/>
            <p:cNvSpPr/>
            <p:nvPr/>
          </p:nvSpPr>
          <p:spPr>
            <a:xfrm>
              <a:off x="2990962" y="1711511"/>
              <a:ext cx="95562" cy="137159"/>
            </a:xfrm>
            <a:custGeom>
              <a:avLst/>
              <a:pathLst>
                <a:path w="95562" h="137159">
                  <a:moveTo>
                    <a:pt x="0" y="0"/>
                  </a:moveTo>
                  <a:lnTo>
                    <a:pt x="95562" y="13715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g381"/>
            <p:cNvSpPr/>
            <p:nvPr/>
          </p:nvSpPr>
          <p:spPr>
            <a:xfrm>
              <a:off x="2990962" y="1711511"/>
              <a:ext cx="95562" cy="137159"/>
            </a:xfrm>
            <a:custGeom>
              <a:avLst/>
              <a:pathLst>
                <a:path w="95562" h="137159">
                  <a:moveTo>
                    <a:pt x="0" y="0"/>
                  </a:moveTo>
                  <a:lnTo>
                    <a:pt x="95562" y="137159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g382"/>
            <p:cNvSpPr/>
            <p:nvPr/>
          </p:nvSpPr>
          <p:spPr>
            <a:xfrm>
              <a:off x="2990962" y="1711511"/>
              <a:ext cx="95562" cy="137159"/>
            </a:xfrm>
            <a:custGeom>
              <a:avLst/>
              <a:pathLst>
                <a:path w="95562" h="137159">
                  <a:moveTo>
                    <a:pt x="0" y="0"/>
                  </a:moveTo>
                  <a:lnTo>
                    <a:pt x="95562" y="13715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g383"/>
            <p:cNvSpPr/>
            <p:nvPr/>
          </p:nvSpPr>
          <p:spPr>
            <a:xfrm>
              <a:off x="2990962" y="1711511"/>
              <a:ext cx="95562" cy="137159"/>
            </a:xfrm>
            <a:custGeom>
              <a:avLst/>
              <a:pathLst>
                <a:path w="95562" h="137159">
                  <a:moveTo>
                    <a:pt x="0" y="0"/>
                  </a:moveTo>
                  <a:lnTo>
                    <a:pt x="95562" y="13715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g384"/>
            <p:cNvSpPr/>
            <p:nvPr/>
          </p:nvSpPr>
          <p:spPr>
            <a:xfrm>
              <a:off x="2990962" y="1711511"/>
              <a:ext cx="95562" cy="137159"/>
            </a:xfrm>
            <a:custGeom>
              <a:avLst/>
              <a:pathLst>
                <a:path w="95562" h="137159">
                  <a:moveTo>
                    <a:pt x="0" y="0"/>
                  </a:moveTo>
                  <a:lnTo>
                    <a:pt x="95562" y="13715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g385"/>
            <p:cNvSpPr/>
            <p:nvPr/>
          </p:nvSpPr>
          <p:spPr>
            <a:xfrm>
              <a:off x="2990962" y="1711511"/>
              <a:ext cx="95562" cy="137159"/>
            </a:xfrm>
            <a:custGeom>
              <a:avLst/>
              <a:pathLst>
                <a:path w="95562" h="137159">
                  <a:moveTo>
                    <a:pt x="0" y="0"/>
                  </a:moveTo>
                  <a:lnTo>
                    <a:pt x="95562" y="13715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g386"/>
            <p:cNvSpPr/>
            <p:nvPr/>
          </p:nvSpPr>
          <p:spPr>
            <a:xfrm>
              <a:off x="2990962" y="1711511"/>
              <a:ext cx="95562" cy="137159"/>
            </a:xfrm>
            <a:custGeom>
              <a:avLst/>
              <a:pathLst>
                <a:path w="95562" h="137159">
                  <a:moveTo>
                    <a:pt x="0" y="0"/>
                  </a:moveTo>
                  <a:lnTo>
                    <a:pt x="95562" y="13715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g387"/>
            <p:cNvSpPr/>
            <p:nvPr/>
          </p:nvSpPr>
          <p:spPr>
            <a:xfrm>
              <a:off x="2990962" y="1711511"/>
              <a:ext cx="95562" cy="137159"/>
            </a:xfrm>
            <a:custGeom>
              <a:avLst/>
              <a:pathLst>
                <a:path w="95562" h="137159">
                  <a:moveTo>
                    <a:pt x="0" y="0"/>
                  </a:moveTo>
                  <a:lnTo>
                    <a:pt x="95562" y="13715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g388"/>
            <p:cNvSpPr/>
            <p:nvPr/>
          </p:nvSpPr>
          <p:spPr>
            <a:xfrm>
              <a:off x="2990962" y="1711511"/>
              <a:ext cx="95562" cy="137159"/>
            </a:xfrm>
            <a:custGeom>
              <a:avLst/>
              <a:pathLst>
                <a:path w="95562" h="137159">
                  <a:moveTo>
                    <a:pt x="0" y="0"/>
                  </a:moveTo>
                  <a:lnTo>
                    <a:pt x="95562" y="13715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g389"/>
            <p:cNvSpPr/>
            <p:nvPr/>
          </p:nvSpPr>
          <p:spPr>
            <a:xfrm>
              <a:off x="2919368" y="1681503"/>
              <a:ext cx="334307" cy="334334"/>
            </a:xfrm>
            <a:custGeom>
              <a:avLst/>
              <a:pathLst>
                <a:path w="334307" h="334334">
                  <a:moveTo>
                    <a:pt x="71594" y="30007"/>
                  </a:moveTo>
                  <a:lnTo>
                    <a:pt x="67295" y="33105"/>
                  </a:lnTo>
                  <a:lnTo>
                    <a:pt x="63095" y="36338"/>
                  </a:lnTo>
                  <a:lnTo>
                    <a:pt x="59001" y="39702"/>
                  </a:lnTo>
                  <a:lnTo>
                    <a:pt x="55015" y="43194"/>
                  </a:lnTo>
                  <a:lnTo>
                    <a:pt x="51142" y="46811"/>
                  </a:lnTo>
                  <a:lnTo>
                    <a:pt x="47385" y="50549"/>
                  </a:lnTo>
                  <a:lnTo>
                    <a:pt x="43749" y="54404"/>
                  </a:lnTo>
                  <a:lnTo>
                    <a:pt x="40237" y="58372"/>
                  </a:lnTo>
                  <a:lnTo>
                    <a:pt x="36852" y="62450"/>
                  </a:lnTo>
                  <a:lnTo>
                    <a:pt x="33598" y="66632"/>
                  </a:lnTo>
                  <a:lnTo>
                    <a:pt x="30479" y="70916"/>
                  </a:lnTo>
                  <a:lnTo>
                    <a:pt x="27497" y="75297"/>
                  </a:lnTo>
                  <a:lnTo>
                    <a:pt x="24655" y="79770"/>
                  </a:lnTo>
                  <a:lnTo>
                    <a:pt x="21956" y="84330"/>
                  </a:lnTo>
                  <a:lnTo>
                    <a:pt x="19404" y="88974"/>
                  </a:lnTo>
                  <a:lnTo>
                    <a:pt x="16999" y="93697"/>
                  </a:lnTo>
                  <a:lnTo>
                    <a:pt x="14746" y="98493"/>
                  </a:lnTo>
                  <a:lnTo>
                    <a:pt x="12646" y="103359"/>
                  </a:lnTo>
                  <a:lnTo>
                    <a:pt x="10701" y="108288"/>
                  </a:lnTo>
                  <a:lnTo>
                    <a:pt x="8913" y="113277"/>
                  </a:lnTo>
                  <a:lnTo>
                    <a:pt x="7285" y="118320"/>
                  </a:lnTo>
                  <a:lnTo>
                    <a:pt x="5817" y="123412"/>
                  </a:lnTo>
                  <a:lnTo>
                    <a:pt x="4511" y="128548"/>
                  </a:lnTo>
                  <a:lnTo>
                    <a:pt x="3369" y="133723"/>
                  </a:lnTo>
                  <a:lnTo>
                    <a:pt x="2391" y="138931"/>
                  </a:lnTo>
                  <a:lnTo>
                    <a:pt x="1579" y="144168"/>
                  </a:lnTo>
                  <a:lnTo>
                    <a:pt x="933" y="149427"/>
                  </a:lnTo>
                  <a:lnTo>
                    <a:pt x="454" y="154705"/>
                  </a:lnTo>
                  <a:lnTo>
                    <a:pt x="143" y="159995"/>
                  </a:lnTo>
                  <a:lnTo>
                    <a:pt x="0" y="165293"/>
                  </a:lnTo>
                  <a:lnTo>
                    <a:pt x="24" y="170592"/>
                  </a:lnTo>
                  <a:lnTo>
                    <a:pt x="217" y="175888"/>
                  </a:lnTo>
                  <a:lnTo>
                    <a:pt x="577" y="181175"/>
                  </a:lnTo>
                  <a:lnTo>
                    <a:pt x="1105" y="186448"/>
                  </a:lnTo>
                  <a:lnTo>
                    <a:pt x="1799" y="191701"/>
                  </a:lnTo>
                  <a:lnTo>
                    <a:pt x="2660" y="196930"/>
                  </a:lnTo>
                  <a:lnTo>
                    <a:pt x="3686" y="202129"/>
                  </a:lnTo>
                  <a:lnTo>
                    <a:pt x="4876" y="207293"/>
                  </a:lnTo>
                  <a:lnTo>
                    <a:pt x="6230" y="212417"/>
                  </a:lnTo>
                  <a:lnTo>
                    <a:pt x="7745" y="217495"/>
                  </a:lnTo>
                  <a:lnTo>
                    <a:pt x="9420" y="222523"/>
                  </a:lnTo>
                  <a:lnTo>
                    <a:pt x="11254" y="227494"/>
                  </a:lnTo>
                  <a:lnTo>
                    <a:pt x="13245" y="232406"/>
                  </a:lnTo>
                  <a:lnTo>
                    <a:pt x="15390" y="237251"/>
                  </a:lnTo>
                  <a:lnTo>
                    <a:pt x="17687" y="242027"/>
                  </a:lnTo>
                  <a:lnTo>
                    <a:pt x="20135" y="246727"/>
                  </a:lnTo>
                  <a:lnTo>
                    <a:pt x="22731" y="251347"/>
                  </a:lnTo>
                  <a:lnTo>
                    <a:pt x="25472" y="255882"/>
                  </a:lnTo>
                  <a:lnTo>
                    <a:pt x="28355" y="260329"/>
                  </a:lnTo>
                  <a:lnTo>
                    <a:pt x="31378" y="264681"/>
                  </a:lnTo>
                  <a:lnTo>
                    <a:pt x="34537" y="268936"/>
                  </a:lnTo>
                  <a:lnTo>
                    <a:pt x="37829" y="273089"/>
                  </a:lnTo>
                  <a:lnTo>
                    <a:pt x="41252" y="277135"/>
                  </a:lnTo>
                  <a:lnTo>
                    <a:pt x="44800" y="281070"/>
                  </a:lnTo>
                  <a:lnTo>
                    <a:pt x="48472" y="284891"/>
                  </a:lnTo>
                  <a:lnTo>
                    <a:pt x="52263" y="288594"/>
                  </a:lnTo>
                  <a:lnTo>
                    <a:pt x="56170" y="292175"/>
                  </a:lnTo>
                  <a:lnTo>
                    <a:pt x="60188" y="295630"/>
                  </a:lnTo>
                  <a:lnTo>
                    <a:pt x="64314" y="298956"/>
                  </a:lnTo>
                  <a:lnTo>
                    <a:pt x="68543" y="302149"/>
                  </a:lnTo>
                  <a:lnTo>
                    <a:pt x="72871" y="305207"/>
                  </a:lnTo>
                  <a:lnTo>
                    <a:pt x="77293" y="308126"/>
                  </a:lnTo>
                  <a:lnTo>
                    <a:pt x="81807" y="310904"/>
                  </a:lnTo>
                  <a:lnTo>
                    <a:pt x="86405" y="313537"/>
                  </a:lnTo>
                  <a:lnTo>
                    <a:pt x="91085" y="316023"/>
                  </a:lnTo>
                  <a:lnTo>
                    <a:pt x="95842" y="318360"/>
                  </a:lnTo>
                  <a:lnTo>
                    <a:pt x="100670" y="320544"/>
                  </a:lnTo>
                  <a:lnTo>
                    <a:pt x="105565" y="322574"/>
                  </a:lnTo>
                  <a:lnTo>
                    <a:pt x="110522" y="324448"/>
                  </a:lnTo>
                  <a:lnTo>
                    <a:pt x="115536" y="326165"/>
                  </a:lnTo>
                  <a:lnTo>
                    <a:pt x="120601" y="327721"/>
                  </a:lnTo>
                  <a:lnTo>
                    <a:pt x="125714" y="329116"/>
                  </a:lnTo>
                  <a:lnTo>
                    <a:pt x="130868" y="330348"/>
                  </a:lnTo>
                  <a:lnTo>
                    <a:pt x="136058" y="331416"/>
                  </a:lnTo>
                  <a:lnTo>
                    <a:pt x="141280" y="332320"/>
                  </a:lnTo>
                  <a:lnTo>
                    <a:pt x="146528" y="333057"/>
                  </a:lnTo>
                  <a:lnTo>
                    <a:pt x="151796" y="333627"/>
                  </a:lnTo>
                  <a:lnTo>
                    <a:pt x="157080" y="334030"/>
                  </a:lnTo>
                  <a:lnTo>
                    <a:pt x="162374" y="334266"/>
                  </a:lnTo>
                  <a:lnTo>
                    <a:pt x="167673" y="334334"/>
                  </a:lnTo>
                  <a:lnTo>
                    <a:pt x="172972" y="334233"/>
                  </a:lnTo>
                  <a:lnTo>
                    <a:pt x="178264" y="333965"/>
                  </a:lnTo>
                  <a:lnTo>
                    <a:pt x="183546" y="333529"/>
                  </a:lnTo>
                  <a:lnTo>
                    <a:pt x="188811" y="332926"/>
                  </a:lnTo>
                  <a:lnTo>
                    <a:pt x="194054" y="332156"/>
                  </a:lnTo>
                  <a:lnTo>
                    <a:pt x="199270" y="331221"/>
                  </a:lnTo>
                  <a:lnTo>
                    <a:pt x="204454" y="330121"/>
                  </a:lnTo>
                  <a:lnTo>
                    <a:pt x="209600" y="328856"/>
                  </a:lnTo>
                  <a:lnTo>
                    <a:pt x="214704" y="327430"/>
                  </a:lnTo>
                  <a:lnTo>
                    <a:pt x="219760" y="325842"/>
                  </a:lnTo>
                  <a:lnTo>
                    <a:pt x="224763" y="324095"/>
                  </a:lnTo>
                  <a:lnTo>
                    <a:pt x="229708" y="322190"/>
                  </a:lnTo>
                  <a:lnTo>
                    <a:pt x="234590" y="320130"/>
                  </a:lnTo>
                  <a:lnTo>
                    <a:pt x="239405" y="317916"/>
                  </a:lnTo>
                  <a:lnTo>
                    <a:pt x="244147" y="315550"/>
                  </a:lnTo>
                  <a:lnTo>
                    <a:pt x="248811" y="313035"/>
                  </a:lnTo>
                  <a:lnTo>
                    <a:pt x="253394" y="310373"/>
                  </a:lnTo>
                  <a:lnTo>
                    <a:pt x="257889" y="307568"/>
                  </a:lnTo>
                  <a:lnTo>
                    <a:pt x="262294" y="304622"/>
                  </a:lnTo>
                  <a:lnTo>
                    <a:pt x="266603" y="301537"/>
                  </a:lnTo>
                  <a:lnTo>
                    <a:pt x="270812" y="298317"/>
                  </a:lnTo>
                  <a:lnTo>
                    <a:pt x="274917" y="294966"/>
                  </a:lnTo>
                  <a:lnTo>
                    <a:pt x="278914" y="291486"/>
                  </a:lnTo>
                  <a:lnTo>
                    <a:pt x="282798" y="287881"/>
                  </a:lnTo>
                  <a:lnTo>
                    <a:pt x="286566" y="284155"/>
                  </a:lnTo>
                  <a:lnTo>
                    <a:pt x="290215" y="280311"/>
                  </a:lnTo>
                  <a:lnTo>
                    <a:pt x="293739" y="276354"/>
                  </a:lnTo>
                  <a:lnTo>
                    <a:pt x="297136" y="272287"/>
                  </a:lnTo>
                  <a:lnTo>
                    <a:pt x="300403" y="268114"/>
                  </a:lnTo>
                  <a:lnTo>
                    <a:pt x="303536" y="263840"/>
                  </a:lnTo>
                  <a:lnTo>
                    <a:pt x="306531" y="259469"/>
                  </a:lnTo>
                  <a:lnTo>
                    <a:pt x="309387" y="255004"/>
                  </a:lnTo>
                  <a:lnTo>
                    <a:pt x="312100" y="250452"/>
                  </a:lnTo>
                  <a:lnTo>
                    <a:pt x="314667" y="245816"/>
                  </a:lnTo>
                  <a:lnTo>
                    <a:pt x="317086" y="241101"/>
                  </a:lnTo>
                  <a:lnTo>
                    <a:pt x="319354" y="236311"/>
                  </a:lnTo>
                  <a:lnTo>
                    <a:pt x="321469" y="231453"/>
                  </a:lnTo>
                  <a:lnTo>
                    <a:pt x="323429" y="226529"/>
                  </a:lnTo>
                  <a:lnTo>
                    <a:pt x="325232" y="221546"/>
                  </a:lnTo>
                  <a:lnTo>
                    <a:pt x="326876" y="216508"/>
                  </a:lnTo>
                  <a:lnTo>
                    <a:pt x="328360" y="211421"/>
                  </a:lnTo>
                  <a:lnTo>
                    <a:pt x="329682" y="206289"/>
                  </a:lnTo>
                  <a:lnTo>
                    <a:pt x="330840" y="201118"/>
                  </a:lnTo>
                  <a:lnTo>
                    <a:pt x="331834" y="195912"/>
                  </a:lnTo>
                  <a:lnTo>
                    <a:pt x="332662" y="190678"/>
                  </a:lnTo>
                  <a:lnTo>
                    <a:pt x="333324" y="185420"/>
                  </a:lnTo>
                  <a:lnTo>
                    <a:pt x="333819" y="180144"/>
                  </a:lnTo>
                  <a:lnTo>
                    <a:pt x="334147" y="174855"/>
                  </a:lnTo>
                  <a:lnTo>
                    <a:pt x="334307" y="169558"/>
                  </a:lnTo>
                  <a:lnTo>
                    <a:pt x="334299" y="164259"/>
                  </a:lnTo>
                  <a:lnTo>
                    <a:pt x="334122" y="158962"/>
                  </a:lnTo>
                  <a:lnTo>
                    <a:pt x="333778" y="153674"/>
                  </a:lnTo>
                  <a:lnTo>
                    <a:pt x="333267" y="148400"/>
                  </a:lnTo>
                  <a:lnTo>
                    <a:pt x="332589" y="143144"/>
                  </a:lnTo>
                  <a:lnTo>
                    <a:pt x="331744" y="137912"/>
                  </a:lnTo>
                  <a:lnTo>
                    <a:pt x="330734" y="132710"/>
                  </a:lnTo>
                  <a:lnTo>
                    <a:pt x="329560" y="127543"/>
                  </a:lnTo>
                  <a:lnTo>
                    <a:pt x="328222" y="122415"/>
                  </a:lnTo>
                  <a:lnTo>
                    <a:pt x="326723" y="117332"/>
                  </a:lnTo>
                  <a:lnTo>
                    <a:pt x="325063" y="112299"/>
                  </a:lnTo>
                  <a:lnTo>
                    <a:pt x="323245" y="107322"/>
                  </a:lnTo>
                  <a:lnTo>
                    <a:pt x="321269" y="102404"/>
                  </a:lnTo>
                  <a:lnTo>
                    <a:pt x="319139" y="97552"/>
                  </a:lnTo>
                  <a:lnTo>
                    <a:pt x="316856" y="92770"/>
                  </a:lnTo>
                  <a:lnTo>
                    <a:pt x="314423" y="88062"/>
                  </a:lnTo>
                  <a:lnTo>
                    <a:pt x="311841" y="83434"/>
                  </a:lnTo>
                  <a:lnTo>
                    <a:pt x="309115" y="78890"/>
                  </a:lnTo>
                  <a:lnTo>
                    <a:pt x="306245" y="74435"/>
                  </a:lnTo>
                  <a:lnTo>
                    <a:pt x="303236" y="70073"/>
                  </a:lnTo>
                  <a:lnTo>
                    <a:pt x="300090" y="65808"/>
                  </a:lnTo>
                  <a:lnTo>
                    <a:pt x="296811" y="61646"/>
                  </a:lnTo>
                  <a:lnTo>
                    <a:pt x="293401" y="57589"/>
                  </a:lnTo>
                  <a:lnTo>
                    <a:pt x="289864" y="53643"/>
                  </a:lnTo>
                  <a:lnTo>
                    <a:pt x="286204" y="49810"/>
                  </a:lnTo>
                  <a:lnTo>
                    <a:pt x="282424" y="46096"/>
                  </a:lnTo>
                  <a:lnTo>
                    <a:pt x="278529" y="42503"/>
                  </a:lnTo>
                  <a:lnTo>
                    <a:pt x="274522" y="39035"/>
                  </a:lnTo>
                  <a:lnTo>
                    <a:pt x="270406" y="35697"/>
                  </a:lnTo>
                  <a:lnTo>
                    <a:pt x="266187" y="32490"/>
                  </a:lnTo>
                  <a:lnTo>
                    <a:pt x="261869" y="29419"/>
                  </a:lnTo>
                  <a:lnTo>
                    <a:pt x="257455" y="26486"/>
                  </a:lnTo>
                  <a:lnTo>
                    <a:pt x="252950" y="23694"/>
                  </a:lnTo>
                  <a:lnTo>
                    <a:pt x="248360" y="21047"/>
                  </a:lnTo>
                  <a:lnTo>
                    <a:pt x="243687" y="18547"/>
                  </a:lnTo>
                  <a:lnTo>
                    <a:pt x="238938" y="16196"/>
                  </a:lnTo>
                  <a:lnTo>
                    <a:pt x="234117" y="13996"/>
                  </a:lnTo>
                  <a:lnTo>
                    <a:pt x="229228" y="11951"/>
                  </a:lnTo>
                  <a:lnTo>
                    <a:pt x="224277" y="10061"/>
                  </a:lnTo>
                  <a:lnTo>
                    <a:pt x="219269" y="8330"/>
                  </a:lnTo>
                  <a:lnTo>
                    <a:pt x="214208" y="6758"/>
                  </a:lnTo>
                  <a:lnTo>
                    <a:pt x="209100" y="5347"/>
                  </a:lnTo>
                  <a:lnTo>
                    <a:pt x="203950" y="4099"/>
                  </a:lnTo>
                  <a:lnTo>
                    <a:pt x="198762" y="3015"/>
                  </a:lnTo>
                  <a:lnTo>
                    <a:pt x="193543" y="2095"/>
                  </a:lnTo>
                  <a:lnTo>
                    <a:pt x="188298" y="1342"/>
                  </a:lnTo>
                  <a:lnTo>
                    <a:pt x="183031" y="755"/>
                  </a:lnTo>
                  <a:lnTo>
                    <a:pt x="177748" y="335"/>
                  </a:lnTo>
                  <a:lnTo>
                    <a:pt x="172455" y="83"/>
                  </a:lnTo>
                  <a:lnTo>
                    <a:pt x="167156" y="0"/>
                  </a:lnTo>
                  <a:lnTo>
                    <a:pt x="167156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g390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g391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g392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g393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g394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g395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g396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g397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g398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g399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g400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g401"/>
            <p:cNvSpPr/>
            <p:nvPr/>
          </p:nvSpPr>
          <p:spPr>
            <a:xfrm>
              <a:off x="2756863" y="2126963"/>
              <a:ext cx="24424" cy="167167"/>
            </a:xfrm>
            <a:custGeom>
              <a:avLst/>
              <a:pathLst>
                <a:path w="24424" h="167167">
                  <a:moveTo>
                    <a:pt x="24424" y="0"/>
                  </a:moveTo>
                  <a:lnTo>
                    <a:pt x="16256" y="199"/>
                  </a:lnTo>
                  <a:lnTo>
                    <a:pt x="8108" y="798"/>
                  </a:lnTo>
                  <a:lnTo>
                    <a:pt x="0" y="1793"/>
                  </a:lnTo>
                  <a:lnTo>
                    <a:pt x="24424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g402"/>
            <p:cNvSpPr/>
            <p:nvPr/>
          </p:nvSpPr>
          <p:spPr>
            <a:xfrm>
              <a:off x="2756863" y="2128757"/>
              <a:ext cx="24424" cy="165373"/>
            </a:xfrm>
            <a:custGeom>
              <a:avLst/>
              <a:pathLst>
                <a:path w="24424" h="165373">
                  <a:moveTo>
                    <a:pt x="0" y="0"/>
                  </a:moveTo>
                  <a:lnTo>
                    <a:pt x="24424" y="16537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g403"/>
            <p:cNvSpPr/>
            <p:nvPr/>
          </p:nvSpPr>
          <p:spPr>
            <a:xfrm>
              <a:off x="2756863" y="2128757"/>
              <a:ext cx="24424" cy="165373"/>
            </a:xfrm>
            <a:custGeom>
              <a:avLst/>
              <a:pathLst>
                <a:path w="24424" h="165373">
                  <a:moveTo>
                    <a:pt x="0" y="0"/>
                  </a:moveTo>
                  <a:lnTo>
                    <a:pt x="24424" y="16537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g404"/>
            <p:cNvSpPr/>
            <p:nvPr/>
          </p:nvSpPr>
          <p:spPr>
            <a:xfrm>
              <a:off x="2756863" y="2128757"/>
              <a:ext cx="24424" cy="165373"/>
            </a:xfrm>
            <a:custGeom>
              <a:avLst/>
              <a:pathLst>
                <a:path w="24424" h="165373">
                  <a:moveTo>
                    <a:pt x="0" y="0"/>
                  </a:moveTo>
                  <a:lnTo>
                    <a:pt x="24424" y="16537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g405"/>
            <p:cNvSpPr/>
            <p:nvPr/>
          </p:nvSpPr>
          <p:spPr>
            <a:xfrm>
              <a:off x="2756863" y="2128757"/>
              <a:ext cx="24424" cy="165373"/>
            </a:xfrm>
            <a:custGeom>
              <a:avLst/>
              <a:pathLst>
                <a:path w="24424" h="165373">
                  <a:moveTo>
                    <a:pt x="0" y="0"/>
                  </a:moveTo>
                  <a:lnTo>
                    <a:pt x="24424" y="16537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g406"/>
            <p:cNvSpPr/>
            <p:nvPr/>
          </p:nvSpPr>
          <p:spPr>
            <a:xfrm>
              <a:off x="2756863" y="2128757"/>
              <a:ext cx="24424" cy="165373"/>
            </a:xfrm>
            <a:custGeom>
              <a:avLst/>
              <a:pathLst>
                <a:path w="24424" h="165373">
                  <a:moveTo>
                    <a:pt x="0" y="0"/>
                  </a:moveTo>
                  <a:lnTo>
                    <a:pt x="24424" y="165373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g407"/>
            <p:cNvSpPr/>
            <p:nvPr/>
          </p:nvSpPr>
          <p:spPr>
            <a:xfrm>
              <a:off x="2756863" y="2128757"/>
              <a:ext cx="24424" cy="165373"/>
            </a:xfrm>
            <a:custGeom>
              <a:avLst/>
              <a:pathLst>
                <a:path w="24424" h="165373">
                  <a:moveTo>
                    <a:pt x="0" y="0"/>
                  </a:moveTo>
                  <a:lnTo>
                    <a:pt x="24424" y="16537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g408"/>
            <p:cNvSpPr/>
            <p:nvPr/>
          </p:nvSpPr>
          <p:spPr>
            <a:xfrm>
              <a:off x="2756863" y="2128757"/>
              <a:ext cx="24424" cy="165373"/>
            </a:xfrm>
            <a:custGeom>
              <a:avLst/>
              <a:pathLst>
                <a:path w="24424" h="165373">
                  <a:moveTo>
                    <a:pt x="0" y="0"/>
                  </a:moveTo>
                  <a:lnTo>
                    <a:pt x="24424" y="16537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g409"/>
            <p:cNvSpPr/>
            <p:nvPr/>
          </p:nvSpPr>
          <p:spPr>
            <a:xfrm>
              <a:off x="2756863" y="2128757"/>
              <a:ext cx="24424" cy="165373"/>
            </a:xfrm>
            <a:custGeom>
              <a:avLst/>
              <a:pathLst>
                <a:path w="24424" h="165373">
                  <a:moveTo>
                    <a:pt x="0" y="0"/>
                  </a:moveTo>
                  <a:lnTo>
                    <a:pt x="24424" y="165373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pg410"/>
            <p:cNvSpPr/>
            <p:nvPr/>
          </p:nvSpPr>
          <p:spPr>
            <a:xfrm>
              <a:off x="2756863" y="2128757"/>
              <a:ext cx="24424" cy="165373"/>
            </a:xfrm>
            <a:custGeom>
              <a:avLst/>
              <a:pathLst>
                <a:path w="24424" h="165373">
                  <a:moveTo>
                    <a:pt x="0" y="0"/>
                  </a:moveTo>
                  <a:lnTo>
                    <a:pt x="24424" y="16537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g411"/>
            <p:cNvSpPr/>
            <p:nvPr/>
          </p:nvSpPr>
          <p:spPr>
            <a:xfrm>
              <a:off x="2756863" y="2128757"/>
              <a:ext cx="24424" cy="165373"/>
            </a:xfrm>
            <a:custGeom>
              <a:avLst/>
              <a:pathLst>
                <a:path w="24424" h="165373">
                  <a:moveTo>
                    <a:pt x="0" y="0"/>
                  </a:moveTo>
                  <a:lnTo>
                    <a:pt x="24424" y="16537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pg412"/>
            <p:cNvSpPr/>
            <p:nvPr/>
          </p:nvSpPr>
          <p:spPr>
            <a:xfrm>
              <a:off x="2756863" y="2128757"/>
              <a:ext cx="24424" cy="165373"/>
            </a:xfrm>
            <a:custGeom>
              <a:avLst/>
              <a:pathLst>
                <a:path w="24424" h="165373">
                  <a:moveTo>
                    <a:pt x="0" y="0"/>
                  </a:moveTo>
                  <a:lnTo>
                    <a:pt x="24424" y="16537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pg413"/>
            <p:cNvSpPr/>
            <p:nvPr/>
          </p:nvSpPr>
          <p:spPr>
            <a:xfrm>
              <a:off x="2756863" y="2128757"/>
              <a:ext cx="24424" cy="165373"/>
            </a:xfrm>
            <a:custGeom>
              <a:avLst/>
              <a:pathLst>
                <a:path w="24424" h="165373">
                  <a:moveTo>
                    <a:pt x="0" y="0"/>
                  </a:moveTo>
                  <a:lnTo>
                    <a:pt x="24424" y="16537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" name="pg414"/>
            <p:cNvSpPr/>
            <p:nvPr/>
          </p:nvSpPr>
          <p:spPr>
            <a:xfrm>
              <a:off x="2756863" y="2128757"/>
              <a:ext cx="24424" cy="165373"/>
            </a:xfrm>
            <a:custGeom>
              <a:avLst/>
              <a:pathLst>
                <a:path w="24424" h="165373">
                  <a:moveTo>
                    <a:pt x="0" y="0"/>
                  </a:moveTo>
                  <a:lnTo>
                    <a:pt x="24424" y="16537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pg415"/>
            <p:cNvSpPr/>
            <p:nvPr/>
          </p:nvSpPr>
          <p:spPr>
            <a:xfrm>
              <a:off x="2756863" y="2128757"/>
              <a:ext cx="24424" cy="165373"/>
            </a:xfrm>
            <a:custGeom>
              <a:avLst/>
              <a:pathLst>
                <a:path w="24424" h="165373">
                  <a:moveTo>
                    <a:pt x="0" y="0"/>
                  </a:moveTo>
                  <a:lnTo>
                    <a:pt x="24424" y="16537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" name="pg416"/>
            <p:cNvSpPr/>
            <p:nvPr/>
          </p:nvSpPr>
          <p:spPr>
            <a:xfrm>
              <a:off x="2614120" y="2127843"/>
              <a:ext cx="334315" cy="333451"/>
            </a:xfrm>
            <a:custGeom>
              <a:avLst/>
              <a:pathLst>
                <a:path w="334315" h="333451">
                  <a:moveTo>
                    <a:pt x="142742" y="914"/>
                  </a:moveTo>
                  <a:lnTo>
                    <a:pt x="137531" y="1768"/>
                  </a:lnTo>
                  <a:lnTo>
                    <a:pt x="132349" y="2786"/>
                  </a:lnTo>
                  <a:lnTo>
                    <a:pt x="127202" y="3967"/>
                  </a:lnTo>
                  <a:lnTo>
                    <a:pt x="122095" y="5310"/>
                  </a:lnTo>
                  <a:lnTo>
                    <a:pt x="117033" y="6814"/>
                  </a:lnTo>
                  <a:lnTo>
                    <a:pt x="112021" y="8477"/>
                  </a:lnTo>
                  <a:lnTo>
                    <a:pt x="107064" y="10298"/>
                  </a:lnTo>
                  <a:lnTo>
                    <a:pt x="102167" y="12274"/>
                  </a:lnTo>
                  <a:lnTo>
                    <a:pt x="97334" y="14404"/>
                  </a:lnTo>
                  <a:lnTo>
                    <a:pt x="92572" y="16686"/>
                  </a:lnTo>
                  <a:lnTo>
                    <a:pt x="87884" y="19116"/>
                  </a:lnTo>
                  <a:lnTo>
                    <a:pt x="83275" y="21694"/>
                  </a:lnTo>
                  <a:lnTo>
                    <a:pt x="78750" y="24416"/>
                  </a:lnTo>
                  <a:lnTo>
                    <a:pt x="74313" y="27279"/>
                  </a:lnTo>
                  <a:lnTo>
                    <a:pt x="69968" y="30282"/>
                  </a:lnTo>
                  <a:lnTo>
                    <a:pt x="65721" y="33420"/>
                  </a:lnTo>
                  <a:lnTo>
                    <a:pt x="61575" y="36690"/>
                  </a:lnTo>
                  <a:lnTo>
                    <a:pt x="57534" y="40090"/>
                  </a:lnTo>
                  <a:lnTo>
                    <a:pt x="53603" y="43616"/>
                  </a:lnTo>
                  <a:lnTo>
                    <a:pt x="49785" y="47264"/>
                  </a:lnTo>
                  <a:lnTo>
                    <a:pt x="46084" y="51031"/>
                  </a:lnTo>
                  <a:lnTo>
                    <a:pt x="42504" y="54913"/>
                  </a:lnTo>
                  <a:lnTo>
                    <a:pt x="39048" y="58906"/>
                  </a:lnTo>
                  <a:lnTo>
                    <a:pt x="35720" y="63007"/>
                  </a:lnTo>
                  <a:lnTo>
                    <a:pt x="32524" y="67210"/>
                  </a:lnTo>
                  <a:lnTo>
                    <a:pt x="29461" y="71512"/>
                  </a:lnTo>
                  <a:lnTo>
                    <a:pt x="26537" y="75909"/>
                  </a:lnTo>
                  <a:lnTo>
                    <a:pt x="23752" y="80396"/>
                  </a:lnTo>
                  <a:lnTo>
                    <a:pt x="21111" y="84969"/>
                  </a:lnTo>
                  <a:lnTo>
                    <a:pt x="18615" y="89623"/>
                  </a:lnTo>
                  <a:lnTo>
                    <a:pt x="16268" y="94353"/>
                  </a:lnTo>
                  <a:lnTo>
                    <a:pt x="14071" y="99155"/>
                  </a:lnTo>
                  <a:lnTo>
                    <a:pt x="12027" y="104024"/>
                  </a:lnTo>
                  <a:lnTo>
                    <a:pt x="10138" y="108956"/>
                  </a:lnTo>
                  <a:lnTo>
                    <a:pt x="8405" y="113944"/>
                  </a:lnTo>
                  <a:lnTo>
                    <a:pt x="6831" y="118985"/>
                  </a:lnTo>
                  <a:lnTo>
                    <a:pt x="5417" y="124073"/>
                  </a:lnTo>
                  <a:lnTo>
                    <a:pt x="4164" y="129203"/>
                  </a:lnTo>
                  <a:lnTo>
                    <a:pt x="3074" y="134370"/>
                  </a:lnTo>
                  <a:lnTo>
                    <a:pt x="2148" y="139569"/>
                  </a:lnTo>
                  <a:lnTo>
                    <a:pt x="1386" y="144794"/>
                  </a:lnTo>
                  <a:lnTo>
                    <a:pt x="790" y="150041"/>
                  </a:lnTo>
                  <a:lnTo>
                    <a:pt x="360" y="155305"/>
                  </a:lnTo>
                  <a:lnTo>
                    <a:pt x="96" y="160579"/>
                  </a:lnTo>
                  <a:lnTo>
                    <a:pt x="0" y="165859"/>
                  </a:lnTo>
                  <a:lnTo>
                    <a:pt x="69" y="171139"/>
                  </a:lnTo>
                  <a:lnTo>
                    <a:pt x="306" y="176415"/>
                  </a:lnTo>
                  <a:lnTo>
                    <a:pt x="709" y="181680"/>
                  </a:lnTo>
                  <a:lnTo>
                    <a:pt x="1278" y="186930"/>
                  </a:lnTo>
                  <a:lnTo>
                    <a:pt x="2013" y="192159"/>
                  </a:lnTo>
                  <a:lnTo>
                    <a:pt x="2913" y="197363"/>
                  </a:lnTo>
                  <a:lnTo>
                    <a:pt x="3976" y="202536"/>
                  </a:lnTo>
                  <a:lnTo>
                    <a:pt x="5203" y="207672"/>
                  </a:lnTo>
                  <a:lnTo>
                    <a:pt x="6591" y="212767"/>
                  </a:lnTo>
                  <a:lnTo>
                    <a:pt x="8139" y="217816"/>
                  </a:lnTo>
                  <a:lnTo>
                    <a:pt x="9846" y="222813"/>
                  </a:lnTo>
                  <a:lnTo>
                    <a:pt x="11710" y="227754"/>
                  </a:lnTo>
                  <a:lnTo>
                    <a:pt x="13729" y="232634"/>
                  </a:lnTo>
                  <a:lnTo>
                    <a:pt x="15901" y="237447"/>
                  </a:lnTo>
                  <a:lnTo>
                    <a:pt x="18224" y="242189"/>
                  </a:lnTo>
                  <a:lnTo>
                    <a:pt x="20696" y="246856"/>
                  </a:lnTo>
                  <a:lnTo>
                    <a:pt x="23314" y="251442"/>
                  </a:lnTo>
                  <a:lnTo>
                    <a:pt x="26075" y="255943"/>
                  </a:lnTo>
                  <a:lnTo>
                    <a:pt x="28978" y="260355"/>
                  </a:lnTo>
                  <a:lnTo>
                    <a:pt x="32018" y="264673"/>
                  </a:lnTo>
                  <a:lnTo>
                    <a:pt x="35193" y="268893"/>
                  </a:lnTo>
                  <a:lnTo>
                    <a:pt x="38500" y="273010"/>
                  </a:lnTo>
                  <a:lnTo>
                    <a:pt x="41935" y="277021"/>
                  </a:lnTo>
                  <a:lnTo>
                    <a:pt x="45495" y="280921"/>
                  </a:lnTo>
                  <a:lnTo>
                    <a:pt x="49176" y="284707"/>
                  </a:lnTo>
                  <a:lnTo>
                    <a:pt x="52976" y="288375"/>
                  </a:lnTo>
                  <a:lnTo>
                    <a:pt x="56889" y="291921"/>
                  </a:lnTo>
                  <a:lnTo>
                    <a:pt x="60912" y="295341"/>
                  </a:lnTo>
                  <a:lnTo>
                    <a:pt x="65041" y="298633"/>
                  </a:lnTo>
                  <a:lnTo>
                    <a:pt x="69273" y="301793"/>
                  </a:lnTo>
                  <a:lnTo>
                    <a:pt x="73602" y="304817"/>
                  </a:lnTo>
                  <a:lnTo>
                    <a:pt x="78024" y="307703"/>
                  </a:lnTo>
                  <a:lnTo>
                    <a:pt x="82535" y="310448"/>
                  </a:lnTo>
                  <a:lnTo>
                    <a:pt x="87131" y="313050"/>
                  </a:lnTo>
                  <a:lnTo>
                    <a:pt x="91806" y="315504"/>
                  </a:lnTo>
                  <a:lnTo>
                    <a:pt x="96557" y="317810"/>
                  </a:lnTo>
                  <a:lnTo>
                    <a:pt x="101378" y="319965"/>
                  </a:lnTo>
                  <a:lnTo>
                    <a:pt x="106265" y="321966"/>
                  </a:lnTo>
                  <a:lnTo>
                    <a:pt x="111213" y="323812"/>
                  </a:lnTo>
                  <a:lnTo>
                    <a:pt x="116216" y="325501"/>
                  </a:lnTo>
                  <a:lnTo>
                    <a:pt x="121271" y="327031"/>
                  </a:lnTo>
                  <a:lnTo>
                    <a:pt x="126371" y="328400"/>
                  </a:lnTo>
                  <a:lnTo>
                    <a:pt x="131512" y="329608"/>
                  </a:lnTo>
                  <a:lnTo>
                    <a:pt x="136688" y="330653"/>
                  </a:lnTo>
                  <a:lnTo>
                    <a:pt x="141895" y="331533"/>
                  </a:lnTo>
                  <a:lnTo>
                    <a:pt x="147127" y="332249"/>
                  </a:lnTo>
                  <a:lnTo>
                    <a:pt x="152379" y="332799"/>
                  </a:lnTo>
                  <a:lnTo>
                    <a:pt x="157646" y="333183"/>
                  </a:lnTo>
                  <a:lnTo>
                    <a:pt x="162922" y="333401"/>
                  </a:lnTo>
                  <a:lnTo>
                    <a:pt x="168203" y="333451"/>
                  </a:lnTo>
                  <a:lnTo>
                    <a:pt x="173482" y="333335"/>
                  </a:lnTo>
                  <a:lnTo>
                    <a:pt x="178755" y="333052"/>
                  </a:lnTo>
                  <a:lnTo>
                    <a:pt x="184017" y="332603"/>
                  </a:lnTo>
                  <a:lnTo>
                    <a:pt x="189262" y="331988"/>
                  </a:lnTo>
                  <a:lnTo>
                    <a:pt x="194485" y="331207"/>
                  </a:lnTo>
                  <a:lnTo>
                    <a:pt x="199680" y="330262"/>
                  </a:lnTo>
                  <a:lnTo>
                    <a:pt x="204843" y="329153"/>
                  </a:lnTo>
                  <a:lnTo>
                    <a:pt x="209969" y="327882"/>
                  </a:lnTo>
                  <a:lnTo>
                    <a:pt x="215052" y="326449"/>
                  </a:lnTo>
                  <a:lnTo>
                    <a:pt x="220087" y="324857"/>
                  </a:lnTo>
                  <a:lnTo>
                    <a:pt x="225069" y="323106"/>
                  </a:lnTo>
                  <a:lnTo>
                    <a:pt x="229993" y="321199"/>
                  </a:lnTo>
                  <a:lnTo>
                    <a:pt x="234855" y="319138"/>
                  </a:lnTo>
                  <a:lnTo>
                    <a:pt x="239649" y="316923"/>
                  </a:lnTo>
                  <a:lnTo>
                    <a:pt x="244371" y="314559"/>
                  </a:lnTo>
                  <a:lnTo>
                    <a:pt x="249015" y="312046"/>
                  </a:lnTo>
                  <a:lnTo>
                    <a:pt x="253579" y="309388"/>
                  </a:lnTo>
                  <a:lnTo>
                    <a:pt x="258055" y="306587"/>
                  </a:lnTo>
                  <a:lnTo>
                    <a:pt x="262442" y="303646"/>
                  </a:lnTo>
                  <a:lnTo>
                    <a:pt x="266733" y="300569"/>
                  </a:lnTo>
                  <a:lnTo>
                    <a:pt x="270924" y="297357"/>
                  </a:lnTo>
                  <a:lnTo>
                    <a:pt x="275013" y="294014"/>
                  </a:lnTo>
                  <a:lnTo>
                    <a:pt x="278993" y="290544"/>
                  </a:lnTo>
                  <a:lnTo>
                    <a:pt x="282862" y="286950"/>
                  </a:lnTo>
                  <a:lnTo>
                    <a:pt x="286616" y="283235"/>
                  </a:lnTo>
                  <a:lnTo>
                    <a:pt x="290250" y="279404"/>
                  </a:lnTo>
                  <a:lnTo>
                    <a:pt x="293761" y="275460"/>
                  </a:lnTo>
                  <a:lnTo>
                    <a:pt x="297147" y="271407"/>
                  </a:lnTo>
                  <a:lnTo>
                    <a:pt x="300402" y="267249"/>
                  </a:lnTo>
                  <a:lnTo>
                    <a:pt x="303524" y="262990"/>
                  </a:lnTo>
                  <a:lnTo>
                    <a:pt x="306511" y="258635"/>
                  </a:lnTo>
                  <a:lnTo>
                    <a:pt x="309358" y="254187"/>
                  </a:lnTo>
                  <a:lnTo>
                    <a:pt x="312064" y="249652"/>
                  </a:lnTo>
                  <a:lnTo>
                    <a:pt x="314625" y="245034"/>
                  </a:lnTo>
                  <a:lnTo>
                    <a:pt x="317038" y="240337"/>
                  </a:lnTo>
                  <a:lnTo>
                    <a:pt x="319302" y="235566"/>
                  </a:lnTo>
                  <a:lnTo>
                    <a:pt x="321415" y="230726"/>
                  </a:lnTo>
                  <a:lnTo>
                    <a:pt x="323373" y="225822"/>
                  </a:lnTo>
                  <a:lnTo>
                    <a:pt x="325176" y="220858"/>
                  </a:lnTo>
                  <a:lnTo>
                    <a:pt x="326821" y="215840"/>
                  </a:lnTo>
                  <a:lnTo>
                    <a:pt x="328306" y="210773"/>
                  </a:lnTo>
                  <a:lnTo>
                    <a:pt x="329631" y="205661"/>
                  </a:lnTo>
                  <a:lnTo>
                    <a:pt x="330793" y="200510"/>
                  </a:lnTo>
                  <a:lnTo>
                    <a:pt x="331793" y="195324"/>
                  </a:lnTo>
                  <a:lnTo>
                    <a:pt x="332628" y="190110"/>
                  </a:lnTo>
                  <a:lnTo>
                    <a:pt x="333298" y="184872"/>
                  </a:lnTo>
                  <a:lnTo>
                    <a:pt x="333802" y="179615"/>
                  </a:lnTo>
                  <a:lnTo>
                    <a:pt x="334140" y="174345"/>
                  </a:lnTo>
                  <a:lnTo>
                    <a:pt x="334311" y="169067"/>
                  </a:lnTo>
                  <a:lnTo>
                    <a:pt x="334315" y="163786"/>
                  </a:lnTo>
                  <a:lnTo>
                    <a:pt x="334153" y="158508"/>
                  </a:lnTo>
                  <a:lnTo>
                    <a:pt x="333824" y="153237"/>
                  </a:lnTo>
                  <a:lnTo>
                    <a:pt x="333328" y="147980"/>
                  </a:lnTo>
                  <a:lnTo>
                    <a:pt x="332667" y="142741"/>
                  </a:lnTo>
                  <a:lnTo>
                    <a:pt x="331841" y="137525"/>
                  </a:lnTo>
                  <a:lnTo>
                    <a:pt x="330850" y="132338"/>
                  </a:lnTo>
                  <a:lnTo>
                    <a:pt x="329696" y="127185"/>
                  </a:lnTo>
                  <a:lnTo>
                    <a:pt x="328380" y="122071"/>
                  </a:lnTo>
                  <a:lnTo>
                    <a:pt x="326903" y="117001"/>
                  </a:lnTo>
                  <a:lnTo>
                    <a:pt x="325267" y="111980"/>
                  </a:lnTo>
                  <a:lnTo>
                    <a:pt x="323472" y="107013"/>
                  </a:lnTo>
                  <a:lnTo>
                    <a:pt x="321522" y="102106"/>
                  </a:lnTo>
                  <a:lnTo>
                    <a:pt x="319418" y="97262"/>
                  </a:lnTo>
                  <a:lnTo>
                    <a:pt x="317162" y="92488"/>
                  </a:lnTo>
                  <a:lnTo>
                    <a:pt x="314756" y="87787"/>
                  </a:lnTo>
                  <a:lnTo>
                    <a:pt x="312203" y="83164"/>
                  </a:lnTo>
                  <a:lnTo>
                    <a:pt x="309505" y="78625"/>
                  </a:lnTo>
                  <a:lnTo>
                    <a:pt x="306665" y="74172"/>
                  </a:lnTo>
                  <a:lnTo>
                    <a:pt x="303686" y="69812"/>
                  </a:lnTo>
                  <a:lnTo>
                    <a:pt x="300570" y="65548"/>
                  </a:lnTo>
                  <a:lnTo>
                    <a:pt x="297322" y="61385"/>
                  </a:lnTo>
                  <a:lnTo>
                    <a:pt x="293943" y="57326"/>
                  </a:lnTo>
                  <a:lnTo>
                    <a:pt x="290439" y="53376"/>
                  </a:lnTo>
                  <a:lnTo>
                    <a:pt x="286811" y="49539"/>
                  </a:lnTo>
                  <a:lnTo>
                    <a:pt x="283063" y="45818"/>
                  </a:lnTo>
                  <a:lnTo>
                    <a:pt x="279200" y="42217"/>
                  </a:lnTo>
                  <a:lnTo>
                    <a:pt x="275226" y="38740"/>
                  </a:lnTo>
                  <a:lnTo>
                    <a:pt x="271143" y="35391"/>
                  </a:lnTo>
                  <a:lnTo>
                    <a:pt x="266957" y="32172"/>
                  </a:lnTo>
                  <a:lnTo>
                    <a:pt x="262671" y="29087"/>
                  </a:lnTo>
                  <a:lnTo>
                    <a:pt x="258290" y="26139"/>
                  </a:lnTo>
                  <a:lnTo>
                    <a:pt x="253817" y="23331"/>
                  </a:lnTo>
                  <a:lnTo>
                    <a:pt x="249259" y="20665"/>
                  </a:lnTo>
                  <a:lnTo>
                    <a:pt x="244618" y="18145"/>
                  </a:lnTo>
                  <a:lnTo>
                    <a:pt x="239900" y="15772"/>
                  </a:lnTo>
                  <a:lnTo>
                    <a:pt x="235110" y="13550"/>
                  </a:lnTo>
                  <a:lnTo>
                    <a:pt x="230252" y="11480"/>
                  </a:lnTo>
                  <a:lnTo>
                    <a:pt x="225330" y="9565"/>
                  </a:lnTo>
                  <a:lnTo>
                    <a:pt x="220351" y="7806"/>
                  </a:lnTo>
                  <a:lnTo>
                    <a:pt x="215319" y="6205"/>
                  </a:lnTo>
                  <a:lnTo>
                    <a:pt x="210239" y="4764"/>
                  </a:lnTo>
                  <a:lnTo>
                    <a:pt x="205115" y="3484"/>
                  </a:lnTo>
                  <a:lnTo>
                    <a:pt x="199954" y="2367"/>
                  </a:lnTo>
                  <a:lnTo>
                    <a:pt x="194760" y="1413"/>
                  </a:lnTo>
                  <a:lnTo>
                    <a:pt x="189539" y="623"/>
                  </a:lnTo>
                  <a:lnTo>
                    <a:pt x="184295" y="0"/>
                  </a:lnTo>
                  <a:lnTo>
                    <a:pt x="167166" y="16628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pg417"/>
            <p:cNvSpPr/>
            <p:nvPr/>
          </p:nvSpPr>
          <p:spPr>
            <a:xfrm>
              <a:off x="2781287" y="2126963"/>
              <a:ext cx="17128" cy="167167"/>
            </a:xfrm>
            <a:custGeom>
              <a:avLst/>
              <a:pathLst>
                <a:path w="17128" h="167167">
                  <a:moveTo>
                    <a:pt x="17128" y="879"/>
                  </a:moveTo>
                  <a:lnTo>
                    <a:pt x="8575" y="22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g418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g419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pg420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pg421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pg422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" name="pg423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" name="pg424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g425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g426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g427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g428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g429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g430"/>
            <p:cNvSpPr/>
            <p:nvPr/>
          </p:nvSpPr>
          <p:spPr>
            <a:xfrm>
              <a:off x="2423600" y="2633064"/>
              <a:ext cx="334298" cy="334334"/>
            </a:xfrm>
            <a:custGeom>
              <a:avLst/>
              <a:pathLst>
                <a:path w="334298" h="334334">
                  <a:moveTo>
                    <a:pt x="167147" y="0"/>
                  </a:moveTo>
                  <a:lnTo>
                    <a:pt x="161846" y="84"/>
                  </a:lnTo>
                  <a:lnTo>
                    <a:pt x="156549" y="336"/>
                  </a:lnTo>
                  <a:lnTo>
                    <a:pt x="151263" y="756"/>
                  </a:lnTo>
                  <a:lnTo>
                    <a:pt x="145993" y="1343"/>
                  </a:lnTo>
                  <a:lnTo>
                    <a:pt x="140745" y="2098"/>
                  </a:lnTo>
                  <a:lnTo>
                    <a:pt x="135522" y="3018"/>
                  </a:lnTo>
                  <a:lnTo>
                    <a:pt x="130332" y="4104"/>
                  </a:lnTo>
                  <a:lnTo>
                    <a:pt x="125179" y="5353"/>
                  </a:lnTo>
                  <a:lnTo>
                    <a:pt x="120068" y="6766"/>
                  </a:lnTo>
                  <a:lnTo>
                    <a:pt x="115004" y="8340"/>
                  </a:lnTo>
                  <a:lnTo>
                    <a:pt x="109993" y="10073"/>
                  </a:lnTo>
                  <a:lnTo>
                    <a:pt x="105040" y="11965"/>
                  </a:lnTo>
                  <a:lnTo>
                    <a:pt x="100149" y="14013"/>
                  </a:lnTo>
                  <a:lnTo>
                    <a:pt x="95325" y="16215"/>
                  </a:lnTo>
                  <a:lnTo>
                    <a:pt x="90573" y="18569"/>
                  </a:lnTo>
                  <a:lnTo>
                    <a:pt x="85899" y="21072"/>
                  </a:lnTo>
                  <a:lnTo>
                    <a:pt x="81306" y="23723"/>
                  </a:lnTo>
                  <a:lnTo>
                    <a:pt x="76800" y="26517"/>
                  </a:lnTo>
                  <a:lnTo>
                    <a:pt x="72384" y="29454"/>
                  </a:lnTo>
                  <a:lnTo>
                    <a:pt x="68064" y="32528"/>
                  </a:lnTo>
                  <a:lnTo>
                    <a:pt x="63844" y="35739"/>
                  </a:lnTo>
                  <a:lnTo>
                    <a:pt x="59728" y="39081"/>
                  </a:lnTo>
                  <a:lnTo>
                    <a:pt x="55719" y="42553"/>
                  </a:lnTo>
                  <a:lnTo>
                    <a:pt x="51823" y="46149"/>
                  </a:lnTo>
                  <a:lnTo>
                    <a:pt x="48043" y="49868"/>
                  </a:lnTo>
                  <a:lnTo>
                    <a:pt x="44383" y="53704"/>
                  </a:lnTo>
                  <a:lnTo>
                    <a:pt x="40846" y="57655"/>
                  </a:lnTo>
                  <a:lnTo>
                    <a:pt x="37436" y="61716"/>
                  </a:lnTo>
                  <a:lnTo>
                    <a:pt x="34157" y="65883"/>
                  </a:lnTo>
                  <a:lnTo>
                    <a:pt x="31011" y="70152"/>
                  </a:lnTo>
                  <a:lnTo>
                    <a:pt x="28003" y="74518"/>
                  </a:lnTo>
                  <a:lnTo>
                    <a:pt x="25134" y="78978"/>
                  </a:lnTo>
                  <a:lnTo>
                    <a:pt x="22409" y="83527"/>
                  </a:lnTo>
                  <a:lnTo>
                    <a:pt x="19829" y="88159"/>
                  </a:lnTo>
                  <a:lnTo>
                    <a:pt x="17397" y="92871"/>
                  </a:lnTo>
                  <a:lnTo>
                    <a:pt x="15116" y="97658"/>
                  </a:lnTo>
                  <a:lnTo>
                    <a:pt x="12988" y="102515"/>
                  </a:lnTo>
                  <a:lnTo>
                    <a:pt x="11015" y="107437"/>
                  </a:lnTo>
                  <a:lnTo>
                    <a:pt x="9199" y="112419"/>
                  </a:lnTo>
                  <a:lnTo>
                    <a:pt x="7542" y="117456"/>
                  </a:lnTo>
                  <a:lnTo>
                    <a:pt x="6046" y="122543"/>
                  </a:lnTo>
                  <a:lnTo>
                    <a:pt x="4712" y="127675"/>
                  </a:lnTo>
                  <a:lnTo>
                    <a:pt x="3541" y="132847"/>
                  </a:lnTo>
                  <a:lnTo>
                    <a:pt x="2535" y="138053"/>
                  </a:lnTo>
                  <a:lnTo>
                    <a:pt x="1694" y="143288"/>
                  </a:lnTo>
                  <a:lnTo>
                    <a:pt x="1020" y="148548"/>
                  </a:lnTo>
                  <a:lnTo>
                    <a:pt x="513" y="153826"/>
                  </a:lnTo>
                  <a:lnTo>
                    <a:pt x="174" y="159118"/>
                  </a:lnTo>
                  <a:lnTo>
                    <a:pt x="3" y="164418"/>
                  </a:lnTo>
                  <a:lnTo>
                    <a:pt x="0" y="169720"/>
                  </a:lnTo>
                  <a:lnTo>
                    <a:pt x="165" y="175020"/>
                  </a:lnTo>
                  <a:lnTo>
                    <a:pt x="498" y="180312"/>
                  </a:lnTo>
                  <a:lnTo>
                    <a:pt x="998" y="185591"/>
                  </a:lnTo>
                  <a:lnTo>
                    <a:pt x="1666" y="190851"/>
                  </a:lnTo>
                  <a:lnTo>
                    <a:pt x="2501" y="196088"/>
                  </a:lnTo>
                  <a:lnTo>
                    <a:pt x="3501" y="201295"/>
                  </a:lnTo>
                  <a:lnTo>
                    <a:pt x="4666" y="206468"/>
                  </a:lnTo>
                  <a:lnTo>
                    <a:pt x="5994" y="211602"/>
                  </a:lnTo>
                  <a:lnTo>
                    <a:pt x="7484" y="216691"/>
                  </a:lnTo>
                  <a:lnTo>
                    <a:pt x="9135" y="221730"/>
                  </a:lnTo>
                  <a:lnTo>
                    <a:pt x="10945" y="226714"/>
                  </a:lnTo>
                  <a:lnTo>
                    <a:pt x="12912" y="231638"/>
                  </a:lnTo>
                  <a:lnTo>
                    <a:pt x="15035" y="236497"/>
                  </a:lnTo>
                  <a:lnTo>
                    <a:pt x="17310" y="241287"/>
                  </a:lnTo>
                  <a:lnTo>
                    <a:pt x="19736" y="246002"/>
                  </a:lnTo>
                  <a:lnTo>
                    <a:pt x="22311" y="250637"/>
                  </a:lnTo>
                  <a:lnTo>
                    <a:pt x="25031" y="255189"/>
                  </a:lnTo>
                  <a:lnTo>
                    <a:pt x="27894" y="259652"/>
                  </a:lnTo>
                  <a:lnTo>
                    <a:pt x="30898" y="264022"/>
                  </a:lnTo>
                  <a:lnTo>
                    <a:pt x="34038" y="268295"/>
                  </a:lnTo>
                  <a:lnTo>
                    <a:pt x="37312" y="272466"/>
                  </a:lnTo>
                  <a:lnTo>
                    <a:pt x="40717" y="276531"/>
                  </a:lnTo>
                  <a:lnTo>
                    <a:pt x="44250" y="280485"/>
                  </a:lnTo>
                  <a:lnTo>
                    <a:pt x="47905" y="284326"/>
                  </a:lnTo>
                  <a:lnTo>
                    <a:pt x="51681" y="288049"/>
                  </a:lnTo>
                  <a:lnTo>
                    <a:pt x="55573" y="291650"/>
                  </a:lnTo>
                  <a:lnTo>
                    <a:pt x="59577" y="295127"/>
                  </a:lnTo>
                  <a:lnTo>
                    <a:pt x="63690" y="298474"/>
                  </a:lnTo>
                  <a:lnTo>
                    <a:pt x="67907" y="301689"/>
                  </a:lnTo>
                  <a:lnTo>
                    <a:pt x="72223" y="304769"/>
                  </a:lnTo>
                  <a:lnTo>
                    <a:pt x="76635" y="307710"/>
                  </a:lnTo>
                  <a:lnTo>
                    <a:pt x="81138" y="310510"/>
                  </a:lnTo>
                  <a:lnTo>
                    <a:pt x="85728" y="313166"/>
                  </a:lnTo>
                  <a:lnTo>
                    <a:pt x="90399" y="315675"/>
                  </a:lnTo>
                  <a:lnTo>
                    <a:pt x="95148" y="318034"/>
                  </a:lnTo>
                  <a:lnTo>
                    <a:pt x="99969" y="320242"/>
                  </a:lnTo>
                  <a:lnTo>
                    <a:pt x="104858" y="322296"/>
                  </a:lnTo>
                  <a:lnTo>
                    <a:pt x="109809" y="324193"/>
                  </a:lnTo>
                  <a:lnTo>
                    <a:pt x="114818" y="325933"/>
                  </a:lnTo>
                  <a:lnTo>
                    <a:pt x="119880" y="327513"/>
                  </a:lnTo>
                  <a:lnTo>
                    <a:pt x="124989" y="328931"/>
                  </a:lnTo>
                  <a:lnTo>
                    <a:pt x="130141" y="330187"/>
                  </a:lnTo>
                  <a:lnTo>
                    <a:pt x="135330" y="331278"/>
                  </a:lnTo>
                  <a:lnTo>
                    <a:pt x="140551" y="332205"/>
                  </a:lnTo>
                  <a:lnTo>
                    <a:pt x="145799" y="332966"/>
                  </a:lnTo>
                  <a:lnTo>
                    <a:pt x="151068" y="333559"/>
                  </a:lnTo>
                  <a:lnTo>
                    <a:pt x="156353" y="333986"/>
                  </a:lnTo>
                  <a:lnTo>
                    <a:pt x="161650" y="334244"/>
                  </a:lnTo>
                  <a:lnTo>
                    <a:pt x="166951" y="334334"/>
                  </a:lnTo>
                  <a:lnTo>
                    <a:pt x="172253" y="334256"/>
                  </a:lnTo>
                  <a:lnTo>
                    <a:pt x="177550" y="334010"/>
                  </a:lnTo>
                  <a:lnTo>
                    <a:pt x="182837" y="333597"/>
                  </a:lnTo>
                  <a:lnTo>
                    <a:pt x="188107" y="333015"/>
                  </a:lnTo>
                  <a:lnTo>
                    <a:pt x="193357" y="332267"/>
                  </a:lnTo>
                  <a:lnTo>
                    <a:pt x="198580" y="331353"/>
                  </a:lnTo>
                  <a:lnTo>
                    <a:pt x="203771" y="330273"/>
                  </a:lnTo>
                  <a:lnTo>
                    <a:pt x="208926" y="329030"/>
                  </a:lnTo>
                  <a:lnTo>
                    <a:pt x="214039" y="327623"/>
                  </a:lnTo>
                  <a:lnTo>
                    <a:pt x="219104" y="326055"/>
                  </a:lnTo>
                  <a:lnTo>
                    <a:pt x="224117" y="324327"/>
                  </a:lnTo>
                  <a:lnTo>
                    <a:pt x="229073" y="322441"/>
                  </a:lnTo>
                  <a:lnTo>
                    <a:pt x="233967" y="320399"/>
                  </a:lnTo>
                  <a:lnTo>
                    <a:pt x="238793" y="318203"/>
                  </a:lnTo>
                  <a:lnTo>
                    <a:pt x="243547" y="315855"/>
                  </a:lnTo>
                  <a:lnTo>
                    <a:pt x="248225" y="313357"/>
                  </a:lnTo>
                  <a:lnTo>
                    <a:pt x="252820" y="310712"/>
                  </a:lnTo>
                  <a:lnTo>
                    <a:pt x="257330" y="307922"/>
                  </a:lnTo>
                  <a:lnTo>
                    <a:pt x="261749" y="304991"/>
                  </a:lnTo>
                  <a:lnTo>
                    <a:pt x="266072" y="301922"/>
                  </a:lnTo>
                  <a:lnTo>
                    <a:pt x="270297" y="298716"/>
                  </a:lnTo>
                  <a:lnTo>
                    <a:pt x="274417" y="295379"/>
                  </a:lnTo>
                  <a:lnTo>
                    <a:pt x="278429" y="291912"/>
                  </a:lnTo>
                  <a:lnTo>
                    <a:pt x="282330" y="288320"/>
                  </a:lnTo>
                  <a:lnTo>
                    <a:pt x="286114" y="284606"/>
                  </a:lnTo>
                  <a:lnTo>
                    <a:pt x="289779" y="280773"/>
                  </a:lnTo>
                  <a:lnTo>
                    <a:pt x="293321" y="276827"/>
                  </a:lnTo>
                  <a:lnTo>
                    <a:pt x="296735" y="272770"/>
                  </a:lnTo>
                  <a:lnTo>
                    <a:pt x="300019" y="268607"/>
                  </a:lnTo>
                  <a:lnTo>
                    <a:pt x="303170" y="264342"/>
                  </a:lnTo>
                  <a:lnTo>
                    <a:pt x="306183" y="259979"/>
                  </a:lnTo>
                  <a:lnTo>
                    <a:pt x="309057" y="255522"/>
                  </a:lnTo>
                  <a:lnTo>
                    <a:pt x="311788" y="250977"/>
                  </a:lnTo>
                  <a:lnTo>
                    <a:pt x="314373" y="246347"/>
                  </a:lnTo>
                  <a:lnTo>
                    <a:pt x="316810" y="241638"/>
                  </a:lnTo>
                  <a:lnTo>
                    <a:pt x="319097" y="236854"/>
                  </a:lnTo>
                  <a:lnTo>
                    <a:pt x="321231" y="232000"/>
                  </a:lnTo>
                  <a:lnTo>
                    <a:pt x="323209" y="227080"/>
                  </a:lnTo>
                  <a:lnTo>
                    <a:pt x="325031" y="222100"/>
                  </a:lnTo>
                  <a:lnTo>
                    <a:pt x="326694" y="217065"/>
                  </a:lnTo>
                  <a:lnTo>
                    <a:pt x="328196" y="211980"/>
                  </a:lnTo>
                  <a:lnTo>
                    <a:pt x="329537" y="206850"/>
                  </a:lnTo>
                  <a:lnTo>
                    <a:pt x="330714" y="201679"/>
                  </a:lnTo>
                  <a:lnTo>
                    <a:pt x="331726" y="196474"/>
                  </a:lnTo>
                  <a:lnTo>
                    <a:pt x="332573" y="191240"/>
                  </a:lnTo>
                  <a:lnTo>
                    <a:pt x="333253" y="185981"/>
                  </a:lnTo>
                  <a:lnTo>
                    <a:pt x="333766" y="180703"/>
                  </a:lnTo>
                  <a:lnTo>
                    <a:pt x="334111" y="175412"/>
                  </a:lnTo>
                  <a:lnTo>
                    <a:pt x="334289" y="170112"/>
                  </a:lnTo>
                  <a:lnTo>
                    <a:pt x="334298" y="164810"/>
                  </a:lnTo>
                  <a:lnTo>
                    <a:pt x="334139" y="159510"/>
                  </a:lnTo>
                  <a:lnTo>
                    <a:pt x="167147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g431"/>
            <p:cNvSpPr/>
            <p:nvPr/>
          </p:nvSpPr>
          <p:spPr>
            <a:xfrm>
              <a:off x="2590748" y="2792574"/>
              <a:ext cx="166991" cy="7657"/>
            </a:xfrm>
            <a:custGeom>
              <a:avLst/>
              <a:pathLst>
                <a:path w="166991" h="7657">
                  <a:moveTo>
                    <a:pt x="166991" y="0"/>
                  </a:moveTo>
                  <a:lnTo>
                    <a:pt x="0" y="765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pg432"/>
            <p:cNvSpPr/>
            <p:nvPr/>
          </p:nvSpPr>
          <p:spPr>
            <a:xfrm>
              <a:off x="2590748" y="2792574"/>
              <a:ext cx="166991" cy="7657"/>
            </a:xfrm>
            <a:custGeom>
              <a:avLst/>
              <a:pathLst>
                <a:path w="166991" h="7657">
                  <a:moveTo>
                    <a:pt x="166991" y="0"/>
                  </a:moveTo>
                  <a:lnTo>
                    <a:pt x="0" y="765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pg433"/>
            <p:cNvSpPr/>
            <p:nvPr/>
          </p:nvSpPr>
          <p:spPr>
            <a:xfrm>
              <a:off x="2590748" y="2792574"/>
              <a:ext cx="166991" cy="7657"/>
            </a:xfrm>
            <a:custGeom>
              <a:avLst/>
              <a:pathLst>
                <a:path w="166991" h="7657">
                  <a:moveTo>
                    <a:pt x="166991" y="0"/>
                  </a:moveTo>
                  <a:lnTo>
                    <a:pt x="0" y="765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pg434"/>
            <p:cNvSpPr/>
            <p:nvPr/>
          </p:nvSpPr>
          <p:spPr>
            <a:xfrm>
              <a:off x="2590748" y="2792574"/>
              <a:ext cx="166991" cy="7657"/>
            </a:xfrm>
            <a:custGeom>
              <a:avLst/>
              <a:pathLst>
                <a:path w="166991" h="7657">
                  <a:moveTo>
                    <a:pt x="166991" y="0"/>
                  </a:moveTo>
                  <a:lnTo>
                    <a:pt x="0" y="765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pg435"/>
            <p:cNvSpPr/>
            <p:nvPr/>
          </p:nvSpPr>
          <p:spPr>
            <a:xfrm>
              <a:off x="2590748" y="2792574"/>
              <a:ext cx="166991" cy="7657"/>
            </a:xfrm>
            <a:custGeom>
              <a:avLst/>
              <a:pathLst>
                <a:path w="166991" h="7657">
                  <a:moveTo>
                    <a:pt x="166991" y="0"/>
                  </a:moveTo>
                  <a:lnTo>
                    <a:pt x="0" y="765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" name="pg436"/>
            <p:cNvSpPr/>
            <p:nvPr/>
          </p:nvSpPr>
          <p:spPr>
            <a:xfrm>
              <a:off x="2590748" y="2792574"/>
              <a:ext cx="166991" cy="7657"/>
            </a:xfrm>
            <a:custGeom>
              <a:avLst/>
              <a:pathLst>
                <a:path w="166991" h="7657">
                  <a:moveTo>
                    <a:pt x="166991" y="0"/>
                  </a:moveTo>
                  <a:lnTo>
                    <a:pt x="0" y="765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" name="pg437"/>
            <p:cNvSpPr/>
            <p:nvPr/>
          </p:nvSpPr>
          <p:spPr>
            <a:xfrm>
              <a:off x="2590748" y="2792574"/>
              <a:ext cx="166991" cy="7657"/>
            </a:xfrm>
            <a:custGeom>
              <a:avLst/>
              <a:pathLst>
                <a:path w="166991" h="7657">
                  <a:moveTo>
                    <a:pt x="166991" y="0"/>
                  </a:moveTo>
                  <a:lnTo>
                    <a:pt x="0" y="765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pg438"/>
            <p:cNvSpPr/>
            <p:nvPr/>
          </p:nvSpPr>
          <p:spPr>
            <a:xfrm>
              <a:off x="2590748" y="2792574"/>
              <a:ext cx="166991" cy="7657"/>
            </a:xfrm>
            <a:custGeom>
              <a:avLst/>
              <a:pathLst>
                <a:path w="166991" h="7657">
                  <a:moveTo>
                    <a:pt x="166991" y="0"/>
                  </a:moveTo>
                  <a:lnTo>
                    <a:pt x="0" y="765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" name="pg439"/>
            <p:cNvSpPr/>
            <p:nvPr/>
          </p:nvSpPr>
          <p:spPr>
            <a:xfrm>
              <a:off x="2590748" y="2792574"/>
              <a:ext cx="166991" cy="7657"/>
            </a:xfrm>
            <a:custGeom>
              <a:avLst/>
              <a:pathLst>
                <a:path w="166991" h="7657">
                  <a:moveTo>
                    <a:pt x="166991" y="0"/>
                  </a:moveTo>
                  <a:lnTo>
                    <a:pt x="0" y="765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" name="pg440"/>
            <p:cNvSpPr/>
            <p:nvPr/>
          </p:nvSpPr>
          <p:spPr>
            <a:xfrm>
              <a:off x="2590748" y="2792574"/>
              <a:ext cx="166991" cy="7657"/>
            </a:xfrm>
            <a:custGeom>
              <a:avLst/>
              <a:pathLst>
                <a:path w="166991" h="7657">
                  <a:moveTo>
                    <a:pt x="166991" y="0"/>
                  </a:moveTo>
                  <a:lnTo>
                    <a:pt x="0" y="765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g441"/>
            <p:cNvSpPr/>
            <p:nvPr/>
          </p:nvSpPr>
          <p:spPr>
            <a:xfrm>
              <a:off x="2590748" y="2792574"/>
              <a:ext cx="166991" cy="7657"/>
            </a:xfrm>
            <a:custGeom>
              <a:avLst/>
              <a:pathLst>
                <a:path w="166991" h="7657">
                  <a:moveTo>
                    <a:pt x="166991" y="0"/>
                  </a:moveTo>
                  <a:lnTo>
                    <a:pt x="0" y="765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g442"/>
            <p:cNvSpPr/>
            <p:nvPr/>
          </p:nvSpPr>
          <p:spPr>
            <a:xfrm>
              <a:off x="2590748" y="2792574"/>
              <a:ext cx="166991" cy="7657"/>
            </a:xfrm>
            <a:custGeom>
              <a:avLst/>
              <a:pathLst>
                <a:path w="166991" h="7657">
                  <a:moveTo>
                    <a:pt x="166991" y="0"/>
                  </a:moveTo>
                  <a:lnTo>
                    <a:pt x="0" y="765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g443"/>
            <p:cNvSpPr/>
            <p:nvPr/>
          </p:nvSpPr>
          <p:spPr>
            <a:xfrm>
              <a:off x="2590748" y="2792574"/>
              <a:ext cx="166991" cy="7657"/>
            </a:xfrm>
            <a:custGeom>
              <a:avLst/>
              <a:pathLst>
                <a:path w="166991" h="7657">
                  <a:moveTo>
                    <a:pt x="166991" y="0"/>
                  </a:moveTo>
                  <a:lnTo>
                    <a:pt x="0" y="765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pg444"/>
            <p:cNvSpPr/>
            <p:nvPr/>
          </p:nvSpPr>
          <p:spPr>
            <a:xfrm>
              <a:off x="2590748" y="2663072"/>
              <a:ext cx="166991" cy="137159"/>
            </a:xfrm>
            <a:custGeom>
              <a:avLst/>
              <a:pathLst>
                <a:path w="166991" h="137159">
                  <a:moveTo>
                    <a:pt x="166991" y="129502"/>
                  </a:moveTo>
                  <a:lnTo>
                    <a:pt x="166651" y="124041"/>
                  </a:lnTo>
                  <a:lnTo>
                    <a:pt x="166133" y="118595"/>
                  </a:lnTo>
                  <a:lnTo>
                    <a:pt x="165436" y="113168"/>
                  </a:lnTo>
                  <a:lnTo>
                    <a:pt x="164563" y="107767"/>
                  </a:lnTo>
                  <a:lnTo>
                    <a:pt x="163513" y="102397"/>
                  </a:lnTo>
                  <a:lnTo>
                    <a:pt x="162288" y="97065"/>
                  </a:lnTo>
                  <a:lnTo>
                    <a:pt x="160889" y="91776"/>
                  </a:lnTo>
                  <a:lnTo>
                    <a:pt x="159317" y="86535"/>
                  </a:lnTo>
                  <a:lnTo>
                    <a:pt x="157575" y="81349"/>
                  </a:lnTo>
                  <a:lnTo>
                    <a:pt x="155665" y="76222"/>
                  </a:lnTo>
                  <a:lnTo>
                    <a:pt x="153587" y="71161"/>
                  </a:lnTo>
                  <a:lnTo>
                    <a:pt x="151345" y="66170"/>
                  </a:lnTo>
                  <a:lnTo>
                    <a:pt x="148941" y="61255"/>
                  </a:lnTo>
                  <a:lnTo>
                    <a:pt x="146377" y="56422"/>
                  </a:lnTo>
                  <a:lnTo>
                    <a:pt x="143657" y="51675"/>
                  </a:lnTo>
                  <a:lnTo>
                    <a:pt x="140782" y="47020"/>
                  </a:lnTo>
                  <a:lnTo>
                    <a:pt x="137757" y="42461"/>
                  </a:lnTo>
                  <a:lnTo>
                    <a:pt x="134584" y="38003"/>
                  </a:lnTo>
                  <a:lnTo>
                    <a:pt x="131267" y="33652"/>
                  </a:lnTo>
                  <a:lnTo>
                    <a:pt x="127810" y="29412"/>
                  </a:lnTo>
                  <a:lnTo>
                    <a:pt x="124215" y="25287"/>
                  </a:lnTo>
                  <a:lnTo>
                    <a:pt x="120488" y="21282"/>
                  </a:lnTo>
                  <a:lnTo>
                    <a:pt x="116631" y="17401"/>
                  </a:lnTo>
                  <a:lnTo>
                    <a:pt x="112650" y="13649"/>
                  </a:lnTo>
                  <a:lnTo>
                    <a:pt x="108548" y="10028"/>
                  </a:lnTo>
                  <a:lnTo>
                    <a:pt x="104329" y="6544"/>
                  </a:lnTo>
                  <a:lnTo>
                    <a:pt x="99999" y="3200"/>
                  </a:lnTo>
                  <a:lnTo>
                    <a:pt x="95562" y="0"/>
                  </a:lnTo>
                  <a:lnTo>
                    <a:pt x="0" y="13715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pg445"/>
            <p:cNvSpPr/>
            <p:nvPr/>
          </p:nvSpPr>
          <p:spPr>
            <a:xfrm>
              <a:off x="2590748" y="2633064"/>
              <a:ext cx="95562" cy="167167"/>
            </a:xfrm>
            <a:custGeom>
              <a:avLst/>
              <a:pathLst>
                <a:path w="95562" h="167167">
                  <a:moveTo>
                    <a:pt x="95562" y="30007"/>
                  </a:moveTo>
                  <a:lnTo>
                    <a:pt x="90871" y="26856"/>
                  </a:lnTo>
                  <a:lnTo>
                    <a:pt x="86077" y="23864"/>
                  </a:lnTo>
                  <a:lnTo>
                    <a:pt x="81184" y="21037"/>
                  </a:lnTo>
                  <a:lnTo>
                    <a:pt x="76198" y="18376"/>
                  </a:lnTo>
                  <a:lnTo>
                    <a:pt x="71125" y="15886"/>
                  </a:lnTo>
                  <a:lnTo>
                    <a:pt x="65971" y="13568"/>
                  </a:lnTo>
                  <a:lnTo>
                    <a:pt x="60742" y="11426"/>
                  </a:lnTo>
                  <a:lnTo>
                    <a:pt x="55443" y="9462"/>
                  </a:lnTo>
                  <a:lnTo>
                    <a:pt x="50081" y="7678"/>
                  </a:lnTo>
                  <a:lnTo>
                    <a:pt x="44662" y="6076"/>
                  </a:lnTo>
                  <a:lnTo>
                    <a:pt x="39191" y="4659"/>
                  </a:lnTo>
                  <a:lnTo>
                    <a:pt x="33676" y="3427"/>
                  </a:lnTo>
                  <a:lnTo>
                    <a:pt x="28122" y="2382"/>
                  </a:lnTo>
                  <a:lnTo>
                    <a:pt x="22536" y="1526"/>
                  </a:lnTo>
                  <a:lnTo>
                    <a:pt x="16925" y="859"/>
                  </a:lnTo>
                  <a:lnTo>
                    <a:pt x="11294" y="381"/>
                  </a:lnTo>
                  <a:lnTo>
                    <a:pt x="5650" y="9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" name="pg446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" name="pg447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" name="pg448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" name="pg449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" name="pg450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" name="pg451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" name="pg452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" name="pg453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" name="pg454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" name="pg455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" name="pg456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" name="pg457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" name="pg458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" name="pg459"/>
            <p:cNvSpPr/>
            <p:nvPr/>
          </p:nvSpPr>
          <p:spPr>
            <a:xfrm>
              <a:off x="2358828" y="3170392"/>
              <a:ext cx="334313" cy="334333"/>
            </a:xfrm>
            <a:custGeom>
              <a:avLst/>
              <a:pathLst>
                <a:path w="334313" h="334333">
                  <a:moveTo>
                    <a:pt x="167152" y="0"/>
                  </a:moveTo>
                  <a:lnTo>
                    <a:pt x="161856" y="83"/>
                  </a:lnTo>
                  <a:lnTo>
                    <a:pt x="156565" y="335"/>
                  </a:lnTo>
                  <a:lnTo>
                    <a:pt x="151285" y="754"/>
                  </a:lnTo>
                  <a:lnTo>
                    <a:pt x="146021" y="1340"/>
                  </a:lnTo>
                  <a:lnTo>
                    <a:pt x="140778" y="2093"/>
                  </a:lnTo>
                  <a:lnTo>
                    <a:pt x="135562" y="3011"/>
                  </a:lnTo>
                  <a:lnTo>
                    <a:pt x="130377" y="4095"/>
                  </a:lnTo>
                  <a:lnTo>
                    <a:pt x="125229" y="5342"/>
                  </a:lnTo>
                  <a:lnTo>
                    <a:pt x="120123" y="6751"/>
                  </a:lnTo>
                  <a:lnTo>
                    <a:pt x="115065" y="8321"/>
                  </a:lnTo>
                  <a:lnTo>
                    <a:pt x="110059" y="10051"/>
                  </a:lnTo>
                  <a:lnTo>
                    <a:pt x="105110" y="11939"/>
                  </a:lnTo>
                  <a:lnTo>
                    <a:pt x="100223" y="13982"/>
                  </a:lnTo>
                  <a:lnTo>
                    <a:pt x="95404" y="16180"/>
                  </a:lnTo>
                  <a:lnTo>
                    <a:pt x="90656" y="18528"/>
                  </a:lnTo>
                  <a:lnTo>
                    <a:pt x="85986" y="21026"/>
                  </a:lnTo>
                  <a:lnTo>
                    <a:pt x="81397" y="23671"/>
                  </a:lnTo>
                  <a:lnTo>
                    <a:pt x="76894" y="26460"/>
                  </a:lnTo>
                  <a:lnTo>
                    <a:pt x="72481" y="29390"/>
                  </a:lnTo>
                  <a:lnTo>
                    <a:pt x="68164" y="32458"/>
                  </a:lnTo>
                  <a:lnTo>
                    <a:pt x="63946" y="35662"/>
                  </a:lnTo>
                  <a:lnTo>
                    <a:pt x="59832" y="38998"/>
                  </a:lnTo>
                  <a:lnTo>
                    <a:pt x="55825" y="42462"/>
                  </a:lnTo>
                  <a:lnTo>
                    <a:pt x="51930" y="46051"/>
                  </a:lnTo>
                  <a:lnTo>
                    <a:pt x="48151" y="49763"/>
                  </a:lnTo>
                  <a:lnTo>
                    <a:pt x="44491" y="53592"/>
                  </a:lnTo>
                  <a:lnTo>
                    <a:pt x="40955" y="57534"/>
                  </a:lnTo>
                  <a:lnTo>
                    <a:pt x="37545" y="61588"/>
                  </a:lnTo>
                  <a:lnTo>
                    <a:pt x="34265" y="65747"/>
                  </a:lnTo>
                  <a:lnTo>
                    <a:pt x="31119" y="70007"/>
                  </a:lnTo>
                  <a:lnTo>
                    <a:pt x="28109" y="74366"/>
                  </a:lnTo>
                  <a:lnTo>
                    <a:pt x="25239" y="78817"/>
                  </a:lnTo>
                  <a:lnTo>
                    <a:pt x="22511" y="83358"/>
                  </a:lnTo>
                  <a:lnTo>
                    <a:pt x="19928" y="87982"/>
                  </a:lnTo>
                  <a:lnTo>
                    <a:pt x="17494" y="92686"/>
                  </a:lnTo>
                  <a:lnTo>
                    <a:pt x="15209" y="97465"/>
                  </a:lnTo>
                  <a:lnTo>
                    <a:pt x="13077" y="102313"/>
                  </a:lnTo>
                  <a:lnTo>
                    <a:pt x="11100" y="107227"/>
                  </a:lnTo>
                  <a:lnTo>
                    <a:pt x="9279" y="112201"/>
                  </a:lnTo>
                  <a:lnTo>
                    <a:pt x="7617" y="117230"/>
                  </a:lnTo>
                  <a:lnTo>
                    <a:pt x="6115" y="122309"/>
                  </a:lnTo>
                  <a:lnTo>
                    <a:pt x="4775" y="127433"/>
                  </a:lnTo>
                  <a:lnTo>
                    <a:pt x="3598" y="132598"/>
                  </a:lnTo>
                  <a:lnTo>
                    <a:pt x="2585" y="137796"/>
                  </a:lnTo>
                  <a:lnTo>
                    <a:pt x="1737" y="143025"/>
                  </a:lnTo>
                  <a:lnTo>
                    <a:pt x="1055" y="148277"/>
                  </a:lnTo>
                  <a:lnTo>
                    <a:pt x="540" y="153549"/>
                  </a:lnTo>
                  <a:lnTo>
                    <a:pt x="192" y="158834"/>
                  </a:lnTo>
                  <a:lnTo>
                    <a:pt x="12" y="164128"/>
                  </a:lnTo>
                  <a:lnTo>
                    <a:pt x="0" y="169424"/>
                  </a:lnTo>
                  <a:lnTo>
                    <a:pt x="155" y="174719"/>
                  </a:lnTo>
                  <a:lnTo>
                    <a:pt x="478" y="180006"/>
                  </a:lnTo>
                  <a:lnTo>
                    <a:pt x="968" y="185279"/>
                  </a:lnTo>
                  <a:lnTo>
                    <a:pt x="1626" y="190535"/>
                  </a:lnTo>
                  <a:lnTo>
                    <a:pt x="2449" y="195767"/>
                  </a:lnTo>
                  <a:lnTo>
                    <a:pt x="3438" y="200971"/>
                  </a:lnTo>
                  <a:lnTo>
                    <a:pt x="4591" y="206141"/>
                  </a:lnTo>
                  <a:lnTo>
                    <a:pt x="5907" y="211271"/>
                  </a:lnTo>
                  <a:lnTo>
                    <a:pt x="7385" y="216357"/>
                  </a:lnTo>
                  <a:lnTo>
                    <a:pt x="9024" y="221394"/>
                  </a:lnTo>
                  <a:lnTo>
                    <a:pt x="10821" y="226376"/>
                  </a:lnTo>
                  <a:lnTo>
                    <a:pt x="12776" y="231299"/>
                  </a:lnTo>
                  <a:lnTo>
                    <a:pt x="14885" y="236158"/>
                  </a:lnTo>
                  <a:lnTo>
                    <a:pt x="17147" y="240947"/>
                  </a:lnTo>
                  <a:lnTo>
                    <a:pt x="19560" y="245662"/>
                  </a:lnTo>
                  <a:lnTo>
                    <a:pt x="22121" y="250299"/>
                  </a:lnTo>
                  <a:lnTo>
                    <a:pt x="24827" y="254852"/>
                  </a:lnTo>
                  <a:lnTo>
                    <a:pt x="27676" y="259317"/>
                  </a:lnTo>
                  <a:lnTo>
                    <a:pt x="30666" y="263689"/>
                  </a:lnTo>
                  <a:lnTo>
                    <a:pt x="33792" y="267965"/>
                  </a:lnTo>
                  <a:lnTo>
                    <a:pt x="37052" y="272139"/>
                  </a:lnTo>
                  <a:lnTo>
                    <a:pt x="40443" y="276208"/>
                  </a:lnTo>
                  <a:lnTo>
                    <a:pt x="43961" y="280167"/>
                  </a:lnTo>
                  <a:lnTo>
                    <a:pt x="47603" y="284013"/>
                  </a:lnTo>
                  <a:lnTo>
                    <a:pt x="51365" y="287742"/>
                  </a:lnTo>
                  <a:lnTo>
                    <a:pt x="55243" y="291350"/>
                  </a:lnTo>
                  <a:lnTo>
                    <a:pt x="59233" y="294833"/>
                  </a:lnTo>
                  <a:lnTo>
                    <a:pt x="63332" y="298188"/>
                  </a:lnTo>
                  <a:lnTo>
                    <a:pt x="67535" y="301411"/>
                  </a:lnTo>
                  <a:lnTo>
                    <a:pt x="71838" y="304500"/>
                  </a:lnTo>
                  <a:lnTo>
                    <a:pt x="76237" y="307450"/>
                  </a:lnTo>
                  <a:lnTo>
                    <a:pt x="80727" y="310260"/>
                  </a:lnTo>
                  <a:lnTo>
                    <a:pt x="85303" y="312926"/>
                  </a:lnTo>
                  <a:lnTo>
                    <a:pt x="89962" y="315446"/>
                  </a:lnTo>
                  <a:lnTo>
                    <a:pt x="94698" y="317817"/>
                  </a:lnTo>
                  <a:lnTo>
                    <a:pt x="99508" y="320037"/>
                  </a:lnTo>
                  <a:lnTo>
                    <a:pt x="104384" y="322103"/>
                  </a:lnTo>
                  <a:lnTo>
                    <a:pt x="109324" y="324014"/>
                  </a:lnTo>
                  <a:lnTo>
                    <a:pt x="114323" y="325767"/>
                  </a:lnTo>
                  <a:lnTo>
                    <a:pt x="119374" y="327361"/>
                  </a:lnTo>
                  <a:lnTo>
                    <a:pt x="124473" y="328794"/>
                  </a:lnTo>
                  <a:lnTo>
                    <a:pt x="129615" y="330065"/>
                  </a:lnTo>
                  <a:lnTo>
                    <a:pt x="134794" y="331173"/>
                  </a:lnTo>
                  <a:lnTo>
                    <a:pt x="140006" y="332116"/>
                  </a:lnTo>
                  <a:lnTo>
                    <a:pt x="145246" y="332893"/>
                  </a:lnTo>
                  <a:lnTo>
                    <a:pt x="150507" y="333504"/>
                  </a:lnTo>
                  <a:lnTo>
                    <a:pt x="155785" y="333947"/>
                  </a:lnTo>
                  <a:lnTo>
                    <a:pt x="161074" y="334224"/>
                  </a:lnTo>
                  <a:lnTo>
                    <a:pt x="166370" y="334333"/>
                  </a:lnTo>
                  <a:lnTo>
                    <a:pt x="171666" y="334273"/>
                  </a:lnTo>
                  <a:lnTo>
                    <a:pt x="176958" y="334047"/>
                  </a:lnTo>
                  <a:lnTo>
                    <a:pt x="182240" y="333652"/>
                  </a:lnTo>
                  <a:lnTo>
                    <a:pt x="187507" y="333091"/>
                  </a:lnTo>
                  <a:lnTo>
                    <a:pt x="192753" y="332362"/>
                  </a:lnTo>
                  <a:lnTo>
                    <a:pt x="197974" y="331468"/>
                  </a:lnTo>
                  <a:lnTo>
                    <a:pt x="203163" y="330409"/>
                  </a:lnTo>
                  <a:lnTo>
                    <a:pt x="208317" y="329187"/>
                  </a:lnTo>
                  <a:lnTo>
                    <a:pt x="213429" y="327801"/>
                  </a:lnTo>
                  <a:lnTo>
                    <a:pt x="218495" y="326254"/>
                  </a:lnTo>
                  <a:lnTo>
                    <a:pt x="223509" y="324548"/>
                  </a:lnTo>
                  <a:lnTo>
                    <a:pt x="228467" y="322684"/>
                  </a:lnTo>
                  <a:lnTo>
                    <a:pt x="233363" y="320663"/>
                  </a:lnTo>
                  <a:lnTo>
                    <a:pt x="238193" y="318488"/>
                  </a:lnTo>
                  <a:lnTo>
                    <a:pt x="242951" y="316162"/>
                  </a:lnTo>
                  <a:lnTo>
                    <a:pt x="247633" y="313686"/>
                  </a:lnTo>
                  <a:lnTo>
                    <a:pt x="252235" y="311062"/>
                  </a:lnTo>
                  <a:lnTo>
                    <a:pt x="256751" y="308295"/>
                  </a:lnTo>
                  <a:lnTo>
                    <a:pt x="261177" y="305385"/>
                  </a:lnTo>
                  <a:lnTo>
                    <a:pt x="265508" y="302337"/>
                  </a:lnTo>
                  <a:lnTo>
                    <a:pt x="269741" y="299153"/>
                  </a:lnTo>
                  <a:lnTo>
                    <a:pt x="273871" y="295837"/>
                  </a:lnTo>
                  <a:lnTo>
                    <a:pt x="277894" y="292391"/>
                  </a:lnTo>
                  <a:lnTo>
                    <a:pt x="281805" y="288820"/>
                  </a:lnTo>
                  <a:lnTo>
                    <a:pt x="285602" y="285127"/>
                  </a:lnTo>
                  <a:lnTo>
                    <a:pt x="289280" y="281315"/>
                  </a:lnTo>
                  <a:lnTo>
                    <a:pt x="292835" y="277388"/>
                  </a:lnTo>
                  <a:lnTo>
                    <a:pt x="296263" y="273351"/>
                  </a:lnTo>
                  <a:lnTo>
                    <a:pt x="299563" y="269208"/>
                  </a:lnTo>
                  <a:lnTo>
                    <a:pt x="302729" y="264962"/>
                  </a:lnTo>
                  <a:lnTo>
                    <a:pt x="305759" y="260617"/>
                  </a:lnTo>
                  <a:lnTo>
                    <a:pt x="308650" y="256179"/>
                  </a:lnTo>
                  <a:lnTo>
                    <a:pt x="311399" y="251652"/>
                  </a:lnTo>
                  <a:lnTo>
                    <a:pt x="314003" y="247040"/>
                  </a:lnTo>
                  <a:lnTo>
                    <a:pt x="316460" y="242347"/>
                  </a:lnTo>
                  <a:lnTo>
                    <a:pt x="318767" y="237579"/>
                  </a:lnTo>
                  <a:lnTo>
                    <a:pt x="320921" y="232741"/>
                  </a:lnTo>
                  <a:lnTo>
                    <a:pt x="322921" y="227836"/>
                  </a:lnTo>
                  <a:lnTo>
                    <a:pt x="324765" y="222871"/>
                  </a:lnTo>
                  <a:lnTo>
                    <a:pt x="326451" y="217850"/>
                  </a:lnTo>
                  <a:lnTo>
                    <a:pt x="327977" y="212777"/>
                  </a:lnTo>
                  <a:lnTo>
                    <a:pt x="329341" y="207659"/>
                  </a:lnTo>
                  <a:lnTo>
                    <a:pt x="330542" y="202501"/>
                  </a:lnTo>
                  <a:lnTo>
                    <a:pt x="331580" y="197307"/>
                  </a:lnTo>
                  <a:lnTo>
                    <a:pt x="332452" y="192082"/>
                  </a:lnTo>
                  <a:lnTo>
                    <a:pt x="333158" y="186833"/>
                  </a:lnTo>
                  <a:lnTo>
                    <a:pt x="333698" y="181564"/>
                  </a:lnTo>
                  <a:lnTo>
                    <a:pt x="334071" y="176281"/>
                  </a:lnTo>
                  <a:lnTo>
                    <a:pt x="334275" y="170988"/>
                  </a:lnTo>
                  <a:lnTo>
                    <a:pt x="334313" y="165691"/>
                  </a:lnTo>
                  <a:lnTo>
                    <a:pt x="334182" y="160396"/>
                  </a:lnTo>
                  <a:lnTo>
                    <a:pt x="333884" y="155108"/>
                  </a:lnTo>
                  <a:lnTo>
                    <a:pt x="333418" y="149832"/>
                  </a:lnTo>
                  <a:lnTo>
                    <a:pt x="332785" y="144573"/>
                  </a:lnTo>
                  <a:lnTo>
                    <a:pt x="331986" y="139337"/>
                  </a:lnTo>
                  <a:lnTo>
                    <a:pt x="331022" y="134129"/>
                  </a:lnTo>
                  <a:lnTo>
                    <a:pt x="329893" y="128954"/>
                  </a:lnTo>
                  <a:lnTo>
                    <a:pt x="328601" y="123817"/>
                  </a:lnTo>
                  <a:lnTo>
                    <a:pt x="327146" y="118724"/>
                  </a:lnTo>
                  <a:lnTo>
                    <a:pt x="325531" y="113680"/>
                  </a:lnTo>
                  <a:lnTo>
                    <a:pt x="323757" y="108689"/>
                  </a:lnTo>
                  <a:lnTo>
                    <a:pt x="321826" y="103757"/>
                  </a:lnTo>
                  <a:lnTo>
                    <a:pt x="319740" y="98889"/>
                  </a:lnTo>
                  <a:lnTo>
                    <a:pt x="317500" y="94089"/>
                  </a:lnTo>
                  <a:lnTo>
                    <a:pt x="315109" y="89363"/>
                  </a:lnTo>
                  <a:lnTo>
                    <a:pt x="312570" y="84714"/>
                  </a:lnTo>
                  <a:lnTo>
                    <a:pt x="309885" y="80149"/>
                  </a:lnTo>
                  <a:lnTo>
                    <a:pt x="307056" y="75670"/>
                  </a:lnTo>
                  <a:lnTo>
                    <a:pt x="304088" y="71284"/>
                  </a:lnTo>
                  <a:lnTo>
                    <a:pt x="300981" y="66994"/>
                  </a:lnTo>
                  <a:lnTo>
                    <a:pt x="297740" y="62804"/>
                  </a:lnTo>
                  <a:lnTo>
                    <a:pt x="294369" y="58720"/>
                  </a:lnTo>
                  <a:lnTo>
                    <a:pt x="290869" y="54744"/>
                  </a:lnTo>
                  <a:lnTo>
                    <a:pt x="287245" y="50881"/>
                  </a:lnTo>
                  <a:lnTo>
                    <a:pt x="283501" y="47135"/>
                  </a:lnTo>
                  <a:lnTo>
                    <a:pt x="167152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" name="pg460"/>
            <p:cNvSpPr/>
            <p:nvPr/>
          </p:nvSpPr>
          <p:spPr>
            <a:xfrm>
              <a:off x="2525980" y="3217527"/>
              <a:ext cx="116349" cy="120032"/>
            </a:xfrm>
            <a:custGeom>
              <a:avLst/>
              <a:pathLst>
                <a:path w="116349" h="120032">
                  <a:moveTo>
                    <a:pt x="116349" y="0"/>
                  </a:moveTo>
                  <a:lnTo>
                    <a:pt x="0" y="12003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" name="pg461"/>
            <p:cNvSpPr/>
            <p:nvPr/>
          </p:nvSpPr>
          <p:spPr>
            <a:xfrm>
              <a:off x="2525980" y="3217527"/>
              <a:ext cx="116349" cy="120032"/>
            </a:xfrm>
            <a:custGeom>
              <a:avLst/>
              <a:pathLst>
                <a:path w="116349" h="120032">
                  <a:moveTo>
                    <a:pt x="116349" y="0"/>
                  </a:moveTo>
                  <a:lnTo>
                    <a:pt x="0" y="12003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" name="pg462"/>
            <p:cNvSpPr/>
            <p:nvPr/>
          </p:nvSpPr>
          <p:spPr>
            <a:xfrm>
              <a:off x="2525980" y="3217527"/>
              <a:ext cx="116349" cy="120032"/>
            </a:xfrm>
            <a:custGeom>
              <a:avLst/>
              <a:pathLst>
                <a:path w="116349" h="120032">
                  <a:moveTo>
                    <a:pt x="116349" y="0"/>
                  </a:moveTo>
                  <a:lnTo>
                    <a:pt x="0" y="12003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" name="pg463"/>
            <p:cNvSpPr/>
            <p:nvPr/>
          </p:nvSpPr>
          <p:spPr>
            <a:xfrm>
              <a:off x="2525980" y="3217527"/>
              <a:ext cx="116349" cy="120032"/>
            </a:xfrm>
            <a:custGeom>
              <a:avLst/>
              <a:pathLst>
                <a:path w="116349" h="120032">
                  <a:moveTo>
                    <a:pt x="116349" y="0"/>
                  </a:moveTo>
                  <a:lnTo>
                    <a:pt x="0" y="12003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" name="pg464"/>
            <p:cNvSpPr/>
            <p:nvPr/>
          </p:nvSpPr>
          <p:spPr>
            <a:xfrm>
              <a:off x="2525980" y="3217527"/>
              <a:ext cx="116349" cy="120032"/>
            </a:xfrm>
            <a:custGeom>
              <a:avLst/>
              <a:pathLst>
                <a:path w="116349" h="120032">
                  <a:moveTo>
                    <a:pt x="116349" y="0"/>
                  </a:moveTo>
                  <a:lnTo>
                    <a:pt x="0" y="12003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" name="pg465"/>
            <p:cNvSpPr/>
            <p:nvPr/>
          </p:nvSpPr>
          <p:spPr>
            <a:xfrm>
              <a:off x="2525980" y="3217527"/>
              <a:ext cx="116349" cy="120032"/>
            </a:xfrm>
            <a:custGeom>
              <a:avLst/>
              <a:pathLst>
                <a:path w="116349" h="120032">
                  <a:moveTo>
                    <a:pt x="116349" y="0"/>
                  </a:moveTo>
                  <a:lnTo>
                    <a:pt x="0" y="12003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" name="pg466"/>
            <p:cNvSpPr/>
            <p:nvPr/>
          </p:nvSpPr>
          <p:spPr>
            <a:xfrm>
              <a:off x="2525980" y="3217527"/>
              <a:ext cx="116349" cy="120032"/>
            </a:xfrm>
            <a:custGeom>
              <a:avLst/>
              <a:pathLst>
                <a:path w="116349" h="120032">
                  <a:moveTo>
                    <a:pt x="116349" y="0"/>
                  </a:moveTo>
                  <a:lnTo>
                    <a:pt x="0" y="12003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" name="pg467"/>
            <p:cNvSpPr/>
            <p:nvPr/>
          </p:nvSpPr>
          <p:spPr>
            <a:xfrm>
              <a:off x="2525980" y="3217527"/>
              <a:ext cx="116349" cy="120032"/>
            </a:xfrm>
            <a:custGeom>
              <a:avLst/>
              <a:pathLst>
                <a:path w="116349" h="120032">
                  <a:moveTo>
                    <a:pt x="116349" y="0"/>
                  </a:moveTo>
                  <a:lnTo>
                    <a:pt x="0" y="12003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" name="pg468"/>
            <p:cNvSpPr/>
            <p:nvPr/>
          </p:nvSpPr>
          <p:spPr>
            <a:xfrm>
              <a:off x="2525980" y="3217527"/>
              <a:ext cx="116349" cy="120032"/>
            </a:xfrm>
            <a:custGeom>
              <a:avLst/>
              <a:pathLst>
                <a:path w="116349" h="120032">
                  <a:moveTo>
                    <a:pt x="116349" y="0"/>
                  </a:moveTo>
                  <a:lnTo>
                    <a:pt x="0" y="12003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" name="pg469"/>
            <p:cNvSpPr/>
            <p:nvPr/>
          </p:nvSpPr>
          <p:spPr>
            <a:xfrm>
              <a:off x="2525980" y="3217527"/>
              <a:ext cx="116349" cy="120032"/>
            </a:xfrm>
            <a:custGeom>
              <a:avLst/>
              <a:pathLst>
                <a:path w="116349" h="120032">
                  <a:moveTo>
                    <a:pt x="116349" y="0"/>
                  </a:moveTo>
                  <a:lnTo>
                    <a:pt x="0" y="12003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" name="pg470"/>
            <p:cNvSpPr/>
            <p:nvPr/>
          </p:nvSpPr>
          <p:spPr>
            <a:xfrm>
              <a:off x="2525980" y="3217527"/>
              <a:ext cx="116349" cy="120032"/>
            </a:xfrm>
            <a:custGeom>
              <a:avLst/>
              <a:pathLst>
                <a:path w="116349" h="120032">
                  <a:moveTo>
                    <a:pt x="116349" y="0"/>
                  </a:moveTo>
                  <a:lnTo>
                    <a:pt x="0" y="12003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" name="pg471"/>
            <p:cNvSpPr/>
            <p:nvPr/>
          </p:nvSpPr>
          <p:spPr>
            <a:xfrm>
              <a:off x="2525980" y="3217527"/>
              <a:ext cx="116349" cy="120032"/>
            </a:xfrm>
            <a:custGeom>
              <a:avLst/>
              <a:pathLst>
                <a:path w="116349" h="120032">
                  <a:moveTo>
                    <a:pt x="116349" y="0"/>
                  </a:moveTo>
                  <a:lnTo>
                    <a:pt x="0" y="12003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" name="pg472"/>
            <p:cNvSpPr/>
            <p:nvPr/>
          </p:nvSpPr>
          <p:spPr>
            <a:xfrm>
              <a:off x="2525980" y="3215834"/>
              <a:ext cx="116349" cy="121725"/>
            </a:xfrm>
            <a:custGeom>
              <a:avLst/>
              <a:pathLst>
                <a:path w="116349" h="121725">
                  <a:moveTo>
                    <a:pt x="116349" y="1693"/>
                  </a:moveTo>
                  <a:lnTo>
                    <a:pt x="114576" y="0"/>
                  </a:lnTo>
                  <a:lnTo>
                    <a:pt x="0" y="12172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" name="pg473"/>
            <p:cNvSpPr/>
            <p:nvPr/>
          </p:nvSpPr>
          <p:spPr>
            <a:xfrm>
              <a:off x="2525980" y="3170392"/>
              <a:ext cx="114576" cy="167167"/>
            </a:xfrm>
            <a:custGeom>
              <a:avLst/>
              <a:pathLst>
                <a:path w="114576" h="167167">
                  <a:moveTo>
                    <a:pt x="114576" y="45441"/>
                  </a:moveTo>
                  <a:lnTo>
                    <a:pt x="110519" y="41746"/>
                  </a:lnTo>
                  <a:lnTo>
                    <a:pt x="106342" y="38185"/>
                  </a:lnTo>
                  <a:lnTo>
                    <a:pt x="102051" y="34764"/>
                  </a:lnTo>
                  <a:lnTo>
                    <a:pt x="97649" y="31485"/>
                  </a:lnTo>
                  <a:lnTo>
                    <a:pt x="93143" y="28353"/>
                  </a:lnTo>
                  <a:lnTo>
                    <a:pt x="88536" y="25370"/>
                  </a:lnTo>
                  <a:lnTo>
                    <a:pt x="83833" y="22540"/>
                  </a:lnTo>
                  <a:lnTo>
                    <a:pt x="79040" y="19866"/>
                  </a:lnTo>
                  <a:lnTo>
                    <a:pt x="74162" y="17351"/>
                  </a:lnTo>
                  <a:lnTo>
                    <a:pt x="69204" y="14997"/>
                  </a:lnTo>
                  <a:lnTo>
                    <a:pt x="64172" y="12807"/>
                  </a:lnTo>
                  <a:lnTo>
                    <a:pt x="59070" y="10784"/>
                  </a:lnTo>
                  <a:lnTo>
                    <a:pt x="53905" y="8929"/>
                  </a:lnTo>
                  <a:lnTo>
                    <a:pt x="48681" y="7245"/>
                  </a:lnTo>
                  <a:lnTo>
                    <a:pt x="43405" y="5733"/>
                  </a:lnTo>
                  <a:lnTo>
                    <a:pt x="38082" y="4395"/>
                  </a:lnTo>
                  <a:lnTo>
                    <a:pt x="32718" y="3233"/>
                  </a:lnTo>
                  <a:lnTo>
                    <a:pt x="27319" y="2247"/>
                  </a:lnTo>
                  <a:lnTo>
                    <a:pt x="21891" y="1439"/>
                  </a:lnTo>
                  <a:lnTo>
                    <a:pt x="16439" y="810"/>
                  </a:lnTo>
                  <a:lnTo>
                    <a:pt x="10969" y="360"/>
                  </a:lnTo>
                  <a:lnTo>
                    <a:pt x="5487" y="9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" name="pg474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" name="pg475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" name="pg476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" name="pg477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" name="pg478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" name="pg479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" name="pg480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" name="pg481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" name="pg482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" name="pg483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" name="pg484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" name="pg485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" name="pg486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" name="pg487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" name="pg488"/>
            <p:cNvSpPr/>
            <p:nvPr/>
          </p:nvSpPr>
          <p:spPr>
            <a:xfrm>
              <a:off x="2423594" y="3707720"/>
              <a:ext cx="334319" cy="334331"/>
            </a:xfrm>
            <a:custGeom>
              <a:avLst/>
              <a:pathLst>
                <a:path w="334319" h="334331">
                  <a:moveTo>
                    <a:pt x="167154" y="0"/>
                  </a:moveTo>
                  <a:lnTo>
                    <a:pt x="161862" y="83"/>
                  </a:lnTo>
                  <a:lnTo>
                    <a:pt x="156575" y="335"/>
                  </a:lnTo>
                  <a:lnTo>
                    <a:pt x="151298" y="753"/>
                  </a:lnTo>
                  <a:lnTo>
                    <a:pt x="146037" y="1339"/>
                  </a:lnTo>
                  <a:lnTo>
                    <a:pt x="140798" y="2090"/>
                  </a:lnTo>
                  <a:lnTo>
                    <a:pt x="135585" y="3007"/>
                  </a:lnTo>
                  <a:lnTo>
                    <a:pt x="130404" y="4089"/>
                  </a:lnTo>
                  <a:lnTo>
                    <a:pt x="125259" y="5334"/>
                  </a:lnTo>
                  <a:lnTo>
                    <a:pt x="120157" y="6742"/>
                  </a:lnTo>
                  <a:lnTo>
                    <a:pt x="115101" y="8310"/>
                  </a:lnTo>
                  <a:lnTo>
                    <a:pt x="110098" y="10038"/>
                  </a:lnTo>
                  <a:lnTo>
                    <a:pt x="105152" y="11923"/>
                  </a:lnTo>
                  <a:lnTo>
                    <a:pt x="100268" y="13964"/>
                  </a:lnTo>
                  <a:lnTo>
                    <a:pt x="95451" y="16158"/>
                  </a:lnTo>
                  <a:lnTo>
                    <a:pt x="90707" y="18504"/>
                  </a:lnTo>
                  <a:lnTo>
                    <a:pt x="86038" y="20999"/>
                  </a:lnTo>
                  <a:lnTo>
                    <a:pt x="81451" y="23640"/>
                  </a:lnTo>
                  <a:lnTo>
                    <a:pt x="76950" y="26425"/>
                  </a:lnTo>
                  <a:lnTo>
                    <a:pt x="72540" y="29352"/>
                  </a:lnTo>
                  <a:lnTo>
                    <a:pt x="68224" y="32416"/>
                  </a:lnTo>
                  <a:lnTo>
                    <a:pt x="64008" y="35616"/>
                  </a:lnTo>
                  <a:lnTo>
                    <a:pt x="59894" y="38947"/>
                  </a:lnTo>
                  <a:lnTo>
                    <a:pt x="55889" y="42407"/>
                  </a:lnTo>
                  <a:lnTo>
                    <a:pt x="51995" y="45992"/>
                  </a:lnTo>
                  <a:lnTo>
                    <a:pt x="48216" y="49699"/>
                  </a:lnTo>
                  <a:lnTo>
                    <a:pt x="44557" y="53523"/>
                  </a:lnTo>
                  <a:lnTo>
                    <a:pt x="41020" y="57462"/>
                  </a:lnTo>
                  <a:lnTo>
                    <a:pt x="37610" y="61510"/>
                  </a:lnTo>
                  <a:lnTo>
                    <a:pt x="34330" y="65664"/>
                  </a:lnTo>
                  <a:lnTo>
                    <a:pt x="31183" y="69920"/>
                  </a:lnTo>
                  <a:lnTo>
                    <a:pt x="28173" y="74274"/>
                  </a:lnTo>
                  <a:lnTo>
                    <a:pt x="25302" y="78720"/>
                  </a:lnTo>
                  <a:lnTo>
                    <a:pt x="22573" y="83255"/>
                  </a:lnTo>
                  <a:lnTo>
                    <a:pt x="19988" y="87875"/>
                  </a:lnTo>
                  <a:lnTo>
                    <a:pt x="17552" y="92574"/>
                  </a:lnTo>
                  <a:lnTo>
                    <a:pt x="15265" y="97347"/>
                  </a:lnTo>
                  <a:lnTo>
                    <a:pt x="13131" y="102191"/>
                  </a:lnTo>
                  <a:lnTo>
                    <a:pt x="11151" y="107100"/>
                  </a:lnTo>
                  <a:lnTo>
                    <a:pt x="9328" y="112069"/>
                  </a:lnTo>
                  <a:lnTo>
                    <a:pt x="7662" y="117093"/>
                  </a:lnTo>
                  <a:lnTo>
                    <a:pt x="6157" y="122168"/>
                  </a:lnTo>
                  <a:lnTo>
                    <a:pt x="4813" y="127287"/>
                  </a:lnTo>
                  <a:lnTo>
                    <a:pt x="3632" y="132447"/>
                  </a:lnTo>
                  <a:lnTo>
                    <a:pt x="2615" y="137641"/>
                  </a:lnTo>
                  <a:lnTo>
                    <a:pt x="1762" y="142865"/>
                  </a:lnTo>
                  <a:lnTo>
                    <a:pt x="1076" y="148114"/>
                  </a:lnTo>
                  <a:lnTo>
                    <a:pt x="556" y="153381"/>
                  </a:lnTo>
                  <a:lnTo>
                    <a:pt x="203" y="158663"/>
                  </a:lnTo>
                  <a:lnTo>
                    <a:pt x="17" y="163952"/>
                  </a:lnTo>
                  <a:lnTo>
                    <a:pt x="0" y="169245"/>
                  </a:lnTo>
                  <a:lnTo>
                    <a:pt x="149" y="174536"/>
                  </a:lnTo>
                  <a:lnTo>
                    <a:pt x="466" y="179820"/>
                  </a:lnTo>
                  <a:lnTo>
                    <a:pt x="950" y="185091"/>
                  </a:lnTo>
                  <a:lnTo>
                    <a:pt x="1601" y="190344"/>
                  </a:lnTo>
                  <a:lnTo>
                    <a:pt x="2418" y="195573"/>
                  </a:lnTo>
                  <a:lnTo>
                    <a:pt x="3400" y="200775"/>
                  </a:lnTo>
                  <a:lnTo>
                    <a:pt x="4546" y="205942"/>
                  </a:lnTo>
                  <a:lnTo>
                    <a:pt x="5855" y="211071"/>
                  </a:lnTo>
                  <a:lnTo>
                    <a:pt x="7326" y="216155"/>
                  </a:lnTo>
                  <a:lnTo>
                    <a:pt x="8957" y="221191"/>
                  </a:lnTo>
                  <a:lnTo>
                    <a:pt x="10746" y="226172"/>
                  </a:lnTo>
                  <a:lnTo>
                    <a:pt x="12693" y="231094"/>
                  </a:lnTo>
                  <a:lnTo>
                    <a:pt x="14794" y="235952"/>
                  </a:lnTo>
                  <a:lnTo>
                    <a:pt x="17048" y="240742"/>
                  </a:lnTo>
                  <a:lnTo>
                    <a:pt x="19453" y="245457"/>
                  </a:lnTo>
                  <a:lnTo>
                    <a:pt x="22006" y="250094"/>
                  </a:lnTo>
                  <a:lnTo>
                    <a:pt x="24704" y="254648"/>
                  </a:lnTo>
                  <a:lnTo>
                    <a:pt x="27545" y="259114"/>
                  </a:lnTo>
                  <a:lnTo>
                    <a:pt x="30526" y="263487"/>
                  </a:lnTo>
                  <a:lnTo>
                    <a:pt x="33644" y="267765"/>
                  </a:lnTo>
                  <a:lnTo>
                    <a:pt x="36895" y="271941"/>
                  </a:lnTo>
                  <a:lnTo>
                    <a:pt x="40278" y="276013"/>
                  </a:lnTo>
                  <a:lnTo>
                    <a:pt x="43787" y="279975"/>
                  </a:lnTo>
                  <a:lnTo>
                    <a:pt x="47421" y="283824"/>
                  </a:lnTo>
                  <a:lnTo>
                    <a:pt x="51174" y="287556"/>
                  </a:lnTo>
                  <a:lnTo>
                    <a:pt x="55043" y="291168"/>
                  </a:lnTo>
                  <a:lnTo>
                    <a:pt x="59025" y="294655"/>
                  </a:lnTo>
                  <a:lnTo>
                    <a:pt x="63116" y="298014"/>
                  </a:lnTo>
                  <a:lnTo>
                    <a:pt x="67310" y="301242"/>
                  </a:lnTo>
                  <a:lnTo>
                    <a:pt x="71605" y="304336"/>
                  </a:lnTo>
                  <a:lnTo>
                    <a:pt x="75996" y="307292"/>
                  </a:lnTo>
                  <a:lnTo>
                    <a:pt x="80478" y="310108"/>
                  </a:lnTo>
                  <a:lnTo>
                    <a:pt x="85047" y="312781"/>
                  </a:lnTo>
                  <a:lnTo>
                    <a:pt x="89698" y="315307"/>
                  </a:lnTo>
                  <a:lnTo>
                    <a:pt x="94427" y="317685"/>
                  </a:lnTo>
                  <a:lnTo>
                    <a:pt x="99228" y="319912"/>
                  </a:lnTo>
                  <a:lnTo>
                    <a:pt x="104098" y="321986"/>
                  </a:lnTo>
                  <a:lnTo>
                    <a:pt x="109031" y="323905"/>
                  </a:lnTo>
                  <a:lnTo>
                    <a:pt x="114023" y="325666"/>
                  </a:lnTo>
                  <a:lnTo>
                    <a:pt x="119067" y="327269"/>
                  </a:lnTo>
                  <a:lnTo>
                    <a:pt x="124160" y="328711"/>
                  </a:lnTo>
                  <a:lnTo>
                    <a:pt x="129296" y="329991"/>
                  </a:lnTo>
                  <a:lnTo>
                    <a:pt x="134470" y="331108"/>
                  </a:lnTo>
                  <a:lnTo>
                    <a:pt x="139677" y="332061"/>
                  </a:lnTo>
                  <a:lnTo>
                    <a:pt x="144911" y="332848"/>
                  </a:lnTo>
                  <a:lnTo>
                    <a:pt x="150167" y="333469"/>
                  </a:lnTo>
                  <a:lnTo>
                    <a:pt x="155441" y="333924"/>
                  </a:lnTo>
                  <a:lnTo>
                    <a:pt x="160726" y="334211"/>
                  </a:lnTo>
                  <a:lnTo>
                    <a:pt x="166018" y="334331"/>
                  </a:lnTo>
                  <a:lnTo>
                    <a:pt x="171311" y="334283"/>
                  </a:lnTo>
                  <a:lnTo>
                    <a:pt x="176599" y="334067"/>
                  </a:lnTo>
                  <a:lnTo>
                    <a:pt x="181879" y="333685"/>
                  </a:lnTo>
                  <a:lnTo>
                    <a:pt x="187143" y="333135"/>
                  </a:lnTo>
                  <a:lnTo>
                    <a:pt x="192387" y="332419"/>
                  </a:lnTo>
                  <a:lnTo>
                    <a:pt x="197607" y="331537"/>
                  </a:lnTo>
                  <a:lnTo>
                    <a:pt x="202795" y="330491"/>
                  </a:lnTo>
                  <a:lnTo>
                    <a:pt x="207948" y="329280"/>
                  </a:lnTo>
                  <a:lnTo>
                    <a:pt x="213060" y="327908"/>
                  </a:lnTo>
                  <a:lnTo>
                    <a:pt x="218126" y="326374"/>
                  </a:lnTo>
                  <a:lnTo>
                    <a:pt x="223141" y="324680"/>
                  </a:lnTo>
                  <a:lnTo>
                    <a:pt x="228099" y="322829"/>
                  </a:lnTo>
                  <a:lnTo>
                    <a:pt x="232997" y="320821"/>
                  </a:lnTo>
                  <a:lnTo>
                    <a:pt x="237829" y="318660"/>
                  </a:lnTo>
                  <a:lnTo>
                    <a:pt x="242589" y="316346"/>
                  </a:lnTo>
                  <a:lnTo>
                    <a:pt x="247274" y="313883"/>
                  </a:lnTo>
                  <a:lnTo>
                    <a:pt x="251879" y="311273"/>
                  </a:lnTo>
                  <a:lnTo>
                    <a:pt x="256399" y="308519"/>
                  </a:lnTo>
                  <a:lnTo>
                    <a:pt x="260829" y="305622"/>
                  </a:lnTo>
                  <a:lnTo>
                    <a:pt x="265166" y="302587"/>
                  </a:lnTo>
                  <a:lnTo>
                    <a:pt x="269404" y="299416"/>
                  </a:lnTo>
                  <a:lnTo>
                    <a:pt x="273540" y="296113"/>
                  </a:lnTo>
                  <a:lnTo>
                    <a:pt x="277569" y="292680"/>
                  </a:lnTo>
                  <a:lnTo>
                    <a:pt x="281487" y="289122"/>
                  </a:lnTo>
                  <a:lnTo>
                    <a:pt x="285291" y="285441"/>
                  </a:lnTo>
                  <a:lnTo>
                    <a:pt x="288976" y="281641"/>
                  </a:lnTo>
                  <a:lnTo>
                    <a:pt x="292539" y="277727"/>
                  </a:lnTo>
                  <a:lnTo>
                    <a:pt x="295976" y="273702"/>
                  </a:lnTo>
                  <a:lnTo>
                    <a:pt x="299285" y="269570"/>
                  </a:lnTo>
                  <a:lnTo>
                    <a:pt x="302461" y="265336"/>
                  </a:lnTo>
                  <a:lnTo>
                    <a:pt x="305501" y="261003"/>
                  </a:lnTo>
                  <a:lnTo>
                    <a:pt x="308402" y="256576"/>
                  </a:lnTo>
                  <a:lnTo>
                    <a:pt x="311162" y="252059"/>
                  </a:lnTo>
                  <a:lnTo>
                    <a:pt x="313777" y="247457"/>
                  </a:lnTo>
                  <a:lnTo>
                    <a:pt x="316246" y="242775"/>
                  </a:lnTo>
                  <a:lnTo>
                    <a:pt x="318565" y="238017"/>
                  </a:lnTo>
                  <a:lnTo>
                    <a:pt x="320732" y="233188"/>
                  </a:lnTo>
                  <a:lnTo>
                    <a:pt x="322745" y="228293"/>
                  </a:lnTo>
                  <a:lnTo>
                    <a:pt x="324602" y="223336"/>
                  </a:lnTo>
                  <a:lnTo>
                    <a:pt x="326302" y="218323"/>
                  </a:lnTo>
                  <a:lnTo>
                    <a:pt x="327841" y="213259"/>
                  </a:lnTo>
                  <a:lnTo>
                    <a:pt x="329220" y="208149"/>
                  </a:lnTo>
                  <a:lnTo>
                    <a:pt x="330436" y="202997"/>
                  </a:lnTo>
                  <a:lnTo>
                    <a:pt x="331489" y="197810"/>
                  </a:lnTo>
                  <a:lnTo>
                    <a:pt x="332377" y="192592"/>
                  </a:lnTo>
                  <a:lnTo>
                    <a:pt x="333099" y="187348"/>
                  </a:lnTo>
                  <a:lnTo>
                    <a:pt x="333655" y="182085"/>
                  </a:lnTo>
                  <a:lnTo>
                    <a:pt x="334043" y="176806"/>
                  </a:lnTo>
                  <a:lnTo>
                    <a:pt x="334265" y="171517"/>
                  </a:lnTo>
                  <a:lnTo>
                    <a:pt x="334319" y="166225"/>
                  </a:lnTo>
                  <a:lnTo>
                    <a:pt x="334205" y="160933"/>
                  </a:lnTo>
                  <a:lnTo>
                    <a:pt x="333924" y="155647"/>
                  </a:lnTo>
                  <a:lnTo>
                    <a:pt x="333476" y="150373"/>
                  </a:lnTo>
                  <a:lnTo>
                    <a:pt x="332861" y="145116"/>
                  </a:lnTo>
                  <a:lnTo>
                    <a:pt x="332080" y="139881"/>
                  </a:lnTo>
                  <a:lnTo>
                    <a:pt x="331133" y="134673"/>
                  </a:lnTo>
                  <a:lnTo>
                    <a:pt x="330022" y="129498"/>
                  </a:lnTo>
                  <a:lnTo>
                    <a:pt x="328748" y="124360"/>
                  </a:lnTo>
                  <a:lnTo>
                    <a:pt x="327312" y="119266"/>
                  </a:lnTo>
                  <a:lnTo>
                    <a:pt x="325715" y="114219"/>
                  </a:lnTo>
                  <a:lnTo>
                    <a:pt x="323959" y="109226"/>
                  </a:lnTo>
                  <a:lnTo>
                    <a:pt x="322046" y="104291"/>
                  </a:lnTo>
                  <a:lnTo>
                    <a:pt x="319978" y="99419"/>
                  </a:lnTo>
                  <a:lnTo>
                    <a:pt x="317756" y="94614"/>
                  </a:lnTo>
                  <a:lnTo>
                    <a:pt x="315384" y="89883"/>
                  </a:lnTo>
                  <a:lnTo>
                    <a:pt x="312863" y="85228"/>
                  </a:lnTo>
                  <a:lnTo>
                    <a:pt x="310196" y="80657"/>
                  </a:lnTo>
                  <a:lnTo>
                    <a:pt x="307385" y="76171"/>
                  </a:lnTo>
                  <a:lnTo>
                    <a:pt x="304434" y="71777"/>
                  </a:lnTo>
                  <a:lnTo>
                    <a:pt x="301345" y="67479"/>
                  </a:lnTo>
                  <a:lnTo>
                    <a:pt x="298122" y="63280"/>
                  </a:lnTo>
                  <a:lnTo>
                    <a:pt x="294767" y="59186"/>
                  </a:lnTo>
                  <a:lnTo>
                    <a:pt x="291285" y="55200"/>
                  </a:lnTo>
                  <a:lnTo>
                    <a:pt x="287678" y="51326"/>
                  </a:lnTo>
                  <a:lnTo>
                    <a:pt x="283950" y="47569"/>
                  </a:lnTo>
                  <a:lnTo>
                    <a:pt x="280105" y="43931"/>
                  </a:lnTo>
                  <a:lnTo>
                    <a:pt x="276147" y="40417"/>
                  </a:lnTo>
                  <a:lnTo>
                    <a:pt x="272079" y="37030"/>
                  </a:lnTo>
                  <a:lnTo>
                    <a:pt x="267906" y="33773"/>
                  </a:lnTo>
                  <a:lnTo>
                    <a:pt x="263633" y="30650"/>
                  </a:lnTo>
                  <a:lnTo>
                    <a:pt x="259262" y="27664"/>
                  </a:lnTo>
                  <a:lnTo>
                    <a:pt x="254800" y="24818"/>
                  </a:lnTo>
                  <a:lnTo>
                    <a:pt x="250249" y="22115"/>
                  </a:lnTo>
                  <a:lnTo>
                    <a:pt x="245615" y="19557"/>
                  </a:lnTo>
                  <a:lnTo>
                    <a:pt x="240903" y="17147"/>
                  </a:lnTo>
                  <a:lnTo>
                    <a:pt x="236116" y="14887"/>
                  </a:lnTo>
                  <a:lnTo>
                    <a:pt x="167154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" name="pg489"/>
            <p:cNvSpPr/>
            <p:nvPr/>
          </p:nvSpPr>
          <p:spPr>
            <a:xfrm>
              <a:off x="2590748" y="3722608"/>
              <a:ext cx="68962" cy="152279"/>
            </a:xfrm>
            <a:custGeom>
              <a:avLst/>
              <a:pathLst>
                <a:path w="68962" h="152279">
                  <a:moveTo>
                    <a:pt x="68962" y="0"/>
                  </a:moveTo>
                  <a:lnTo>
                    <a:pt x="0" y="15227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" name="pg490"/>
            <p:cNvSpPr/>
            <p:nvPr/>
          </p:nvSpPr>
          <p:spPr>
            <a:xfrm>
              <a:off x="2590748" y="3722608"/>
              <a:ext cx="68962" cy="152279"/>
            </a:xfrm>
            <a:custGeom>
              <a:avLst/>
              <a:pathLst>
                <a:path w="68962" h="152279">
                  <a:moveTo>
                    <a:pt x="68962" y="0"/>
                  </a:moveTo>
                  <a:lnTo>
                    <a:pt x="0" y="152279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" name="pg491"/>
            <p:cNvSpPr/>
            <p:nvPr/>
          </p:nvSpPr>
          <p:spPr>
            <a:xfrm>
              <a:off x="2590748" y="3722608"/>
              <a:ext cx="68962" cy="152279"/>
            </a:xfrm>
            <a:custGeom>
              <a:avLst/>
              <a:pathLst>
                <a:path w="68962" h="152279">
                  <a:moveTo>
                    <a:pt x="68962" y="0"/>
                  </a:moveTo>
                  <a:lnTo>
                    <a:pt x="0" y="15227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" name="pg492"/>
            <p:cNvSpPr/>
            <p:nvPr/>
          </p:nvSpPr>
          <p:spPr>
            <a:xfrm>
              <a:off x="2590748" y="3722608"/>
              <a:ext cx="68962" cy="152279"/>
            </a:xfrm>
            <a:custGeom>
              <a:avLst/>
              <a:pathLst>
                <a:path w="68962" h="152279">
                  <a:moveTo>
                    <a:pt x="68962" y="0"/>
                  </a:moveTo>
                  <a:lnTo>
                    <a:pt x="0" y="15227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" name="pg493"/>
            <p:cNvSpPr/>
            <p:nvPr/>
          </p:nvSpPr>
          <p:spPr>
            <a:xfrm>
              <a:off x="2590748" y="3722608"/>
              <a:ext cx="68962" cy="152279"/>
            </a:xfrm>
            <a:custGeom>
              <a:avLst/>
              <a:pathLst>
                <a:path w="68962" h="152279">
                  <a:moveTo>
                    <a:pt x="68962" y="0"/>
                  </a:moveTo>
                  <a:lnTo>
                    <a:pt x="0" y="152279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" name="pg494"/>
            <p:cNvSpPr/>
            <p:nvPr/>
          </p:nvSpPr>
          <p:spPr>
            <a:xfrm>
              <a:off x="2590748" y="3722608"/>
              <a:ext cx="68962" cy="152279"/>
            </a:xfrm>
            <a:custGeom>
              <a:avLst/>
              <a:pathLst>
                <a:path w="68962" h="152279">
                  <a:moveTo>
                    <a:pt x="68962" y="0"/>
                  </a:moveTo>
                  <a:lnTo>
                    <a:pt x="0" y="15227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" name="pg495"/>
            <p:cNvSpPr/>
            <p:nvPr/>
          </p:nvSpPr>
          <p:spPr>
            <a:xfrm>
              <a:off x="2590748" y="3722608"/>
              <a:ext cx="68962" cy="152279"/>
            </a:xfrm>
            <a:custGeom>
              <a:avLst/>
              <a:pathLst>
                <a:path w="68962" h="152279">
                  <a:moveTo>
                    <a:pt x="68962" y="0"/>
                  </a:moveTo>
                  <a:lnTo>
                    <a:pt x="0" y="15227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" name="pg496"/>
            <p:cNvSpPr/>
            <p:nvPr/>
          </p:nvSpPr>
          <p:spPr>
            <a:xfrm>
              <a:off x="2590748" y="3722608"/>
              <a:ext cx="68962" cy="152279"/>
            </a:xfrm>
            <a:custGeom>
              <a:avLst/>
              <a:pathLst>
                <a:path w="68962" h="152279">
                  <a:moveTo>
                    <a:pt x="68962" y="0"/>
                  </a:moveTo>
                  <a:lnTo>
                    <a:pt x="0" y="15227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" name="pg497"/>
            <p:cNvSpPr/>
            <p:nvPr/>
          </p:nvSpPr>
          <p:spPr>
            <a:xfrm>
              <a:off x="2590748" y="3722608"/>
              <a:ext cx="68962" cy="152279"/>
            </a:xfrm>
            <a:custGeom>
              <a:avLst/>
              <a:pathLst>
                <a:path w="68962" h="152279">
                  <a:moveTo>
                    <a:pt x="68962" y="0"/>
                  </a:moveTo>
                  <a:lnTo>
                    <a:pt x="0" y="15227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" name="pg498"/>
            <p:cNvSpPr/>
            <p:nvPr/>
          </p:nvSpPr>
          <p:spPr>
            <a:xfrm>
              <a:off x="2590748" y="3722608"/>
              <a:ext cx="68962" cy="152279"/>
            </a:xfrm>
            <a:custGeom>
              <a:avLst/>
              <a:pathLst>
                <a:path w="68962" h="152279">
                  <a:moveTo>
                    <a:pt x="68962" y="0"/>
                  </a:moveTo>
                  <a:lnTo>
                    <a:pt x="0" y="15227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" name="pg499"/>
            <p:cNvSpPr/>
            <p:nvPr/>
          </p:nvSpPr>
          <p:spPr>
            <a:xfrm>
              <a:off x="2590748" y="3722608"/>
              <a:ext cx="68962" cy="152279"/>
            </a:xfrm>
            <a:custGeom>
              <a:avLst/>
              <a:pathLst>
                <a:path w="68962" h="152279">
                  <a:moveTo>
                    <a:pt x="68962" y="0"/>
                  </a:moveTo>
                  <a:lnTo>
                    <a:pt x="0" y="15227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" name="pg500"/>
            <p:cNvSpPr/>
            <p:nvPr/>
          </p:nvSpPr>
          <p:spPr>
            <a:xfrm>
              <a:off x="2590748" y="3722608"/>
              <a:ext cx="68962" cy="152279"/>
            </a:xfrm>
            <a:custGeom>
              <a:avLst/>
              <a:pathLst>
                <a:path w="68962" h="152279">
                  <a:moveTo>
                    <a:pt x="68962" y="0"/>
                  </a:moveTo>
                  <a:lnTo>
                    <a:pt x="0" y="15227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" name="pg501"/>
            <p:cNvSpPr/>
            <p:nvPr/>
          </p:nvSpPr>
          <p:spPr>
            <a:xfrm>
              <a:off x="2590748" y="3707720"/>
              <a:ext cx="68962" cy="167167"/>
            </a:xfrm>
            <a:custGeom>
              <a:avLst/>
              <a:pathLst>
                <a:path w="68962" h="167167">
                  <a:moveTo>
                    <a:pt x="68962" y="14887"/>
                  </a:moveTo>
                  <a:lnTo>
                    <a:pt x="63523" y="12539"/>
                  </a:lnTo>
                  <a:lnTo>
                    <a:pt x="58005" y="10386"/>
                  </a:lnTo>
                  <a:lnTo>
                    <a:pt x="52414" y="8429"/>
                  </a:lnTo>
                  <a:lnTo>
                    <a:pt x="46757" y="6672"/>
                  </a:lnTo>
                  <a:lnTo>
                    <a:pt x="41042" y="5116"/>
                  </a:lnTo>
                  <a:lnTo>
                    <a:pt x="35275" y="3764"/>
                  </a:lnTo>
                  <a:lnTo>
                    <a:pt x="29464" y="2617"/>
                  </a:lnTo>
                  <a:lnTo>
                    <a:pt x="23615" y="1676"/>
                  </a:lnTo>
                  <a:lnTo>
                    <a:pt x="17737" y="943"/>
                  </a:lnTo>
                  <a:lnTo>
                    <a:pt x="11837" y="419"/>
                  </a:lnTo>
                  <a:lnTo>
                    <a:pt x="5922" y="10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" name="pg50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" name="pg50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" name="pg50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" name="pg505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" name="pg506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" name="pg507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" name="pg508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" name="pg509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" name="pg510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" name="pg51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" name="pg51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" name="pg51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" name="pg51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" name="pg515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" name="pg516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" name="pg517"/>
            <p:cNvSpPr/>
            <p:nvPr/>
          </p:nvSpPr>
          <p:spPr>
            <a:xfrm>
              <a:off x="2614126" y="4213821"/>
              <a:ext cx="221897" cy="334316"/>
            </a:xfrm>
            <a:custGeom>
              <a:avLst/>
              <a:pathLst>
                <a:path w="221897" h="334316">
                  <a:moveTo>
                    <a:pt x="167161" y="0"/>
                  </a:moveTo>
                  <a:lnTo>
                    <a:pt x="161832" y="84"/>
                  </a:lnTo>
                  <a:lnTo>
                    <a:pt x="156509" y="339"/>
                  </a:lnTo>
                  <a:lnTo>
                    <a:pt x="151196" y="764"/>
                  </a:lnTo>
                  <a:lnTo>
                    <a:pt x="145900" y="1357"/>
                  </a:lnTo>
                  <a:lnTo>
                    <a:pt x="140625" y="2119"/>
                  </a:lnTo>
                  <a:lnTo>
                    <a:pt x="135377" y="3049"/>
                  </a:lnTo>
                  <a:lnTo>
                    <a:pt x="130162" y="4145"/>
                  </a:lnTo>
                  <a:lnTo>
                    <a:pt x="124984" y="5408"/>
                  </a:lnTo>
                  <a:lnTo>
                    <a:pt x="119849" y="6834"/>
                  </a:lnTo>
                  <a:lnTo>
                    <a:pt x="114762" y="8424"/>
                  </a:lnTo>
                  <a:lnTo>
                    <a:pt x="109729" y="10175"/>
                  </a:lnTo>
                  <a:lnTo>
                    <a:pt x="104753" y="12085"/>
                  </a:lnTo>
                  <a:lnTo>
                    <a:pt x="99842" y="14154"/>
                  </a:lnTo>
                  <a:lnTo>
                    <a:pt x="94998" y="16377"/>
                  </a:lnTo>
                  <a:lnTo>
                    <a:pt x="90228" y="18754"/>
                  </a:lnTo>
                  <a:lnTo>
                    <a:pt x="85536" y="21282"/>
                  </a:lnTo>
                  <a:lnTo>
                    <a:pt x="80927" y="23958"/>
                  </a:lnTo>
                  <a:lnTo>
                    <a:pt x="76406" y="26780"/>
                  </a:lnTo>
                  <a:lnTo>
                    <a:pt x="71977" y="29744"/>
                  </a:lnTo>
                  <a:lnTo>
                    <a:pt x="67645" y="32848"/>
                  </a:lnTo>
                  <a:lnTo>
                    <a:pt x="63414" y="36089"/>
                  </a:lnTo>
                  <a:lnTo>
                    <a:pt x="59288" y="39462"/>
                  </a:lnTo>
                  <a:lnTo>
                    <a:pt x="55272" y="42966"/>
                  </a:lnTo>
                  <a:lnTo>
                    <a:pt x="51370" y="46596"/>
                  </a:lnTo>
                  <a:lnTo>
                    <a:pt x="47585" y="50348"/>
                  </a:lnTo>
                  <a:lnTo>
                    <a:pt x="43922" y="54219"/>
                  </a:lnTo>
                  <a:lnTo>
                    <a:pt x="40384" y="58205"/>
                  </a:lnTo>
                  <a:lnTo>
                    <a:pt x="36975" y="62302"/>
                  </a:lnTo>
                  <a:lnTo>
                    <a:pt x="33699" y="66505"/>
                  </a:lnTo>
                  <a:lnTo>
                    <a:pt x="30558" y="70811"/>
                  </a:lnTo>
                  <a:lnTo>
                    <a:pt x="27556" y="75214"/>
                  </a:lnTo>
                  <a:lnTo>
                    <a:pt x="24695" y="79711"/>
                  </a:lnTo>
                  <a:lnTo>
                    <a:pt x="21980" y="84297"/>
                  </a:lnTo>
                  <a:lnTo>
                    <a:pt x="19412" y="88967"/>
                  </a:lnTo>
                  <a:lnTo>
                    <a:pt x="16994" y="93716"/>
                  </a:lnTo>
                  <a:lnTo>
                    <a:pt x="14729" y="98540"/>
                  </a:lnTo>
                  <a:lnTo>
                    <a:pt x="12619" y="103434"/>
                  </a:lnTo>
                  <a:lnTo>
                    <a:pt x="10666" y="108393"/>
                  </a:lnTo>
                  <a:lnTo>
                    <a:pt x="8872" y="113412"/>
                  </a:lnTo>
                  <a:lnTo>
                    <a:pt x="7239" y="118485"/>
                  </a:lnTo>
                  <a:lnTo>
                    <a:pt x="5768" y="123607"/>
                  </a:lnTo>
                  <a:lnTo>
                    <a:pt x="4462" y="128774"/>
                  </a:lnTo>
                  <a:lnTo>
                    <a:pt x="3321" y="133980"/>
                  </a:lnTo>
                  <a:lnTo>
                    <a:pt x="2346" y="139219"/>
                  </a:lnTo>
                  <a:lnTo>
                    <a:pt x="1539" y="144487"/>
                  </a:lnTo>
                  <a:lnTo>
                    <a:pt x="900" y="149779"/>
                  </a:lnTo>
                  <a:lnTo>
                    <a:pt x="430" y="155087"/>
                  </a:lnTo>
                  <a:lnTo>
                    <a:pt x="130" y="160408"/>
                  </a:lnTo>
                  <a:lnTo>
                    <a:pt x="0" y="165736"/>
                  </a:lnTo>
                  <a:lnTo>
                    <a:pt x="39" y="171065"/>
                  </a:lnTo>
                  <a:lnTo>
                    <a:pt x="248" y="176391"/>
                  </a:lnTo>
                  <a:lnTo>
                    <a:pt x="627" y="181707"/>
                  </a:lnTo>
                  <a:lnTo>
                    <a:pt x="1175" y="187008"/>
                  </a:lnTo>
                  <a:lnTo>
                    <a:pt x="1892" y="192289"/>
                  </a:lnTo>
                  <a:lnTo>
                    <a:pt x="2777" y="197545"/>
                  </a:lnTo>
                  <a:lnTo>
                    <a:pt x="3829" y="202769"/>
                  </a:lnTo>
                  <a:lnTo>
                    <a:pt x="5046" y="207958"/>
                  </a:lnTo>
                  <a:lnTo>
                    <a:pt x="6429" y="213105"/>
                  </a:lnTo>
                  <a:lnTo>
                    <a:pt x="7975" y="218205"/>
                  </a:lnTo>
                  <a:lnTo>
                    <a:pt x="9683" y="223253"/>
                  </a:lnTo>
                  <a:lnTo>
                    <a:pt x="11551" y="228245"/>
                  </a:lnTo>
                  <a:lnTo>
                    <a:pt x="13577" y="233174"/>
                  </a:lnTo>
                  <a:lnTo>
                    <a:pt x="15759" y="238036"/>
                  </a:lnTo>
                  <a:lnTo>
                    <a:pt x="18095" y="242827"/>
                  </a:lnTo>
                  <a:lnTo>
                    <a:pt x="20583" y="247540"/>
                  </a:lnTo>
                  <a:lnTo>
                    <a:pt x="23219" y="252172"/>
                  </a:lnTo>
                  <a:lnTo>
                    <a:pt x="26002" y="256717"/>
                  </a:lnTo>
                  <a:lnTo>
                    <a:pt x="28928" y="261171"/>
                  </a:lnTo>
                  <a:lnTo>
                    <a:pt x="31995" y="265530"/>
                  </a:lnTo>
                  <a:lnTo>
                    <a:pt x="35199" y="269788"/>
                  </a:lnTo>
                  <a:lnTo>
                    <a:pt x="38538" y="273943"/>
                  </a:lnTo>
                  <a:lnTo>
                    <a:pt x="42007" y="277989"/>
                  </a:lnTo>
                  <a:lnTo>
                    <a:pt x="45603" y="281922"/>
                  </a:lnTo>
                  <a:lnTo>
                    <a:pt x="49323" y="285738"/>
                  </a:lnTo>
                  <a:lnTo>
                    <a:pt x="53162" y="289434"/>
                  </a:lnTo>
                  <a:lnTo>
                    <a:pt x="57118" y="293006"/>
                  </a:lnTo>
                  <a:lnTo>
                    <a:pt x="61185" y="296450"/>
                  </a:lnTo>
                  <a:lnTo>
                    <a:pt x="65360" y="299763"/>
                  </a:lnTo>
                  <a:lnTo>
                    <a:pt x="69639" y="302940"/>
                  </a:lnTo>
                  <a:lnTo>
                    <a:pt x="74016" y="305980"/>
                  </a:lnTo>
                  <a:lnTo>
                    <a:pt x="78489" y="308879"/>
                  </a:lnTo>
                  <a:lnTo>
                    <a:pt x="83051" y="311633"/>
                  </a:lnTo>
                  <a:lnTo>
                    <a:pt x="87699" y="314241"/>
                  </a:lnTo>
                  <a:lnTo>
                    <a:pt x="92428" y="316699"/>
                  </a:lnTo>
                  <a:lnTo>
                    <a:pt x="97232" y="319005"/>
                  </a:lnTo>
                  <a:lnTo>
                    <a:pt x="102108" y="321157"/>
                  </a:lnTo>
                  <a:lnTo>
                    <a:pt x="107050" y="323153"/>
                  </a:lnTo>
                  <a:lnTo>
                    <a:pt x="112053" y="324990"/>
                  </a:lnTo>
                  <a:lnTo>
                    <a:pt x="117112" y="326666"/>
                  </a:lnTo>
                  <a:lnTo>
                    <a:pt x="122221" y="328181"/>
                  </a:lnTo>
                  <a:lnTo>
                    <a:pt x="127377" y="329531"/>
                  </a:lnTo>
                  <a:lnTo>
                    <a:pt x="132573" y="330717"/>
                  </a:lnTo>
                  <a:lnTo>
                    <a:pt x="137804" y="331736"/>
                  </a:lnTo>
                  <a:lnTo>
                    <a:pt x="143065" y="332589"/>
                  </a:lnTo>
                  <a:lnTo>
                    <a:pt x="148350" y="333273"/>
                  </a:lnTo>
                  <a:lnTo>
                    <a:pt x="153655" y="333788"/>
                  </a:lnTo>
                  <a:lnTo>
                    <a:pt x="158973" y="334134"/>
                  </a:lnTo>
                  <a:lnTo>
                    <a:pt x="164299" y="334310"/>
                  </a:lnTo>
                  <a:lnTo>
                    <a:pt x="169629" y="334316"/>
                  </a:lnTo>
                  <a:lnTo>
                    <a:pt x="174956" y="334153"/>
                  </a:lnTo>
                  <a:lnTo>
                    <a:pt x="180275" y="333819"/>
                  </a:lnTo>
                  <a:lnTo>
                    <a:pt x="185581" y="333316"/>
                  </a:lnTo>
                  <a:lnTo>
                    <a:pt x="190867" y="332645"/>
                  </a:lnTo>
                  <a:lnTo>
                    <a:pt x="196130" y="331805"/>
                  </a:lnTo>
                  <a:lnTo>
                    <a:pt x="201364" y="330798"/>
                  </a:lnTo>
                  <a:lnTo>
                    <a:pt x="206563" y="329625"/>
                  </a:lnTo>
                  <a:lnTo>
                    <a:pt x="211721" y="328286"/>
                  </a:lnTo>
                  <a:lnTo>
                    <a:pt x="216834" y="326784"/>
                  </a:lnTo>
                  <a:lnTo>
                    <a:pt x="221897" y="325119"/>
                  </a:lnTo>
                  <a:lnTo>
                    <a:pt x="167161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" name="pg518"/>
            <p:cNvSpPr/>
            <p:nvPr/>
          </p:nvSpPr>
          <p:spPr>
            <a:xfrm>
              <a:off x="2781287" y="4380988"/>
              <a:ext cx="54736" cy="157952"/>
            </a:xfrm>
            <a:custGeom>
              <a:avLst/>
              <a:pathLst>
                <a:path w="54736" h="157952">
                  <a:moveTo>
                    <a:pt x="54736" y="157952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" name="pg519"/>
            <p:cNvSpPr/>
            <p:nvPr/>
          </p:nvSpPr>
          <p:spPr>
            <a:xfrm>
              <a:off x="2781287" y="4380988"/>
              <a:ext cx="54736" cy="157952"/>
            </a:xfrm>
            <a:custGeom>
              <a:avLst/>
              <a:pathLst>
                <a:path w="54736" h="157952">
                  <a:moveTo>
                    <a:pt x="54736" y="157952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" name="pg520"/>
            <p:cNvSpPr/>
            <p:nvPr/>
          </p:nvSpPr>
          <p:spPr>
            <a:xfrm>
              <a:off x="2781287" y="4380988"/>
              <a:ext cx="54736" cy="157952"/>
            </a:xfrm>
            <a:custGeom>
              <a:avLst/>
              <a:pathLst>
                <a:path w="54736" h="157952">
                  <a:moveTo>
                    <a:pt x="54736" y="157952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" name="pg521"/>
            <p:cNvSpPr/>
            <p:nvPr/>
          </p:nvSpPr>
          <p:spPr>
            <a:xfrm>
              <a:off x="2781287" y="4380988"/>
              <a:ext cx="54736" cy="157952"/>
            </a:xfrm>
            <a:custGeom>
              <a:avLst/>
              <a:pathLst>
                <a:path w="54736" h="157952">
                  <a:moveTo>
                    <a:pt x="54736" y="157952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" name="pg522"/>
            <p:cNvSpPr/>
            <p:nvPr/>
          </p:nvSpPr>
          <p:spPr>
            <a:xfrm>
              <a:off x="2781287" y="4380988"/>
              <a:ext cx="54736" cy="157952"/>
            </a:xfrm>
            <a:custGeom>
              <a:avLst/>
              <a:pathLst>
                <a:path w="54736" h="157952">
                  <a:moveTo>
                    <a:pt x="54736" y="157952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" name="pg523"/>
            <p:cNvSpPr/>
            <p:nvPr/>
          </p:nvSpPr>
          <p:spPr>
            <a:xfrm>
              <a:off x="2781287" y="4380988"/>
              <a:ext cx="54736" cy="157952"/>
            </a:xfrm>
            <a:custGeom>
              <a:avLst/>
              <a:pathLst>
                <a:path w="54736" h="157952">
                  <a:moveTo>
                    <a:pt x="54736" y="157952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" name="pg524"/>
            <p:cNvSpPr/>
            <p:nvPr/>
          </p:nvSpPr>
          <p:spPr>
            <a:xfrm>
              <a:off x="2781287" y="4380988"/>
              <a:ext cx="54736" cy="157952"/>
            </a:xfrm>
            <a:custGeom>
              <a:avLst/>
              <a:pathLst>
                <a:path w="54736" h="157952">
                  <a:moveTo>
                    <a:pt x="54736" y="157952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" name="pg525"/>
            <p:cNvSpPr/>
            <p:nvPr/>
          </p:nvSpPr>
          <p:spPr>
            <a:xfrm>
              <a:off x="2781287" y="4380988"/>
              <a:ext cx="54736" cy="157952"/>
            </a:xfrm>
            <a:custGeom>
              <a:avLst/>
              <a:pathLst>
                <a:path w="54736" h="157952">
                  <a:moveTo>
                    <a:pt x="54736" y="157952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" name="pg526"/>
            <p:cNvSpPr/>
            <p:nvPr/>
          </p:nvSpPr>
          <p:spPr>
            <a:xfrm>
              <a:off x="2781287" y="4380988"/>
              <a:ext cx="54736" cy="157952"/>
            </a:xfrm>
            <a:custGeom>
              <a:avLst/>
              <a:pathLst>
                <a:path w="54736" h="157952">
                  <a:moveTo>
                    <a:pt x="54736" y="157952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" name="pg527"/>
            <p:cNvSpPr/>
            <p:nvPr/>
          </p:nvSpPr>
          <p:spPr>
            <a:xfrm>
              <a:off x="2781287" y="4380988"/>
              <a:ext cx="54736" cy="157952"/>
            </a:xfrm>
            <a:custGeom>
              <a:avLst/>
              <a:pathLst>
                <a:path w="54736" h="157952">
                  <a:moveTo>
                    <a:pt x="54736" y="157952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" name="pg528"/>
            <p:cNvSpPr/>
            <p:nvPr/>
          </p:nvSpPr>
          <p:spPr>
            <a:xfrm>
              <a:off x="2781287" y="4380988"/>
              <a:ext cx="54736" cy="157952"/>
            </a:xfrm>
            <a:custGeom>
              <a:avLst/>
              <a:pathLst>
                <a:path w="54736" h="157952">
                  <a:moveTo>
                    <a:pt x="54736" y="157952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" name="pg529"/>
            <p:cNvSpPr/>
            <p:nvPr/>
          </p:nvSpPr>
          <p:spPr>
            <a:xfrm>
              <a:off x="2781287" y="4213821"/>
              <a:ext cx="167163" cy="325119"/>
            </a:xfrm>
            <a:custGeom>
              <a:avLst/>
              <a:pathLst>
                <a:path w="167163" h="325119">
                  <a:moveTo>
                    <a:pt x="54736" y="325119"/>
                  </a:moveTo>
                  <a:lnTo>
                    <a:pt x="59747" y="323292"/>
                  </a:lnTo>
                  <a:lnTo>
                    <a:pt x="64698" y="321307"/>
                  </a:lnTo>
                  <a:lnTo>
                    <a:pt x="69583" y="319164"/>
                  </a:lnTo>
                  <a:lnTo>
                    <a:pt x="74397" y="316867"/>
                  </a:lnTo>
                  <a:lnTo>
                    <a:pt x="79135" y="314417"/>
                  </a:lnTo>
                  <a:lnTo>
                    <a:pt x="83792" y="311817"/>
                  </a:lnTo>
                  <a:lnTo>
                    <a:pt x="88364" y="309070"/>
                  </a:lnTo>
                  <a:lnTo>
                    <a:pt x="92847" y="306179"/>
                  </a:lnTo>
                  <a:lnTo>
                    <a:pt x="97234" y="303146"/>
                  </a:lnTo>
                  <a:lnTo>
                    <a:pt x="101523" y="299975"/>
                  </a:lnTo>
                  <a:lnTo>
                    <a:pt x="105709" y="296668"/>
                  </a:lnTo>
                  <a:lnTo>
                    <a:pt x="109786" y="293230"/>
                  </a:lnTo>
                  <a:lnTo>
                    <a:pt x="113752" y="289663"/>
                  </a:lnTo>
                  <a:lnTo>
                    <a:pt x="117602" y="285971"/>
                  </a:lnTo>
                  <a:lnTo>
                    <a:pt x="121333" y="282159"/>
                  </a:lnTo>
                  <a:lnTo>
                    <a:pt x="124940" y="278229"/>
                  </a:lnTo>
                  <a:lnTo>
                    <a:pt x="128420" y="274187"/>
                  </a:lnTo>
                  <a:lnTo>
                    <a:pt x="131768" y="270035"/>
                  </a:lnTo>
                  <a:lnTo>
                    <a:pt x="134983" y="265779"/>
                  </a:lnTo>
                  <a:lnTo>
                    <a:pt x="138061" y="261422"/>
                  </a:lnTo>
                  <a:lnTo>
                    <a:pt x="140997" y="256970"/>
                  </a:lnTo>
                  <a:lnTo>
                    <a:pt x="143791" y="252426"/>
                  </a:lnTo>
                  <a:lnTo>
                    <a:pt x="146438" y="247795"/>
                  </a:lnTo>
                  <a:lnTo>
                    <a:pt x="148935" y="243082"/>
                  </a:lnTo>
                  <a:lnTo>
                    <a:pt x="151282" y="238291"/>
                  </a:lnTo>
                  <a:lnTo>
                    <a:pt x="153474" y="233429"/>
                  </a:lnTo>
                  <a:lnTo>
                    <a:pt x="155510" y="228499"/>
                  </a:lnTo>
                  <a:lnTo>
                    <a:pt x="157387" y="223506"/>
                  </a:lnTo>
                  <a:lnTo>
                    <a:pt x="159104" y="218456"/>
                  </a:lnTo>
                  <a:lnTo>
                    <a:pt x="160660" y="213354"/>
                  </a:lnTo>
                  <a:lnTo>
                    <a:pt x="162051" y="208205"/>
                  </a:lnTo>
                  <a:lnTo>
                    <a:pt x="163278" y="203014"/>
                  </a:lnTo>
                  <a:lnTo>
                    <a:pt x="164339" y="197786"/>
                  </a:lnTo>
                  <a:lnTo>
                    <a:pt x="165232" y="192528"/>
                  </a:lnTo>
                  <a:lnTo>
                    <a:pt x="165957" y="187243"/>
                  </a:lnTo>
                  <a:lnTo>
                    <a:pt x="166513" y="181938"/>
                  </a:lnTo>
                  <a:lnTo>
                    <a:pt x="166900" y="176619"/>
                  </a:lnTo>
                  <a:lnTo>
                    <a:pt x="167116" y="171289"/>
                  </a:lnTo>
                  <a:lnTo>
                    <a:pt x="167163" y="165955"/>
                  </a:lnTo>
                  <a:lnTo>
                    <a:pt x="167039" y="160623"/>
                  </a:lnTo>
                  <a:lnTo>
                    <a:pt x="166745" y="155297"/>
                  </a:lnTo>
                  <a:lnTo>
                    <a:pt x="166281" y="149983"/>
                  </a:lnTo>
                  <a:lnTo>
                    <a:pt x="165649" y="144687"/>
                  </a:lnTo>
                  <a:lnTo>
                    <a:pt x="164847" y="139414"/>
                  </a:lnTo>
                  <a:lnTo>
                    <a:pt x="163878" y="134168"/>
                  </a:lnTo>
                  <a:lnTo>
                    <a:pt x="162741" y="128957"/>
                  </a:lnTo>
                  <a:lnTo>
                    <a:pt x="161440" y="123784"/>
                  </a:lnTo>
                  <a:lnTo>
                    <a:pt x="159973" y="118656"/>
                  </a:lnTo>
                  <a:lnTo>
                    <a:pt x="158344" y="113577"/>
                  </a:lnTo>
                  <a:lnTo>
                    <a:pt x="156554" y="108552"/>
                  </a:lnTo>
                  <a:lnTo>
                    <a:pt x="154604" y="103587"/>
                  </a:lnTo>
                  <a:lnTo>
                    <a:pt x="152497" y="98687"/>
                  </a:lnTo>
                  <a:lnTo>
                    <a:pt x="150235" y="93857"/>
                  </a:lnTo>
                  <a:lnTo>
                    <a:pt x="147819" y="89101"/>
                  </a:lnTo>
                  <a:lnTo>
                    <a:pt x="145253" y="84425"/>
                  </a:lnTo>
                  <a:lnTo>
                    <a:pt x="142540" y="79833"/>
                  </a:lnTo>
                  <a:lnTo>
                    <a:pt x="139681" y="75330"/>
                  </a:lnTo>
                  <a:lnTo>
                    <a:pt x="136680" y="70920"/>
                  </a:lnTo>
                  <a:lnTo>
                    <a:pt x="133540" y="66609"/>
                  </a:lnTo>
                  <a:lnTo>
                    <a:pt x="130263" y="62399"/>
                  </a:lnTo>
                  <a:lnTo>
                    <a:pt x="126855" y="58297"/>
                  </a:lnTo>
                  <a:lnTo>
                    <a:pt x="123317" y="54305"/>
                  </a:lnTo>
                  <a:lnTo>
                    <a:pt x="119653" y="50428"/>
                  </a:lnTo>
                  <a:lnTo>
                    <a:pt x="115868" y="46670"/>
                  </a:lnTo>
                  <a:lnTo>
                    <a:pt x="111965" y="43035"/>
                  </a:lnTo>
                  <a:lnTo>
                    <a:pt x="107947" y="39526"/>
                  </a:lnTo>
                  <a:lnTo>
                    <a:pt x="103820" y="36147"/>
                  </a:lnTo>
                  <a:lnTo>
                    <a:pt x="99587" y="32901"/>
                  </a:lnTo>
                  <a:lnTo>
                    <a:pt x="95253" y="29793"/>
                  </a:lnTo>
                  <a:lnTo>
                    <a:pt x="90822" y="26824"/>
                  </a:lnTo>
                  <a:lnTo>
                    <a:pt x="86298" y="23997"/>
                  </a:lnTo>
                  <a:lnTo>
                    <a:pt x="81687" y="21317"/>
                  </a:lnTo>
                  <a:lnTo>
                    <a:pt x="76992" y="18785"/>
                  </a:lnTo>
                  <a:lnTo>
                    <a:pt x="72219" y="16404"/>
                  </a:lnTo>
                  <a:lnTo>
                    <a:pt x="67372" y="14177"/>
                  </a:lnTo>
                  <a:lnTo>
                    <a:pt x="62457" y="12106"/>
                  </a:lnTo>
                  <a:lnTo>
                    <a:pt x="57478" y="10192"/>
                  </a:lnTo>
                  <a:lnTo>
                    <a:pt x="52441" y="8438"/>
                  </a:lnTo>
                  <a:lnTo>
                    <a:pt x="47350" y="6846"/>
                  </a:lnTo>
                  <a:lnTo>
                    <a:pt x="42211" y="5417"/>
                  </a:lnTo>
                  <a:lnTo>
                    <a:pt x="37029" y="4152"/>
                  </a:lnTo>
                  <a:lnTo>
                    <a:pt x="31809" y="3054"/>
                  </a:lnTo>
                  <a:lnTo>
                    <a:pt x="26557" y="2123"/>
                  </a:lnTo>
                  <a:lnTo>
                    <a:pt x="21278" y="1359"/>
                  </a:lnTo>
                  <a:lnTo>
                    <a:pt x="15978" y="765"/>
                  </a:lnTo>
                  <a:lnTo>
                    <a:pt x="10661" y="340"/>
                  </a:lnTo>
                  <a:lnTo>
                    <a:pt x="5333" y="8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" name="pg53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" name="pg53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" name="pg53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" name="pg53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" name="pg534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" name="pg535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" name="pg536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" name="pg537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" name="pg538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" name="pg53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" name="pg54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" name="pg54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" name="pg54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" name="pg54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" name="pg544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" name="pg545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" name="pg546"/>
            <p:cNvSpPr/>
            <p:nvPr/>
          </p:nvSpPr>
          <p:spPr>
            <a:xfrm>
              <a:off x="2919359" y="4659281"/>
              <a:ext cx="167165" cy="235850"/>
            </a:xfrm>
            <a:custGeom>
              <a:avLst/>
              <a:pathLst>
                <a:path w="167165" h="235850">
                  <a:moveTo>
                    <a:pt x="167165" y="0"/>
                  </a:moveTo>
                  <a:lnTo>
                    <a:pt x="161789" y="86"/>
                  </a:lnTo>
                  <a:lnTo>
                    <a:pt x="156418" y="345"/>
                  </a:lnTo>
                  <a:lnTo>
                    <a:pt x="151059" y="777"/>
                  </a:lnTo>
                  <a:lnTo>
                    <a:pt x="145717" y="1381"/>
                  </a:lnTo>
                  <a:lnTo>
                    <a:pt x="140396" y="2157"/>
                  </a:lnTo>
                  <a:lnTo>
                    <a:pt x="135103" y="3103"/>
                  </a:lnTo>
                  <a:lnTo>
                    <a:pt x="129844" y="4219"/>
                  </a:lnTo>
                  <a:lnTo>
                    <a:pt x="124623" y="5503"/>
                  </a:lnTo>
                  <a:lnTo>
                    <a:pt x="119446" y="6955"/>
                  </a:lnTo>
                  <a:lnTo>
                    <a:pt x="114318" y="8572"/>
                  </a:lnTo>
                  <a:lnTo>
                    <a:pt x="109246" y="10354"/>
                  </a:lnTo>
                  <a:lnTo>
                    <a:pt x="104233" y="12298"/>
                  </a:lnTo>
                  <a:lnTo>
                    <a:pt x="99285" y="14402"/>
                  </a:lnTo>
                  <a:lnTo>
                    <a:pt x="94407" y="16664"/>
                  </a:lnTo>
                  <a:lnTo>
                    <a:pt x="89605" y="19081"/>
                  </a:lnTo>
                  <a:lnTo>
                    <a:pt x="84882" y="21652"/>
                  </a:lnTo>
                  <a:lnTo>
                    <a:pt x="80245" y="24373"/>
                  </a:lnTo>
                  <a:lnTo>
                    <a:pt x="75698" y="27242"/>
                  </a:lnTo>
                  <a:lnTo>
                    <a:pt x="71246" y="30256"/>
                  </a:lnTo>
                  <a:lnTo>
                    <a:pt x="66893" y="33412"/>
                  </a:lnTo>
                  <a:lnTo>
                    <a:pt x="62643" y="36706"/>
                  </a:lnTo>
                  <a:lnTo>
                    <a:pt x="58502" y="40134"/>
                  </a:lnTo>
                  <a:lnTo>
                    <a:pt x="54472" y="43695"/>
                  </a:lnTo>
                  <a:lnTo>
                    <a:pt x="50560" y="47382"/>
                  </a:lnTo>
                  <a:lnTo>
                    <a:pt x="46768" y="51194"/>
                  </a:lnTo>
                  <a:lnTo>
                    <a:pt x="43101" y="55126"/>
                  </a:lnTo>
                  <a:lnTo>
                    <a:pt x="39562" y="59174"/>
                  </a:lnTo>
                  <a:lnTo>
                    <a:pt x="36155" y="63333"/>
                  </a:lnTo>
                  <a:lnTo>
                    <a:pt x="32884" y="67600"/>
                  </a:lnTo>
                  <a:lnTo>
                    <a:pt x="29751" y="71970"/>
                  </a:lnTo>
                  <a:lnTo>
                    <a:pt x="26761" y="76438"/>
                  </a:lnTo>
                  <a:lnTo>
                    <a:pt x="23916" y="81000"/>
                  </a:lnTo>
                  <a:lnTo>
                    <a:pt x="21219" y="85652"/>
                  </a:lnTo>
                  <a:lnTo>
                    <a:pt x="18673" y="90387"/>
                  </a:lnTo>
                  <a:lnTo>
                    <a:pt x="16280" y="95202"/>
                  </a:lnTo>
                  <a:lnTo>
                    <a:pt x="14044" y="100092"/>
                  </a:lnTo>
                  <a:lnTo>
                    <a:pt x="11966" y="105051"/>
                  </a:lnTo>
                  <a:lnTo>
                    <a:pt x="10049" y="110074"/>
                  </a:lnTo>
                  <a:lnTo>
                    <a:pt x="8294" y="115156"/>
                  </a:lnTo>
                  <a:lnTo>
                    <a:pt x="6704" y="120292"/>
                  </a:lnTo>
                  <a:lnTo>
                    <a:pt x="5279" y="125477"/>
                  </a:lnTo>
                  <a:lnTo>
                    <a:pt x="4022" y="130704"/>
                  </a:lnTo>
                  <a:lnTo>
                    <a:pt x="2934" y="135969"/>
                  </a:lnTo>
                  <a:lnTo>
                    <a:pt x="2016" y="141267"/>
                  </a:lnTo>
                  <a:lnTo>
                    <a:pt x="1268" y="146592"/>
                  </a:lnTo>
                  <a:lnTo>
                    <a:pt x="692" y="151937"/>
                  </a:lnTo>
                  <a:lnTo>
                    <a:pt x="289" y="157299"/>
                  </a:lnTo>
                  <a:lnTo>
                    <a:pt x="58" y="162670"/>
                  </a:lnTo>
                  <a:lnTo>
                    <a:pt x="0" y="168047"/>
                  </a:lnTo>
                  <a:lnTo>
                    <a:pt x="114" y="173422"/>
                  </a:lnTo>
                  <a:lnTo>
                    <a:pt x="402" y="178791"/>
                  </a:lnTo>
                  <a:lnTo>
                    <a:pt x="862" y="184148"/>
                  </a:lnTo>
                  <a:lnTo>
                    <a:pt x="1494" y="189487"/>
                  </a:lnTo>
                  <a:lnTo>
                    <a:pt x="2297" y="194803"/>
                  </a:lnTo>
                  <a:lnTo>
                    <a:pt x="3272" y="200091"/>
                  </a:lnTo>
                  <a:lnTo>
                    <a:pt x="4415" y="205345"/>
                  </a:lnTo>
                  <a:lnTo>
                    <a:pt x="5727" y="210559"/>
                  </a:lnTo>
                  <a:lnTo>
                    <a:pt x="7206" y="215728"/>
                  </a:lnTo>
                  <a:lnTo>
                    <a:pt x="8850" y="220847"/>
                  </a:lnTo>
                  <a:lnTo>
                    <a:pt x="10659" y="225910"/>
                  </a:lnTo>
                  <a:lnTo>
                    <a:pt x="12629" y="230913"/>
                  </a:lnTo>
                  <a:lnTo>
                    <a:pt x="14759" y="235850"/>
                  </a:lnTo>
                  <a:lnTo>
                    <a:pt x="167165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" name="pg547"/>
            <p:cNvSpPr/>
            <p:nvPr/>
          </p:nvSpPr>
          <p:spPr>
            <a:xfrm>
              <a:off x="2934118" y="4826449"/>
              <a:ext cx="152406" cy="68682"/>
            </a:xfrm>
            <a:custGeom>
              <a:avLst/>
              <a:pathLst>
                <a:path w="152406" h="68682">
                  <a:moveTo>
                    <a:pt x="0" y="68682"/>
                  </a:moveTo>
                  <a:lnTo>
                    <a:pt x="152406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" name="pg548"/>
            <p:cNvSpPr/>
            <p:nvPr/>
          </p:nvSpPr>
          <p:spPr>
            <a:xfrm>
              <a:off x="2934118" y="4826449"/>
              <a:ext cx="152406" cy="68682"/>
            </a:xfrm>
            <a:custGeom>
              <a:avLst/>
              <a:pathLst>
                <a:path w="152406" h="68682">
                  <a:moveTo>
                    <a:pt x="0" y="68682"/>
                  </a:moveTo>
                  <a:lnTo>
                    <a:pt x="152406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" name="pg549"/>
            <p:cNvSpPr/>
            <p:nvPr/>
          </p:nvSpPr>
          <p:spPr>
            <a:xfrm>
              <a:off x="2934118" y="4826449"/>
              <a:ext cx="152406" cy="68682"/>
            </a:xfrm>
            <a:custGeom>
              <a:avLst/>
              <a:pathLst>
                <a:path w="152406" h="68682">
                  <a:moveTo>
                    <a:pt x="0" y="68682"/>
                  </a:moveTo>
                  <a:lnTo>
                    <a:pt x="152406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" name="pg550"/>
            <p:cNvSpPr/>
            <p:nvPr/>
          </p:nvSpPr>
          <p:spPr>
            <a:xfrm>
              <a:off x="2934118" y="4826449"/>
              <a:ext cx="152406" cy="68682"/>
            </a:xfrm>
            <a:custGeom>
              <a:avLst/>
              <a:pathLst>
                <a:path w="152406" h="68682">
                  <a:moveTo>
                    <a:pt x="0" y="68682"/>
                  </a:moveTo>
                  <a:lnTo>
                    <a:pt x="152406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" name="pg551"/>
            <p:cNvSpPr/>
            <p:nvPr/>
          </p:nvSpPr>
          <p:spPr>
            <a:xfrm>
              <a:off x="2934118" y="4826449"/>
              <a:ext cx="152406" cy="68682"/>
            </a:xfrm>
            <a:custGeom>
              <a:avLst/>
              <a:pathLst>
                <a:path w="152406" h="68682">
                  <a:moveTo>
                    <a:pt x="0" y="68682"/>
                  </a:moveTo>
                  <a:lnTo>
                    <a:pt x="152406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" name="pg552"/>
            <p:cNvSpPr/>
            <p:nvPr/>
          </p:nvSpPr>
          <p:spPr>
            <a:xfrm>
              <a:off x="2934118" y="4826449"/>
              <a:ext cx="152406" cy="68682"/>
            </a:xfrm>
            <a:custGeom>
              <a:avLst/>
              <a:pathLst>
                <a:path w="152406" h="68682">
                  <a:moveTo>
                    <a:pt x="0" y="68682"/>
                  </a:moveTo>
                  <a:lnTo>
                    <a:pt x="152406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" name="pg553"/>
            <p:cNvSpPr/>
            <p:nvPr/>
          </p:nvSpPr>
          <p:spPr>
            <a:xfrm>
              <a:off x="2934118" y="4826449"/>
              <a:ext cx="152406" cy="68682"/>
            </a:xfrm>
            <a:custGeom>
              <a:avLst/>
              <a:pathLst>
                <a:path w="152406" h="68682">
                  <a:moveTo>
                    <a:pt x="0" y="68682"/>
                  </a:moveTo>
                  <a:lnTo>
                    <a:pt x="152406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" name="pg554"/>
            <p:cNvSpPr/>
            <p:nvPr/>
          </p:nvSpPr>
          <p:spPr>
            <a:xfrm>
              <a:off x="2934118" y="4826449"/>
              <a:ext cx="152406" cy="68682"/>
            </a:xfrm>
            <a:custGeom>
              <a:avLst/>
              <a:pathLst>
                <a:path w="152406" h="68682">
                  <a:moveTo>
                    <a:pt x="0" y="68682"/>
                  </a:moveTo>
                  <a:lnTo>
                    <a:pt x="152406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" name="pg555"/>
            <p:cNvSpPr/>
            <p:nvPr/>
          </p:nvSpPr>
          <p:spPr>
            <a:xfrm>
              <a:off x="2934118" y="4826449"/>
              <a:ext cx="152406" cy="68682"/>
            </a:xfrm>
            <a:custGeom>
              <a:avLst/>
              <a:pathLst>
                <a:path w="152406" h="68682">
                  <a:moveTo>
                    <a:pt x="0" y="68682"/>
                  </a:moveTo>
                  <a:lnTo>
                    <a:pt x="152406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" name="pg556"/>
            <p:cNvSpPr/>
            <p:nvPr/>
          </p:nvSpPr>
          <p:spPr>
            <a:xfrm>
              <a:off x="2934118" y="4826449"/>
              <a:ext cx="152406" cy="80737"/>
            </a:xfrm>
            <a:custGeom>
              <a:avLst/>
              <a:pathLst>
                <a:path w="152406" h="80737">
                  <a:moveTo>
                    <a:pt x="0" y="68682"/>
                  </a:moveTo>
                  <a:lnTo>
                    <a:pt x="6028" y="80737"/>
                  </a:lnTo>
                  <a:lnTo>
                    <a:pt x="152406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" name="pg557"/>
            <p:cNvSpPr/>
            <p:nvPr/>
          </p:nvSpPr>
          <p:spPr>
            <a:xfrm>
              <a:off x="2940147" y="4659281"/>
              <a:ext cx="313538" cy="334316"/>
            </a:xfrm>
            <a:custGeom>
              <a:avLst/>
              <a:pathLst>
                <a:path w="313538" h="334316">
                  <a:moveTo>
                    <a:pt x="0" y="247904"/>
                  </a:moveTo>
                  <a:lnTo>
                    <a:pt x="2647" y="252529"/>
                  </a:lnTo>
                  <a:lnTo>
                    <a:pt x="5442" y="257067"/>
                  </a:lnTo>
                  <a:lnTo>
                    <a:pt x="8379" y="261514"/>
                  </a:lnTo>
                  <a:lnTo>
                    <a:pt x="11456" y="265865"/>
                  </a:lnTo>
                  <a:lnTo>
                    <a:pt x="14671" y="270116"/>
                  </a:lnTo>
                  <a:lnTo>
                    <a:pt x="18020" y="274262"/>
                  </a:lnTo>
                  <a:lnTo>
                    <a:pt x="21499" y="278299"/>
                  </a:lnTo>
                  <a:lnTo>
                    <a:pt x="25104" y="282223"/>
                  </a:lnTo>
                  <a:lnTo>
                    <a:pt x="28834" y="286030"/>
                  </a:lnTo>
                  <a:lnTo>
                    <a:pt x="32682" y="289717"/>
                  </a:lnTo>
                  <a:lnTo>
                    <a:pt x="36646" y="293278"/>
                  </a:lnTo>
                  <a:lnTo>
                    <a:pt x="40722" y="296712"/>
                  </a:lnTo>
                  <a:lnTo>
                    <a:pt x="44905" y="300014"/>
                  </a:lnTo>
                  <a:lnTo>
                    <a:pt x="49191" y="303181"/>
                  </a:lnTo>
                  <a:lnTo>
                    <a:pt x="53576" y="306210"/>
                  </a:lnTo>
                  <a:lnTo>
                    <a:pt x="58056" y="309097"/>
                  </a:lnTo>
                  <a:lnTo>
                    <a:pt x="62625" y="311841"/>
                  </a:lnTo>
                  <a:lnTo>
                    <a:pt x="67279" y="314437"/>
                  </a:lnTo>
                  <a:lnTo>
                    <a:pt x="72013" y="316883"/>
                  </a:lnTo>
                  <a:lnTo>
                    <a:pt x="76823" y="319178"/>
                  </a:lnTo>
                  <a:lnTo>
                    <a:pt x="81704" y="321317"/>
                  </a:lnTo>
                  <a:lnTo>
                    <a:pt x="86651" y="323301"/>
                  </a:lnTo>
                  <a:lnTo>
                    <a:pt x="91658" y="325125"/>
                  </a:lnTo>
                  <a:lnTo>
                    <a:pt x="96721" y="326789"/>
                  </a:lnTo>
                  <a:lnTo>
                    <a:pt x="101834" y="328291"/>
                  </a:lnTo>
                  <a:lnTo>
                    <a:pt x="106993" y="329629"/>
                  </a:lnTo>
                  <a:lnTo>
                    <a:pt x="112192" y="330802"/>
                  </a:lnTo>
                  <a:lnTo>
                    <a:pt x="117425" y="331808"/>
                  </a:lnTo>
                  <a:lnTo>
                    <a:pt x="122688" y="332647"/>
                  </a:lnTo>
                  <a:lnTo>
                    <a:pt x="127975" y="333318"/>
                  </a:lnTo>
                  <a:lnTo>
                    <a:pt x="133280" y="333821"/>
                  </a:lnTo>
                  <a:lnTo>
                    <a:pt x="138599" y="334153"/>
                  </a:lnTo>
                  <a:lnTo>
                    <a:pt x="143926" y="334316"/>
                  </a:lnTo>
                  <a:lnTo>
                    <a:pt x="149255" y="334310"/>
                  </a:lnTo>
                  <a:lnTo>
                    <a:pt x="154582" y="334133"/>
                  </a:lnTo>
                  <a:lnTo>
                    <a:pt x="159900" y="333787"/>
                  </a:lnTo>
                  <a:lnTo>
                    <a:pt x="165204" y="333271"/>
                  </a:lnTo>
                  <a:lnTo>
                    <a:pt x="170489" y="332586"/>
                  </a:lnTo>
                  <a:lnTo>
                    <a:pt x="175750" y="331734"/>
                  </a:lnTo>
                  <a:lnTo>
                    <a:pt x="180981" y="330714"/>
                  </a:lnTo>
                  <a:lnTo>
                    <a:pt x="186176" y="329528"/>
                  </a:lnTo>
                  <a:lnTo>
                    <a:pt x="191331" y="328176"/>
                  </a:lnTo>
                  <a:lnTo>
                    <a:pt x="196441" y="326662"/>
                  </a:lnTo>
                  <a:lnTo>
                    <a:pt x="201500" y="324985"/>
                  </a:lnTo>
                  <a:lnTo>
                    <a:pt x="206502" y="323148"/>
                  </a:lnTo>
                  <a:lnTo>
                    <a:pt x="211444" y="321152"/>
                  </a:lnTo>
                  <a:lnTo>
                    <a:pt x="216319" y="318999"/>
                  </a:lnTo>
                  <a:lnTo>
                    <a:pt x="221123" y="316693"/>
                  </a:lnTo>
                  <a:lnTo>
                    <a:pt x="225851" y="314234"/>
                  </a:lnTo>
                  <a:lnTo>
                    <a:pt x="230499" y="311626"/>
                  </a:lnTo>
                  <a:lnTo>
                    <a:pt x="235061" y="308871"/>
                  </a:lnTo>
                  <a:lnTo>
                    <a:pt x="239533" y="305972"/>
                  </a:lnTo>
                  <a:lnTo>
                    <a:pt x="243910" y="302932"/>
                  </a:lnTo>
                  <a:lnTo>
                    <a:pt x="248188" y="299754"/>
                  </a:lnTo>
                  <a:lnTo>
                    <a:pt x="252363" y="296442"/>
                  </a:lnTo>
                  <a:lnTo>
                    <a:pt x="256430" y="292998"/>
                  </a:lnTo>
                  <a:lnTo>
                    <a:pt x="260385" y="289426"/>
                  </a:lnTo>
                  <a:lnTo>
                    <a:pt x="264224" y="285729"/>
                  </a:lnTo>
                  <a:lnTo>
                    <a:pt x="267943" y="281913"/>
                  </a:lnTo>
                  <a:lnTo>
                    <a:pt x="271539" y="277979"/>
                  </a:lnTo>
                  <a:lnTo>
                    <a:pt x="275008" y="273933"/>
                  </a:lnTo>
                  <a:lnTo>
                    <a:pt x="278346" y="269779"/>
                  </a:lnTo>
                  <a:lnTo>
                    <a:pt x="281550" y="265520"/>
                  </a:lnTo>
                  <a:lnTo>
                    <a:pt x="284616" y="261161"/>
                  </a:lnTo>
                  <a:lnTo>
                    <a:pt x="287542" y="256707"/>
                  </a:lnTo>
                  <a:lnTo>
                    <a:pt x="290324" y="252162"/>
                  </a:lnTo>
                  <a:lnTo>
                    <a:pt x="292961" y="247530"/>
                  </a:lnTo>
                  <a:lnTo>
                    <a:pt x="295448" y="242817"/>
                  </a:lnTo>
                  <a:lnTo>
                    <a:pt x="297783" y="238027"/>
                  </a:lnTo>
                  <a:lnTo>
                    <a:pt x="299965" y="233164"/>
                  </a:lnTo>
                  <a:lnTo>
                    <a:pt x="301991" y="228235"/>
                  </a:lnTo>
                  <a:lnTo>
                    <a:pt x="303858" y="223244"/>
                  </a:lnTo>
                  <a:lnTo>
                    <a:pt x="305566" y="218195"/>
                  </a:lnTo>
                  <a:lnTo>
                    <a:pt x="307112" y="213095"/>
                  </a:lnTo>
                  <a:lnTo>
                    <a:pt x="308494" y="207948"/>
                  </a:lnTo>
                  <a:lnTo>
                    <a:pt x="309711" y="202760"/>
                  </a:lnTo>
                  <a:lnTo>
                    <a:pt x="310763" y="197535"/>
                  </a:lnTo>
                  <a:lnTo>
                    <a:pt x="311647" y="192280"/>
                  </a:lnTo>
                  <a:lnTo>
                    <a:pt x="312364" y="186999"/>
                  </a:lnTo>
                  <a:lnTo>
                    <a:pt x="312912" y="181698"/>
                  </a:lnTo>
                  <a:lnTo>
                    <a:pt x="313290" y="176382"/>
                  </a:lnTo>
                  <a:lnTo>
                    <a:pt x="313499" y="171057"/>
                  </a:lnTo>
                  <a:lnTo>
                    <a:pt x="313538" y="165728"/>
                  </a:lnTo>
                  <a:lnTo>
                    <a:pt x="313408" y="160400"/>
                  </a:lnTo>
                  <a:lnTo>
                    <a:pt x="313107" y="155079"/>
                  </a:lnTo>
                  <a:lnTo>
                    <a:pt x="312637" y="149771"/>
                  </a:lnTo>
                  <a:lnTo>
                    <a:pt x="311998" y="144480"/>
                  </a:lnTo>
                  <a:lnTo>
                    <a:pt x="311191" y="139212"/>
                  </a:lnTo>
                  <a:lnTo>
                    <a:pt x="310216" y="133973"/>
                  </a:lnTo>
                  <a:lnTo>
                    <a:pt x="309074" y="128767"/>
                  </a:lnTo>
                  <a:lnTo>
                    <a:pt x="307768" y="123600"/>
                  </a:lnTo>
                  <a:lnTo>
                    <a:pt x="306297" y="118478"/>
                  </a:lnTo>
                  <a:lnTo>
                    <a:pt x="304664" y="113405"/>
                  </a:lnTo>
                  <a:lnTo>
                    <a:pt x="302870" y="108387"/>
                  </a:lnTo>
                  <a:lnTo>
                    <a:pt x="300916" y="103429"/>
                  </a:lnTo>
                  <a:lnTo>
                    <a:pt x="298806" y="98535"/>
                  </a:lnTo>
                  <a:lnTo>
                    <a:pt x="296541" y="93711"/>
                  </a:lnTo>
                  <a:lnTo>
                    <a:pt x="294123" y="88962"/>
                  </a:lnTo>
                  <a:lnTo>
                    <a:pt x="291555" y="84292"/>
                  </a:lnTo>
                  <a:lnTo>
                    <a:pt x="288840" y="79706"/>
                  </a:lnTo>
                  <a:lnTo>
                    <a:pt x="285979" y="75210"/>
                  </a:lnTo>
                  <a:lnTo>
                    <a:pt x="282977" y="70806"/>
                  </a:lnTo>
                  <a:lnTo>
                    <a:pt x="279836" y="66501"/>
                  </a:lnTo>
                  <a:lnTo>
                    <a:pt x="276560" y="62298"/>
                  </a:lnTo>
                  <a:lnTo>
                    <a:pt x="273151" y="58202"/>
                  </a:lnTo>
                  <a:lnTo>
                    <a:pt x="269613" y="54216"/>
                  </a:lnTo>
                  <a:lnTo>
                    <a:pt x="265950" y="50345"/>
                  </a:lnTo>
                  <a:lnTo>
                    <a:pt x="262165" y="46593"/>
                  </a:lnTo>
                  <a:lnTo>
                    <a:pt x="258263" y="42963"/>
                  </a:lnTo>
                  <a:lnTo>
                    <a:pt x="254247" y="39460"/>
                  </a:lnTo>
                  <a:lnTo>
                    <a:pt x="250121" y="36087"/>
                  </a:lnTo>
                  <a:lnTo>
                    <a:pt x="245890" y="32846"/>
                  </a:lnTo>
                  <a:lnTo>
                    <a:pt x="241558" y="29742"/>
                  </a:lnTo>
                  <a:lnTo>
                    <a:pt x="237129" y="26778"/>
                  </a:lnTo>
                  <a:lnTo>
                    <a:pt x="232608" y="23957"/>
                  </a:lnTo>
                  <a:lnTo>
                    <a:pt x="227999" y="21281"/>
                  </a:lnTo>
                  <a:lnTo>
                    <a:pt x="223308" y="18753"/>
                  </a:lnTo>
                  <a:lnTo>
                    <a:pt x="218538" y="16376"/>
                  </a:lnTo>
                  <a:lnTo>
                    <a:pt x="213694" y="14153"/>
                  </a:lnTo>
                  <a:lnTo>
                    <a:pt x="208783" y="12085"/>
                  </a:lnTo>
                  <a:lnTo>
                    <a:pt x="203808" y="10174"/>
                  </a:lnTo>
                  <a:lnTo>
                    <a:pt x="198774" y="8423"/>
                  </a:lnTo>
                  <a:lnTo>
                    <a:pt x="193687" y="6834"/>
                  </a:lnTo>
                  <a:lnTo>
                    <a:pt x="188553" y="5407"/>
                  </a:lnTo>
                  <a:lnTo>
                    <a:pt x="183375" y="4145"/>
                  </a:lnTo>
                  <a:lnTo>
                    <a:pt x="178160" y="3049"/>
                  </a:lnTo>
                  <a:lnTo>
                    <a:pt x="172912" y="2119"/>
                  </a:lnTo>
                  <a:lnTo>
                    <a:pt x="167637" y="1357"/>
                  </a:lnTo>
                  <a:lnTo>
                    <a:pt x="162341" y="764"/>
                  </a:lnTo>
                  <a:lnTo>
                    <a:pt x="157029" y="339"/>
                  </a:lnTo>
                  <a:lnTo>
                    <a:pt x="151706" y="84"/>
                  </a:lnTo>
                  <a:lnTo>
                    <a:pt x="146377" y="0"/>
                  </a:lnTo>
                  <a:lnTo>
                    <a:pt x="146377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" name="pg55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" name="pg55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" name="pg56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" name="pg56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" name="pg56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" name="pg56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" name="pg56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" name="pg56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" name="pg56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" name="pg56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" name="pg56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" name="pg56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" name="pg57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" name="pg57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" name="pg57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" name="pg57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" name="pg57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" name="pg57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" name="pg57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" name="pg57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" name="pg57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" name="pg57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" name="pg58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" name="pg58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" name="pg58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" name="pg58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" name="pg584"/>
            <p:cNvSpPr/>
            <p:nvPr/>
          </p:nvSpPr>
          <p:spPr>
            <a:xfrm>
              <a:off x="3321569" y="5018213"/>
              <a:ext cx="334309" cy="334333"/>
            </a:xfrm>
            <a:custGeom>
              <a:avLst/>
              <a:pathLst>
                <a:path w="334309" h="334333">
                  <a:moveTo>
                    <a:pt x="167151" y="0"/>
                  </a:moveTo>
                  <a:lnTo>
                    <a:pt x="161853" y="83"/>
                  </a:lnTo>
                  <a:lnTo>
                    <a:pt x="156560" y="335"/>
                  </a:lnTo>
                  <a:lnTo>
                    <a:pt x="151279" y="755"/>
                  </a:lnTo>
                  <a:lnTo>
                    <a:pt x="146013" y="1341"/>
                  </a:lnTo>
                  <a:lnTo>
                    <a:pt x="140768" y="2094"/>
                  </a:lnTo>
                  <a:lnTo>
                    <a:pt x="135550" y="3013"/>
                  </a:lnTo>
                  <a:lnTo>
                    <a:pt x="130364" y="4097"/>
                  </a:lnTo>
                  <a:lnTo>
                    <a:pt x="125215" y="5345"/>
                  </a:lnTo>
                  <a:lnTo>
                    <a:pt x="120107" y="6755"/>
                  </a:lnTo>
                  <a:lnTo>
                    <a:pt x="115048" y="8327"/>
                  </a:lnTo>
                  <a:lnTo>
                    <a:pt x="110040" y="10058"/>
                  </a:lnTo>
                  <a:lnTo>
                    <a:pt x="105090" y="11946"/>
                  </a:lnTo>
                  <a:lnTo>
                    <a:pt x="100202" y="13991"/>
                  </a:lnTo>
                  <a:lnTo>
                    <a:pt x="95381" y="16190"/>
                  </a:lnTo>
                  <a:lnTo>
                    <a:pt x="90633" y="18540"/>
                  </a:lnTo>
                  <a:lnTo>
                    <a:pt x="85961" y="21040"/>
                  </a:lnTo>
                  <a:lnTo>
                    <a:pt x="81371" y="23686"/>
                  </a:lnTo>
                  <a:lnTo>
                    <a:pt x="76867" y="26477"/>
                  </a:lnTo>
                  <a:lnTo>
                    <a:pt x="72453" y="29408"/>
                  </a:lnTo>
                  <a:lnTo>
                    <a:pt x="68135" y="32479"/>
                  </a:lnTo>
                  <a:lnTo>
                    <a:pt x="63917" y="35684"/>
                  </a:lnTo>
                  <a:lnTo>
                    <a:pt x="59802" y="39022"/>
                  </a:lnTo>
                  <a:lnTo>
                    <a:pt x="55795" y="42488"/>
                  </a:lnTo>
                  <a:lnTo>
                    <a:pt x="51899" y="46080"/>
                  </a:lnTo>
                  <a:lnTo>
                    <a:pt x="48120" y="49793"/>
                  </a:lnTo>
                  <a:lnTo>
                    <a:pt x="44460" y="53624"/>
                  </a:lnTo>
                  <a:lnTo>
                    <a:pt x="40923" y="57569"/>
                  </a:lnTo>
                  <a:lnTo>
                    <a:pt x="37513" y="61625"/>
                  </a:lnTo>
                  <a:lnTo>
                    <a:pt x="34234" y="65786"/>
                  </a:lnTo>
                  <a:lnTo>
                    <a:pt x="31088" y="70049"/>
                  </a:lnTo>
                  <a:lnTo>
                    <a:pt x="28078" y="74410"/>
                  </a:lnTo>
                  <a:lnTo>
                    <a:pt x="25209" y="78864"/>
                  </a:lnTo>
                  <a:lnTo>
                    <a:pt x="22482" y="83406"/>
                  </a:lnTo>
                  <a:lnTo>
                    <a:pt x="19900" y="88033"/>
                  </a:lnTo>
                  <a:lnTo>
                    <a:pt x="17466" y="92739"/>
                  </a:lnTo>
                  <a:lnTo>
                    <a:pt x="15182" y="97520"/>
                  </a:lnTo>
                  <a:lnTo>
                    <a:pt x="13052" y="102371"/>
                  </a:lnTo>
                  <a:lnTo>
                    <a:pt x="11076" y="107288"/>
                  </a:lnTo>
                  <a:lnTo>
                    <a:pt x="9256" y="112264"/>
                  </a:lnTo>
                  <a:lnTo>
                    <a:pt x="7596" y="117295"/>
                  </a:lnTo>
                  <a:lnTo>
                    <a:pt x="6095" y="122377"/>
                  </a:lnTo>
                  <a:lnTo>
                    <a:pt x="4757" y="127503"/>
                  </a:lnTo>
                  <a:lnTo>
                    <a:pt x="3581" y="132669"/>
                  </a:lnTo>
                  <a:lnTo>
                    <a:pt x="2570" y="137870"/>
                  </a:lnTo>
                  <a:lnTo>
                    <a:pt x="1724" y="143101"/>
                  </a:lnTo>
                  <a:lnTo>
                    <a:pt x="1045" y="148355"/>
                  </a:lnTo>
                  <a:lnTo>
                    <a:pt x="532" y="153629"/>
                  </a:lnTo>
                  <a:lnTo>
                    <a:pt x="187" y="158916"/>
                  </a:lnTo>
                  <a:lnTo>
                    <a:pt x="9" y="164211"/>
                  </a:lnTo>
                  <a:lnTo>
                    <a:pt x="0" y="169510"/>
                  </a:lnTo>
                  <a:lnTo>
                    <a:pt x="158" y="174806"/>
                  </a:lnTo>
                  <a:lnTo>
                    <a:pt x="484" y="180094"/>
                  </a:lnTo>
                  <a:lnTo>
                    <a:pt x="977" y="185369"/>
                  </a:lnTo>
                  <a:lnTo>
                    <a:pt x="1637" y="190626"/>
                  </a:lnTo>
                  <a:lnTo>
                    <a:pt x="2464" y="195860"/>
                  </a:lnTo>
                  <a:lnTo>
                    <a:pt x="3456" y="201065"/>
                  </a:lnTo>
                  <a:lnTo>
                    <a:pt x="4612" y="206235"/>
                  </a:lnTo>
                  <a:lnTo>
                    <a:pt x="5932" y="211367"/>
                  </a:lnTo>
                  <a:lnTo>
                    <a:pt x="7414" y="216454"/>
                  </a:lnTo>
                  <a:lnTo>
                    <a:pt x="9056" y="221491"/>
                  </a:lnTo>
                  <a:lnTo>
                    <a:pt x="10857" y="226474"/>
                  </a:lnTo>
                  <a:lnTo>
                    <a:pt x="12815" y="231397"/>
                  </a:lnTo>
                  <a:lnTo>
                    <a:pt x="14928" y="236256"/>
                  </a:lnTo>
                  <a:lnTo>
                    <a:pt x="17194" y="241045"/>
                  </a:lnTo>
                  <a:lnTo>
                    <a:pt x="19611" y="245760"/>
                  </a:lnTo>
                  <a:lnTo>
                    <a:pt x="22175" y="250397"/>
                  </a:lnTo>
                  <a:lnTo>
                    <a:pt x="24886" y="254949"/>
                  </a:lnTo>
                  <a:lnTo>
                    <a:pt x="27739" y="259414"/>
                  </a:lnTo>
                  <a:lnTo>
                    <a:pt x="30733" y="263785"/>
                  </a:lnTo>
                  <a:lnTo>
                    <a:pt x="33863" y="268060"/>
                  </a:lnTo>
                  <a:lnTo>
                    <a:pt x="37127" y="272233"/>
                  </a:lnTo>
                  <a:lnTo>
                    <a:pt x="40522" y="276301"/>
                  </a:lnTo>
                  <a:lnTo>
                    <a:pt x="44045" y="280259"/>
                  </a:lnTo>
                  <a:lnTo>
                    <a:pt x="47690" y="284104"/>
                  </a:lnTo>
                  <a:lnTo>
                    <a:pt x="51456" y="287831"/>
                  </a:lnTo>
                  <a:lnTo>
                    <a:pt x="55338" y="291437"/>
                  </a:lnTo>
                  <a:lnTo>
                    <a:pt x="59333" y="294918"/>
                  </a:lnTo>
                  <a:lnTo>
                    <a:pt x="63435" y="298270"/>
                  </a:lnTo>
                  <a:lnTo>
                    <a:pt x="67642" y="301491"/>
                  </a:lnTo>
                  <a:lnTo>
                    <a:pt x="71949" y="304577"/>
                  </a:lnTo>
                  <a:lnTo>
                    <a:pt x="76352" y="307525"/>
                  </a:lnTo>
                  <a:lnTo>
                    <a:pt x="80845" y="310332"/>
                  </a:lnTo>
                  <a:lnTo>
                    <a:pt x="85426" y="312996"/>
                  </a:lnTo>
                  <a:lnTo>
                    <a:pt x="90088" y="315512"/>
                  </a:lnTo>
                  <a:lnTo>
                    <a:pt x="94828" y="317880"/>
                  </a:lnTo>
                  <a:lnTo>
                    <a:pt x="99641" y="320096"/>
                  </a:lnTo>
                  <a:lnTo>
                    <a:pt x="104521" y="322159"/>
                  </a:lnTo>
                  <a:lnTo>
                    <a:pt x="109464" y="324066"/>
                  </a:lnTo>
                  <a:lnTo>
                    <a:pt x="114466" y="325815"/>
                  </a:lnTo>
                  <a:lnTo>
                    <a:pt x="119520" y="327405"/>
                  </a:lnTo>
                  <a:lnTo>
                    <a:pt x="124622" y="328834"/>
                  </a:lnTo>
                  <a:lnTo>
                    <a:pt x="129767" y="330101"/>
                  </a:lnTo>
                  <a:lnTo>
                    <a:pt x="134949" y="331204"/>
                  </a:lnTo>
                  <a:lnTo>
                    <a:pt x="140163" y="332142"/>
                  </a:lnTo>
                  <a:lnTo>
                    <a:pt x="145405" y="332914"/>
                  </a:lnTo>
                  <a:lnTo>
                    <a:pt x="150669" y="333520"/>
                  </a:lnTo>
                  <a:lnTo>
                    <a:pt x="155949" y="333959"/>
                  </a:lnTo>
                  <a:lnTo>
                    <a:pt x="161240" y="334230"/>
                  </a:lnTo>
                  <a:lnTo>
                    <a:pt x="166538" y="334333"/>
                  </a:lnTo>
                  <a:lnTo>
                    <a:pt x="171836" y="334269"/>
                  </a:lnTo>
                  <a:lnTo>
                    <a:pt x="177129" y="334036"/>
                  </a:lnTo>
                  <a:lnTo>
                    <a:pt x="182412" y="333636"/>
                  </a:lnTo>
                  <a:lnTo>
                    <a:pt x="187680" y="333069"/>
                  </a:lnTo>
                  <a:lnTo>
                    <a:pt x="192927" y="332335"/>
                  </a:lnTo>
                  <a:lnTo>
                    <a:pt x="198149" y="331435"/>
                  </a:lnTo>
                  <a:lnTo>
                    <a:pt x="203339" y="330370"/>
                  </a:lnTo>
                  <a:lnTo>
                    <a:pt x="208493" y="329142"/>
                  </a:lnTo>
                  <a:lnTo>
                    <a:pt x="213605" y="327750"/>
                  </a:lnTo>
                  <a:lnTo>
                    <a:pt x="218671" y="326197"/>
                  </a:lnTo>
                  <a:lnTo>
                    <a:pt x="223685" y="324485"/>
                  </a:lnTo>
                  <a:lnTo>
                    <a:pt x="228642" y="322614"/>
                  </a:lnTo>
                  <a:lnTo>
                    <a:pt x="233537" y="320587"/>
                  </a:lnTo>
                  <a:lnTo>
                    <a:pt x="238366" y="318406"/>
                  </a:lnTo>
                  <a:lnTo>
                    <a:pt x="243123" y="316073"/>
                  </a:lnTo>
                  <a:lnTo>
                    <a:pt x="247804" y="313591"/>
                  </a:lnTo>
                  <a:lnTo>
                    <a:pt x="252404" y="310961"/>
                  </a:lnTo>
                  <a:lnTo>
                    <a:pt x="256918" y="308187"/>
                  </a:lnTo>
                  <a:lnTo>
                    <a:pt x="261342" y="305272"/>
                  </a:lnTo>
                  <a:lnTo>
                    <a:pt x="265671" y="302217"/>
                  </a:lnTo>
                  <a:lnTo>
                    <a:pt x="269902" y="299027"/>
                  </a:lnTo>
                  <a:lnTo>
                    <a:pt x="274029" y="295705"/>
                  </a:lnTo>
                  <a:lnTo>
                    <a:pt x="278049" y="292253"/>
                  </a:lnTo>
                  <a:lnTo>
                    <a:pt x="281957" y="288676"/>
                  </a:lnTo>
                  <a:lnTo>
                    <a:pt x="285750" y="284976"/>
                  </a:lnTo>
                  <a:lnTo>
                    <a:pt x="289424" y="281159"/>
                  </a:lnTo>
                  <a:lnTo>
                    <a:pt x="292975" y="277227"/>
                  </a:lnTo>
                  <a:lnTo>
                    <a:pt x="296400" y="273184"/>
                  </a:lnTo>
                  <a:lnTo>
                    <a:pt x="299695" y="269035"/>
                  </a:lnTo>
                  <a:lnTo>
                    <a:pt x="302856" y="264783"/>
                  </a:lnTo>
                  <a:lnTo>
                    <a:pt x="305882" y="260433"/>
                  </a:lnTo>
                  <a:lnTo>
                    <a:pt x="308768" y="255990"/>
                  </a:lnTo>
                  <a:lnTo>
                    <a:pt x="311512" y="251457"/>
                  </a:lnTo>
                  <a:lnTo>
                    <a:pt x="314110" y="246840"/>
                  </a:lnTo>
                  <a:lnTo>
                    <a:pt x="316561" y="242143"/>
                  </a:lnTo>
                  <a:lnTo>
                    <a:pt x="318862" y="237370"/>
                  </a:lnTo>
                  <a:lnTo>
                    <a:pt x="321011" y="232527"/>
                  </a:lnTo>
                  <a:lnTo>
                    <a:pt x="323005" y="227618"/>
                  </a:lnTo>
                  <a:lnTo>
                    <a:pt x="324842" y="222649"/>
                  </a:lnTo>
                  <a:lnTo>
                    <a:pt x="326522" y="217623"/>
                  </a:lnTo>
                  <a:lnTo>
                    <a:pt x="328040" y="212547"/>
                  </a:lnTo>
                  <a:lnTo>
                    <a:pt x="329398" y="207426"/>
                  </a:lnTo>
                  <a:lnTo>
                    <a:pt x="330592" y="202264"/>
                  </a:lnTo>
                  <a:lnTo>
                    <a:pt x="331622" y="197067"/>
                  </a:lnTo>
                  <a:lnTo>
                    <a:pt x="332487" y="191839"/>
                  </a:lnTo>
                  <a:lnTo>
                    <a:pt x="333186" y="186587"/>
                  </a:lnTo>
                  <a:lnTo>
                    <a:pt x="333718" y="181316"/>
                  </a:lnTo>
                  <a:lnTo>
                    <a:pt x="334083" y="176030"/>
                  </a:lnTo>
                  <a:lnTo>
                    <a:pt x="334280" y="170735"/>
                  </a:lnTo>
                  <a:lnTo>
                    <a:pt x="334309" y="165437"/>
                  </a:lnTo>
                  <a:lnTo>
                    <a:pt x="334170" y="160140"/>
                  </a:lnTo>
                  <a:lnTo>
                    <a:pt x="333864" y="154851"/>
                  </a:lnTo>
                  <a:lnTo>
                    <a:pt x="333390" y="149574"/>
                  </a:lnTo>
                  <a:lnTo>
                    <a:pt x="332749" y="144314"/>
                  </a:lnTo>
                  <a:lnTo>
                    <a:pt x="331941" y="139078"/>
                  </a:lnTo>
                  <a:lnTo>
                    <a:pt x="330968" y="133870"/>
                  </a:lnTo>
                  <a:lnTo>
                    <a:pt x="329831" y="128695"/>
                  </a:lnTo>
                  <a:lnTo>
                    <a:pt x="328530" y="123559"/>
                  </a:lnTo>
                  <a:lnTo>
                    <a:pt x="327067" y="118466"/>
                  </a:lnTo>
                  <a:lnTo>
                    <a:pt x="325443" y="113423"/>
                  </a:lnTo>
                  <a:lnTo>
                    <a:pt x="323660" y="108433"/>
                  </a:lnTo>
                  <a:lnTo>
                    <a:pt x="321720" y="103503"/>
                  </a:lnTo>
                  <a:lnTo>
                    <a:pt x="319625" y="98636"/>
                  </a:lnTo>
                  <a:lnTo>
                    <a:pt x="317377" y="93839"/>
                  </a:lnTo>
                  <a:lnTo>
                    <a:pt x="314978" y="89115"/>
                  </a:lnTo>
                  <a:lnTo>
                    <a:pt x="312430" y="84469"/>
                  </a:lnTo>
                  <a:lnTo>
                    <a:pt x="309736" y="79907"/>
                  </a:lnTo>
                  <a:lnTo>
                    <a:pt x="306899" y="75432"/>
                  </a:lnTo>
                  <a:lnTo>
                    <a:pt x="303922" y="71049"/>
                  </a:lnTo>
                  <a:lnTo>
                    <a:pt x="300807" y="66763"/>
                  </a:lnTo>
                  <a:lnTo>
                    <a:pt x="297558" y="62578"/>
                  </a:lnTo>
                  <a:lnTo>
                    <a:pt x="294178" y="58498"/>
                  </a:lnTo>
                  <a:lnTo>
                    <a:pt x="290670" y="54527"/>
                  </a:lnTo>
                  <a:lnTo>
                    <a:pt x="287039" y="50669"/>
                  </a:lnTo>
                  <a:lnTo>
                    <a:pt x="283286" y="46928"/>
                  </a:lnTo>
                  <a:lnTo>
                    <a:pt x="279418" y="43308"/>
                  </a:lnTo>
                  <a:lnTo>
                    <a:pt x="275436" y="39812"/>
                  </a:lnTo>
                  <a:lnTo>
                    <a:pt x="271346" y="36445"/>
                  </a:lnTo>
                  <a:lnTo>
                    <a:pt x="267151" y="33208"/>
                  </a:lnTo>
                  <a:lnTo>
                    <a:pt x="262855" y="30106"/>
                  </a:lnTo>
                  <a:lnTo>
                    <a:pt x="258463" y="27142"/>
                  </a:lnTo>
                  <a:lnTo>
                    <a:pt x="253980" y="24319"/>
                  </a:lnTo>
                  <a:lnTo>
                    <a:pt x="249409" y="21639"/>
                  </a:lnTo>
                  <a:lnTo>
                    <a:pt x="244756" y="19105"/>
                  </a:lnTo>
                  <a:lnTo>
                    <a:pt x="240025" y="16720"/>
                  </a:lnTo>
                  <a:lnTo>
                    <a:pt x="235221" y="14486"/>
                  </a:lnTo>
                  <a:lnTo>
                    <a:pt x="230348" y="12406"/>
                  </a:lnTo>
                  <a:lnTo>
                    <a:pt x="225411" y="10481"/>
                  </a:lnTo>
                  <a:lnTo>
                    <a:pt x="220417" y="8713"/>
                  </a:lnTo>
                  <a:lnTo>
                    <a:pt x="215368" y="7104"/>
                  </a:lnTo>
                  <a:lnTo>
                    <a:pt x="210272" y="5657"/>
                  </a:lnTo>
                  <a:lnTo>
                    <a:pt x="205132" y="4371"/>
                  </a:lnTo>
                  <a:lnTo>
                    <a:pt x="199953" y="3249"/>
                  </a:lnTo>
                  <a:lnTo>
                    <a:pt x="194742" y="2292"/>
                  </a:lnTo>
                  <a:lnTo>
                    <a:pt x="189503" y="1501"/>
                  </a:lnTo>
                  <a:lnTo>
                    <a:pt x="184242" y="876"/>
                  </a:lnTo>
                  <a:lnTo>
                    <a:pt x="178963" y="417"/>
                  </a:lnTo>
                  <a:lnTo>
                    <a:pt x="173673" y="127"/>
                  </a:lnTo>
                  <a:lnTo>
                    <a:pt x="168376" y="4"/>
                  </a:lnTo>
                  <a:lnTo>
                    <a:pt x="167151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" name="pg585"/>
            <p:cNvSpPr/>
            <p:nvPr/>
          </p:nvSpPr>
          <p:spPr>
            <a:xfrm>
              <a:off x="3488720" y="5018213"/>
              <a:ext cx="1225" cy="167167"/>
            </a:xfrm>
            <a:custGeom>
              <a:avLst/>
              <a:pathLst>
                <a:path w="1225" h="167167">
                  <a:moveTo>
                    <a:pt x="1225" y="4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" name="pg58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" name="pg58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" name="pg58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" name="pg58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" name="pg59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" name="pg59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" name="pg59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" name="pg59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" name="pg59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" name="pg59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" name="pg59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" name="pg59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" name="pg59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" name="pg59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" name="pg60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" name="pg60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" name="pg60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" name="pg60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" name="pg60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" name="pg60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" name="pg60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" name="pg60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" name="pg60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" name="pg60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" name="pg61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" name="pg61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" name="pg612"/>
            <p:cNvSpPr/>
            <p:nvPr/>
          </p:nvSpPr>
          <p:spPr>
            <a:xfrm>
              <a:off x="3797334" y="5269756"/>
              <a:ext cx="167167" cy="193711"/>
            </a:xfrm>
            <a:custGeom>
              <a:avLst/>
              <a:pathLst>
                <a:path w="167167" h="193711">
                  <a:moveTo>
                    <a:pt x="167167" y="0"/>
                  </a:moveTo>
                  <a:lnTo>
                    <a:pt x="161811" y="85"/>
                  </a:lnTo>
                  <a:lnTo>
                    <a:pt x="156462" y="343"/>
                  </a:lnTo>
                  <a:lnTo>
                    <a:pt x="151123" y="771"/>
                  </a:lnTo>
                  <a:lnTo>
                    <a:pt x="145800" y="1371"/>
                  </a:lnTo>
                  <a:lnTo>
                    <a:pt x="140500" y="2140"/>
                  </a:lnTo>
                  <a:lnTo>
                    <a:pt x="135226" y="3079"/>
                  </a:lnTo>
                  <a:lnTo>
                    <a:pt x="129986" y="4187"/>
                  </a:lnTo>
                  <a:lnTo>
                    <a:pt x="124784" y="5462"/>
                  </a:lnTo>
                  <a:lnTo>
                    <a:pt x="119625" y="6902"/>
                  </a:lnTo>
                  <a:lnTo>
                    <a:pt x="114515" y="8508"/>
                  </a:lnTo>
                  <a:lnTo>
                    <a:pt x="109459" y="10276"/>
                  </a:lnTo>
                  <a:lnTo>
                    <a:pt x="104463" y="12205"/>
                  </a:lnTo>
                  <a:lnTo>
                    <a:pt x="99531" y="14294"/>
                  </a:lnTo>
                  <a:lnTo>
                    <a:pt x="94668" y="16539"/>
                  </a:lnTo>
                  <a:lnTo>
                    <a:pt x="89879" y="18939"/>
                  </a:lnTo>
                  <a:lnTo>
                    <a:pt x="85170" y="21491"/>
                  </a:lnTo>
                  <a:lnTo>
                    <a:pt x="80546" y="24192"/>
                  </a:lnTo>
                  <a:lnTo>
                    <a:pt x="76010" y="27041"/>
                  </a:lnTo>
                  <a:lnTo>
                    <a:pt x="71567" y="30033"/>
                  </a:lnTo>
                  <a:lnTo>
                    <a:pt x="67223" y="33166"/>
                  </a:lnTo>
                  <a:lnTo>
                    <a:pt x="62982" y="36437"/>
                  </a:lnTo>
                  <a:lnTo>
                    <a:pt x="58847" y="39842"/>
                  </a:lnTo>
                  <a:lnTo>
                    <a:pt x="54823" y="43377"/>
                  </a:lnTo>
                  <a:lnTo>
                    <a:pt x="50915" y="47040"/>
                  </a:lnTo>
                  <a:lnTo>
                    <a:pt x="47127" y="50826"/>
                  </a:lnTo>
                  <a:lnTo>
                    <a:pt x="43461" y="54731"/>
                  </a:lnTo>
                  <a:lnTo>
                    <a:pt x="39923" y="58752"/>
                  </a:lnTo>
                  <a:lnTo>
                    <a:pt x="36515" y="62884"/>
                  </a:lnTo>
                  <a:lnTo>
                    <a:pt x="33241" y="67123"/>
                  </a:lnTo>
                  <a:lnTo>
                    <a:pt x="30105" y="71465"/>
                  </a:lnTo>
                  <a:lnTo>
                    <a:pt x="27109" y="75905"/>
                  </a:lnTo>
                  <a:lnTo>
                    <a:pt x="24257" y="80439"/>
                  </a:lnTo>
                  <a:lnTo>
                    <a:pt x="21552" y="85062"/>
                  </a:lnTo>
                  <a:lnTo>
                    <a:pt x="18996" y="89769"/>
                  </a:lnTo>
                  <a:lnTo>
                    <a:pt x="16593" y="94555"/>
                  </a:lnTo>
                  <a:lnTo>
                    <a:pt x="14344" y="99416"/>
                  </a:lnTo>
                  <a:lnTo>
                    <a:pt x="12252" y="104347"/>
                  </a:lnTo>
                  <a:lnTo>
                    <a:pt x="10319" y="109342"/>
                  </a:lnTo>
                  <a:lnTo>
                    <a:pt x="8547" y="114397"/>
                  </a:lnTo>
                  <a:lnTo>
                    <a:pt x="6938" y="119506"/>
                  </a:lnTo>
                  <a:lnTo>
                    <a:pt x="5493" y="124663"/>
                  </a:lnTo>
                  <a:lnTo>
                    <a:pt x="4215" y="129864"/>
                  </a:lnTo>
                  <a:lnTo>
                    <a:pt x="3103" y="135104"/>
                  </a:lnTo>
                  <a:lnTo>
                    <a:pt x="2160" y="140376"/>
                  </a:lnTo>
                  <a:lnTo>
                    <a:pt x="1387" y="145676"/>
                  </a:lnTo>
                  <a:lnTo>
                    <a:pt x="783" y="150998"/>
                  </a:lnTo>
                  <a:lnTo>
                    <a:pt x="351" y="156337"/>
                  </a:lnTo>
                  <a:lnTo>
                    <a:pt x="89" y="161687"/>
                  </a:lnTo>
                  <a:lnTo>
                    <a:pt x="0" y="167042"/>
                  </a:lnTo>
                  <a:lnTo>
                    <a:pt x="81" y="172398"/>
                  </a:lnTo>
                  <a:lnTo>
                    <a:pt x="335" y="177748"/>
                  </a:lnTo>
                  <a:lnTo>
                    <a:pt x="759" y="183087"/>
                  </a:lnTo>
                  <a:lnTo>
                    <a:pt x="1355" y="188410"/>
                  </a:lnTo>
                  <a:lnTo>
                    <a:pt x="2120" y="193711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" name="pg613"/>
            <p:cNvSpPr/>
            <p:nvPr/>
          </p:nvSpPr>
          <p:spPr>
            <a:xfrm>
              <a:off x="3799454" y="5269756"/>
              <a:ext cx="332204" cy="334325"/>
            </a:xfrm>
            <a:custGeom>
              <a:avLst/>
              <a:pathLst>
                <a:path w="332204" h="334325">
                  <a:moveTo>
                    <a:pt x="0" y="193711"/>
                  </a:moveTo>
                  <a:lnTo>
                    <a:pt x="928" y="198952"/>
                  </a:lnTo>
                  <a:lnTo>
                    <a:pt x="2023" y="204160"/>
                  </a:lnTo>
                  <a:lnTo>
                    <a:pt x="3283" y="209331"/>
                  </a:lnTo>
                  <a:lnTo>
                    <a:pt x="4708" y="214459"/>
                  </a:lnTo>
                  <a:lnTo>
                    <a:pt x="6294" y="219539"/>
                  </a:lnTo>
                  <a:lnTo>
                    <a:pt x="8042" y="224566"/>
                  </a:lnTo>
                  <a:lnTo>
                    <a:pt x="9949" y="229535"/>
                  </a:lnTo>
                  <a:lnTo>
                    <a:pt x="12013" y="234440"/>
                  </a:lnTo>
                  <a:lnTo>
                    <a:pt x="14232" y="239278"/>
                  </a:lnTo>
                  <a:lnTo>
                    <a:pt x="16604" y="244042"/>
                  </a:lnTo>
                  <a:lnTo>
                    <a:pt x="19126" y="248729"/>
                  </a:lnTo>
                  <a:lnTo>
                    <a:pt x="21796" y="253332"/>
                  </a:lnTo>
                  <a:lnTo>
                    <a:pt x="24612" y="257849"/>
                  </a:lnTo>
                  <a:lnTo>
                    <a:pt x="27570" y="262273"/>
                  </a:lnTo>
                  <a:lnTo>
                    <a:pt x="30667" y="266602"/>
                  </a:lnTo>
                  <a:lnTo>
                    <a:pt x="33900" y="270829"/>
                  </a:lnTo>
                  <a:lnTo>
                    <a:pt x="37267" y="274951"/>
                  </a:lnTo>
                  <a:lnTo>
                    <a:pt x="40763" y="278964"/>
                  </a:lnTo>
                  <a:lnTo>
                    <a:pt x="44385" y="282864"/>
                  </a:lnTo>
                  <a:lnTo>
                    <a:pt x="48129" y="286646"/>
                  </a:lnTo>
                  <a:lnTo>
                    <a:pt x="51991" y="290308"/>
                  </a:lnTo>
                  <a:lnTo>
                    <a:pt x="55969" y="293844"/>
                  </a:lnTo>
                  <a:lnTo>
                    <a:pt x="60057" y="297252"/>
                  </a:lnTo>
                  <a:lnTo>
                    <a:pt x="64251" y="300528"/>
                  </a:lnTo>
                  <a:lnTo>
                    <a:pt x="68547" y="303669"/>
                  </a:lnTo>
                  <a:lnTo>
                    <a:pt x="72941" y="306672"/>
                  </a:lnTo>
                  <a:lnTo>
                    <a:pt x="77429" y="309533"/>
                  </a:lnTo>
                  <a:lnTo>
                    <a:pt x="82005" y="312250"/>
                  </a:lnTo>
                  <a:lnTo>
                    <a:pt x="86666" y="314820"/>
                  </a:lnTo>
                  <a:lnTo>
                    <a:pt x="91406" y="317241"/>
                  </a:lnTo>
                  <a:lnTo>
                    <a:pt x="96221" y="319509"/>
                  </a:lnTo>
                  <a:lnTo>
                    <a:pt x="101105" y="321622"/>
                  </a:lnTo>
                  <a:lnTo>
                    <a:pt x="106054" y="323580"/>
                  </a:lnTo>
                  <a:lnTo>
                    <a:pt x="111063" y="325378"/>
                  </a:lnTo>
                  <a:lnTo>
                    <a:pt x="116127" y="327017"/>
                  </a:lnTo>
                  <a:lnTo>
                    <a:pt x="121240" y="328493"/>
                  </a:lnTo>
                  <a:lnTo>
                    <a:pt x="126398" y="329805"/>
                  </a:lnTo>
                  <a:lnTo>
                    <a:pt x="131595" y="330953"/>
                  </a:lnTo>
                  <a:lnTo>
                    <a:pt x="136826" y="331935"/>
                  </a:lnTo>
                  <a:lnTo>
                    <a:pt x="142085" y="332750"/>
                  </a:lnTo>
                  <a:lnTo>
                    <a:pt x="147368" y="333397"/>
                  </a:lnTo>
                  <a:lnTo>
                    <a:pt x="152668" y="333876"/>
                  </a:lnTo>
                  <a:lnTo>
                    <a:pt x="157982" y="334185"/>
                  </a:lnTo>
                  <a:lnTo>
                    <a:pt x="163302" y="334325"/>
                  </a:lnTo>
                  <a:lnTo>
                    <a:pt x="168624" y="334296"/>
                  </a:lnTo>
                  <a:lnTo>
                    <a:pt x="173942" y="334097"/>
                  </a:lnTo>
                  <a:lnTo>
                    <a:pt x="179252" y="333730"/>
                  </a:lnTo>
                  <a:lnTo>
                    <a:pt x="184547" y="333193"/>
                  </a:lnTo>
                  <a:lnTo>
                    <a:pt x="189822" y="332488"/>
                  </a:lnTo>
                  <a:lnTo>
                    <a:pt x="195072" y="331616"/>
                  </a:lnTo>
                  <a:lnTo>
                    <a:pt x="200292" y="330576"/>
                  </a:lnTo>
                  <a:lnTo>
                    <a:pt x="205476" y="329372"/>
                  </a:lnTo>
                  <a:lnTo>
                    <a:pt x="210619" y="328002"/>
                  </a:lnTo>
                  <a:lnTo>
                    <a:pt x="215716" y="326470"/>
                  </a:lnTo>
                  <a:lnTo>
                    <a:pt x="220761" y="324776"/>
                  </a:lnTo>
                  <a:lnTo>
                    <a:pt x="225750" y="322923"/>
                  </a:lnTo>
                  <a:lnTo>
                    <a:pt x="230678" y="320912"/>
                  </a:lnTo>
                  <a:lnTo>
                    <a:pt x="235539" y="318744"/>
                  </a:lnTo>
                  <a:lnTo>
                    <a:pt x="240328" y="316424"/>
                  </a:lnTo>
                  <a:lnTo>
                    <a:pt x="245041" y="313951"/>
                  </a:lnTo>
                  <a:lnTo>
                    <a:pt x="249674" y="311331"/>
                  </a:lnTo>
                  <a:lnTo>
                    <a:pt x="254220" y="308564"/>
                  </a:lnTo>
                  <a:lnTo>
                    <a:pt x="258676" y="305653"/>
                  </a:lnTo>
                  <a:lnTo>
                    <a:pt x="263037" y="302602"/>
                  </a:lnTo>
                  <a:lnTo>
                    <a:pt x="267298" y="299414"/>
                  </a:lnTo>
                  <a:lnTo>
                    <a:pt x="271457" y="296092"/>
                  </a:lnTo>
                  <a:lnTo>
                    <a:pt x="275507" y="292640"/>
                  </a:lnTo>
                  <a:lnTo>
                    <a:pt x="279445" y="289060"/>
                  </a:lnTo>
                  <a:lnTo>
                    <a:pt x="283267" y="285356"/>
                  </a:lnTo>
                  <a:lnTo>
                    <a:pt x="286970" y="281533"/>
                  </a:lnTo>
                  <a:lnTo>
                    <a:pt x="290548" y="277594"/>
                  </a:lnTo>
                  <a:lnTo>
                    <a:pt x="294000" y="273543"/>
                  </a:lnTo>
                  <a:lnTo>
                    <a:pt x="297321" y="269384"/>
                  </a:lnTo>
                  <a:lnTo>
                    <a:pt x="300508" y="265121"/>
                  </a:lnTo>
                  <a:lnTo>
                    <a:pt x="303557" y="260759"/>
                  </a:lnTo>
                  <a:lnTo>
                    <a:pt x="306467" y="256303"/>
                  </a:lnTo>
                  <a:lnTo>
                    <a:pt x="309232" y="251756"/>
                  </a:lnTo>
                  <a:lnTo>
                    <a:pt x="311852" y="247123"/>
                  </a:lnTo>
                  <a:lnTo>
                    <a:pt x="314323" y="242409"/>
                  </a:lnTo>
                  <a:lnTo>
                    <a:pt x="316642" y="237619"/>
                  </a:lnTo>
                  <a:lnTo>
                    <a:pt x="318808" y="232757"/>
                  </a:lnTo>
                  <a:lnTo>
                    <a:pt x="320818" y="227829"/>
                  </a:lnTo>
                  <a:lnTo>
                    <a:pt x="322671" y="222840"/>
                  </a:lnTo>
                  <a:lnTo>
                    <a:pt x="324363" y="217794"/>
                  </a:lnTo>
                  <a:lnTo>
                    <a:pt x="325894" y="212697"/>
                  </a:lnTo>
                  <a:lnTo>
                    <a:pt x="327262" y="207553"/>
                  </a:lnTo>
                  <a:lnTo>
                    <a:pt x="328465" y="202369"/>
                  </a:lnTo>
                  <a:lnTo>
                    <a:pt x="329503" y="197149"/>
                  </a:lnTo>
                  <a:lnTo>
                    <a:pt x="330374" y="191899"/>
                  </a:lnTo>
                  <a:lnTo>
                    <a:pt x="331077" y="186623"/>
                  </a:lnTo>
                  <a:lnTo>
                    <a:pt x="331613" y="181328"/>
                  </a:lnTo>
                  <a:lnTo>
                    <a:pt x="331979" y="176018"/>
                  </a:lnTo>
                  <a:lnTo>
                    <a:pt x="332176" y="170700"/>
                  </a:lnTo>
                  <a:lnTo>
                    <a:pt x="332204" y="165378"/>
                  </a:lnTo>
                  <a:lnTo>
                    <a:pt x="332062" y="160058"/>
                  </a:lnTo>
                  <a:lnTo>
                    <a:pt x="331751" y="154745"/>
                  </a:lnTo>
                  <a:lnTo>
                    <a:pt x="331271" y="149444"/>
                  </a:lnTo>
                  <a:lnTo>
                    <a:pt x="330623" y="144162"/>
                  </a:lnTo>
                  <a:lnTo>
                    <a:pt x="329807" y="138902"/>
                  </a:lnTo>
                  <a:lnTo>
                    <a:pt x="328823" y="133672"/>
                  </a:lnTo>
                  <a:lnTo>
                    <a:pt x="327674" y="128475"/>
                  </a:lnTo>
                  <a:lnTo>
                    <a:pt x="326360" y="123318"/>
                  </a:lnTo>
                  <a:lnTo>
                    <a:pt x="324882" y="118205"/>
                  </a:lnTo>
                  <a:lnTo>
                    <a:pt x="323243" y="113142"/>
                  </a:lnTo>
                  <a:lnTo>
                    <a:pt x="321443" y="108133"/>
                  </a:lnTo>
                  <a:lnTo>
                    <a:pt x="319484" y="103184"/>
                  </a:lnTo>
                  <a:lnTo>
                    <a:pt x="317369" y="98300"/>
                  </a:lnTo>
                  <a:lnTo>
                    <a:pt x="315100" y="93486"/>
                  </a:lnTo>
                  <a:lnTo>
                    <a:pt x="312678" y="88747"/>
                  </a:lnTo>
                  <a:lnTo>
                    <a:pt x="310107" y="84087"/>
                  </a:lnTo>
                  <a:lnTo>
                    <a:pt x="307389" y="79512"/>
                  </a:lnTo>
                  <a:lnTo>
                    <a:pt x="304526" y="75025"/>
                  </a:lnTo>
                  <a:lnTo>
                    <a:pt x="301523" y="70631"/>
                  </a:lnTo>
                  <a:lnTo>
                    <a:pt x="298380" y="66336"/>
                  </a:lnTo>
                  <a:lnTo>
                    <a:pt x="295103" y="62142"/>
                  </a:lnTo>
                  <a:lnTo>
                    <a:pt x="291694" y="58055"/>
                  </a:lnTo>
                  <a:lnTo>
                    <a:pt x="288156" y="54079"/>
                  </a:lnTo>
                  <a:lnTo>
                    <a:pt x="284494" y="50217"/>
                  </a:lnTo>
                  <a:lnTo>
                    <a:pt x="280710" y="46474"/>
                  </a:lnTo>
                  <a:lnTo>
                    <a:pt x="276810" y="42854"/>
                  </a:lnTo>
                  <a:lnTo>
                    <a:pt x="272796" y="39359"/>
                  </a:lnTo>
                  <a:lnTo>
                    <a:pt x="268673" y="35993"/>
                  </a:lnTo>
                  <a:lnTo>
                    <a:pt x="264444" y="32761"/>
                  </a:lnTo>
                  <a:lnTo>
                    <a:pt x="260116" y="29665"/>
                  </a:lnTo>
                  <a:lnTo>
                    <a:pt x="255690" y="26708"/>
                  </a:lnTo>
                  <a:lnTo>
                    <a:pt x="251173" y="23894"/>
                  </a:lnTo>
                  <a:lnTo>
                    <a:pt x="246569" y="21225"/>
                  </a:lnTo>
                  <a:lnTo>
                    <a:pt x="241881" y="18704"/>
                  </a:lnTo>
                  <a:lnTo>
                    <a:pt x="237116" y="16333"/>
                  </a:lnTo>
                  <a:lnTo>
                    <a:pt x="232278" y="14115"/>
                  </a:lnTo>
                  <a:lnTo>
                    <a:pt x="227372" y="12053"/>
                  </a:lnTo>
                  <a:lnTo>
                    <a:pt x="222403" y="10147"/>
                  </a:lnTo>
                  <a:lnTo>
                    <a:pt x="217375" y="8401"/>
                  </a:lnTo>
                  <a:lnTo>
                    <a:pt x="212295" y="6816"/>
                  </a:lnTo>
                  <a:lnTo>
                    <a:pt x="207166" y="5393"/>
                  </a:lnTo>
                  <a:lnTo>
                    <a:pt x="201995" y="4134"/>
                  </a:lnTo>
                  <a:lnTo>
                    <a:pt x="196786" y="3040"/>
                  </a:lnTo>
                  <a:lnTo>
                    <a:pt x="191546" y="2113"/>
                  </a:lnTo>
                  <a:lnTo>
                    <a:pt x="186278" y="1353"/>
                  </a:lnTo>
                  <a:lnTo>
                    <a:pt x="180989" y="761"/>
                  </a:lnTo>
                  <a:lnTo>
                    <a:pt x="175684" y="338"/>
                  </a:lnTo>
                  <a:lnTo>
                    <a:pt x="170368" y="84"/>
                  </a:lnTo>
                  <a:lnTo>
                    <a:pt x="165046" y="0"/>
                  </a:lnTo>
                  <a:lnTo>
                    <a:pt x="165046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" name="pg61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" name="pg61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" name="pg61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" name="pg61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" name="pg61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" name="pg61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" name="pg62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" name="pg62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" name="pg62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" name="pg62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" name="pg62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" name="pg62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" name="pg62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" name="pg62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" name="pg62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" name="pg62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" name="pg63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" name="pg63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" name="pg63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" name="pg633"/>
            <p:cNvSpPr/>
            <p:nvPr/>
          </p:nvSpPr>
          <p:spPr>
            <a:xfrm>
              <a:off x="4461791" y="5399291"/>
              <a:ext cx="24424" cy="167167"/>
            </a:xfrm>
            <a:custGeom>
              <a:avLst/>
              <a:pathLst>
                <a:path w="24424" h="167167">
                  <a:moveTo>
                    <a:pt x="24424" y="0"/>
                  </a:moveTo>
                  <a:lnTo>
                    <a:pt x="16256" y="199"/>
                  </a:lnTo>
                  <a:lnTo>
                    <a:pt x="8108" y="798"/>
                  </a:lnTo>
                  <a:lnTo>
                    <a:pt x="0" y="1793"/>
                  </a:lnTo>
                  <a:lnTo>
                    <a:pt x="24424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" name="pg634"/>
            <p:cNvSpPr/>
            <p:nvPr/>
          </p:nvSpPr>
          <p:spPr>
            <a:xfrm>
              <a:off x="4461791" y="5401085"/>
              <a:ext cx="24424" cy="165373"/>
            </a:xfrm>
            <a:custGeom>
              <a:avLst/>
              <a:pathLst>
                <a:path w="24424" h="165373">
                  <a:moveTo>
                    <a:pt x="0" y="0"/>
                  </a:moveTo>
                  <a:lnTo>
                    <a:pt x="24424" y="16537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" name="pg635"/>
            <p:cNvSpPr/>
            <p:nvPr/>
          </p:nvSpPr>
          <p:spPr>
            <a:xfrm>
              <a:off x="4461791" y="5401085"/>
              <a:ext cx="24424" cy="165373"/>
            </a:xfrm>
            <a:custGeom>
              <a:avLst/>
              <a:pathLst>
                <a:path w="24424" h="165373">
                  <a:moveTo>
                    <a:pt x="0" y="0"/>
                  </a:moveTo>
                  <a:lnTo>
                    <a:pt x="24424" y="16537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" name="pg636"/>
            <p:cNvSpPr/>
            <p:nvPr/>
          </p:nvSpPr>
          <p:spPr>
            <a:xfrm>
              <a:off x="4461791" y="5401085"/>
              <a:ext cx="24424" cy="165373"/>
            </a:xfrm>
            <a:custGeom>
              <a:avLst/>
              <a:pathLst>
                <a:path w="24424" h="165373">
                  <a:moveTo>
                    <a:pt x="0" y="0"/>
                  </a:moveTo>
                  <a:lnTo>
                    <a:pt x="24424" y="16537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" name="pg637"/>
            <p:cNvSpPr/>
            <p:nvPr/>
          </p:nvSpPr>
          <p:spPr>
            <a:xfrm>
              <a:off x="4461791" y="5401085"/>
              <a:ext cx="24424" cy="165373"/>
            </a:xfrm>
            <a:custGeom>
              <a:avLst/>
              <a:pathLst>
                <a:path w="24424" h="165373">
                  <a:moveTo>
                    <a:pt x="0" y="0"/>
                  </a:moveTo>
                  <a:lnTo>
                    <a:pt x="24424" y="16537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" name="pg638"/>
            <p:cNvSpPr/>
            <p:nvPr/>
          </p:nvSpPr>
          <p:spPr>
            <a:xfrm>
              <a:off x="4461791" y="5401085"/>
              <a:ext cx="24424" cy="165373"/>
            </a:xfrm>
            <a:custGeom>
              <a:avLst/>
              <a:pathLst>
                <a:path w="24424" h="165373">
                  <a:moveTo>
                    <a:pt x="0" y="0"/>
                  </a:moveTo>
                  <a:lnTo>
                    <a:pt x="24424" y="16537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" name="pg639"/>
            <p:cNvSpPr/>
            <p:nvPr/>
          </p:nvSpPr>
          <p:spPr>
            <a:xfrm>
              <a:off x="4461791" y="5401085"/>
              <a:ext cx="24424" cy="165373"/>
            </a:xfrm>
            <a:custGeom>
              <a:avLst/>
              <a:pathLst>
                <a:path w="24424" h="165373">
                  <a:moveTo>
                    <a:pt x="0" y="0"/>
                  </a:moveTo>
                  <a:lnTo>
                    <a:pt x="24424" y="16537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" name="pg640"/>
            <p:cNvSpPr/>
            <p:nvPr/>
          </p:nvSpPr>
          <p:spPr>
            <a:xfrm>
              <a:off x="4319048" y="5401085"/>
              <a:ext cx="334331" cy="332526"/>
            </a:xfrm>
            <a:custGeom>
              <a:avLst/>
              <a:pathLst>
                <a:path w="334331" h="332526">
                  <a:moveTo>
                    <a:pt x="142743" y="0"/>
                  </a:moveTo>
                  <a:lnTo>
                    <a:pt x="137519" y="856"/>
                  </a:lnTo>
                  <a:lnTo>
                    <a:pt x="132326" y="1877"/>
                  </a:lnTo>
                  <a:lnTo>
                    <a:pt x="127167" y="3062"/>
                  </a:lnTo>
                  <a:lnTo>
                    <a:pt x="122048" y="4410"/>
                  </a:lnTo>
                  <a:lnTo>
                    <a:pt x="116975" y="5919"/>
                  </a:lnTo>
                  <a:lnTo>
                    <a:pt x="111952" y="7588"/>
                  </a:lnTo>
                  <a:lnTo>
                    <a:pt x="106984" y="9415"/>
                  </a:lnTo>
                  <a:lnTo>
                    <a:pt x="102077" y="11398"/>
                  </a:lnTo>
                  <a:lnTo>
                    <a:pt x="97235" y="13536"/>
                  </a:lnTo>
                  <a:lnTo>
                    <a:pt x="92463" y="15826"/>
                  </a:lnTo>
                  <a:lnTo>
                    <a:pt x="87765" y="18266"/>
                  </a:lnTo>
                  <a:lnTo>
                    <a:pt x="83148" y="20854"/>
                  </a:lnTo>
                  <a:lnTo>
                    <a:pt x="78615" y="23586"/>
                  </a:lnTo>
                  <a:lnTo>
                    <a:pt x="74170" y="26461"/>
                  </a:lnTo>
                  <a:lnTo>
                    <a:pt x="69819" y="29475"/>
                  </a:lnTo>
                  <a:lnTo>
                    <a:pt x="65565" y="32625"/>
                  </a:lnTo>
                  <a:lnTo>
                    <a:pt x="61414" y="35908"/>
                  </a:lnTo>
                  <a:lnTo>
                    <a:pt x="57368" y="39321"/>
                  </a:lnTo>
                  <a:lnTo>
                    <a:pt x="53432" y="42860"/>
                  </a:lnTo>
                  <a:lnTo>
                    <a:pt x="49610" y="46523"/>
                  </a:lnTo>
                  <a:lnTo>
                    <a:pt x="45907" y="50304"/>
                  </a:lnTo>
                  <a:lnTo>
                    <a:pt x="42324" y="54201"/>
                  </a:lnTo>
                  <a:lnTo>
                    <a:pt x="38867" y="58209"/>
                  </a:lnTo>
                  <a:lnTo>
                    <a:pt x="35539" y="62324"/>
                  </a:lnTo>
                  <a:lnTo>
                    <a:pt x="32342" y="66543"/>
                  </a:lnTo>
                  <a:lnTo>
                    <a:pt x="29281" y="70861"/>
                  </a:lnTo>
                  <a:lnTo>
                    <a:pt x="26358" y="75274"/>
                  </a:lnTo>
                  <a:lnTo>
                    <a:pt x="23576" y="79777"/>
                  </a:lnTo>
                  <a:lnTo>
                    <a:pt x="20938" y="84366"/>
                  </a:lnTo>
                  <a:lnTo>
                    <a:pt x="18447" y="89036"/>
                  </a:lnTo>
                  <a:lnTo>
                    <a:pt x="16105" y="93783"/>
                  </a:lnTo>
                  <a:lnTo>
                    <a:pt x="13914" y="98601"/>
                  </a:lnTo>
                  <a:lnTo>
                    <a:pt x="11877" y="103486"/>
                  </a:lnTo>
                  <a:lnTo>
                    <a:pt x="9995" y="108434"/>
                  </a:lnTo>
                  <a:lnTo>
                    <a:pt x="8272" y="113438"/>
                  </a:lnTo>
                  <a:lnTo>
                    <a:pt x="6707" y="118495"/>
                  </a:lnTo>
                  <a:lnTo>
                    <a:pt x="5303" y="123598"/>
                  </a:lnTo>
                  <a:lnTo>
                    <a:pt x="4062" y="128744"/>
                  </a:lnTo>
                  <a:lnTo>
                    <a:pt x="2984" y="133926"/>
                  </a:lnTo>
                  <a:lnTo>
                    <a:pt x="2071" y="139140"/>
                  </a:lnTo>
                  <a:lnTo>
                    <a:pt x="1323" y="144380"/>
                  </a:lnTo>
                  <a:lnTo>
                    <a:pt x="741" y="149641"/>
                  </a:lnTo>
                  <a:lnTo>
                    <a:pt x="327" y="154917"/>
                  </a:lnTo>
                  <a:lnTo>
                    <a:pt x="79" y="160205"/>
                  </a:lnTo>
                  <a:lnTo>
                    <a:pt x="0" y="165497"/>
                  </a:lnTo>
                  <a:lnTo>
                    <a:pt x="87" y="170790"/>
                  </a:lnTo>
                  <a:lnTo>
                    <a:pt x="342" y="176077"/>
                  </a:lnTo>
                  <a:lnTo>
                    <a:pt x="765" y="181353"/>
                  </a:lnTo>
                  <a:lnTo>
                    <a:pt x="1354" y="186613"/>
                  </a:lnTo>
                  <a:lnTo>
                    <a:pt x="2110" y="191852"/>
                  </a:lnTo>
                  <a:lnTo>
                    <a:pt x="3031" y="197064"/>
                  </a:lnTo>
                  <a:lnTo>
                    <a:pt x="4116" y="202245"/>
                  </a:lnTo>
                  <a:lnTo>
                    <a:pt x="5366" y="207388"/>
                  </a:lnTo>
                  <a:lnTo>
                    <a:pt x="6777" y="212490"/>
                  </a:lnTo>
                  <a:lnTo>
                    <a:pt x="8349" y="217544"/>
                  </a:lnTo>
                  <a:lnTo>
                    <a:pt x="10080" y="222546"/>
                  </a:lnTo>
                  <a:lnTo>
                    <a:pt x="11969" y="227490"/>
                  </a:lnTo>
                  <a:lnTo>
                    <a:pt x="14013" y="232373"/>
                  </a:lnTo>
                  <a:lnTo>
                    <a:pt x="16211" y="237188"/>
                  </a:lnTo>
                  <a:lnTo>
                    <a:pt x="18561" y="241931"/>
                  </a:lnTo>
                  <a:lnTo>
                    <a:pt x="21059" y="246597"/>
                  </a:lnTo>
                  <a:lnTo>
                    <a:pt x="23704" y="251182"/>
                  </a:lnTo>
                  <a:lnTo>
                    <a:pt x="26492" y="255681"/>
                  </a:lnTo>
                  <a:lnTo>
                    <a:pt x="29422" y="260090"/>
                  </a:lnTo>
                  <a:lnTo>
                    <a:pt x="32490" y="264403"/>
                  </a:lnTo>
                  <a:lnTo>
                    <a:pt x="35692" y="268617"/>
                  </a:lnTo>
                  <a:lnTo>
                    <a:pt x="39027" y="272728"/>
                  </a:lnTo>
                  <a:lnTo>
                    <a:pt x="42490" y="276731"/>
                  </a:lnTo>
                  <a:lnTo>
                    <a:pt x="46078" y="280622"/>
                  </a:lnTo>
                  <a:lnTo>
                    <a:pt x="49787" y="284398"/>
                  </a:lnTo>
                  <a:lnTo>
                    <a:pt x="53614" y="288055"/>
                  </a:lnTo>
                  <a:lnTo>
                    <a:pt x="57555" y="291588"/>
                  </a:lnTo>
                  <a:lnTo>
                    <a:pt x="61606" y="294995"/>
                  </a:lnTo>
                  <a:lnTo>
                    <a:pt x="65763" y="298272"/>
                  </a:lnTo>
                  <a:lnTo>
                    <a:pt x="70021" y="301416"/>
                  </a:lnTo>
                  <a:lnTo>
                    <a:pt x="74377" y="304423"/>
                  </a:lnTo>
                  <a:lnTo>
                    <a:pt x="78826" y="307291"/>
                  </a:lnTo>
                  <a:lnTo>
                    <a:pt x="83363" y="310017"/>
                  </a:lnTo>
                  <a:lnTo>
                    <a:pt x="87984" y="312598"/>
                  </a:lnTo>
                  <a:lnTo>
                    <a:pt x="92685" y="315031"/>
                  </a:lnTo>
                  <a:lnTo>
                    <a:pt x="97460" y="317314"/>
                  </a:lnTo>
                  <a:lnTo>
                    <a:pt x="102306" y="319444"/>
                  </a:lnTo>
                  <a:lnTo>
                    <a:pt x="107216" y="321421"/>
                  </a:lnTo>
                  <a:lnTo>
                    <a:pt x="112186" y="323240"/>
                  </a:lnTo>
                  <a:lnTo>
                    <a:pt x="117212" y="324902"/>
                  </a:lnTo>
                  <a:lnTo>
                    <a:pt x="122287" y="326403"/>
                  </a:lnTo>
                  <a:lnTo>
                    <a:pt x="127408" y="327744"/>
                  </a:lnTo>
                  <a:lnTo>
                    <a:pt x="132569" y="328921"/>
                  </a:lnTo>
                  <a:lnTo>
                    <a:pt x="137764" y="329934"/>
                  </a:lnTo>
                  <a:lnTo>
                    <a:pt x="142988" y="330783"/>
                  </a:lnTo>
                  <a:lnTo>
                    <a:pt x="148237" y="331465"/>
                  </a:lnTo>
                  <a:lnTo>
                    <a:pt x="153505" y="331981"/>
                  </a:lnTo>
                  <a:lnTo>
                    <a:pt x="158787" y="332330"/>
                  </a:lnTo>
                  <a:lnTo>
                    <a:pt x="164077" y="332512"/>
                  </a:lnTo>
                  <a:lnTo>
                    <a:pt x="169370" y="332526"/>
                  </a:lnTo>
                  <a:lnTo>
                    <a:pt x="174660" y="332372"/>
                  </a:lnTo>
                  <a:lnTo>
                    <a:pt x="179944" y="332051"/>
                  </a:lnTo>
                  <a:lnTo>
                    <a:pt x="185214" y="331563"/>
                  </a:lnTo>
                  <a:lnTo>
                    <a:pt x="190467" y="330909"/>
                  </a:lnTo>
                  <a:lnTo>
                    <a:pt x="195696" y="330088"/>
                  </a:lnTo>
                  <a:lnTo>
                    <a:pt x="200896" y="329102"/>
                  </a:lnTo>
                  <a:lnTo>
                    <a:pt x="206063" y="327952"/>
                  </a:lnTo>
                  <a:lnTo>
                    <a:pt x="211191" y="326639"/>
                  </a:lnTo>
                  <a:lnTo>
                    <a:pt x="216274" y="325165"/>
                  </a:lnTo>
                  <a:lnTo>
                    <a:pt x="221308" y="323530"/>
                  </a:lnTo>
                  <a:lnTo>
                    <a:pt x="226288" y="321737"/>
                  </a:lnTo>
                  <a:lnTo>
                    <a:pt x="231209" y="319787"/>
                  </a:lnTo>
                  <a:lnTo>
                    <a:pt x="236066" y="317682"/>
                  </a:lnTo>
                  <a:lnTo>
                    <a:pt x="240853" y="315424"/>
                  </a:lnTo>
                  <a:lnTo>
                    <a:pt x="245567" y="313016"/>
                  </a:lnTo>
                  <a:lnTo>
                    <a:pt x="250202" y="310460"/>
                  </a:lnTo>
                  <a:lnTo>
                    <a:pt x="254753" y="307758"/>
                  </a:lnTo>
                  <a:lnTo>
                    <a:pt x="259217" y="304914"/>
                  </a:lnTo>
                  <a:lnTo>
                    <a:pt x="263589" y="301930"/>
                  </a:lnTo>
                  <a:lnTo>
                    <a:pt x="267864" y="298809"/>
                  </a:lnTo>
                  <a:lnTo>
                    <a:pt x="272038" y="295554"/>
                  </a:lnTo>
                  <a:lnTo>
                    <a:pt x="276107" y="292168"/>
                  </a:lnTo>
                  <a:lnTo>
                    <a:pt x="280066" y="288656"/>
                  </a:lnTo>
                  <a:lnTo>
                    <a:pt x="283913" y="285020"/>
                  </a:lnTo>
                  <a:lnTo>
                    <a:pt x="287642" y="281264"/>
                  </a:lnTo>
                  <a:lnTo>
                    <a:pt x="291251" y="277391"/>
                  </a:lnTo>
                  <a:lnTo>
                    <a:pt x="294735" y="273407"/>
                  </a:lnTo>
                  <a:lnTo>
                    <a:pt x="298091" y="269314"/>
                  </a:lnTo>
                  <a:lnTo>
                    <a:pt x="301316" y="265117"/>
                  </a:lnTo>
                  <a:lnTo>
                    <a:pt x="304407" y="260820"/>
                  </a:lnTo>
                  <a:lnTo>
                    <a:pt x="307360" y="256427"/>
                  </a:lnTo>
                  <a:lnTo>
                    <a:pt x="310172" y="251943"/>
                  </a:lnTo>
                  <a:lnTo>
                    <a:pt x="312842" y="247372"/>
                  </a:lnTo>
                  <a:lnTo>
                    <a:pt x="315365" y="242719"/>
                  </a:lnTo>
                  <a:lnTo>
                    <a:pt x="317739" y="237988"/>
                  </a:lnTo>
                  <a:lnTo>
                    <a:pt x="319962" y="233185"/>
                  </a:lnTo>
                  <a:lnTo>
                    <a:pt x="322033" y="228314"/>
                  </a:lnTo>
                  <a:lnTo>
                    <a:pt x="323948" y="223379"/>
                  </a:lnTo>
                  <a:lnTo>
                    <a:pt x="325706" y="218386"/>
                  </a:lnTo>
                  <a:lnTo>
                    <a:pt x="327305" y="213341"/>
                  </a:lnTo>
                  <a:lnTo>
                    <a:pt x="328743" y="208247"/>
                  </a:lnTo>
                  <a:lnTo>
                    <a:pt x="330019" y="203110"/>
                  </a:lnTo>
                  <a:lnTo>
                    <a:pt x="331132" y="197935"/>
                  </a:lnTo>
                  <a:lnTo>
                    <a:pt x="332081" y="192728"/>
                  </a:lnTo>
                  <a:lnTo>
                    <a:pt x="332864" y="187493"/>
                  </a:lnTo>
                  <a:lnTo>
                    <a:pt x="333482" y="182236"/>
                  </a:lnTo>
                  <a:lnTo>
                    <a:pt x="333932" y="176962"/>
                  </a:lnTo>
                  <a:lnTo>
                    <a:pt x="334215" y="171677"/>
                  </a:lnTo>
                  <a:lnTo>
                    <a:pt x="334331" y="166385"/>
                  </a:lnTo>
                  <a:lnTo>
                    <a:pt x="334280" y="161092"/>
                  </a:lnTo>
                  <a:lnTo>
                    <a:pt x="334060" y="155804"/>
                  </a:lnTo>
                  <a:lnTo>
                    <a:pt x="333674" y="150525"/>
                  </a:lnTo>
                  <a:lnTo>
                    <a:pt x="333120" y="145261"/>
                  </a:lnTo>
                  <a:lnTo>
                    <a:pt x="332400" y="140017"/>
                  </a:lnTo>
                  <a:lnTo>
                    <a:pt x="331515" y="134798"/>
                  </a:lnTo>
                  <a:lnTo>
                    <a:pt x="330464" y="129611"/>
                  </a:lnTo>
                  <a:lnTo>
                    <a:pt x="329250" y="124459"/>
                  </a:lnTo>
                  <a:lnTo>
                    <a:pt x="327874" y="119348"/>
                  </a:lnTo>
                  <a:lnTo>
                    <a:pt x="326336" y="114283"/>
                  </a:lnTo>
                  <a:lnTo>
                    <a:pt x="324639" y="109269"/>
                  </a:lnTo>
                  <a:lnTo>
                    <a:pt x="322783" y="104312"/>
                  </a:lnTo>
                  <a:lnTo>
                    <a:pt x="320772" y="99416"/>
                  </a:lnTo>
                  <a:lnTo>
                    <a:pt x="318607" y="94586"/>
                  </a:lnTo>
                  <a:lnTo>
                    <a:pt x="316290" y="89827"/>
                  </a:lnTo>
                  <a:lnTo>
                    <a:pt x="313824" y="85144"/>
                  </a:lnTo>
                  <a:lnTo>
                    <a:pt x="311210" y="80541"/>
                  </a:lnTo>
                  <a:lnTo>
                    <a:pt x="308452" y="76023"/>
                  </a:lnTo>
                  <a:lnTo>
                    <a:pt x="305553" y="71595"/>
                  </a:lnTo>
                  <a:lnTo>
                    <a:pt x="302514" y="67261"/>
                  </a:lnTo>
                  <a:lnTo>
                    <a:pt x="299340" y="63025"/>
                  </a:lnTo>
                  <a:lnTo>
                    <a:pt x="296034" y="58892"/>
                  </a:lnTo>
                  <a:lnTo>
                    <a:pt x="292598" y="54865"/>
                  </a:lnTo>
                  <a:lnTo>
                    <a:pt x="289036" y="50949"/>
                  </a:lnTo>
                  <a:lnTo>
                    <a:pt x="285353" y="47148"/>
                  </a:lnTo>
                  <a:lnTo>
                    <a:pt x="281551" y="43466"/>
                  </a:lnTo>
                  <a:lnTo>
                    <a:pt x="277634" y="39906"/>
                  </a:lnTo>
                  <a:lnTo>
                    <a:pt x="273606" y="36471"/>
                  </a:lnTo>
                  <a:lnTo>
                    <a:pt x="269472" y="33166"/>
                  </a:lnTo>
                  <a:lnTo>
                    <a:pt x="265235" y="29994"/>
                  </a:lnTo>
                  <a:lnTo>
                    <a:pt x="260900" y="26957"/>
                  </a:lnTo>
                  <a:lnTo>
                    <a:pt x="256471" y="24059"/>
                  </a:lnTo>
                  <a:lnTo>
                    <a:pt x="251952" y="21302"/>
                  </a:lnTo>
                  <a:lnTo>
                    <a:pt x="247348" y="18690"/>
                  </a:lnTo>
                  <a:lnTo>
                    <a:pt x="242664" y="16225"/>
                  </a:lnTo>
                  <a:lnTo>
                    <a:pt x="237905" y="13910"/>
                  </a:lnTo>
                  <a:lnTo>
                    <a:pt x="233074" y="11746"/>
                  </a:lnTo>
                  <a:lnTo>
                    <a:pt x="228177" y="9737"/>
                  </a:lnTo>
                  <a:lnTo>
                    <a:pt x="223219" y="7883"/>
                  </a:lnTo>
                  <a:lnTo>
                    <a:pt x="218205" y="6187"/>
                  </a:lnTo>
                  <a:lnTo>
                    <a:pt x="213140" y="4651"/>
                  </a:lnTo>
                  <a:lnTo>
                    <a:pt x="167167" y="16537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" name="pg641"/>
            <p:cNvSpPr/>
            <p:nvPr/>
          </p:nvSpPr>
          <p:spPr>
            <a:xfrm>
              <a:off x="4486215" y="5399291"/>
              <a:ext cx="45972" cy="167167"/>
            </a:xfrm>
            <a:custGeom>
              <a:avLst/>
              <a:pathLst>
                <a:path w="45972" h="167167">
                  <a:moveTo>
                    <a:pt x="45972" y="6445"/>
                  </a:moveTo>
                  <a:lnTo>
                    <a:pt x="39541" y="4743"/>
                  </a:lnTo>
                  <a:lnTo>
                    <a:pt x="33047" y="3299"/>
                  </a:lnTo>
                  <a:lnTo>
                    <a:pt x="26500" y="2113"/>
                  </a:lnTo>
                  <a:lnTo>
                    <a:pt x="19912" y="1190"/>
                  </a:lnTo>
                  <a:lnTo>
                    <a:pt x="13292" y="529"/>
                  </a:lnTo>
                  <a:lnTo>
                    <a:pt x="6651" y="13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" name="pg64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" name="pg64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" name="pg64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" name="pg64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" name="pg64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" name="pg64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" name="pg64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" name="pg64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" name="pg65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" name="pg65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" name="pg65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" name="pg65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" name="pg65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" name="pg65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" name="pg65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" name="pg65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" name="pg65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" name="pg65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" name="pg66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" name="pg66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" name="pg662"/>
            <p:cNvSpPr/>
            <p:nvPr/>
          </p:nvSpPr>
          <p:spPr>
            <a:xfrm>
              <a:off x="4856376" y="5399291"/>
              <a:ext cx="167167" cy="262478"/>
            </a:xfrm>
            <a:custGeom>
              <a:avLst/>
              <a:pathLst>
                <a:path w="167167" h="262478">
                  <a:moveTo>
                    <a:pt x="167167" y="0"/>
                  </a:moveTo>
                  <a:lnTo>
                    <a:pt x="161815" y="85"/>
                  </a:lnTo>
                  <a:lnTo>
                    <a:pt x="156468" y="342"/>
                  </a:lnTo>
                  <a:lnTo>
                    <a:pt x="151132" y="770"/>
                  </a:lnTo>
                  <a:lnTo>
                    <a:pt x="145813" y="1369"/>
                  </a:lnTo>
                  <a:lnTo>
                    <a:pt x="140516" y="2138"/>
                  </a:lnTo>
                  <a:lnTo>
                    <a:pt x="135246" y="3075"/>
                  </a:lnTo>
                  <a:lnTo>
                    <a:pt x="130009" y="4182"/>
                  </a:lnTo>
                  <a:lnTo>
                    <a:pt x="124809" y="5455"/>
                  </a:lnTo>
                  <a:lnTo>
                    <a:pt x="119654" y="6894"/>
                  </a:lnTo>
                  <a:lnTo>
                    <a:pt x="114547" y="8497"/>
                  </a:lnTo>
                  <a:lnTo>
                    <a:pt x="109494" y="10263"/>
                  </a:lnTo>
                  <a:lnTo>
                    <a:pt x="104500" y="12190"/>
                  </a:lnTo>
                  <a:lnTo>
                    <a:pt x="99570" y="14276"/>
                  </a:lnTo>
                  <a:lnTo>
                    <a:pt x="94710" y="16519"/>
                  </a:lnTo>
                  <a:lnTo>
                    <a:pt x="89924" y="18916"/>
                  </a:lnTo>
                  <a:lnTo>
                    <a:pt x="85217" y="21465"/>
                  </a:lnTo>
                  <a:lnTo>
                    <a:pt x="80594" y="24163"/>
                  </a:lnTo>
                  <a:lnTo>
                    <a:pt x="76060" y="27008"/>
                  </a:lnTo>
                  <a:lnTo>
                    <a:pt x="71619" y="29997"/>
                  </a:lnTo>
                  <a:lnTo>
                    <a:pt x="67276" y="33126"/>
                  </a:lnTo>
                  <a:lnTo>
                    <a:pt x="63036" y="36393"/>
                  </a:lnTo>
                  <a:lnTo>
                    <a:pt x="58903" y="39794"/>
                  </a:lnTo>
                  <a:lnTo>
                    <a:pt x="54880" y="43326"/>
                  </a:lnTo>
                  <a:lnTo>
                    <a:pt x="50973" y="46984"/>
                  </a:lnTo>
                  <a:lnTo>
                    <a:pt x="47184" y="50766"/>
                  </a:lnTo>
                  <a:lnTo>
                    <a:pt x="43519" y="54667"/>
                  </a:lnTo>
                  <a:lnTo>
                    <a:pt x="39981" y="58683"/>
                  </a:lnTo>
                  <a:lnTo>
                    <a:pt x="36573" y="62811"/>
                  </a:lnTo>
                  <a:lnTo>
                    <a:pt x="33299" y="67046"/>
                  </a:lnTo>
                  <a:lnTo>
                    <a:pt x="30162" y="71383"/>
                  </a:lnTo>
                  <a:lnTo>
                    <a:pt x="27165" y="75818"/>
                  </a:lnTo>
                  <a:lnTo>
                    <a:pt x="24312" y="80348"/>
                  </a:lnTo>
                  <a:lnTo>
                    <a:pt x="21606" y="84966"/>
                  </a:lnTo>
                  <a:lnTo>
                    <a:pt x="19049" y="89668"/>
                  </a:lnTo>
                  <a:lnTo>
                    <a:pt x="16644" y="94450"/>
                  </a:lnTo>
                  <a:lnTo>
                    <a:pt x="14393" y="99307"/>
                  </a:lnTo>
                  <a:lnTo>
                    <a:pt x="12298" y="104233"/>
                  </a:lnTo>
                  <a:lnTo>
                    <a:pt x="10363" y="109223"/>
                  </a:lnTo>
                  <a:lnTo>
                    <a:pt x="8588" y="114273"/>
                  </a:lnTo>
                  <a:lnTo>
                    <a:pt x="6976" y="119378"/>
                  </a:lnTo>
                  <a:lnTo>
                    <a:pt x="5528" y="124531"/>
                  </a:lnTo>
                  <a:lnTo>
                    <a:pt x="4246" y="129728"/>
                  </a:lnTo>
                  <a:lnTo>
                    <a:pt x="3131" y="134963"/>
                  </a:lnTo>
                  <a:lnTo>
                    <a:pt x="2184" y="140231"/>
                  </a:lnTo>
                  <a:lnTo>
                    <a:pt x="1406" y="145527"/>
                  </a:lnTo>
                  <a:lnTo>
                    <a:pt x="798" y="150846"/>
                  </a:lnTo>
                  <a:lnTo>
                    <a:pt x="361" y="156180"/>
                  </a:lnTo>
                  <a:lnTo>
                    <a:pt x="94" y="161527"/>
                  </a:lnTo>
                  <a:lnTo>
                    <a:pt x="0" y="166879"/>
                  </a:lnTo>
                  <a:lnTo>
                    <a:pt x="76" y="172231"/>
                  </a:lnTo>
                  <a:lnTo>
                    <a:pt x="324" y="177578"/>
                  </a:lnTo>
                  <a:lnTo>
                    <a:pt x="743" y="182914"/>
                  </a:lnTo>
                  <a:lnTo>
                    <a:pt x="1332" y="188234"/>
                  </a:lnTo>
                  <a:lnTo>
                    <a:pt x="2092" y="193533"/>
                  </a:lnTo>
                  <a:lnTo>
                    <a:pt x="3020" y="198805"/>
                  </a:lnTo>
                  <a:lnTo>
                    <a:pt x="4117" y="204044"/>
                  </a:lnTo>
                  <a:lnTo>
                    <a:pt x="5382" y="209245"/>
                  </a:lnTo>
                  <a:lnTo>
                    <a:pt x="6812" y="214403"/>
                  </a:lnTo>
                  <a:lnTo>
                    <a:pt x="8406" y="219513"/>
                  </a:lnTo>
                  <a:lnTo>
                    <a:pt x="10164" y="224569"/>
                  </a:lnTo>
                  <a:lnTo>
                    <a:pt x="12082" y="229566"/>
                  </a:lnTo>
                  <a:lnTo>
                    <a:pt x="14159" y="234500"/>
                  </a:lnTo>
                  <a:lnTo>
                    <a:pt x="16394" y="239364"/>
                  </a:lnTo>
                  <a:lnTo>
                    <a:pt x="18782" y="244154"/>
                  </a:lnTo>
                  <a:lnTo>
                    <a:pt x="21323" y="248865"/>
                  </a:lnTo>
                  <a:lnTo>
                    <a:pt x="24014" y="253493"/>
                  </a:lnTo>
                  <a:lnTo>
                    <a:pt x="26851" y="258032"/>
                  </a:lnTo>
                  <a:lnTo>
                    <a:pt x="29832" y="262478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" name="pg663"/>
            <p:cNvSpPr/>
            <p:nvPr/>
          </p:nvSpPr>
          <p:spPr>
            <a:xfrm>
              <a:off x="4886209" y="5566459"/>
              <a:ext cx="137334" cy="95310"/>
            </a:xfrm>
            <a:custGeom>
              <a:avLst/>
              <a:pathLst>
                <a:path w="137334" h="95310">
                  <a:moveTo>
                    <a:pt x="0" y="95310"/>
                  </a:moveTo>
                  <a:lnTo>
                    <a:pt x="137334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" name="pg664"/>
            <p:cNvSpPr/>
            <p:nvPr/>
          </p:nvSpPr>
          <p:spPr>
            <a:xfrm>
              <a:off x="4886209" y="5566459"/>
              <a:ext cx="137334" cy="95310"/>
            </a:xfrm>
            <a:custGeom>
              <a:avLst/>
              <a:pathLst>
                <a:path w="137334" h="95310">
                  <a:moveTo>
                    <a:pt x="0" y="95310"/>
                  </a:moveTo>
                  <a:lnTo>
                    <a:pt x="137334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" name="pg665"/>
            <p:cNvSpPr/>
            <p:nvPr/>
          </p:nvSpPr>
          <p:spPr>
            <a:xfrm>
              <a:off x="4886209" y="5566459"/>
              <a:ext cx="137334" cy="95310"/>
            </a:xfrm>
            <a:custGeom>
              <a:avLst/>
              <a:pathLst>
                <a:path w="137334" h="95310">
                  <a:moveTo>
                    <a:pt x="0" y="95310"/>
                  </a:moveTo>
                  <a:lnTo>
                    <a:pt x="137334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" name="pg666"/>
            <p:cNvSpPr/>
            <p:nvPr/>
          </p:nvSpPr>
          <p:spPr>
            <a:xfrm>
              <a:off x="4886209" y="5566459"/>
              <a:ext cx="137334" cy="95310"/>
            </a:xfrm>
            <a:custGeom>
              <a:avLst/>
              <a:pathLst>
                <a:path w="137334" h="95310">
                  <a:moveTo>
                    <a:pt x="0" y="95310"/>
                  </a:moveTo>
                  <a:lnTo>
                    <a:pt x="137334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" name="pg667"/>
            <p:cNvSpPr/>
            <p:nvPr/>
          </p:nvSpPr>
          <p:spPr>
            <a:xfrm>
              <a:off x="4886209" y="5566459"/>
              <a:ext cx="137334" cy="95310"/>
            </a:xfrm>
            <a:custGeom>
              <a:avLst/>
              <a:pathLst>
                <a:path w="137334" h="95310">
                  <a:moveTo>
                    <a:pt x="0" y="95310"/>
                  </a:moveTo>
                  <a:lnTo>
                    <a:pt x="137334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" name="pg668"/>
            <p:cNvSpPr/>
            <p:nvPr/>
          </p:nvSpPr>
          <p:spPr>
            <a:xfrm>
              <a:off x="4886209" y="5566459"/>
              <a:ext cx="137334" cy="164898"/>
            </a:xfrm>
            <a:custGeom>
              <a:avLst/>
              <a:pathLst>
                <a:path w="137334" h="164898">
                  <a:moveTo>
                    <a:pt x="0" y="95310"/>
                  </a:moveTo>
                  <a:lnTo>
                    <a:pt x="3249" y="99830"/>
                  </a:lnTo>
                  <a:lnTo>
                    <a:pt x="6646" y="104238"/>
                  </a:lnTo>
                  <a:lnTo>
                    <a:pt x="10189" y="108531"/>
                  </a:lnTo>
                  <a:lnTo>
                    <a:pt x="13873" y="112704"/>
                  </a:lnTo>
                  <a:lnTo>
                    <a:pt x="17693" y="116752"/>
                  </a:lnTo>
                  <a:lnTo>
                    <a:pt x="21647" y="120670"/>
                  </a:lnTo>
                  <a:lnTo>
                    <a:pt x="25728" y="124454"/>
                  </a:lnTo>
                  <a:lnTo>
                    <a:pt x="29933" y="128101"/>
                  </a:lnTo>
                  <a:lnTo>
                    <a:pt x="34257" y="131605"/>
                  </a:lnTo>
                  <a:lnTo>
                    <a:pt x="38696" y="134964"/>
                  </a:lnTo>
                  <a:lnTo>
                    <a:pt x="43244" y="138173"/>
                  </a:lnTo>
                  <a:lnTo>
                    <a:pt x="47896" y="141229"/>
                  </a:lnTo>
                  <a:lnTo>
                    <a:pt x="52647" y="144128"/>
                  </a:lnTo>
                  <a:lnTo>
                    <a:pt x="57492" y="146868"/>
                  </a:lnTo>
                  <a:lnTo>
                    <a:pt x="62426" y="149444"/>
                  </a:lnTo>
                  <a:lnTo>
                    <a:pt x="67443" y="151855"/>
                  </a:lnTo>
                  <a:lnTo>
                    <a:pt x="72537" y="154098"/>
                  </a:lnTo>
                  <a:lnTo>
                    <a:pt x="77703" y="156170"/>
                  </a:lnTo>
                  <a:lnTo>
                    <a:pt x="82936" y="158068"/>
                  </a:lnTo>
                  <a:lnTo>
                    <a:pt x="88228" y="159792"/>
                  </a:lnTo>
                  <a:lnTo>
                    <a:pt x="93575" y="161338"/>
                  </a:lnTo>
                  <a:lnTo>
                    <a:pt x="98970" y="162705"/>
                  </a:lnTo>
                  <a:lnTo>
                    <a:pt x="104408" y="163892"/>
                  </a:lnTo>
                  <a:lnTo>
                    <a:pt x="109883" y="164898"/>
                  </a:lnTo>
                  <a:lnTo>
                    <a:pt x="137334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" name="pg669"/>
            <p:cNvSpPr/>
            <p:nvPr/>
          </p:nvSpPr>
          <p:spPr>
            <a:xfrm>
              <a:off x="4996092" y="5399291"/>
              <a:ext cx="194604" cy="334331"/>
            </a:xfrm>
            <a:custGeom>
              <a:avLst/>
              <a:pathLst>
                <a:path w="194604" h="334331">
                  <a:moveTo>
                    <a:pt x="0" y="332065"/>
                  </a:moveTo>
                  <a:lnTo>
                    <a:pt x="5255" y="332854"/>
                  </a:lnTo>
                  <a:lnTo>
                    <a:pt x="10533" y="333476"/>
                  </a:lnTo>
                  <a:lnTo>
                    <a:pt x="15829" y="333930"/>
                  </a:lnTo>
                  <a:lnTo>
                    <a:pt x="21136" y="334215"/>
                  </a:lnTo>
                  <a:lnTo>
                    <a:pt x="26449" y="334331"/>
                  </a:lnTo>
                  <a:lnTo>
                    <a:pt x="31763" y="334279"/>
                  </a:lnTo>
                  <a:lnTo>
                    <a:pt x="37073" y="334057"/>
                  </a:lnTo>
                  <a:lnTo>
                    <a:pt x="42374" y="333667"/>
                  </a:lnTo>
                  <a:lnTo>
                    <a:pt x="47659" y="333108"/>
                  </a:lnTo>
                  <a:lnTo>
                    <a:pt x="52924" y="332382"/>
                  </a:lnTo>
                  <a:lnTo>
                    <a:pt x="58163" y="331489"/>
                  </a:lnTo>
                  <a:lnTo>
                    <a:pt x="63371" y="330430"/>
                  </a:lnTo>
                  <a:lnTo>
                    <a:pt x="68543" y="329205"/>
                  </a:lnTo>
                  <a:lnTo>
                    <a:pt x="73673" y="327817"/>
                  </a:lnTo>
                  <a:lnTo>
                    <a:pt x="78756" y="326267"/>
                  </a:lnTo>
                  <a:lnTo>
                    <a:pt x="83788" y="324555"/>
                  </a:lnTo>
                  <a:lnTo>
                    <a:pt x="88763" y="322685"/>
                  </a:lnTo>
                  <a:lnTo>
                    <a:pt x="93675" y="320657"/>
                  </a:lnTo>
                  <a:lnTo>
                    <a:pt x="98521" y="318475"/>
                  </a:lnTo>
                  <a:lnTo>
                    <a:pt x="103295" y="316139"/>
                  </a:lnTo>
                  <a:lnTo>
                    <a:pt x="107992" y="313653"/>
                  </a:lnTo>
                  <a:lnTo>
                    <a:pt x="112608" y="311018"/>
                  </a:lnTo>
                  <a:lnTo>
                    <a:pt x="117138" y="308239"/>
                  </a:lnTo>
                  <a:lnTo>
                    <a:pt x="121577" y="305316"/>
                  </a:lnTo>
                  <a:lnTo>
                    <a:pt x="125921" y="302254"/>
                  </a:lnTo>
                  <a:lnTo>
                    <a:pt x="130165" y="299056"/>
                  </a:lnTo>
                  <a:lnTo>
                    <a:pt x="134306" y="295724"/>
                  </a:lnTo>
                  <a:lnTo>
                    <a:pt x="138339" y="292262"/>
                  </a:lnTo>
                  <a:lnTo>
                    <a:pt x="142259" y="288674"/>
                  </a:lnTo>
                  <a:lnTo>
                    <a:pt x="146064" y="284963"/>
                  </a:lnTo>
                  <a:lnTo>
                    <a:pt x="149748" y="281133"/>
                  </a:lnTo>
                  <a:lnTo>
                    <a:pt x="153309" y="277188"/>
                  </a:lnTo>
                  <a:lnTo>
                    <a:pt x="156743" y="273131"/>
                  </a:lnTo>
                  <a:lnTo>
                    <a:pt x="160046" y="268968"/>
                  </a:lnTo>
                  <a:lnTo>
                    <a:pt x="163215" y="264701"/>
                  </a:lnTo>
                  <a:lnTo>
                    <a:pt x="166247" y="260336"/>
                  </a:lnTo>
                  <a:lnTo>
                    <a:pt x="169139" y="255877"/>
                  </a:lnTo>
                  <a:lnTo>
                    <a:pt x="171887" y="251328"/>
                  </a:lnTo>
                  <a:lnTo>
                    <a:pt x="174489" y="246694"/>
                  </a:lnTo>
                  <a:lnTo>
                    <a:pt x="176943" y="241980"/>
                  </a:lnTo>
                  <a:lnTo>
                    <a:pt x="179246" y="237190"/>
                  </a:lnTo>
                  <a:lnTo>
                    <a:pt x="181395" y="232329"/>
                  </a:lnTo>
                  <a:lnTo>
                    <a:pt x="183389" y="227403"/>
                  </a:lnTo>
                  <a:lnTo>
                    <a:pt x="185224" y="222415"/>
                  </a:lnTo>
                  <a:lnTo>
                    <a:pt x="186901" y="217372"/>
                  </a:lnTo>
                  <a:lnTo>
                    <a:pt x="188416" y="212278"/>
                  </a:lnTo>
                  <a:lnTo>
                    <a:pt x="189769" y="207138"/>
                  </a:lnTo>
                  <a:lnTo>
                    <a:pt x="190958" y="201958"/>
                  </a:lnTo>
                  <a:lnTo>
                    <a:pt x="191981" y="196743"/>
                  </a:lnTo>
                  <a:lnTo>
                    <a:pt x="192838" y="191498"/>
                  </a:lnTo>
                  <a:lnTo>
                    <a:pt x="193528" y="186228"/>
                  </a:lnTo>
                  <a:lnTo>
                    <a:pt x="194050" y="180939"/>
                  </a:lnTo>
                  <a:lnTo>
                    <a:pt x="194403" y="175636"/>
                  </a:lnTo>
                  <a:lnTo>
                    <a:pt x="194588" y="170325"/>
                  </a:lnTo>
                  <a:lnTo>
                    <a:pt x="194604" y="165010"/>
                  </a:lnTo>
                  <a:lnTo>
                    <a:pt x="194451" y="159698"/>
                  </a:lnTo>
                  <a:lnTo>
                    <a:pt x="194129" y="154393"/>
                  </a:lnTo>
                  <a:lnTo>
                    <a:pt x="193639" y="149101"/>
                  </a:lnTo>
                  <a:lnTo>
                    <a:pt x="192981" y="143827"/>
                  </a:lnTo>
                  <a:lnTo>
                    <a:pt x="192155" y="138577"/>
                  </a:lnTo>
                  <a:lnTo>
                    <a:pt x="191163" y="133356"/>
                  </a:lnTo>
                  <a:lnTo>
                    <a:pt x="190006" y="128169"/>
                  </a:lnTo>
                  <a:lnTo>
                    <a:pt x="188684" y="123021"/>
                  </a:lnTo>
                  <a:lnTo>
                    <a:pt x="187199" y="117918"/>
                  </a:lnTo>
                  <a:lnTo>
                    <a:pt x="185553" y="112865"/>
                  </a:lnTo>
                  <a:lnTo>
                    <a:pt x="183747" y="107867"/>
                  </a:lnTo>
                  <a:lnTo>
                    <a:pt x="181783" y="102928"/>
                  </a:lnTo>
                  <a:lnTo>
                    <a:pt x="179663" y="98055"/>
                  </a:lnTo>
                  <a:lnTo>
                    <a:pt x="177389" y="93251"/>
                  </a:lnTo>
                  <a:lnTo>
                    <a:pt x="174963" y="88522"/>
                  </a:lnTo>
                  <a:lnTo>
                    <a:pt x="172389" y="83873"/>
                  </a:lnTo>
                  <a:lnTo>
                    <a:pt x="169668" y="79307"/>
                  </a:lnTo>
                  <a:lnTo>
                    <a:pt x="166803" y="74831"/>
                  </a:lnTo>
                  <a:lnTo>
                    <a:pt x="163797" y="70448"/>
                  </a:lnTo>
                  <a:lnTo>
                    <a:pt x="160654" y="66162"/>
                  </a:lnTo>
                  <a:lnTo>
                    <a:pt x="157376" y="61979"/>
                  </a:lnTo>
                  <a:lnTo>
                    <a:pt x="153966" y="57902"/>
                  </a:lnTo>
                  <a:lnTo>
                    <a:pt x="150429" y="53936"/>
                  </a:lnTo>
                  <a:lnTo>
                    <a:pt x="146767" y="50084"/>
                  </a:lnTo>
                  <a:lnTo>
                    <a:pt x="142985" y="46350"/>
                  </a:lnTo>
                  <a:lnTo>
                    <a:pt x="139086" y="42738"/>
                  </a:lnTo>
                  <a:lnTo>
                    <a:pt x="135074" y="39252"/>
                  </a:lnTo>
                  <a:lnTo>
                    <a:pt x="130954" y="35896"/>
                  </a:lnTo>
                  <a:lnTo>
                    <a:pt x="126729" y="32672"/>
                  </a:lnTo>
                  <a:lnTo>
                    <a:pt x="122403" y="29584"/>
                  </a:lnTo>
                  <a:lnTo>
                    <a:pt x="117981" y="26635"/>
                  </a:lnTo>
                  <a:lnTo>
                    <a:pt x="113468" y="23828"/>
                  </a:lnTo>
                  <a:lnTo>
                    <a:pt x="108868" y="21167"/>
                  </a:lnTo>
                  <a:lnTo>
                    <a:pt x="104186" y="18652"/>
                  </a:lnTo>
                  <a:lnTo>
                    <a:pt x="99426" y="16288"/>
                  </a:lnTo>
                  <a:lnTo>
                    <a:pt x="94594" y="14076"/>
                  </a:lnTo>
                  <a:lnTo>
                    <a:pt x="89693" y="12019"/>
                  </a:lnTo>
                  <a:lnTo>
                    <a:pt x="84730" y="10119"/>
                  </a:lnTo>
                  <a:lnTo>
                    <a:pt x="79709" y="8378"/>
                  </a:lnTo>
                  <a:lnTo>
                    <a:pt x="74635" y="6797"/>
                  </a:lnTo>
                  <a:lnTo>
                    <a:pt x="69513" y="5378"/>
                  </a:lnTo>
                  <a:lnTo>
                    <a:pt x="64349" y="4122"/>
                  </a:lnTo>
                  <a:lnTo>
                    <a:pt x="59147" y="3032"/>
                  </a:lnTo>
                  <a:lnTo>
                    <a:pt x="53913" y="2107"/>
                  </a:lnTo>
                  <a:lnTo>
                    <a:pt x="48653" y="1350"/>
                  </a:lnTo>
                  <a:lnTo>
                    <a:pt x="43371" y="759"/>
                  </a:lnTo>
                  <a:lnTo>
                    <a:pt x="38073" y="337"/>
                  </a:lnTo>
                  <a:lnTo>
                    <a:pt x="32765" y="84"/>
                  </a:lnTo>
                  <a:lnTo>
                    <a:pt x="27451" y="0"/>
                  </a:lnTo>
                  <a:lnTo>
                    <a:pt x="27451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" name="pg67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" name="pg67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" name="pg67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" name="pg67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" name="pg67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" name="pg67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" name="pg67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" name="pg67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" name="pg67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" name="pg67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" name="pg68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" name="pg68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" name="pg68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" name="pg68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" name="pg68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" name="pg68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" name="pg68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" name="pg68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" name="pg68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" name="pg68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" name="pg69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" name="pg691"/>
            <p:cNvSpPr/>
            <p:nvPr/>
          </p:nvSpPr>
          <p:spPr>
            <a:xfrm>
              <a:off x="5429792" y="5269756"/>
              <a:ext cx="115466" cy="167167"/>
            </a:xfrm>
            <a:custGeom>
              <a:avLst/>
              <a:pathLst>
                <a:path w="115466" h="167167">
                  <a:moveTo>
                    <a:pt x="115466" y="0"/>
                  </a:moveTo>
                  <a:lnTo>
                    <a:pt x="109925" y="91"/>
                  </a:lnTo>
                  <a:lnTo>
                    <a:pt x="104390" y="367"/>
                  </a:lnTo>
                  <a:lnTo>
                    <a:pt x="98868" y="826"/>
                  </a:lnTo>
                  <a:lnTo>
                    <a:pt x="93363" y="1467"/>
                  </a:lnTo>
                  <a:lnTo>
                    <a:pt x="87883" y="2291"/>
                  </a:lnTo>
                  <a:lnTo>
                    <a:pt x="82433" y="3296"/>
                  </a:lnTo>
                  <a:lnTo>
                    <a:pt x="77020" y="4481"/>
                  </a:lnTo>
                  <a:lnTo>
                    <a:pt x="71649" y="5844"/>
                  </a:lnTo>
                  <a:lnTo>
                    <a:pt x="66326" y="7385"/>
                  </a:lnTo>
                  <a:lnTo>
                    <a:pt x="61057" y="9102"/>
                  </a:lnTo>
                  <a:lnTo>
                    <a:pt x="55847" y="10992"/>
                  </a:lnTo>
                  <a:lnTo>
                    <a:pt x="50704" y="13054"/>
                  </a:lnTo>
                  <a:lnTo>
                    <a:pt x="45631" y="15285"/>
                  </a:lnTo>
                  <a:lnTo>
                    <a:pt x="40635" y="17683"/>
                  </a:lnTo>
                  <a:lnTo>
                    <a:pt x="35722" y="20246"/>
                  </a:lnTo>
                  <a:lnTo>
                    <a:pt x="30896" y="22970"/>
                  </a:lnTo>
                  <a:lnTo>
                    <a:pt x="26163" y="25852"/>
                  </a:lnTo>
                  <a:lnTo>
                    <a:pt x="21528" y="28890"/>
                  </a:lnTo>
                  <a:lnTo>
                    <a:pt x="16996" y="32079"/>
                  </a:lnTo>
                  <a:lnTo>
                    <a:pt x="12573" y="35417"/>
                  </a:lnTo>
                  <a:lnTo>
                    <a:pt x="8262" y="38900"/>
                  </a:lnTo>
                  <a:lnTo>
                    <a:pt x="4070" y="42524"/>
                  </a:lnTo>
                  <a:lnTo>
                    <a:pt x="0" y="46285"/>
                  </a:lnTo>
                  <a:lnTo>
                    <a:pt x="115466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" name="pg692"/>
            <p:cNvSpPr/>
            <p:nvPr/>
          </p:nvSpPr>
          <p:spPr>
            <a:xfrm>
              <a:off x="5429792" y="5316041"/>
              <a:ext cx="115466" cy="120882"/>
            </a:xfrm>
            <a:custGeom>
              <a:avLst/>
              <a:pathLst>
                <a:path w="115466" h="120882">
                  <a:moveTo>
                    <a:pt x="0" y="0"/>
                  </a:moveTo>
                  <a:lnTo>
                    <a:pt x="115466" y="12088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" name="pg693"/>
            <p:cNvSpPr/>
            <p:nvPr/>
          </p:nvSpPr>
          <p:spPr>
            <a:xfrm>
              <a:off x="5429792" y="5316041"/>
              <a:ext cx="115466" cy="120882"/>
            </a:xfrm>
            <a:custGeom>
              <a:avLst/>
              <a:pathLst>
                <a:path w="115466" h="120882">
                  <a:moveTo>
                    <a:pt x="0" y="0"/>
                  </a:moveTo>
                  <a:lnTo>
                    <a:pt x="115466" y="12088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" name="pg694"/>
            <p:cNvSpPr/>
            <p:nvPr/>
          </p:nvSpPr>
          <p:spPr>
            <a:xfrm>
              <a:off x="5429792" y="5316041"/>
              <a:ext cx="115466" cy="120882"/>
            </a:xfrm>
            <a:custGeom>
              <a:avLst/>
              <a:pathLst>
                <a:path w="115466" h="120882">
                  <a:moveTo>
                    <a:pt x="0" y="0"/>
                  </a:moveTo>
                  <a:lnTo>
                    <a:pt x="115466" y="12088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" name="pg695"/>
            <p:cNvSpPr/>
            <p:nvPr/>
          </p:nvSpPr>
          <p:spPr>
            <a:xfrm>
              <a:off x="5429792" y="5316041"/>
              <a:ext cx="115466" cy="120882"/>
            </a:xfrm>
            <a:custGeom>
              <a:avLst/>
              <a:pathLst>
                <a:path w="115466" h="120882">
                  <a:moveTo>
                    <a:pt x="0" y="0"/>
                  </a:moveTo>
                  <a:lnTo>
                    <a:pt x="115466" y="12088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" name="pg696"/>
            <p:cNvSpPr/>
            <p:nvPr/>
          </p:nvSpPr>
          <p:spPr>
            <a:xfrm>
              <a:off x="5398001" y="5316041"/>
              <a:ext cx="147256" cy="120882"/>
            </a:xfrm>
            <a:custGeom>
              <a:avLst/>
              <a:pathLst>
                <a:path w="147256" h="120882">
                  <a:moveTo>
                    <a:pt x="31790" y="0"/>
                  </a:moveTo>
                  <a:lnTo>
                    <a:pt x="27627" y="4117"/>
                  </a:lnTo>
                  <a:lnTo>
                    <a:pt x="23611" y="8379"/>
                  </a:lnTo>
                  <a:lnTo>
                    <a:pt x="19747" y="12778"/>
                  </a:lnTo>
                  <a:lnTo>
                    <a:pt x="16039" y="17310"/>
                  </a:lnTo>
                  <a:lnTo>
                    <a:pt x="12493" y="21969"/>
                  </a:lnTo>
                  <a:lnTo>
                    <a:pt x="9111" y="26749"/>
                  </a:lnTo>
                  <a:lnTo>
                    <a:pt x="5899" y="31645"/>
                  </a:lnTo>
                  <a:lnTo>
                    <a:pt x="2861" y="36650"/>
                  </a:lnTo>
                  <a:lnTo>
                    <a:pt x="0" y="41759"/>
                  </a:lnTo>
                  <a:lnTo>
                    <a:pt x="147256" y="12088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" name="pg697"/>
            <p:cNvSpPr/>
            <p:nvPr/>
          </p:nvSpPr>
          <p:spPr>
            <a:xfrm>
              <a:off x="5378109" y="5269756"/>
              <a:ext cx="334296" cy="334334"/>
            </a:xfrm>
            <a:custGeom>
              <a:avLst/>
              <a:pathLst>
                <a:path w="334296" h="334334">
                  <a:moveTo>
                    <a:pt x="19892" y="88044"/>
                  </a:moveTo>
                  <a:lnTo>
                    <a:pt x="17455" y="92757"/>
                  </a:lnTo>
                  <a:lnTo>
                    <a:pt x="15169" y="97545"/>
                  </a:lnTo>
                  <a:lnTo>
                    <a:pt x="13036" y="102403"/>
                  </a:lnTo>
                  <a:lnTo>
                    <a:pt x="11059" y="107327"/>
                  </a:lnTo>
                  <a:lnTo>
                    <a:pt x="9238" y="112310"/>
                  </a:lnTo>
                  <a:lnTo>
                    <a:pt x="7577" y="117349"/>
                  </a:lnTo>
                  <a:lnTo>
                    <a:pt x="6076" y="122438"/>
                  </a:lnTo>
                  <a:lnTo>
                    <a:pt x="4738" y="127573"/>
                  </a:lnTo>
                  <a:lnTo>
                    <a:pt x="3563" y="132747"/>
                  </a:lnTo>
                  <a:lnTo>
                    <a:pt x="2553" y="137955"/>
                  </a:lnTo>
                  <a:lnTo>
                    <a:pt x="1709" y="143194"/>
                  </a:lnTo>
                  <a:lnTo>
                    <a:pt x="1032" y="148456"/>
                  </a:lnTo>
                  <a:lnTo>
                    <a:pt x="522" y="153737"/>
                  </a:lnTo>
                  <a:lnTo>
                    <a:pt x="179" y="159032"/>
                  </a:lnTo>
                  <a:lnTo>
                    <a:pt x="5" y="164335"/>
                  </a:lnTo>
                  <a:lnTo>
                    <a:pt x="0" y="169640"/>
                  </a:lnTo>
                  <a:lnTo>
                    <a:pt x="162" y="174944"/>
                  </a:lnTo>
                  <a:lnTo>
                    <a:pt x="493" y="180239"/>
                  </a:lnTo>
                  <a:lnTo>
                    <a:pt x="992" y="185521"/>
                  </a:lnTo>
                  <a:lnTo>
                    <a:pt x="1658" y="190785"/>
                  </a:lnTo>
                  <a:lnTo>
                    <a:pt x="2491" y="196025"/>
                  </a:lnTo>
                  <a:lnTo>
                    <a:pt x="3490" y="201236"/>
                  </a:lnTo>
                  <a:lnTo>
                    <a:pt x="4653" y="206413"/>
                  </a:lnTo>
                  <a:lnTo>
                    <a:pt x="5981" y="211550"/>
                  </a:lnTo>
                  <a:lnTo>
                    <a:pt x="7470" y="216642"/>
                  </a:lnTo>
                  <a:lnTo>
                    <a:pt x="9121" y="221685"/>
                  </a:lnTo>
                  <a:lnTo>
                    <a:pt x="10931" y="226672"/>
                  </a:lnTo>
                  <a:lnTo>
                    <a:pt x="12898" y="231600"/>
                  </a:lnTo>
                  <a:lnTo>
                    <a:pt x="15020" y="236462"/>
                  </a:lnTo>
                  <a:lnTo>
                    <a:pt x="17296" y="241255"/>
                  </a:lnTo>
                  <a:lnTo>
                    <a:pt x="19723" y="245974"/>
                  </a:lnTo>
                  <a:lnTo>
                    <a:pt x="22298" y="250613"/>
                  </a:lnTo>
                  <a:lnTo>
                    <a:pt x="25019" y="255167"/>
                  </a:lnTo>
                  <a:lnTo>
                    <a:pt x="27883" y="259634"/>
                  </a:lnTo>
                  <a:lnTo>
                    <a:pt x="30888" y="264007"/>
                  </a:lnTo>
                  <a:lnTo>
                    <a:pt x="34030" y="268282"/>
                  </a:lnTo>
                  <a:lnTo>
                    <a:pt x="37306" y="272456"/>
                  </a:lnTo>
                  <a:lnTo>
                    <a:pt x="40712" y="276523"/>
                  </a:lnTo>
                  <a:lnTo>
                    <a:pt x="44246" y="280481"/>
                  </a:lnTo>
                  <a:lnTo>
                    <a:pt x="47904" y="284324"/>
                  </a:lnTo>
                  <a:lnTo>
                    <a:pt x="51682" y="288049"/>
                  </a:lnTo>
                  <a:lnTo>
                    <a:pt x="55577" y="291653"/>
                  </a:lnTo>
                  <a:lnTo>
                    <a:pt x="59584" y="295131"/>
                  </a:lnTo>
                  <a:lnTo>
                    <a:pt x="63699" y="298480"/>
                  </a:lnTo>
                  <a:lnTo>
                    <a:pt x="67918" y="301697"/>
                  </a:lnTo>
                  <a:lnTo>
                    <a:pt x="72237" y="304778"/>
                  </a:lnTo>
                  <a:lnTo>
                    <a:pt x="76652" y="307721"/>
                  </a:lnTo>
                  <a:lnTo>
                    <a:pt x="81158" y="310522"/>
                  </a:lnTo>
                  <a:lnTo>
                    <a:pt x="85751" y="313179"/>
                  </a:lnTo>
                  <a:lnTo>
                    <a:pt x="90426" y="315688"/>
                  </a:lnTo>
                  <a:lnTo>
                    <a:pt x="95178" y="318048"/>
                  </a:lnTo>
                  <a:lnTo>
                    <a:pt x="100002" y="320256"/>
                  </a:lnTo>
                  <a:lnTo>
                    <a:pt x="104894" y="322310"/>
                  </a:lnTo>
                  <a:lnTo>
                    <a:pt x="109849" y="324207"/>
                  </a:lnTo>
                  <a:lnTo>
                    <a:pt x="114862" y="325947"/>
                  </a:lnTo>
                  <a:lnTo>
                    <a:pt x="119927" y="327526"/>
                  </a:lnTo>
                  <a:lnTo>
                    <a:pt x="125040" y="328944"/>
                  </a:lnTo>
                  <a:lnTo>
                    <a:pt x="130195" y="330199"/>
                  </a:lnTo>
                  <a:lnTo>
                    <a:pt x="135387" y="331289"/>
                  </a:lnTo>
                  <a:lnTo>
                    <a:pt x="140612" y="332215"/>
                  </a:lnTo>
                  <a:lnTo>
                    <a:pt x="145863" y="332974"/>
                  </a:lnTo>
                  <a:lnTo>
                    <a:pt x="151136" y="333566"/>
                  </a:lnTo>
                  <a:lnTo>
                    <a:pt x="156424" y="333990"/>
                  </a:lnTo>
                  <a:lnTo>
                    <a:pt x="161724" y="334246"/>
                  </a:lnTo>
                  <a:lnTo>
                    <a:pt x="167029" y="334334"/>
                  </a:lnTo>
                  <a:lnTo>
                    <a:pt x="172334" y="334254"/>
                  </a:lnTo>
                  <a:lnTo>
                    <a:pt x="177634" y="334005"/>
                  </a:lnTo>
                  <a:lnTo>
                    <a:pt x="182923" y="333588"/>
                  </a:lnTo>
                  <a:lnTo>
                    <a:pt x="188197" y="333004"/>
                  </a:lnTo>
                  <a:lnTo>
                    <a:pt x="193449" y="332252"/>
                  </a:lnTo>
                  <a:lnTo>
                    <a:pt x="198675" y="331335"/>
                  </a:lnTo>
                  <a:lnTo>
                    <a:pt x="203869" y="330251"/>
                  </a:lnTo>
                  <a:lnTo>
                    <a:pt x="209026" y="329004"/>
                  </a:lnTo>
                  <a:lnTo>
                    <a:pt x="214141" y="327594"/>
                  </a:lnTo>
                  <a:lnTo>
                    <a:pt x="219208" y="326021"/>
                  </a:lnTo>
                  <a:lnTo>
                    <a:pt x="224223" y="324289"/>
                  </a:lnTo>
                  <a:lnTo>
                    <a:pt x="229181" y="322399"/>
                  </a:lnTo>
                  <a:lnTo>
                    <a:pt x="234076" y="320352"/>
                  </a:lnTo>
                  <a:lnTo>
                    <a:pt x="238904" y="318151"/>
                  </a:lnTo>
                  <a:lnTo>
                    <a:pt x="243659" y="315798"/>
                  </a:lnTo>
                  <a:lnTo>
                    <a:pt x="248337" y="313295"/>
                  </a:lnTo>
                  <a:lnTo>
                    <a:pt x="252934" y="310645"/>
                  </a:lnTo>
                  <a:lnTo>
                    <a:pt x="257444" y="307850"/>
                  </a:lnTo>
                  <a:lnTo>
                    <a:pt x="261863" y="304914"/>
                  </a:lnTo>
                  <a:lnTo>
                    <a:pt x="266187" y="301838"/>
                  </a:lnTo>
                  <a:lnTo>
                    <a:pt x="270411" y="298628"/>
                  </a:lnTo>
                  <a:lnTo>
                    <a:pt x="274531" y="295284"/>
                  </a:lnTo>
                  <a:lnTo>
                    <a:pt x="278542" y="291812"/>
                  </a:lnTo>
                  <a:lnTo>
                    <a:pt x="282442" y="288214"/>
                  </a:lnTo>
                  <a:lnTo>
                    <a:pt x="286225" y="284494"/>
                  </a:lnTo>
                  <a:lnTo>
                    <a:pt x="289889" y="280656"/>
                  </a:lnTo>
                  <a:lnTo>
                    <a:pt x="293428" y="276704"/>
                  </a:lnTo>
                  <a:lnTo>
                    <a:pt x="296841" y="272641"/>
                  </a:lnTo>
                  <a:lnTo>
                    <a:pt x="300123" y="268472"/>
                  </a:lnTo>
                  <a:lnTo>
                    <a:pt x="303271" y="264201"/>
                  </a:lnTo>
                  <a:lnTo>
                    <a:pt x="306282" y="259833"/>
                  </a:lnTo>
                  <a:lnTo>
                    <a:pt x="309152" y="255371"/>
                  </a:lnTo>
                  <a:lnTo>
                    <a:pt x="311880" y="250820"/>
                  </a:lnTo>
                  <a:lnTo>
                    <a:pt x="314462" y="246184"/>
                  </a:lnTo>
                  <a:lnTo>
                    <a:pt x="316895" y="241470"/>
                  </a:lnTo>
                  <a:lnTo>
                    <a:pt x="319178" y="236680"/>
                  </a:lnTo>
                  <a:lnTo>
                    <a:pt x="321307" y="231820"/>
                  </a:lnTo>
                  <a:lnTo>
                    <a:pt x="323281" y="226896"/>
                  </a:lnTo>
                  <a:lnTo>
                    <a:pt x="325098" y="221911"/>
                  </a:lnTo>
                  <a:lnTo>
                    <a:pt x="326756" y="216870"/>
                  </a:lnTo>
                  <a:lnTo>
                    <a:pt x="328253" y="211780"/>
                  </a:lnTo>
                  <a:lnTo>
                    <a:pt x="329588" y="206645"/>
                  </a:lnTo>
                  <a:lnTo>
                    <a:pt x="330759" y="201470"/>
                  </a:lnTo>
                  <a:lnTo>
                    <a:pt x="331765" y="196261"/>
                  </a:lnTo>
                  <a:lnTo>
                    <a:pt x="332605" y="191022"/>
                  </a:lnTo>
                  <a:lnTo>
                    <a:pt x="333279" y="185759"/>
                  </a:lnTo>
                  <a:lnTo>
                    <a:pt x="333785" y="180478"/>
                  </a:lnTo>
                  <a:lnTo>
                    <a:pt x="334124" y="175183"/>
                  </a:lnTo>
                  <a:lnTo>
                    <a:pt x="334294" y="169880"/>
                  </a:lnTo>
                  <a:lnTo>
                    <a:pt x="334296" y="164574"/>
                  </a:lnTo>
                  <a:lnTo>
                    <a:pt x="334129" y="159271"/>
                  </a:lnTo>
                  <a:lnTo>
                    <a:pt x="333795" y="153976"/>
                  </a:lnTo>
                  <a:lnTo>
                    <a:pt x="333292" y="148694"/>
                  </a:lnTo>
                  <a:lnTo>
                    <a:pt x="332622" y="143430"/>
                  </a:lnTo>
                  <a:lnTo>
                    <a:pt x="331786" y="138191"/>
                  </a:lnTo>
                  <a:lnTo>
                    <a:pt x="330783" y="132981"/>
                  </a:lnTo>
                  <a:lnTo>
                    <a:pt x="329616" y="127805"/>
                  </a:lnTo>
                  <a:lnTo>
                    <a:pt x="328285" y="122669"/>
                  </a:lnTo>
                  <a:lnTo>
                    <a:pt x="326792" y="117578"/>
                  </a:lnTo>
                  <a:lnTo>
                    <a:pt x="325137" y="112536"/>
                  </a:lnTo>
                  <a:lnTo>
                    <a:pt x="323324" y="107550"/>
                  </a:lnTo>
                  <a:lnTo>
                    <a:pt x="321354" y="102624"/>
                  </a:lnTo>
                  <a:lnTo>
                    <a:pt x="319228" y="97763"/>
                  </a:lnTo>
                  <a:lnTo>
                    <a:pt x="316948" y="92971"/>
                  </a:lnTo>
                  <a:lnTo>
                    <a:pt x="314518" y="88255"/>
                  </a:lnTo>
                  <a:lnTo>
                    <a:pt x="311940" y="83618"/>
                  </a:lnTo>
                  <a:lnTo>
                    <a:pt x="309215" y="79065"/>
                  </a:lnTo>
                  <a:lnTo>
                    <a:pt x="306348" y="74601"/>
                  </a:lnTo>
                  <a:lnTo>
                    <a:pt x="303340" y="70230"/>
                  </a:lnTo>
                  <a:lnTo>
                    <a:pt x="300195" y="65957"/>
                  </a:lnTo>
                  <a:lnTo>
                    <a:pt x="296916" y="61785"/>
                  </a:lnTo>
                  <a:lnTo>
                    <a:pt x="293507" y="57720"/>
                  </a:lnTo>
                  <a:lnTo>
                    <a:pt x="289970" y="53765"/>
                  </a:lnTo>
                  <a:lnTo>
                    <a:pt x="286309" y="49925"/>
                  </a:lnTo>
                  <a:lnTo>
                    <a:pt x="282528" y="46202"/>
                  </a:lnTo>
                  <a:lnTo>
                    <a:pt x="278631" y="42602"/>
                  </a:lnTo>
                  <a:lnTo>
                    <a:pt x="274622" y="39126"/>
                  </a:lnTo>
                  <a:lnTo>
                    <a:pt x="270505" y="35780"/>
                  </a:lnTo>
                  <a:lnTo>
                    <a:pt x="266283" y="32566"/>
                  </a:lnTo>
                  <a:lnTo>
                    <a:pt x="261961" y="29488"/>
                  </a:lnTo>
                  <a:lnTo>
                    <a:pt x="257544" y="26548"/>
                  </a:lnTo>
                  <a:lnTo>
                    <a:pt x="253036" y="23751"/>
                  </a:lnTo>
                  <a:lnTo>
                    <a:pt x="248442" y="21097"/>
                  </a:lnTo>
                  <a:lnTo>
                    <a:pt x="243765" y="18591"/>
                  </a:lnTo>
                  <a:lnTo>
                    <a:pt x="239012" y="16234"/>
                  </a:lnTo>
                  <a:lnTo>
                    <a:pt x="234186" y="14030"/>
                  </a:lnTo>
                  <a:lnTo>
                    <a:pt x="229292" y="11979"/>
                  </a:lnTo>
                  <a:lnTo>
                    <a:pt x="224336" y="10085"/>
                  </a:lnTo>
                  <a:lnTo>
                    <a:pt x="219322" y="8350"/>
                  </a:lnTo>
                  <a:lnTo>
                    <a:pt x="214256" y="6774"/>
                  </a:lnTo>
                  <a:lnTo>
                    <a:pt x="209142" y="5360"/>
                  </a:lnTo>
                  <a:lnTo>
                    <a:pt x="203986" y="4109"/>
                  </a:lnTo>
                  <a:lnTo>
                    <a:pt x="198792" y="3022"/>
                  </a:lnTo>
                  <a:lnTo>
                    <a:pt x="193567" y="2100"/>
                  </a:lnTo>
                  <a:lnTo>
                    <a:pt x="188316" y="1345"/>
                  </a:lnTo>
                  <a:lnTo>
                    <a:pt x="183043" y="757"/>
                  </a:lnTo>
                  <a:lnTo>
                    <a:pt x="177753" y="336"/>
                  </a:lnTo>
                  <a:lnTo>
                    <a:pt x="172454" y="84"/>
                  </a:lnTo>
                  <a:lnTo>
                    <a:pt x="167149" y="0"/>
                  </a:lnTo>
                  <a:lnTo>
                    <a:pt x="167149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" name="pg69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" name="pg69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" name="pg70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" name="pg70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" name="pg70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" name="pg70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" name="pg70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" name="pg70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" name="pg70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" name="pg70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" name="pg70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" name="pg70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" name="pg71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" name="pg71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" name="pg71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" name="pg71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" name="pg71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" name="pg71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" name="pg71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" name="pg71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" name="pg71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" name="pg71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" name="pg720"/>
            <p:cNvSpPr/>
            <p:nvPr/>
          </p:nvSpPr>
          <p:spPr>
            <a:xfrm>
              <a:off x="5864651" y="5018213"/>
              <a:ext cx="156387" cy="167167"/>
            </a:xfrm>
            <a:custGeom>
              <a:avLst/>
              <a:pathLst>
                <a:path w="156387" h="167167">
                  <a:moveTo>
                    <a:pt x="156387" y="0"/>
                  </a:moveTo>
                  <a:lnTo>
                    <a:pt x="150923" y="89"/>
                  </a:lnTo>
                  <a:lnTo>
                    <a:pt x="145464" y="357"/>
                  </a:lnTo>
                  <a:lnTo>
                    <a:pt x="140017" y="803"/>
                  </a:lnTo>
                  <a:lnTo>
                    <a:pt x="134587" y="1427"/>
                  </a:lnTo>
                  <a:lnTo>
                    <a:pt x="129181" y="2228"/>
                  </a:lnTo>
                  <a:lnTo>
                    <a:pt x="123804" y="3206"/>
                  </a:lnTo>
                  <a:lnTo>
                    <a:pt x="118462" y="4358"/>
                  </a:lnTo>
                  <a:lnTo>
                    <a:pt x="113160" y="5685"/>
                  </a:lnTo>
                  <a:lnTo>
                    <a:pt x="107904" y="7185"/>
                  </a:lnTo>
                  <a:lnTo>
                    <a:pt x="102700" y="8855"/>
                  </a:lnTo>
                  <a:lnTo>
                    <a:pt x="97554" y="10695"/>
                  </a:lnTo>
                  <a:lnTo>
                    <a:pt x="92470" y="12701"/>
                  </a:lnTo>
                  <a:lnTo>
                    <a:pt x="87455" y="14873"/>
                  </a:lnTo>
                  <a:lnTo>
                    <a:pt x="82514" y="17208"/>
                  </a:lnTo>
                  <a:lnTo>
                    <a:pt x="77651" y="19703"/>
                  </a:lnTo>
                  <a:lnTo>
                    <a:pt x="72873" y="22356"/>
                  </a:lnTo>
                  <a:lnTo>
                    <a:pt x="68184" y="25163"/>
                  </a:lnTo>
                  <a:lnTo>
                    <a:pt x="63589" y="28122"/>
                  </a:lnTo>
                  <a:lnTo>
                    <a:pt x="59093" y="31230"/>
                  </a:lnTo>
                  <a:lnTo>
                    <a:pt x="54702" y="34483"/>
                  </a:lnTo>
                  <a:lnTo>
                    <a:pt x="50419" y="37878"/>
                  </a:lnTo>
                  <a:lnTo>
                    <a:pt x="46249" y="41411"/>
                  </a:lnTo>
                  <a:lnTo>
                    <a:pt x="42197" y="45079"/>
                  </a:lnTo>
                  <a:lnTo>
                    <a:pt x="38267" y="48877"/>
                  </a:lnTo>
                  <a:lnTo>
                    <a:pt x="34463" y="52801"/>
                  </a:lnTo>
                  <a:lnTo>
                    <a:pt x="30790" y="56848"/>
                  </a:lnTo>
                  <a:lnTo>
                    <a:pt x="27251" y="61013"/>
                  </a:lnTo>
                  <a:lnTo>
                    <a:pt x="23850" y="65291"/>
                  </a:lnTo>
                  <a:lnTo>
                    <a:pt x="20590" y="69678"/>
                  </a:lnTo>
                  <a:lnTo>
                    <a:pt x="17476" y="74169"/>
                  </a:lnTo>
                  <a:lnTo>
                    <a:pt x="14510" y="78760"/>
                  </a:lnTo>
                  <a:lnTo>
                    <a:pt x="11696" y="83445"/>
                  </a:lnTo>
                  <a:lnTo>
                    <a:pt x="9037" y="88219"/>
                  </a:lnTo>
                  <a:lnTo>
                    <a:pt x="6535" y="93078"/>
                  </a:lnTo>
                  <a:lnTo>
                    <a:pt x="4193" y="98016"/>
                  </a:lnTo>
                  <a:lnTo>
                    <a:pt x="2014" y="103028"/>
                  </a:lnTo>
                  <a:lnTo>
                    <a:pt x="0" y="108109"/>
                  </a:lnTo>
                  <a:lnTo>
                    <a:pt x="156387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" name="pg721"/>
            <p:cNvSpPr/>
            <p:nvPr/>
          </p:nvSpPr>
          <p:spPr>
            <a:xfrm>
              <a:off x="5864651" y="5126322"/>
              <a:ext cx="156387" cy="59057"/>
            </a:xfrm>
            <a:custGeom>
              <a:avLst/>
              <a:pathLst>
                <a:path w="156387" h="59057">
                  <a:moveTo>
                    <a:pt x="0" y="0"/>
                  </a:moveTo>
                  <a:lnTo>
                    <a:pt x="156387" y="5905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" name="pg722"/>
            <p:cNvSpPr/>
            <p:nvPr/>
          </p:nvSpPr>
          <p:spPr>
            <a:xfrm>
              <a:off x="5864651" y="5126322"/>
              <a:ext cx="156387" cy="59057"/>
            </a:xfrm>
            <a:custGeom>
              <a:avLst/>
              <a:pathLst>
                <a:path w="156387" h="59057">
                  <a:moveTo>
                    <a:pt x="0" y="0"/>
                  </a:moveTo>
                  <a:lnTo>
                    <a:pt x="156387" y="5905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" name="pg723"/>
            <p:cNvSpPr/>
            <p:nvPr/>
          </p:nvSpPr>
          <p:spPr>
            <a:xfrm>
              <a:off x="5864651" y="5126322"/>
              <a:ext cx="156387" cy="59057"/>
            </a:xfrm>
            <a:custGeom>
              <a:avLst/>
              <a:pathLst>
                <a:path w="156387" h="59057">
                  <a:moveTo>
                    <a:pt x="0" y="0"/>
                  </a:moveTo>
                  <a:lnTo>
                    <a:pt x="156387" y="5905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" name="pg724"/>
            <p:cNvSpPr/>
            <p:nvPr/>
          </p:nvSpPr>
          <p:spPr>
            <a:xfrm>
              <a:off x="5854255" y="5126322"/>
              <a:ext cx="166783" cy="59057"/>
            </a:xfrm>
            <a:custGeom>
              <a:avLst/>
              <a:pathLst>
                <a:path w="166783" h="59057">
                  <a:moveTo>
                    <a:pt x="10395" y="0"/>
                  </a:moveTo>
                  <a:lnTo>
                    <a:pt x="8336" y="5771"/>
                  </a:lnTo>
                  <a:lnTo>
                    <a:pt x="6489" y="11614"/>
                  </a:lnTo>
                  <a:lnTo>
                    <a:pt x="4858" y="17520"/>
                  </a:lnTo>
                  <a:lnTo>
                    <a:pt x="3444" y="23483"/>
                  </a:lnTo>
                  <a:lnTo>
                    <a:pt x="2250" y="29493"/>
                  </a:lnTo>
                  <a:lnTo>
                    <a:pt x="1277" y="35543"/>
                  </a:lnTo>
                  <a:lnTo>
                    <a:pt x="527" y="41624"/>
                  </a:lnTo>
                  <a:lnTo>
                    <a:pt x="0" y="47729"/>
                  </a:lnTo>
                  <a:lnTo>
                    <a:pt x="166783" y="5905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" name="pg725"/>
            <p:cNvSpPr/>
            <p:nvPr/>
          </p:nvSpPr>
          <p:spPr>
            <a:xfrm>
              <a:off x="5853873" y="5018213"/>
              <a:ext cx="334321" cy="334330"/>
            </a:xfrm>
            <a:custGeom>
              <a:avLst/>
              <a:pathLst>
                <a:path w="334321" h="334330">
                  <a:moveTo>
                    <a:pt x="382" y="155839"/>
                  </a:moveTo>
                  <a:lnTo>
                    <a:pt x="107" y="161123"/>
                  </a:lnTo>
                  <a:lnTo>
                    <a:pt x="0" y="166414"/>
                  </a:lnTo>
                  <a:lnTo>
                    <a:pt x="59" y="171706"/>
                  </a:lnTo>
                  <a:lnTo>
                    <a:pt x="287" y="176992"/>
                  </a:lnTo>
                  <a:lnTo>
                    <a:pt x="681" y="182270"/>
                  </a:lnTo>
                  <a:lnTo>
                    <a:pt x="1243" y="187531"/>
                  </a:lnTo>
                  <a:lnTo>
                    <a:pt x="1971" y="192773"/>
                  </a:lnTo>
                  <a:lnTo>
                    <a:pt x="2864" y="197989"/>
                  </a:lnTo>
                  <a:lnTo>
                    <a:pt x="3922" y="203174"/>
                  </a:lnTo>
                  <a:lnTo>
                    <a:pt x="5143" y="208323"/>
                  </a:lnTo>
                  <a:lnTo>
                    <a:pt x="6527" y="213430"/>
                  </a:lnTo>
                  <a:lnTo>
                    <a:pt x="8072" y="218492"/>
                  </a:lnTo>
                  <a:lnTo>
                    <a:pt x="9776" y="223502"/>
                  </a:lnTo>
                  <a:lnTo>
                    <a:pt x="11638" y="228455"/>
                  </a:lnTo>
                  <a:lnTo>
                    <a:pt x="13656" y="233347"/>
                  </a:lnTo>
                  <a:lnTo>
                    <a:pt x="15827" y="238173"/>
                  </a:lnTo>
                  <a:lnTo>
                    <a:pt x="18151" y="242927"/>
                  </a:lnTo>
                  <a:lnTo>
                    <a:pt x="20623" y="247606"/>
                  </a:lnTo>
                  <a:lnTo>
                    <a:pt x="23243" y="252204"/>
                  </a:lnTo>
                  <a:lnTo>
                    <a:pt x="26006" y="256717"/>
                  </a:lnTo>
                  <a:lnTo>
                    <a:pt x="28912" y="261140"/>
                  </a:lnTo>
                  <a:lnTo>
                    <a:pt x="31955" y="265469"/>
                  </a:lnTo>
                  <a:lnTo>
                    <a:pt x="35134" y="269699"/>
                  </a:lnTo>
                  <a:lnTo>
                    <a:pt x="38446" y="273827"/>
                  </a:lnTo>
                  <a:lnTo>
                    <a:pt x="41886" y="277847"/>
                  </a:lnTo>
                  <a:lnTo>
                    <a:pt x="45452" y="281757"/>
                  </a:lnTo>
                  <a:lnTo>
                    <a:pt x="49140" y="285552"/>
                  </a:lnTo>
                  <a:lnTo>
                    <a:pt x="52946" y="289228"/>
                  </a:lnTo>
                  <a:lnTo>
                    <a:pt x="56867" y="292783"/>
                  </a:lnTo>
                  <a:lnTo>
                    <a:pt x="60898" y="296211"/>
                  </a:lnTo>
                  <a:lnTo>
                    <a:pt x="65036" y="299510"/>
                  </a:lnTo>
                  <a:lnTo>
                    <a:pt x="69276" y="302676"/>
                  </a:lnTo>
                  <a:lnTo>
                    <a:pt x="73614" y="305706"/>
                  </a:lnTo>
                  <a:lnTo>
                    <a:pt x="78046" y="308598"/>
                  </a:lnTo>
                  <a:lnTo>
                    <a:pt x="82567" y="311348"/>
                  </a:lnTo>
                  <a:lnTo>
                    <a:pt x="87173" y="313953"/>
                  </a:lnTo>
                  <a:lnTo>
                    <a:pt x="91859" y="316412"/>
                  </a:lnTo>
                  <a:lnTo>
                    <a:pt x="96621" y="318720"/>
                  </a:lnTo>
                  <a:lnTo>
                    <a:pt x="101453" y="320877"/>
                  </a:lnTo>
                  <a:lnTo>
                    <a:pt x="106351" y="322880"/>
                  </a:lnTo>
                  <a:lnTo>
                    <a:pt x="111310" y="324727"/>
                  </a:lnTo>
                  <a:lnTo>
                    <a:pt x="116325" y="326416"/>
                  </a:lnTo>
                  <a:lnTo>
                    <a:pt x="121391" y="327945"/>
                  </a:lnTo>
                  <a:lnTo>
                    <a:pt x="126503" y="329314"/>
                  </a:lnTo>
                  <a:lnTo>
                    <a:pt x="131656" y="330519"/>
                  </a:lnTo>
                  <a:lnTo>
                    <a:pt x="136844" y="331562"/>
                  </a:lnTo>
                  <a:lnTo>
                    <a:pt x="142063" y="332439"/>
                  </a:lnTo>
                  <a:lnTo>
                    <a:pt x="147306" y="333151"/>
                  </a:lnTo>
                  <a:lnTo>
                    <a:pt x="152570" y="333696"/>
                  </a:lnTo>
                  <a:lnTo>
                    <a:pt x="157848" y="334075"/>
                  </a:lnTo>
                  <a:lnTo>
                    <a:pt x="163136" y="334286"/>
                  </a:lnTo>
                  <a:lnTo>
                    <a:pt x="168427" y="334330"/>
                  </a:lnTo>
                  <a:lnTo>
                    <a:pt x="173718" y="334206"/>
                  </a:lnTo>
                  <a:lnTo>
                    <a:pt x="179002" y="333915"/>
                  </a:lnTo>
                  <a:lnTo>
                    <a:pt x="184273" y="333457"/>
                  </a:lnTo>
                  <a:lnTo>
                    <a:pt x="189528" y="332832"/>
                  </a:lnTo>
                  <a:lnTo>
                    <a:pt x="194761" y="332041"/>
                  </a:lnTo>
                  <a:lnTo>
                    <a:pt x="199965" y="331085"/>
                  </a:lnTo>
                  <a:lnTo>
                    <a:pt x="205137" y="329965"/>
                  </a:lnTo>
                  <a:lnTo>
                    <a:pt x="210271" y="328681"/>
                  </a:lnTo>
                  <a:lnTo>
                    <a:pt x="215362" y="327236"/>
                  </a:lnTo>
                  <a:lnTo>
                    <a:pt x="220404" y="325630"/>
                  </a:lnTo>
                  <a:lnTo>
                    <a:pt x="225393" y="323866"/>
                  </a:lnTo>
                  <a:lnTo>
                    <a:pt x="230323" y="321944"/>
                  </a:lnTo>
                  <a:lnTo>
                    <a:pt x="235191" y="319868"/>
                  </a:lnTo>
                  <a:lnTo>
                    <a:pt x="239990" y="317638"/>
                  </a:lnTo>
                  <a:lnTo>
                    <a:pt x="244716" y="315258"/>
                  </a:lnTo>
                  <a:lnTo>
                    <a:pt x="249365" y="312729"/>
                  </a:lnTo>
                  <a:lnTo>
                    <a:pt x="253931" y="310054"/>
                  </a:lnTo>
                  <a:lnTo>
                    <a:pt x="258410" y="307236"/>
                  </a:lnTo>
                  <a:lnTo>
                    <a:pt x="262797" y="304278"/>
                  </a:lnTo>
                  <a:lnTo>
                    <a:pt x="267089" y="301182"/>
                  </a:lnTo>
                  <a:lnTo>
                    <a:pt x="271281" y="297952"/>
                  </a:lnTo>
                  <a:lnTo>
                    <a:pt x="275369" y="294591"/>
                  </a:lnTo>
                  <a:lnTo>
                    <a:pt x="279348" y="291103"/>
                  </a:lnTo>
                  <a:lnTo>
                    <a:pt x="283214" y="287490"/>
                  </a:lnTo>
                  <a:lnTo>
                    <a:pt x="286964" y="283756"/>
                  </a:lnTo>
                  <a:lnTo>
                    <a:pt x="290595" y="279906"/>
                  </a:lnTo>
                  <a:lnTo>
                    <a:pt x="294101" y="275943"/>
                  </a:lnTo>
                  <a:lnTo>
                    <a:pt x="297481" y="271871"/>
                  </a:lnTo>
                  <a:lnTo>
                    <a:pt x="300729" y="267694"/>
                  </a:lnTo>
                  <a:lnTo>
                    <a:pt x="303844" y="263416"/>
                  </a:lnTo>
                  <a:lnTo>
                    <a:pt x="306822" y="259041"/>
                  </a:lnTo>
                  <a:lnTo>
                    <a:pt x="309660" y="254575"/>
                  </a:lnTo>
                  <a:lnTo>
                    <a:pt x="312355" y="250021"/>
                  </a:lnTo>
                  <a:lnTo>
                    <a:pt x="314905" y="245384"/>
                  </a:lnTo>
                  <a:lnTo>
                    <a:pt x="317307" y="240668"/>
                  </a:lnTo>
                  <a:lnTo>
                    <a:pt x="319558" y="235879"/>
                  </a:lnTo>
                  <a:lnTo>
                    <a:pt x="321657" y="231021"/>
                  </a:lnTo>
                  <a:lnTo>
                    <a:pt x="323600" y="226100"/>
                  </a:lnTo>
                  <a:lnTo>
                    <a:pt x="325387" y="221119"/>
                  </a:lnTo>
                  <a:lnTo>
                    <a:pt x="327016" y="216084"/>
                  </a:lnTo>
                  <a:lnTo>
                    <a:pt x="328484" y="211000"/>
                  </a:lnTo>
                  <a:lnTo>
                    <a:pt x="329790" y="205872"/>
                  </a:lnTo>
                  <a:lnTo>
                    <a:pt x="330934" y="200705"/>
                  </a:lnTo>
                  <a:lnTo>
                    <a:pt x="331913" y="195504"/>
                  </a:lnTo>
                  <a:lnTo>
                    <a:pt x="332728" y="190276"/>
                  </a:lnTo>
                  <a:lnTo>
                    <a:pt x="333376" y="185024"/>
                  </a:lnTo>
                  <a:lnTo>
                    <a:pt x="333858" y="179754"/>
                  </a:lnTo>
                  <a:lnTo>
                    <a:pt x="334173" y="174472"/>
                  </a:lnTo>
                  <a:lnTo>
                    <a:pt x="334321" y="169182"/>
                  </a:lnTo>
                  <a:lnTo>
                    <a:pt x="334301" y="163890"/>
                  </a:lnTo>
                  <a:lnTo>
                    <a:pt x="334113" y="158602"/>
                  </a:lnTo>
                  <a:lnTo>
                    <a:pt x="333758" y="153322"/>
                  </a:lnTo>
                  <a:lnTo>
                    <a:pt x="333237" y="148056"/>
                  </a:lnTo>
                  <a:lnTo>
                    <a:pt x="332549" y="142809"/>
                  </a:lnTo>
                  <a:lnTo>
                    <a:pt x="331695" y="137586"/>
                  </a:lnTo>
                  <a:lnTo>
                    <a:pt x="330676" y="132394"/>
                  </a:lnTo>
                  <a:lnTo>
                    <a:pt x="329493" y="127236"/>
                  </a:lnTo>
                  <a:lnTo>
                    <a:pt x="328148" y="122118"/>
                  </a:lnTo>
                  <a:lnTo>
                    <a:pt x="326642" y="117045"/>
                  </a:lnTo>
                  <a:lnTo>
                    <a:pt x="324975" y="112022"/>
                  </a:lnTo>
                  <a:lnTo>
                    <a:pt x="323151" y="107055"/>
                  </a:lnTo>
                  <a:lnTo>
                    <a:pt x="321170" y="102148"/>
                  </a:lnTo>
                  <a:lnTo>
                    <a:pt x="319035" y="97306"/>
                  </a:lnTo>
                  <a:lnTo>
                    <a:pt x="316748" y="92534"/>
                  </a:lnTo>
                  <a:lnTo>
                    <a:pt x="314310" y="87837"/>
                  </a:lnTo>
                  <a:lnTo>
                    <a:pt x="311726" y="83219"/>
                  </a:lnTo>
                  <a:lnTo>
                    <a:pt x="308996" y="78686"/>
                  </a:lnTo>
                  <a:lnTo>
                    <a:pt x="306125" y="74241"/>
                  </a:lnTo>
                  <a:lnTo>
                    <a:pt x="303114" y="69889"/>
                  </a:lnTo>
                  <a:lnTo>
                    <a:pt x="299966" y="65635"/>
                  </a:lnTo>
                  <a:lnTo>
                    <a:pt x="296686" y="61482"/>
                  </a:lnTo>
                  <a:lnTo>
                    <a:pt x="293276" y="57436"/>
                  </a:lnTo>
                  <a:lnTo>
                    <a:pt x="289740" y="53499"/>
                  </a:lnTo>
                  <a:lnTo>
                    <a:pt x="286081" y="49676"/>
                  </a:lnTo>
                  <a:lnTo>
                    <a:pt x="282302" y="45971"/>
                  </a:lnTo>
                  <a:lnTo>
                    <a:pt x="278409" y="42388"/>
                  </a:lnTo>
                  <a:lnTo>
                    <a:pt x="274403" y="38929"/>
                  </a:lnTo>
                  <a:lnTo>
                    <a:pt x="270291" y="35599"/>
                  </a:lnTo>
                  <a:lnTo>
                    <a:pt x="266075" y="32401"/>
                  </a:lnTo>
                  <a:lnTo>
                    <a:pt x="261760" y="29338"/>
                  </a:lnTo>
                  <a:lnTo>
                    <a:pt x="257350" y="26413"/>
                  </a:lnTo>
                  <a:lnTo>
                    <a:pt x="252849" y="23629"/>
                  </a:lnTo>
                  <a:lnTo>
                    <a:pt x="248263" y="20989"/>
                  </a:lnTo>
                  <a:lnTo>
                    <a:pt x="243596" y="18495"/>
                  </a:lnTo>
                  <a:lnTo>
                    <a:pt x="238852" y="16150"/>
                  </a:lnTo>
                  <a:lnTo>
                    <a:pt x="234036" y="13957"/>
                  </a:lnTo>
                  <a:lnTo>
                    <a:pt x="229153" y="11917"/>
                  </a:lnTo>
                  <a:lnTo>
                    <a:pt x="224208" y="10033"/>
                  </a:lnTo>
                  <a:lnTo>
                    <a:pt x="219206" y="8306"/>
                  </a:lnTo>
                  <a:lnTo>
                    <a:pt x="214152" y="6739"/>
                  </a:lnTo>
                  <a:lnTo>
                    <a:pt x="209050" y="5332"/>
                  </a:lnTo>
                  <a:lnTo>
                    <a:pt x="203907" y="4087"/>
                  </a:lnTo>
                  <a:lnTo>
                    <a:pt x="198727" y="3006"/>
                  </a:lnTo>
                  <a:lnTo>
                    <a:pt x="193515" y="2089"/>
                  </a:lnTo>
                  <a:lnTo>
                    <a:pt x="188277" y="1338"/>
                  </a:lnTo>
                  <a:lnTo>
                    <a:pt x="183017" y="753"/>
                  </a:lnTo>
                  <a:lnTo>
                    <a:pt x="177742" y="334"/>
                  </a:lnTo>
                  <a:lnTo>
                    <a:pt x="172456" y="83"/>
                  </a:lnTo>
                  <a:lnTo>
                    <a:pt x="167165" y="0"/>
                  </a:lnTo>
                  <a:lnTo>
                    <a:pt x="167165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" name="pg72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" name="pg72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" name="pg72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" name="pg72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" name="pg73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" name="pg73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" name="pg73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" name="pg73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" name="pg73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" name="pg73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" name="pg73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" name="pg73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" name="pg73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" name="pg73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" name="pg74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" name="pg74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" name="pg74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" name="pg74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" name="pg74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" name="pg74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" name="pg74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" name="pg74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" name="pg74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" name="pg749"/>
            <p:cNvSpPr/>
            <p:nvPr/>
          </p:nvSpPr>
          <p:spPr>
            <a:xfrm>
              <a:off x="6256069" y="4659281"/>
              <a:ext cx="176353" cy="334328"/>
            </a:xfrm>
            <a:custGeom>
              <a:avLst/>
              <a:pathLst>
                <a:path w="176353" h="334328">
                  <a:moveTo>
                    <a:pt x="167165" y="0"/>
                  </a:moveTo>
                  <a:lnTo>
                    <a:pt x="161823" y="85"/>
                  </a:lnTo>
                  <a:lnTo>
                    <a:pt x="156485" y="341"/>
                  </a:lnTo>
                  <a:lnTo>
                    <a:pt x="151159" y="768"/>
                  </a:lnTo>
                  <a:lnTo>
                    <a:pt x="145849" y="1364"/>
                  </a:lnTo>
                  <a:lnTo>
                    <a:pt x="140561" y="2130"/>
                  </a:lnTo>
                  <a:lnTo>
                    <a:pt x="135300" y="3065"/>
                  </a:lnTo>
                  <a:lnTo>
                    <a:pt x="130071" y="4167"/>
                  </a:lnTo>
                  <a:lnTo>
                    <a:pt x="124881" y="5436"/>
                  </a:lnTo>
                  <a:lnTo>
                    <a:pt x="119733" y="6870"/>
                  </a:lnTo>
                  <a:lnTo>
                    <a:pt x="114634" y="8468"/>
                  </a:lnTo>
                  <a:lnTo>
                    <a:pt x="109589" y="10228"/>
                  </a:lnTo>
                  <a:lnTo>
                    <a:pt x="104603" y="12148"/>
                  </a:lnTo>
                  <a:lnTo>
                    <a:pt x="99680" y="14227"/>
                  </a:lnTo>
                  <a:lnTo>
                    <a:pt x="94827" y="16462"/>
                  </a:lnTo>
                  <a:lnTo>
                    <a:pt x="90047" y="18851"/>
                  </a:lnTo>
                  <a:lnTo>
                    <a:pt x="85346" y="21391"/>
                  </a:lnTo>
                  <a:lnTo>
                    <a:pt x="80729" y="24081"/>
                  </a:lnTo>
                  <a:lnTo>
                    <a:pt x="76200" y="26916"/>
                  </a:lnTo>
                  <a:lnTo>
                    <a:pt x="71764" y="29895"/>
                  </a:lnTo>
                  <a:lnTo>
                    <a:pt x="67425" y="33014"/>
                  </a:lnTo>
                  <a:lnTo>
                    <a:pt x="63189" y="36271"/>
                  </a:lnTo>
                  <a:lnTo>
                    <a:pt x="59058" y="39661"/>
                  </a:lnTo>
                  <a:lnTo>
                    <a:pt x="55038" y="43181"/>
                  </a:lnTo>
                  <a:lnTo>
                    <a:pt x="51133" y="46828"/>
                  </a:lnTo>
                  <a:lnTo>
                    <a:pt x="47346" y="50598"/>
                  </a:lnTo>
                  <a:lnTo>
                    <a:pt x="43682" y="54487"/>
                  </a:lnTo>
                  <a:lnTo>
                    <a:pt x="40144" y="58491"/>
                  </a:lnTo>
                  <a:lnTo>
                    <a:pt x="36735" y="62606"/>
                  </a:lnTo>
                  <a:lnTo>
                    <a:pt x="33460" y="66828"/>
                  </a:lnTo>
                  <a:lnTo>
                    <a:pt x="30322" y="71153"/>
                  </a:lnTo>
                  <a:lnTo>
                    <a:pt x="27323" y="75575"/>
                  </a:lnTo>
                  <a:lnTo>
                    <a:pt x="24467" y="80091"/>
                  </a:lnTo>
                  <a:lnTo>
                    <a:pt x="21757" y="84697"/>
                  </a:lnTo>
                  <a:lnTo>
                    <a:pt x="19195" y="89386"/>
                  </a:lnTo>
                  <a:lnTo>
                    <a:pt x="16785" y="94155"/>
                  </a:lnTo>
                  <a:lnTo>
                    <a:pt x="14528" y="98998"/>
                  </a:lnTo>
                  <a:lnTo>
                    <a:pt x="12428" y="103912"/>
                  </a:lnTo>
                  <a:lnTo>
                    <a:pt x="10485" y="108889"/>
                  </a:lnTo>
                  <a:lnTo>
                    <a:pt x="8703" y="113927"/>
                  </a:lnTo>
                  <a:lnTo>
                    <a:pt x="7082" y="119018"/>
                  </a:lnTo>
                  <a:lnTo>
                    <a:pt x="5625" y="124159"/>
                  </a:lnTo>
                  <a:lnTo>
                    <a:pt x="4333" y="129344"/>
                  </a:lnTo>
                  <a:lnTo>
                    <a:pt x="3207" y="134568"/>
                  </a:lnTo>
                  <a:lnTo>
                    <a:pt x="2249" y="139825"/>
                  </a:lnTo>
                  <a:lnTo>
                    <a:pt x="1459" y="145109"/>
                  </a:lnTo>
                  <a:lnTo>
                    <a:pt x="839" y="150417"/>
                  </a:lnTo>
                  <a:lnTo>
                    <a:pt x="389" y="155741"/>
                  </a:lnTo>
                  <a:lnTo>
                    <a:pt x="109" y="161077"/>
                  </a:lnTo>
                  <a:lnTo>
                    <a:pt x="0" y="166419"/>
                  </a:lnTo>
                  <a:lnTo>
                    <a:pt x="61" y="171762"/>
                  </a:lnTo>
                  <a:lnTo>
                    <a:pt x="293" y="177101"/>
                  </a:lnTo>
                  <a:lnTo>
                    <a:pt x="696" y="182429"/>
                  </a:lnTo>
                  <a:lnTo>
                    <a:pt x="1269" y="187742"/>
                  </a:lnTo>
                  <a:lnTo>
                    <a:pt x="2011" y="193033"/>
                  </a:lnTo>
                  <a:lnTo>
                    <a:pt x="2922" y="198298"/>
                  </a:lnTo>
                  <a:lnTo>
                    <a:pt x="4001" y="203532"/>
                  </a:lnTo>
                  <a:lnTo>
                    <a:pt x="5247" y="208728"/>
                  </a:lnTo>
                  <a:lnTo>
                    <a:pt x="6658" y="213882"/>
                  </a:lnTo>
                  <a:lnTo>
                    <a:pt x="8233" y="218988"/>
                  </a:lnTo>
                  <a:lnTo>
                    <a:pt x="9970" y="224041"/>
                  </a:lnTo>
                  <a:lnTo>
                    <a:pt x="11868" y="229036"/>
                  </a:lnTo>
                  <a:lnTo>
                    <a:pt x="13925" y="233967"/>
                  </a:lnTo>
                  <a:lnTo>
                    <a:pt x="16138" y="238831"/>
                  </a:lnTo>
                  <a:lnTo>
                    <a:pt x="18506" y="243621"/>
                  </a:lnTo>
                  <a:lnTo>
                    <a:pt x="21025" y="248333"/>
                  </a:lnTo>
                  <a:lnTo>
                    <a:pt x="23694" y="252963"/>
                  </a:lnTo>
                  <a:lnTo>
                    <a:pt x="26509" y="257504"/>
                  </a:lnTo>
                  <a:lnTo>
                    <a:pt x="29468" y="261953"/>
                  </a:lnTo>
                  <a:lnTo>
                    <a:pt x="32568" y="266306"/>
                  </a:lnTo>
                  <a:lnTo>
                    <a:pt x="35805" y="270557"/>
                  </a:lnTo>
                  <a:lnTo>
                    <a:pt x="39177" y="274702"/>
                  </a:lnTo>
                  <a:lnTo>
                    <a:pt x="42679" y="278738"/>
                  </a:lnTo>
                  <a:lnTo>
                    <a:pt x="46308" y="282660"/>
                  </a:lnTo>
                  <a:lnTo>
                    <a:pt x="50061" y="286463"/>
                  </a:lnTo>
                  <a:lnTo>
                    <a:pt x="53934" y="290145"/>
                  </a:lnTo>
                  <a:lnTo>
                    <a:pt x="57922" y="293701"/>
                  </a:lnTo>
                  <a:lnTo>
                    <a:pt x="62022" y="297128"/>
                  </a:lnTo>
                  <a:lnTo>
                    <a:pt x="66229" y="300422"/>
                  </a:lnTo>
                  <a:lnTo>
                    <a:pt x="70540" y="303580"/>
                  </a:lnTo>
                  <a:lnTo>
                    <a:pt x="74949" y="306598"/>
                  </a:lnTo>
                  <a:lnTo>
                    <a:pt x="79452" y="309474"/>
                  </a:lnTo>
                  <a:lnTo>
                    <a:pt x="84045" y="312205"/>
                  </a:lnTo>
                  <a:lnTo>
                    <a:pt x="88723" y="314787"/>
                  </a:lnTo>
                  <a:lnTo>
                    <a:pt x="93481" y="317219"/>
                  </a:lnTo>
                  <a:lnTo>
                    <a:pt x="98315" y="319497"/>
                  </a:lnTo>
                  <a:lnTo>
                    <a:pt x="103219" y="321620"/>
                  </a:lnTo>
                  <a:lnTo>
                    <a:pt x="108188" y="323585"/>
                  </a:lnTo>
                  <a:lnTo>
                    <a:pt x="113217" y="325390"/>
                  </a:lnTo>
                  <a:lnTo>
                    <a:pt x="118301" y="327033"/>
                  </a:lnTo>
                  <a:lnTo>
                    <a:pt x="123436" y="328513"/>
                  </a:lnTo>
                  <a:lnTo>
                    <a:pt x="128615" y="329829"/>
                  </a:lnTo>
                  <a:lnTo>
                    <a:pt x="133833" y="330978"/>
                  </a:lnTo>
                  <a:lnTo>
                    <a:pt x="139086" y="331959"/>
                  </a:lnTo>
                  <a:lnTo>
                    <a:pt x="144367" y="332772"/>
                  </a:lnTo>
                  <a:lnTo>
                    <a:pt x="149671" y="333416"/>
                  </a:lnTo>
                  <a:lnTo>
                    <a:pt x="154994" y="333891"/>
                  </a:lnTo>
                  <a:lnTo>
                    <a:pt x="160328" y="334195"/>
                  </a:lnTo>
                  <a:lnTo>
                    <a:pt x="165670" y="334328"/>
                  </a:lnTo>
                  <a:lnTo>
                    <a:pt x="171013" y="334290"/>
                  </a:lnTo>
                  <a:lnTo>
                    <a:pt x="176353" y="334082"/>
                  </a:lnTo>
                  <a:lnTo>
                    <a:pt x="167165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" name="pg750"/>
            <p:cNvSpPr/>
            <p:nvPr/>
          </p:nvSpPr>
          <p:spPr>
            <a:xfrm>
              <a:off x="6423235" y="4826449"/>
              <a:ext cx="9187" cy="166914"/>
            </a:xfrm>
            <a:custGeom>
              <a:avLst/>
              <a:pathLst>
                <a:path w="9187" h="166914">
                  <a:moveTo>
                    <a:pt x="9187" y="16691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" name="pg751"/>
            <p:cNvSpPr/>
            <p:nvPr/>
          </p:nvSpPr>
          <p:spPr>
            <a:xfrm>
              <a:off x="6423235" y="4826449"/>
              <a:ext cx="9187" cy="166914"/>
            </a:xfrm>
            <a:custGeom>
              <a:avLst/>
              <a:pathLst>
                <a:path w="9187" h="166914">
                  <a:moveTo>
                    <a:pt x="9187" y="16691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" name="pg752"/>
            <p:cNvSpPr/>
            <p:nvPr/>
          </p:nvSpPr>
          <p:spPr>
            <a:xfrm>
              <a:off x="6423235" y="4826449"/>
              <a:ext cx="124420" cy="166914"/>
            </a:xfrm>
            <a:custGeom>
              <a:avLst/>
              <a:pathLst>
                <a:path w="124420" h="166914">
                  <a:moveTo>
                    <a:pt x="9187" y="166914"/>
                  </a:moveTo>
                  <a:lnTo>
                    <a:pt x="14874" y="166504"/>
                  </a:lnTo>
                  <a:lnTo>
                    <a:pt x="20543" y="165900"/>
                  </a:lnTo>
                  <a:lnTo>
                    <a:pt x="26188" y="165103"/>
                  </a:lnTo>
                  <a:lnTo>
                    <a:pt x="31803" y="164114"/>
                  </a:lnTo>
                  <a:lnTo>
                    <a:pt x="37381" y="162934"/>
                  </a:lnTo>
                  <a:lnTo>
                    <a:pt x="42916" y="161564"/>
                  </a:lnTo>
                  <a:lnTo>
                    <a:pt x="48401" y="160007"/>
                  </a:lnTo>
                  <a:lnTo>
                    <a:pt x="53829" y="158263"/>
                  </a:lnTo>
                  <a:lnTo>
                    <a:pt x="59195" y="156335"/>
                  </a:lnTo>
                  <a:lnTo>
                    <a:pt x="64491" y="154226"/>
                  </a:lnTo>
                  <a:lnTo>
                    <a:pt x="69713" y="151937"/>
                  </a:lnTo>
                  <a:lnTo>
                    <a:pt x="74854" y="149471"/>
                  </a:lnTo>
                  <a:lnTo>
                    <a:pt x="79908" y="146832"/>
                  </a:lnTo>
                  <a:lnTo>
                    <a:pt x="84868" y="144021"/>
                  </a:lnTo>
                  <a:lnTo>
                    <a:pt x="89730" y="141043"/>
                  </a:lnTo>
                  <a:lnTo>
                    <a:pt x="94488" y="137901"/>
                  </a:lnTo>
                  <a:lnTo>
                    <a:pt x="99135" y="134599"/>
                  </a:lnTo>
                  <a:lnTo>
                    <a:pt x="103668" y="131140"/>
                  </a:lnTo>
                  <a:lnTo>
                    <a:pt x="108080" y="127529"/>
                  </a:lnTo>
                  <a:lnTo>
                    <a:pt x="112366" y="123769"/>
                  </a:lnTo>
                  <a:lnTo>
                    <a:pt x="116521" y="119865"/>
                  </a:lnTo>
                  <a:lnTo>
                    <a:pt x="120541" y="115822"/>
                  </a:lnTo>
                  <a:lnTo>
                    <a:pt x="124420" y="11164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" name="pg753"/>
            <p:cNvSpPr/>
            <p:nvPr/>
          </p:nvSpPr>
          <p:spPr>
            <a:xfrm>
              <a:off x="6423235" y="4659281"/>
              <a:ext cx="167166" cy="278811"/>
            </a:xfrm>
            <a:custGeom>
              <a:avLst/>
              <a:pathLst>
                <a:path w="167166" h="278811">
                  <a:moveTo>
                    <a:pt x="124420" y="278811"/>
                  </a:moveTo>
                  <a:lnTo>
                    <a:pt x="127926" y="274777"/>
                  </a:lnTo>
                  <a:lnTo>
                    <a:pt x="131301" y="270632"/>
                  </a:lnTo>
                  <a:lnTo>
                    <a:pt x="134541" y="266382"/>
                  </a:lnTo>
                  <a:lnTo>
                    <a:pt x="137644" y="262030"/>
                  </a:lnTo>
                  <a:lnTo>
                    <a:pt x="140606" y="257581"/>
                  </a:lnTo>
                  <a:lnTo>
                    <a:pt x="143425" y="253040"/>
                  </a:lnTo>
                  <a:lnTo>
                    <a:pt x="146097" y="248411"/>
                  </a:lnTo>
                  <a:lnTo>
                    <a:pt x="148619" y="243699"/>
                  </a:lnTo>
                  <a:lnTo>
                    <a:pt x="150990" y="238908"/>
                  </a:lnTo>
                  <a:lnTo>
                    <a:pt x="153206" y="234045"/>
                  </a:lnTo>
                  <a:lnTo>
                    <a:pt x="155266" y="229113"/>
                  </a:lnTo>
                  <a:lnTo>
                    <a:pt x="157167" y="224118"/>
                  </a:lnTo>
                  <a:lnTo>
                    <a:pt x="158907" y="219064"/>
                  </a:lnTo>
                  <a:lnTo>
                    <a:pt x="160485" y="213957"/>
                  </a:lnTo>
                  <a:lnTo>
                    <a:pt x="161899" y="208803"/>
                  </a:lnTo>
                  <a:lnTo>
                    <a:pt x="163147" y="203606"/>
                  </a:lnTo>
                  <a:lnTo>
                    <a:pt x="164229" y="198372"/>
                  </a:lnTo>
                  <a:lnTo>
                    <a:pt x="165142" y="193106"/>
                  </a:lnTo>
                  <a:lnTo>
                    <a:pt x="165887" y="187813"/>
                  </a:lnTo>
                  <a:lnTo>
                    <a:pt x="166462" y="182499"/>
                  </a:lnTo>
                  <a:lnTo>
                    <a:pt x="166867" y="177170"/>
                  </a:lnTo>
                  <a:lnTo>
                    <a:pt x="167102" y="171830"/>
                  </a:lnTo>
                  <a:lnTo>
                    <a:pt x="167166" y="166486"/>
                  </a:lnTo>
                  <a:lnTo>
                    <a:pt x="167058" y="161142"/>
                  </a:lnTo>
                  <a:lnTo>
                    <a:pt x="166780" y="155805"/>
                  </a:lnTo>
                  <a:lnTo>
                    <a:pt x="166332" y="150479"/>
                  </a:lnTo>
                  <a:lnTo>
                    <a:pt x="165713" y="145170"/>
                  </a:lnTo>
                  <a:lnTo>
                    <a:pt x="164925" y="139884"/>
                  </a:lnTo>
                  <a:lnTo>
                    <a:pt x="163969" y="134625"/>
                  </a:lnTo>
                  <a:lnTo>
                    <a:pt x="162845" y="129400"/>
                  </a:lnTo>
                  <a:lnTo>
                    <a:pt x="161554" y="124213"/>
                  </a:lnTo>
                  <a:lnTo>
                    <a:pt x="160099" y="119071"/>
                  </a:lnTo>
                  <a:lnTo>
                    <a:pt x="158479" y="113977"/>
                  </a:lnTo>
                  <a:lnTo>
                    <a:pt x="156698" y="108938"/>
                  </a:lnTo>
                  <a:lnTo>
                    <a:pt x="154756" y="103958"/>
                  </a:lnTo>
                  <a:lnTo>
                    <a:pt x="152656" y="99043"/>
                  </a:lnTo>
                  <a:lnTo>
                    <a:pt x="150401" y="94198"/>
                  </a:lnTo>
                  <a:lnTo>
                    <a:pt x="147991" y="89427"/>
                  </a:lnTo>
                  <a:lnTo>
                    <a:pt x="145430" y="84736"/>
                  </a:lnTo>
                  <a:lnTo>
                    <a:pt x="142721" y="80129"/>
                  </a:lnTo>
                  <a:lnTo>
                    <a:pt x="139865" y="75611"/>
                  </a:lnTo>
                  <a:lnTo>
                    <a:pt x="136867" y="71186"/>
                  </a:lnTo>
                  <a:lnTo>
                    <a:pt x="133728" y="66860"/>
                  </a:lnTo>
                  <a:lnTo>
                    <a:pt x="130453" y="62636"/>
                  </a:lnTo>
                  <a:lnTo>
                    <a:pt x="127045" y="58519"/>
                  </a:lnTo>
                  <a:lnTo>
                    <a:pt x="123507" y="54513"/>
                  </a:lnTo>
                  <a:lnTo>
                    <a:pt x="119842" y="50622"/>
                  </a:lnTo>
                  <a:lnTo>
                    <a:pt x="116055" y="46851"/>
                  </a:lnTo>
                  <a:lnTo>
                    <a:pt x="112150" y="43202"/>
                  </a:lnTo>
                  <a:lnTo>
                    <a:pt x="108129" y="39680"/>
                  </a:lnTo>
                  <a:lnTo>
                    <a:pt x="103998" y="36288"/>
                  </a:lnTo>
                  <a:lnTo>
                    <a:pt x="99761" y="33031"/>
                  </a:lnTo>
                  <a:lnTo>
                    <a:pt x="95422" y="29910"/>
                  </a:lnTo>
                  <a:lnTo>
                    <a:pt x="90985" y="26930"/>
                  </a:lnTo>
                  <a:lnTo>
                    <a:pt x="86456" y="24093"/>
                  </a:lnTo>
                  <a:lnTo>
                    <a:pt x="81838" y="21402"/>
                  </a:lnTo>
                  <a:lnTo>
                    <a:pt x="77136" y="18860"/>
                  </a:lnTo>
                  <a:lnTo>
                    <a:pt x="72355" y="16470"/>
                  </a:lnTo>
                  <a:lnTo>
                    <a:pt x="67501" y="14234"/>
                  </a:lnTo>
                  <a:lnTo>
                    <a:pt x="62577" y="12154"/>
                  </a:lnTo>
                  <a:lnTo>
                    <a:pt x="57590" y="10233"/>
                  </a:lnTo>
                  <a:lnTo>
                    <a:pt x="52543" y="8472"/>
                  </a:lnTo>
                  <a:lnTo>
                    <a:pt x="47443" y="6873"/>
                  </a:lnTo>
                  <a:lnTo>
                    <a:pt x="42295" y="5439"/>
                  </a:lnTo>
                  <a:lnTo>
                    <a:pt x="37103" y="4169"/>
                  </a:lnTo>
                  <a:lnTo>
                    <a:pt x="31873" y="3066"/>
                  </a:lnTo>
                  <a:lnTo>
                    <a:pt x="26611" y="2131"/>
                  </a:lnTo>
                  <a:lnTo>
                    <a:pt x="21321" y="1365"/>
                  </a:lnTo>
                  <a:lnTo>
                    <a:pt x="16010" y="768"/>
                  </a:lnTo>
                  <a:lnTo>
                    <a:pt x="10682" y="341"/>
                  </a:lnTo>
                  <a:lnTo>
                    <a:pt x="5344" y="8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" name="pg75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" name="pg75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" name="pg75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" name="pg75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" name="pg75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9" name="pg75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0" name="pg76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1" name="pg76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2" name="pg76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3" name="pg76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4" name="pg76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5" name="pg76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6" name="pg76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7" name="pg76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8" name="pg76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9" name="pg76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0" name="pg77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1" name="pg77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2" name="pg77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3" name="pg77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4" name="pg77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5" name="pg77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6" name="pg77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7" name="pg77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8" name="pg778"/>
            <p:cNvSpPr/>
            <p:nvPr/>
          </p:nvSpPr>
          <p:spPr>
            <a:xfrm>
              <a:off x="6561313" y="4213821"/>
              <a:ext cx="310478" cy="334324"/>
            </a:xfrm>
            <a:custGeom>
              <a:avLst/>
              <a:pathLst>
                <a:path w="310478" h="334324">
                  <a:moveTo>
                    <a:pt x="167158" y="0"/>
                  </a:moveTo>
                  <a:lnTo>
                    <a:pt x="161835" y="84"/>
                  </a:lnTo>
                  <a:lnTo>
                    <a:pt x="156518" y="338"/>
                  </a:lnTo>
                  <a:lnTo>
                    <a:pt x="151212" y="762"/>
                  </a:lnTo>
                  <a:lnTo>
                    <a:pt x="145922" y="1354"/>
                  </a:lnTo>
                  <a:lnTo>
                    <a:pt x="140653" y="2114"/>
                  </a:lnTo>
                  <a:lnTo>
                    <a:pt x="135411" y="3042"/>
                  </a:lnTo>
                  <a:lnTo>
                    <a:pt x="130202" y="4136"/>
                  </a:lnTo>
                  <a:lnTo>
                    <a:pt x="125030" y="5395"/>
                  </a:lnTo>
                  <a:lnTo>
                    <a:pt x="119900" y="6818"/>
                  </a:lnTo>
                  <a:lnTo>
                    <a:pt x="114819" y="8404"/>
                  </a:lnTo>
                  <a:lnTo>
                    <a:pt x="109790" y="10151"/>
                  </a:lnTo>
                  <a:lnTo>
                    <a:pt x="104820" y="12057"/>
                  </a:lnTo>
                  <a:lnTo>
                    <a:pt x="99913" y="14121"/>
                  </a:lnTo>
                  <a:lnTo>
                    <a:pt x="95074" y="16340"/>
                  </a:lnTo>
                  <a:lnTo>
                    <a:pt x="90309" y="18711"/>
                  </a:lnTo>
                  <a:lnTo>
                    <a:pt x="85621" y="21233"/>
                  </a:lnTo>
                  <a:lnTo>
                    <a:pt x="81016" y="23903"/>
                  </a:lnTo>
                  <a:lnTo>
                    <a:pt x="76498" y="26719"/>
                  </a:lnTo>
                  <a:lnTo>
                    <a:pt x="72072" y="29676"/>
                  </a:lnTo>
                  <a:lnTo>
                    <a:pt x="67743" y="32774"/>
                  </a:lnTo>
                  <a:lnTo>
                    <a:pt x="63514" y="36007"/>
                  </a:lnTo>
                  <a:lnTo>
                    <a:pt x="59391" y="39374"/>
                  </a:lnTo>
                  <a:lnTo>
                    <a:pt x="55376" y="42870"/>
                  </a:lnTo>
                  <a:lnTo>
                    <a:pt x="51475" y="46492"/>
                  </a:lnTo>
                  <a:lnTo>
                    <a:pt x="47692" y="50236"/>
                  </a:lnTo>
                  <a:lnTo>
                    <a:pt x="44029" y="54099"/>
                  </a:lnTo>
                  <a:lnTo>
                    <a:pt x="40492" y="58077"/>
                  </a:lnTo>
                  <a:lnTo>
                    <a:pt x="37083" y="62165"/>
                  </a:lnTo>
                  <a:lnTo>
                    <a:pt x="33805" y="66360"/>
                  </a:lnTo>
                  <a:lnTo>
                    <a:pt x="30663" y="70657"/>
                  </a:lnTo>
                  <a:lnTo>
                    <a:pt x="27660" y="75052"/>
                  </a:lnTo>
                  <a:lnTo>
                    <a:pt x="24798" y="79540"/>
                  </a:lnTo>
                  <a:lnTo>
                    <a:pt x="22080" y="84117"/>
                  </a:lnTo>
                  <a:lnTo>
                    <a:pt x="19509" y="88779"/>
                  </a:lnTo>
                  <a:lnTo>
                    <a:pt x="17088" y="93519"/>
                  </a:lnTo>
                  <a:lnTo>
                    <a:pt x="14819" y="98335"/>
                  </a:lnTo>
                  <a:lnTo>
                    <a:pt x="12705" y="103220"/>
                  </a:lnTo>
                  <a:lnTo>
                    <a:pt x="10747" y="108170"/>
                  </a:lnTo>
                  <a:lnTo>
                    <a:pt x="8948" y="113180"/>
                  </a:lnTo>
                  <a:lnTo>
                    <a:pt x="7309" y="118245"/>
                  </a:lnTo>
                  <a:lnTo>
                    <a:pt x="5833" y="123359"/>
                  </a:lnTo>
                  <a:lnTo>
                    <a:pt x="4520" y="128518"/>
                  </a:lnTo>
                  <a:lnTo>
                    <a:pt x="3372" y="133716"/>
                  </a:lnTo>
                  <a:lnTo>
                    <a:pt x="2389" y="138948"/>
                  </a:lnTo>
                  <a:lnTo>
                    <a:pt x="1575" y="144208"/>
                  </a:lnTo>
                  <a:lnTo>
                    <a:pt x="928" y="149492"/>
                  </a:lnTo>
                  <a:lnTo>
                    <a:pt x="449" y="154794"/>
                  </a:lnTo>
                  <a:lnTo>
                    <a:pt x="140" y="160108"/>
                  </a:lnTo>
                  <a:lnTo>
                    <a:pt x="0" y="165429"/>
                  </a:lnTo>
                  <a:lnTo>
                    <a:pt x="29" y="170752"/>
                  </a:lnTo>
                  <a:lnTo>
                    <a:pt x="228" y="176072"/>
                  </a:lnTo>
                  <a:lnTo>
                    <a:pt x="596" y="181382"/>
                  </a:lnTo>
                  <a:lnTo>
                    <a:pt x="1133" y="186678"/>
                  </a:lnTo>
                  <a:lnTo>
                    <a:pt x="1838" y="191955"/>
                  </a:lnTo>
                  <a:lnTo>
                    <a:pt x="2711" y="197206"/>
                  </a:lnTo>
                  <a:lnTo>
                    <a:pt x="3751" y="202426"/>
                  </a:lnTo>
                  <a:lnTo>
                    <a:pt x="4957" y="207611"/>
                  </a:lnTo>
                  <a:lnTo>
                    <a:pt x="6327" y="212755"/>
                  </a:lnTo>
                  <a:lnTo>
                    <a:pt x="7860" y="217853"/>
                  </a:lnTo>
                  <a:lnTo>
                    <a:pt x="9554" y="222899"/>
                  </a:lnTo>
                  <a:lnTo>
                    <a:pt x="11409" y="227889"/>
                  </a:lnTo>
                  <a:lnTo>
                    <a:pt x="13421" y="232817"/>
                  </a:lnTo>
                  <a:lnTo>
                    <a:pt x="15589" y="237679"/>
                  </a:lnTo>
                  <a:lnTo>
                    <a:pt x="17911" y="242469"/>
                  </a:lnTo>
                  <a:lnTo>
                    <a:pt x="20384" y="247183"/>
                  </a:lnTo>
                  <a:lnTo>
                    <a:pt x="23007" y="251815"/>
                  </a:lnTo>
                  <a:lnTo>
                    <a:pt x="25775" y="256362"/>
                  </a:lnTo>
                  <a:lnTo>
                    <a:pt x="28686" y="260818"/>
                  </a:lnTo>
                  <a:lnTo>
                    <a:pt x="31738" y="265180"/>
                  </a:lnTo>
                  <a:lnTo>
                    <a:pt x="34928" y="269442"/>
                  </a:lnTo>
                  <a:lnTo>
                    <a:pt x="38251" y="273600"/>
                  </a:lnTo>
                  <a:lnTo>
                    <a:pt x="41705" y="277650"/>
                  </a:lnTo>
                  <a:lnTo>
                    <a:pt x="45287" y="281589"/>
                  </a:lnTo>
                  <a:lnTo>
                    <a:pt x="48992" y="285411"/>
                  </a:lnTo>
                  <a:lnTo>
                    <a:pt x="52816" y="289113"/>
                  </a:lnTo>
                  <a:lnTo>
                    <a:pt x="56757" y="292692"/>
                  </a:lnTo>
                  <a:lnTo>
                    <a:pt x="60810" y="296144"/>
                  </a:lnTo>
                  <a:lnTo>
                    <a:pt x="64970" y="299464"/>
                  </a:lnTo>
                  <a:lnTo>
                    <a:pt x="69234" y="302651"/>
                  </a:lnTo>
                  <a:lnTo>
                    <a:pt x="73598" y="305700"/>
                  </a:lnTo>
                  <a:lnTo>
                    <a:pt x="78056" y="308609"/>
                  </a:lnTo>
                  <a:lnTo>
                    <a:pt x="82604" y="311374"/>
                  </a:lnTo>
                  <a:lnTo>
                    <a:pt x="87239" y="313993"/>
                  </a:lnTo>
                  <a:lnTo>
                    <a:pt x="91954" y="316463"/>
                  </a:lnTo>
                  <a:lnTo>
                    <a:pt x="96746" y="318782"/>
                  </a:lnTo>
                  <a:lnTo>
                    <a:pt x="101609" y="320947"/>
                  </a:lnTo>
                  <a:lnTo>
                    <a:pt x="106538" y="322956"/>
                  </a:lnTo>
                  <a:lnTo>
                    <a:pt x="111529" y="324807"/>
                  </a:lnTo>
                  <a:lnTo>
                    <a:pt x="116577" y="326498"/>
                  </a:lnTo>
                  <a:lnTo>
                    <a:pt x="121675" y="328028"/>
                  </a:lnTo>
                  <a:lnTo>
                    <a:pt x="126820" y="329395"/>
                  </a:lnTo>
                  <a:lnTo>
                    <a:pt x="132006" y="330597"/>
                  </a:lnTo>
                  <a:lnTo>
                    <a:pt x="137227" y="331633"/>
                  </a:lnTo>
                  <a:lnTo>
                    <a:pt x="142479" y="332503"/>
                  </a:lnTo>
                  <a:lnTo>
                    <a:pt x="147756" y="333205"/>
                  </a:lnTo>
                  <a:lnTo>
                    <a:pt x="153052" y="333738"/>
                  </a:lnTo>
                  <a:lnTo>
                    <a:pt x="158363" y="334103"/>
                  </a:lnTo>
                  <a:lnTo>
                    <a:pt x="163682" y="334298"/>
                  </a:lnTo>
                  <a:lnTo>
                    <a:pt x="169006" y="334324"/>
                  </a:lnTo>
                  <a:lnTo>
                    <a:pt x="174327" y="334181"/>
                  </a:lnTo>
                  <a:lnTo>
                    <a:pt x="179641" y="333868"/>
                  </a:lnTo>
                  <a:lnTo>
                    <a:pt x="184942" y="333386"/>
                  </a:lnTo>
                  <a:lnTo>
                    <a:pt x="190226" y="332735"/>
                  </a:lnTo>
                  <a:lnTo>
                    <a:pt x="195485" y="331917"/>
                  </a:lnTo>
                  <a:lnTo>
                    <a:pt x="200717" y="330931"/>
                  </a:lnTo>
                  <a:lnTo>
                    <a:pt x="205914" y="329780"/>
                  </a:lnTo>
                  <a:lnTo>
                    <a:pt x="211072" y="328463"/>
                  </a:lnTo>
                  <a:lnTo>
                    <a:pt x="216185" y="326983"/>
                  </a:lnTo>
                  <a:lnTo>
                    <a:pt x="221249" y="325341"/>
                  </a:lnTo>
                  <a:lnTo>
                    <a:pt x="226257" y="323539"/>
                  </a:lnTo>
                  <a:lnTo>
                    <a:pt x="231206" y="321578"/>
                  </a:lnTo>
                  <a:lnTo>
                    <a:pt x="236090" y="319460"/>
                  </a:lnTo>
                  <a:lnTo>
                    <a:pt x="240904" y="317188"/>
                  </a:lnTo>
                  <a:lnTo>
                    <a:pt x="245643" y="314764"/>
                  </a:lnTo>
                  <a:lnTo>
                    <a:pt x="250303" y="312191"/>
                  </a:lnTo>
                  <a:lnTo>
                    <a:pt x="254878" y="309470"/>
                  </a:lnTo>
                  <a:lnTo>
                    <a:pt x="259365" y="306605"/>
                  </a:lnTo>
                  <a:lnTo>
                    <a:pt x="263758" y="303598"/>
                  </a:lnTo>
                  <a:lnTo>
                    <a:pt x="268053" y="300453"/>
                  </a:lnTo>
                  <a:lnTo>
                    <a:pt x="272245" y="297173"/>
                  </a:lnTo>
                  <a:lnTo>
                    <a:pt x="276331" y="293761"/>
                  </a:lnTo>
                  <a:lnTo>
                    <a:pt x="280307" y="290221"/>
                  </a:lnTo>
                  <a:lnTo>
                    <a:pt x="284167" y="286556"/>
                  </a:lnTo>
                  <a:lnTo>
                    <a:pt x="287909" y="282770"/>
                  </a:lnTo>
                  <a:lnTo>
                    <a:pt x="291529" y="278867"/>
                  </a:lnTo>
                  <a:lnTo>
                    <a:pt x="295022" y="274850"/>
                  </a:lnTo>
                  <a:lnTo>
                    <a:pt x="298386" y="270725"/>
                  </a:lnTo>
                  <a:lnTo>
                    <a:pt x="301617" y="266494"/>
                  </a:lnTo>
                  <a:lnTo>
                    <a:pt x="304711" y="262162"/>
                  </a:lnTo>
                  <a:lnTo>
                    <a:pt x="307666" y="257735"/>
                  </a:lnTo>
                  <a:lnTo>
                    <a:pt x="310478" y="253215"/>
                  </a:lnTo>
                  <a:lnTo>
                    <a:pt x="167158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9" name="pg779"/>
            <p:cNvSpPr/>
            <p:nvPr/>
          </p:nvSpPr>
          <p:spPr>
            <a:xfrm>
              <a:off x="6728472" y="4380988"/>
              <a:ext cx="143320" cy="86047"/>
            </a:xfrm>
            <a:custGeom>
              <a:avLst/>
              <a:pathLst>
                <a:path w="143320" h="86047">
                  <a:moveTo>
                    <a:pt x="143320" y="8604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0" name="pg780"/>
            <p:cNvSpPr/>
            <p:nvPr/>
          </p:nvSpPr>
          <p:spPr>
            <a:xfrm>
              <a:off x="6728472" y="4317370"/>
              <a:ext cx="167161" cy="149666"/>
            </a:xfrm>
            <a:custGeom>
              <a:avLst/>
              <a:pathLst>
                <a:path w="167161" h="149666">
                  <a:moveTo>
                    <a:pt x="143320" y="149666"/>
                  </a:moveTo>
                  <a:lnTo>
                    <a:pt x="146101" y="144853"/>
                  </a:lnTo>
                  <a:lnTo>
                    <a:pt x="148722" y="139951"/>
                  </a:lnTo>
                  <a:lnTo>
                    <a:pt x="151177" y="134964"/>
                  </a:lnTo>
                  <a:lnTo>
                    <a:pt x="153466" y="129898"/>
                  </a:lnTo>
                  <a:lnTo>
                    <a:pt x="155585" y="124759"/>
                  </a:lnTo>
                  <a:lnTo>
                    <a:pt x="157531" y="119552"/>
                  </a:lnTo>
                  <a:lnTo>
                    <a:pt x="159304" y="114284"/>
                  </a:lnTo>
                  <a:lnTo>
                    <a:pt x="160900" y="108959"/>
                  </a:lnTo>
                  <a:lnTo>
                    <a:pt x="162319" y="103584"/>
                  </a:lnTo>
                  <a:lnTo>
                    <a:pt x="163558" y="98165"/>
                  </a:lnTo>
                  <a:lnTo>
                    <a:pt x="164616" y="92708"/>
                  </a:lnTo>
                  <a:lnTo>
                    <a:pt x="165492" y="87219"/>
                  </a:lnTo>
                  <a:lnTo>
                    <a:pt x="166186" y="81704"/>
                  </a:lnTo>
                  <a:lnTo>
                    <a:pt x="166695" y="76168"/>
                  </a:lnTo>
                  <a:lnTo>
                    <a:pt x="167020" y="70619"/>
                  </a:lnTo>
                  <a:lnTo>
                    <a:pt x="167161" y="65062"/>
                  </a:lnTo>
                  <a:lnTo>
                    <a:pt x="167116" y="59504"/>
                  </a:lnTo>
                  <a:lnTo>
                    <a:pt x="166887" y="53950"/>
                  </a:lnTo>
                  <a:lnTo>
                    <a:pt x="166473" y="48406"/>
                  </a:lnTo>
                  <a:lnTo>
                    <a:pt x="165876" y="42880"/>
                  </a:lnTo>
                  <a:lnTo>
                    <a:pt x="165094" y="37376"/>
                  </a:lnTo>
                  <a:lnTo>
                    <a:pt x="164131" y="31902"/>
                  </a:lnTo>
                  <a:lnTo>
                    <a:pt x="162985" y="26462"/>
                  </a:lnTo>
                  <a:lnTo>
                    <a:pt x="161660" y="21064"/>
                  </a:lnTo>
                  <a:lnTo>
                    <a:pt x="160156" y="15712"/>
                  </a:lnTo>
                  <a:lnTo>
                    <a:pt x="158474" y="10414"/>
                  </a:lnTo>
                  <a:lnTo>
                    <a:pt x="156618" y="5174"/>
                  </a:lnTo>
                  <a:lnTo>
                    <a:pt x="154588" y="0"/>
                  </a:lnTo>
                  <a:lnTo>
                    <a:pt x="0" y="6361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1" name="pg781"/>
            <p:cNvSpPr/>
            <p:nvPr/>
          </p:nvSpPr>
          <p:spPr>
            <a:xfrm>
              <a:off x="6728472" y="4213821"/>
              <a:ext cx="154588" cy="167167"/>
            </a:xfrm>
            <a:custGeom>
              <a:avLst/>
              <a:pathLst>
                <a:path w="154588" h="167167">
                  <a:moveTo>
                    <a:pt x="154588" y="103549"/>
                  </a:moveTo>
                  <a:lnTo>
                    <a:pt x="152420" y="98515"/>
                  </a:lnTo>
                  <a:lnTo>
                    <a:pt x="150087" y="93555"/>
                  </a:lnTo>
                  <a:lnTo>
                    <a:pt x="147593" y="88675"/>
                  </a:lnTo>
                  <a:lnTo>
                    <a:pt x="144941" y="83878"/>
                  </a:lnTo>
                  <a:lnTo>
                    <a:pt x="142132" y="79171"/>
                  </a:lnTo>
                  <a:lnTo>
                    <a:pt x="139171" y="74559"/>
                  </a:lnTo>
                  <a:lnTo>
                    <a:pt x="136060" y="70047"/>
                  </a:lnTo>
                  <a:lnTo>
                    <a:pt x="132803" y="65638"/>
                  </a:lnTo>
                  <a:lnTo>
                    <a:pt x="129404" y="61339"/>
                  </a:lnTo>
                  <a:lnTo>
                    <a:pt x="125865" y="57154"/>
                  </a:lnTo>
                  <a:lnTo>
                    <a:pt x="122191" y="53087"/>
                  </a:lnTo>
                  <a:lnTo>
                    <a:pt x="118385" y="49142"/>
                  </a:lnTo>
                  <a:lnTo>
                    <a:pt x="114452" y="45325"/>
                  </a:lnTo>
                  <a:lnTo>
                    <a:pt x="110397" y="41638"/>
                  </a:lnTo>
                  <a:lnTo>
                    <a:pt x="106222" y="38087"/>
                  </a:lnTo>
                  <a:lnTo>
                    <a:pt x="101933" y="34674"/>
                  </a:lnTo>
                  <a:lnTo>
                    <a:pt x="97535" y="31403"/>
                  </a:lnTo>
                  <a:lnTo>
                    <a:pt x="93032" y="28279"/>
                  </a:lnTo>
                  <a:lnTo>
                    <a:pt x="88429" y="25304"/>
                  </a:lnTo>
                  <a:lnTo>
                    <a:pt x="83731" y="22481"/>
                  </a:lnTo>
                  <a:lnTo>
                    <a:pt x="78942" y="19814"/>
                  </a:lnTo>
                  <a:lnTo>
                    <a:pt x="74069" y="17305"/>
                  </a:lnTo>
                  <a:lnTo>
                    <a:pt x="69117" y="14957"/>
                  </a:lnTo>
                  <a:lnTo>
                    <a:pt x="64090" y="12773"/>
                  </a:lnTo>
                  <a:lnTo>
                    <a:pt x="58994" y="10755"/>
                  </a:lnTo>
                  <a:lnTo>
                    <a:pt x="53834" y="8905"/>
                  </a:lnTo>
                  <a:lnTo>
                    <a:pt x="48617" y="7225"/>
                  </a:lnTo>
                  <a:lnTo>
                    <a:pt x="43348" y="5718"/>
                  </a:lnTo>
                  <a:lnTo>
                    <a:pt x="38032" y="4383"/>
                  </a:lnTo>
                  <a:lnTo>
                    <a:pt x="32675" y="3224"/>
                  </a:lnTo>
                  <a:lnTo>
                    <a:pt x="27283" y="2241"/>
                  </a:lnTo>
                  <a:lnTo>
                    <a:pt x="21861" y="1435"/>
                  </a:lnTo>
                  <a:lnTo>
                    <a:pt x="16417" y="808"/>
                  </a:lnTo>
                  <a:lnTo>
                    <a:pt x="10954" y="359"/>
                  </a:lnTo>
                  <a:lnTo>
                    <a:pt x="5480" y="8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2" name="pg78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3" name="pg78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4" name="pg78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5" name="pg78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6" name="pg78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7" name="pg78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8" name="pg78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9" name="pg78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0" name="pg79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1" name="pg79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2" name="pg79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3" name="pg79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4" name="pg79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5" name="pg79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6" name="pg79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7" name="pg79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8" name="pg79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9" name="pg79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0" name="pg80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1" name="pg80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2" name="pg80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3" name="pg80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4" name="pg80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5" name="pg80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6" name="pg80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7" name="pg807"/>
            <p:cNvSpPr/>
            <p:nvPr/>
          </p:nvSpPr>
          <p:spPr>
            <a:xfrm>
              <a:off x="6751864" y="3707720"/>
              <a:ext cx="252932" cy="334334"/>
            </a:xfrm>
            <a:custGeom>
              <a:avLst/>
              <a:pathLst>
                <a:path w="252932" h="334334">
                  <a:moveTo>
                    <a:pt x="167147" y="0"/>
                  </a:moveTo>
                  <a:lnTo>
                    <a:pt x="161844" y="84"/>
                  </a:lnTo>
                  <a:lnTo>
                    <a:pt x="156546" y="336"/>
                  </a:lnTo>
                  <a:lnTo>
                    <a:pt x="151259" y="756"/>
                  </a:lnTo>
                  <a:lnTo>
                    <a:pt x="145988" y="1344"/>
                  </a:lnTo>
                  <a:lnTo>
                    <a:pt x="140738" y="2099"/>
                  </a:lnTo>
                  <a:lnTo>
                    <a:pt x="135515" y="3019"/>
                  </a:lnTo>
                  <a:lnTo>
                    <a:pt x="130324" y="4106"/>
                  </a:lnTo>
                  <a:lnTo>
                    <a:pt x="125169" y="5356"/>
                  </a:lnTo>
                  <a:lnTo>
                    <a:pt x="120057" y="6769"/>
                  </a:lnTo>
                  <a:lnTo>
                    <a:pt x="114993" y="8343"/>
                  </a:lnTo>
                  <a:lnTo>
                    <a:pt x="109981" y="10078"/>
                  </a:lnTo>
                  <a:lnTo>
                    <a:pt x="105026" y="11970"/>
                  </a:lnTo>
                  <a:lnTo>
                    <a:pt x="100134" y="14019"/>
                  </a:lnTo>
                  <a:lnTo>
                    <a:pt x="95310" y="16222"/>
                  </a:lnTo>
                  <a:lnTo>
                    <a:pt x="90557" y="18577"/>
                  </a:lnTo>
                  <a:lnTo>
                    <a:pt x="85882" y="21081"/>
                  </a:lnTo>
                  <a:lnTo>
                    <a:pt x="81289" y="23733"/>
                  </a:lnTo>
                  <a:lnTo>
                    <a:pt x="76782" y="26528"/>
                  </a:lnTo>
                  <a:lnTo>
                    <a:pt x="72366" y="29466"/>
                  </a:lnTo>
                  <a:lnTo>
                    <a:pt x="68045" y="32542"/>
                  </a:lnTo>
                  <a:lnTo>
                    <a:pt x="63825" y="35753"/>
                  </a:lnTo>
                  <a:lnTo>
                    <a:pt x="59708" y="39097"/>
                  </a:lnTo>
                  <a:lnTo>
                    <a:pt x="55699" y="42570"/>
                  </a:lnTo>
                  <a:lnTo>
                    <a:pt x="51803" y="46168"/>
                  </a:lnTo>
                  <a:lnTo>
                    <a:pt x="48022" y="49888"/>
                  </a:lnTo>
                  <a:lnTo>
                    <a:pt x="44362" y="53726"/>
                  </a:lnTo>
                  <a:lnTo>
                    <a:pt x="40825" y="57678"/>
                  </a:lnTo>
                  <a:lnTo>
                    <a:pt x="37415" y="61741"/>
                  </a:lnTo>
                  <a:lnTo>
                    <a:pt x="34136" y="65909"/>
                  </a:lnTo>
                  <a:lnTo>
                    <a:pt x="30991" y="70179"/>
                  </a:lnTo>
                  <a:lnTo>
                    <a:pt x="27983" y="74548"/>
                  </a:lnTo>
                  <a:lnTo>
                    <a:pt x="25115" y="79009"/>
                  </a:lnTo>
                  <a:lnTo>
                    <a:pt x="22389" y="83559"/>
                  </a:lnTo>
                  <a:lnTo>
                    <a:pt x="19810" y="88193"/>
                  </a:lnTo>
                  <a:lnTo>
                    <a:pt x="17379" y="92907"/>
                  </a:lnTo>
                  <a:lnTo>
                    <a:pt x="15098" y="97695"/>
                  </a:lnTo>
                  <a:lnTo>
                    <a:pt x="12971" y="102553"/>
                  </a:lnTo>
                  <a:lnTo>
                    <a:pt x="10999" y="107477"/>
                  </a:lnTo>
                  <a:lnTo>
                    <a:pt x="9184" y="112460"/>
                  </a:lnTo>
                  <a:lnTo>
                    <a:pt x="7528" y="117499"/>
                  </a:lnTo>
                  <a:lnTo>
                    <a:pt x="6033" y="122587"/>
                  </a:lnTo>
                  <a:lnTo>
                    <a:pt x="4700" y="127721"/>
                  </a:lnTo>
                  <a:lnTo>
                    <a:pt x="3530" y="132894"/>
                  </a:lnTo>
                  <a:lnTo>
                    <a:pt x="2525" y="138102"/>
                  </a:lnTo>
                  <a:lnTo>
                    <a:pt x="1686" y="143339"/>
                  </a:lnTo>
                  <a:lnTo>
                    <a:pt x="1013" y="148599"/>
                  </a:lnTo>
                  <a:lnTo>
                    <a:pt x="508" y="153879"/>
                  </a:lnTo>
                  <a:lnTo>
                    <a:pt x="170" y="159172"/>
                  </a:lnTo>
                  <a:lnTo>
                    <a:pt x="1" y="164473"/>
                  </a:lnTo>
                  <a:lnTo>
                    <a:pt x="0" y="169777"/>
                  </a:lnTo>
                  <a:lnTo>
                    <a:pt x="166" y="175078"/>
                  </a:lnTo>
                  <a:lnTo>
                    <a:pt x="501" y="180371"/>
                  </a:lnTo>
                  <a:lnTo>
                    <a:pt x="1004" y="185651"/>
                  </a:lnTo>
                  <a:lnTo>
                    <a:pt x="1674" y="190912"/>
                  </a:lnTo>
                  <a:lnTo>
                    <a:pt x="2511" y="196149"/>
                  </a:lnTo>
                  <a:lnTo>
                    <a:pt x="3513" y="201357"/>
                  </a:lnTo>
                  <a:lnTo>
                    <a:pt x="4680" y="206531"/>
                  </a:lnTo>
                  <a:lnTo>
                    <a:pt x="6010" y="211665"/>
                  </a:lnTo>
                  <a:lnTo>
                    <a:pt x="7503" y="216754"/>
                  </a:lnTo>
                  <a:lnTo>
                    <a:pt x="9156" y="221794"/>
                  </a:lnTo>
                  <a:lnTo>
                    <a:pt x="10969" y="226778"/>
                  </a:lnTo>
                  <a:lnTo>
                    <a:pt x="12939" y="231702"/>
                  </a:lnTo>
                  <a:lnTo>
                    <a:pt x="15063" y="236562"/>
                  </a:lnTo>
                  <a:lnTo>
                    <a:pt x="17341" y="241351"/>
                  </a:lnTo>
                  <a:lnTo>
                    <a:pt x="19770" y="246066"/>
                  </a:lnTo>
                  <a:lnTo>
                    <a:pt x="22347" y="250702"/>
                  </a:lnTo>
                  <a:lnTo>
                    <a:pt x="25070" y="255253"/>
                  </a:lnTo>
                  <a:lnTo>
                    <a:pt x="27936" y="259716"/>
                  </a:lnTo>
                  <a:lnTo>
                    <a:pt x="30942" y="264086"/>
                  </a:lnTo>
                  <a:lnTo>
                    <a:pt x="34085" y="268358"/>
                  </a:lnTo>
                  <a:lnTo>
                    <a:pt x="37362" y="272528"/>
                  </a:lnTo>
                  <a:lnTo>
                    <a:pt x="40770" y="276592"/>
                  </a:lnTo>
                  <a:lnTo>
                    <a:pt x="44304" y="280546"/>
                  </a:lnTo>
                  <a:lnTo>
                    <a:pt x="47963" y="284386"/>
                  </a:lnTo>
                  <a:lnTo>
                    <a:pt x="51741" y="288108"/>
                  </a:lnTo>
                  <a:lnTo>
                    <a:pt x="55636" y="291708"/>
                  </a:lnTo>
                  <a:lnTo>
                    <a:pt x="59643" y="295182"/>
                  </a:lnTo>
                  <a:lnTo>
                    <a:pt x="63758" y="298528"/>
                  </a:lnTo>
                  <a:lnTo>
                    <a:pt x="67977" y="301742"/>
                  </a:lnTo>
                  <a:lnTo>
                    <a:pt x="72296" y="304820"/>
                  </a:lnTo>
                  <a:lnTo>
                    <a:pt x="76711" y="307760"/>
                  </a:lnTo>
                  <a:lnTo>
                    <a:pt x="81216" y="310558"/>
                  </a:lnTo>
                  <a:lnTo>
                    <a:pt x="85808" y="313212"/>
                  </a:lnTo>
                  <a:lnTo>
                    <a:pt x="90482" y="315718"/>
                  </a:lnTo>
                  <a:lnTo>
                    <a:pt x="95233" y="318076"/>
                  </a:lnTo>
                  <a:lnTo>
                    <a:pt x="100057" y="320281"/>
                  </a:lnTo>
                  <a:lnTo>
                    <a:pt x="104948" y="322332"/>
                  </a:lnTo>
                  <a:lnTo>
                    <a:pt x="109901" y="324227"/>
                  </a:lnTo>
                  <a:lnTo>
                    <a:pt x="114913" y="325964"/>
                  </a:lnTo>
                  <a:lnTo>
                    <a:pt x="119976" y="327541"/>
                  </a:lnTo>
                  <a:lnTo>
                    <a:pt x="125088" y="328957"/>
                  </a:lnTo>
                  <a:lnTo>
                    <a:pt x="130241" y="330210"/>
                  </a:lnTo>
                  <a:lnTo>
                    <a:pt x="135432" y="331298"/>
                  </a:lnTo>
                  <a:lnTo>
                    <a:pt x="140655" y="332222"/>
                  </a:lnTo>
                  <a:lnTo>
                    <a:pt x="145904" y="332979"/>
                  </a:lnTo>
                  <a:lnTo>
                    <a:pt x="151175" y="333570"/>
                  </a:lnTo>
                  <a:lnTo>
                    <a:pt x="156462" y="333993"/>
                  </a:lnTo>
                  <a:lnTo>
                    <a:pt x="161759" y="334248"/>
                  </a:lnTo>
                  <a:lnTo>
                    <a:pt x="167062" y="334334"/>
                  </a:lnTo>
                  <a:lnTo>
                    <a:pt x="172365" y="334253"/>
                  </a:lnTo>
                  <a:lnTo>
                    <a:pt x="177663" y="334003"/>
                  </a:lnTo>
                  <a:lnTo>
                    <a:pt x="182950" y="333586"/>
                  </a:lnTo>
                  <a:lnTo>
                    <a:pt x="188221" y="333001"/>
                  </a:lnTo>
                  <a:lnTo>
                    <a:pt x="193472" y="332249"/>
                  </a:lnTo>
                  <a:lnTo>
                    <a:pt x="198695" y="331330"/>
                  </a:lnTo>
                  <a:lnTo>
                    <a:pt x="203887" y="330247"/>
                  </a:lnTo>
                  <a:lnTo>
                    <a:pt x="209042" y="328999"/>
                  </a:lnTo>
                  <a:lnTo>
                    <a:pt x="214155" y="327589"/>
                  </a:lnTo>
                  <a:lnTo>
                    <a:pt x="219220" y="326017"/>
                  </a:lnTo>
                  <a:lnTo>
                    <a:pt x="224233" y="324285"/>
                  </a:lnTo>
                  <a:lnTo>
                    <a:pt x="229188" y="322395"/>
                  </a:lnTo>
                  <a:lnTo>
                    <a:pt x="234081" y="320349"/>
                  </a:lnTo>
                  <a:lnTo>
                    <a:pt x="238907" y="318148"/>
                  </a:lnTo>
                  <a:lnTo>
                    <a:pt x="243661" y="315796"/>
                  </a:lnTo>
                  <a:lnTo>
                    <a:pt x="248337" y="313294"/>
                  </a:lnTo>
                  <a:lnTo>
                    <a:pt x="252932" y="310645"/>
                  </a:lnTo>
                  <a:lnTo>
                    <a:pt x="167147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8" name="pg808"/>
            <p:cNvSpPr/>
            <p:nvPr/>
          </p:nvSpPr>
          <p:spPr>
            <a:xfrm>
              <a:off x="6919011" y="3708479"/>
              <a:ext cx="167166" cy="309886"/>
            </a:xfrm>
            <a:custGeom>
              <a:avLst/>
              <a:pathLst>
                <a:path w="167166" h="309886">
                  <a:moveTo>
                    <a:pt x="85785" y="309886"/>
                  </a:moveTo>
                  <a:lnTo>
                    <a:pt x="90352" y="307055"/>
                  </a:lnTo>
                  <a:lnTo>
                    <a:pt x="94826" y="304078"/>
                  </a:lnTo>
                  <a:lnTo>
                    <a:pt x="99201" y="300959"/>
                  </a:lnTo>
                  <a:lnTo>
                    <a:pt x="103475" y="297701"/>
                  </a:lnTo>
                  <a:lnTo>
                    <a:pt x="107641" y="294308"/>
                  </a:lnTo>
                  <a:lnTo>
                    <a:pt x="111696" y="290782"/>
                  </a:lnTo>
                  <a:lnTo>
                    <a:pt x="115636" y="287128"/>
                  </a:lnTo>
                  <a:lnTo>
                    <a:pt x="119456" y="283349"/>
                  </a:lnTo>
                  <a:lnTo>
                    <a:pt x="123153" y="279449"/>
                  </a:lnTo>
                  <a:lnTo>
                    <a:pt x="126723" y="275432"/>
                  </a:lnTo>
                  <a:lnTo>
                    <a:pt x="130161" y="271303"/>
                  </a:lnTo>
                  <a:lnTo>
                    <a:pt x="133465" y="267065"/>
                  </a:lnTo>
                  <a:lnTo>
                    <a:pt x="136632" y="262723"/>
                  </a:lnTo>
                  <a:lnTo>
                    <a:pt x="139657" y="258282"/>
                  </a:lnTo>
                  <a:lnTo>
                    <a:pt x="142537" y="253746"/>
                  </a:lnTo>
                  <a:lnTo>
                    <a:pt x="145271" y="249120"/>
                  </a:lnTo>
                  <a:lnTo>
                    <a:pt x="147854" y="244408"/>
                  </a:lnTo>
                  <a:lnTo>
                    <a:pt x="150285" y="239615"/>
                  </a:lnTo>
                  <a:lnTo>
                    <a:pt x="152560" y="234747"/>
                  </a:lnTo>
                  <a:lnTo>
                    <a:pt x="154678" y="229808"/>
                  </a:lnTo>
                  <a:lnTo>
                    <a:pt x="156636" y="224804"/>
                  </a:lnTo>
                  <a:lnTo>
                    <a:pt x="158432" y="219740"/>
                  </a:lnTo>
                  <a:lnTo>
                    <a:pt x="160064" y="214620"/>
                  </a:lnTo>
                  <a:lnTo>
                    <a:pt x="161531" y="209450"/>
                  </a:lnTo>
                  <a:lnTo>
                    <a:pt x="162831" y="204236"/>
                  </a:lnTo>
                  <a:lnTo>
                    <a:pt x="163962" y="198983"/>
                  </a:lnTo>
                  <a:lnTo>
                    <a:pt x="164925" y="193697"/>
                  </a:lnTo>
                  <a:lnTo>
                    <a:pt x="165716" y="188382"/>
                  </a:lnTo>
                  <a:lnTo>
                    <a:pt x="166337" y="183044"/>
                  </a:lnTo>
                  <a:lnTo>
                    <a:pt x="166786" y="177689"/>
                  </a:lnTo>
                  <a:lnTo>
                    <a:pt x="167062" y="172323"/>
                  </a:lnTo>
                  <a:lnTo>
                    <a:pt x="167166" y="166950"/>
                  </a:lnTo>
                  <a:lnTo>
                    <a:pt x="167097" y="161577"/>
                  </a:lnTo>
                  <a:lnTo>
                    <a:pt x="166856" y="156209"/>
                  </a:lnTo>
                  <a:lnTo>
                    <a:pt x="166442" y="150851"/>
                  </a:lnTo>
                  <a:lnTo>
                    <a:pt x="165856" y="145510"/>
                  </a:lnTo>
                  <a:lnTo>
                    <a:pt x="165098" y="140190"/>
                  </a:lnTo>
                  <a:lnTo>
                    <a:pt x="164170" y="134897"/>
                  </a:lnTo>
                  <a:lnTo>
                    <a:pt x="163073" y="129637"/>
                  </a:lnTo>
                  <a:lnTo>
                    <a:pt x="161806" y="124415"/>
                  </a:lnTo>
                  <a:lnTo>
                    <a:pt x="160373" y="119236"/>
                  </a:lnTo>
                  <a:lnTo>
                    <a:pt x="158774" y="114106"/>
                  </a:lnTo>
                  <a:lnTo>
                    <a:pt x="157011" y="109029"/>
                  </a:lnTo>
                  <a:lnTo>
                    <a:pt x="155086" y="104013"/>
                  </a:lnTo>
                  <a:lnTo>
                    <a:pt x="153000" y="99060"/>
                  </a:lnTo>
                  <a:lnTo>
                    <a:pt x="150756" y="94177"/>
                  </a:lnTo>
                  <a:lnTo>
                    <a:pt x="148357" y="89369"/>
                  </a:lnTo>
                  <a:lnTo>
                    <a:pt x="145804" y="84641"/>
                  </a:lnTo>
                  <a:lnTo>
                    <a:pt x="143101" y="79997"/>
                  </a:lnTo>
                  <a:lnTo>
                    <a:pt x="140250" y="75442"/>
                  </a:lnTo>
                  <a:lnTo>
                    <a:pt x="137253" y="70981"/>
                  </a:lnTo>
                  <a:lnTo>
                    <a:pt x="134115" y="66619"/>
                  </a:lnTo>
                  <a:lnTo>
                    <a:pt x="130839" y="62360"/>
                  </a:lnTo>
                  <a:lnTo>
                    <a:pt x="127427" y="58209"/>
                  </a:lnTo>
                  <a:lnTo>
                    <a:pt x="123884" y="54169"/>
                  </a:lnTo>
                  <a:lnTo>
                    <a:pt x="120212" y="50245"/>
                  </a:lnTo>
                  <a:lnTo>
                    <a:pt x="116417" y="46441"/>
                  </a:lnTo>
                  <a:lnTo>
                    <a:pt x="112501" y="42762"/>
                  </a:lnTo>
                  <a:lnTo>
                    <a:pt x="108468" y="39210"/>
                  </a:lnTo>
                  <a:lnTo>
                    <a:pt x="104324" y="35789"/>
                  </a:lnTo>
                  <a:lnTo>
                    <a:pt x="100072" y="32504"/>
                  </a:lnTo>
                  <a:lnTo>
                    <a:pt x="95716" y="29356"/>
                  </a:lnTo>
                  <a:lnTo>
                    <a:pt x="91262" y="26351"/>
                  </a:lnTo>
                  <a:lnTo>
                    <a:pt x="86713" y="23490"/>
                  </a:lnTo>
                  <a:lnTo>
                    <a:pt x="82075" y="20777"/>
                  </a:lnTo>
                  <a:lnTo>
                    <a:pt x="77352" y="18214"/>
                  </a:lnTo>
                  <a:lnTo>
                    <a:pt x="72549" y="15804"/>
                  </a:lnTo>
                  <a:lnTo>
                    <a:pt x="67671" y="13550"/>
                  </a:lnTo>
                  <a:lnTo>
                    <a:pt x="62723" y="11454"/>
                  </a:lnTo>
                  <a:lnTo>
                    <a:pt x="57710" y="9518"/>
                  </a:lnTo>
                  <a:lnTo>
                    <a:pt x="52638" y="7745"/>
                  </a:lnTo>
                  <a:lnTo>
                    <a:pt x="47511" y="6135"/>
                  </a:lnTo>
                  <a:lnTo>
                    <a:pt x="42335" y="4690"/>
                  </a:lnTo>
                  <a:lnTo>
                    <a:pt x="37116" y="3413"/>
                  </a:lnTo>
                  <a:lnTo>
                    <a:pt x="31858" y="2305"/>
                  </a:lnTo>
                  <a:lnTo>
                    <a:pt x="26567" y="1365"/>
                  </a:lnTo>
                  <a:lnTo>
                    <a:pt x="21249" y="597"/>
                  </a:lnTo>
                  <a:lnTo>
                    <a:pt x="15908" y="0"/>
                  </a:lnTo>
                  <a:lnTo>
                    <a:pt x="0" y="16640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9" name="pg809"/>
            <p:cNvSpPr/>
            <p:nvPr/>
          </p:nvSpPr>
          <p:spPr>
            <a:xfrm>
              <a:off x="6919011" y="3707720"/>
              <a:ext cx="15908" cy="167167"/>
            </a:xfrm>
            <a:custGeom>
              <a:avLst/>
              <a:pathLst>
                <a:path w="15908" h="167167">
                  <a:moveTo>
                    <a:pt x="15908" y="758"/>
                  </a:moveTo>
                  <a:lnTo>
                    <a:pt x="7963" y="18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0" name="tx810"/>
            <p:cNvSpPr/>
            <p:nvPr/>
          </p:nvSpPr>
          <p:spPr>
            <a:xfrm>
              <a:off x="6777419" y="3269982"/>
              <a:ext cx="412718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AKN</a:t>
              </a:r>
            </a:p>
          </p:txBody>
        </p:sp>
        <p:sp>
          <p:nvSpPr>
            <p:cNvPr id="811" name="tx811"/>
            <p:cNvSpPr/>
            <p:nvPr/>
          </p:nvSpPr>
          <p:spPr>
            <a:xfrm>
              <a:off x="6723255" y="2731398"/>
              <a:ext cx="39151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GEN</a:t>
              </a:r>
            </a:p>
          </p:txBody>
        </p:sp>
        <p:sp>
          <p:nvSpPr>
            <p:cNvPr id="812" name="tx812"/>
            <p:cNvSpPr/>
            <p:nvPr/>
          </p:nvSpPr>
          <p:spPr>
            <a:xfrm>
              <a:off x="6537972" y="22252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TOB</a:t>
              </a:r>
            </a:p>
          </p:txBody>
        </p:sp>
        <p:sp>
          <p:nvSpPr>
            <p:cNvPr id="813" name="tx813"/>
            <p:cNvSpPr/>
            <p:nvPr/>
          </p:nvSpPr>
          <p:spPr>
            <a:xfrm>
              <a:off x="6248501" y="1779837"/>
              <a:ext cx="34946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FOS</a:t>
              </a:r>
            </a:p>
          </p:txBody>
        </p:sp>
        <p:sp>
          <p:nvSpPr>
            <p:cNvPr id="814" name="tx814"/>
            <p:cNvSpPr/>
            <p:nvPr/>
          </p:nvSpPr>
          <p:spPr>
            <a:xfrm>
              <a:off x="5798773" y="1425231"/>
              <a:ext cx="444531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AMX</a:t>
              </a:r>
            </a:p>
          </p:txBody>
        </p:sp>
        <p:sp>
          <p:nvSpPr>
            <p:cNvPr id="815" name="tx815"/>
            <p:cNvSpPr/>
            <p:nvPr/>
          </p:nvSpPr>
          <p:spPr>
            <a:xfrm>
              <a:off x="5391826" y="1169363"/>
              <a:ext cx="30686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TIC</a:t>
              </a:r>
            </a:p>
          </p:txBody>
        </p:sp>
        <p:sp>
          <p:nvSpPr>
            <p:cNvPr id="816" name="tx816"/>
            <p:cNvSpPr/>
            <p:nvPr/>
          </p:nvSpPr>
          <p:spPr>
            <a:xfrm>
              <a:off x="4817138" y="1039827"/>
              <a:ext cx="412812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MEC</a:t>
              </a:r>
            </a:p>
          </p:txBody>
        </p:sp>
        <p:sp>
          <p:nvSpPr>
            <p:cNvPr id="817" name="tx817"/>
            <p:cNvSpPr/>
            <p:nvPr/>
          </p:nvSpPr>
          <p:spPr>
            <a:xfrm>
              <a:off x="4285158" y="1045594"/>
              <a:ext cx="402114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TEM</a:t>
              </a:r>
            </a:p>
          </p:txBody>
        </p:sp>
        <p:sp>
          <p:nvSpPr>
            <p:cNvPr id="818" name="tx818"/>
            <p:cNvSpPr/>
            <p:nvPr/>
          </p:nvSpPr>
          <p:spPr>
            <a:xfrm>
              <a:off x="3747491" y="1169363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AMC</a:t>
              </a:r>
            </a:p>
          </p:txBody>
        </p:sp>
        <p:sp>
          <p:nvSpPr>
            <p:cNvPr id="819" name="tx819"/>
            <p:cNvSpPr/>
            <p:nvPr/>
          </p:nvSpPr>
          <p:spPr>
            <a:xfrm>
              <a:off x="3319382" y="1426673"/>
              <a:ext cx="338677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TZP</a:t>
              </a:r>
            </a:p>
          </p:txBody>
        </p:sp>
        <p:sp>
          <p:nvSpPr>
            <p:cNvPr id="820" name="tx820"/>
            <p:cNvSpPr/>
            <p:nvPr/>
          </p:nvSpPr>
          <p:spPr>
            <a:xfrm>
              <a:off x="2869514" y="1779837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CXM</a:t>
              </a:r>
            </a:p>
          </p:txBody>
        </p:sp>
        <p:sp>
          <p:nvSpPr>
            <p:cNvPr id="821" name="tx821"/>
            <p:cNvSpPr/>
            <p:nvPr/>
          </p:nvSpPr>
          <p:spPr>
            <a:xfrm>
              <a:off x="2590741" y="2225298"/>
              <a:ext cx="381093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FOX</a:t>
              </a:r>
            </a:p>
          </p:txBody>
        </p:sp>
        <p:sp>
          <p:nvSpPr>
            <p:cNvPr id="822" name="tx822"/>
            <p:cNvSpPr/>
            <p:nvPr/>
          </p:nvSpPr>
          <p:spPr>
            <a:xfrm>
              <a:off x="2400248" y="27313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CAZ</a:t>
              </a:r>
            </a:p>
          </p:txBody>
        </p:sp>
        <p:sp>
          <p:nvSpPr>
            <p:cNvPr id="823" name="tx823"/>
            <p:cNvSpPr/>
            <p:nvPr/>
          </p:nvSpPr>
          <p:spPr>
            <a:xfrm>
              <a:off x="2324783" y="3268726"/>
              <a:ext cx="40239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CFM</a:t>
              </a:r>
            </a:p>
          </p:txBody>
        </p:sp>
        <p:sp>
          <p:nvSpPr>
            <p:cNvPr id="824" name="tx824"/>
            <p:cNvSpPr/>
            <p:nvPr/>
          </p:nvSpPr>
          <p:spPr>
            <a:xfrm>
              <a:off x="2394900" y="3806055"/>
              <a:ext cx="39169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CRO</a:t>
              </a:r>
            </a:p>
          </p:txBody>
        </p:sp>
        <p:sp>
          <p:nvSpPr>
            <p:cNvPr id="825" name="tx825"/>
            <p:cNvSpPr/>
            <p:nvPr/>
          </p:nvSpPr>
          <p:spPr>
            <a:xfrm>
              <a:off x="2590787" y="4312155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CTX</a:t>
              </a:r>
            </a:p>
          </p:txBody>
        </p:sp>
        <p:sp>
          <p:nvSpPr>
            <p:cNvPr id="826" name="tx826"/>
            <p:cNvSpPr/>
            <p:nvPr/>
          </p:nvSpPr>
          <p:spPr>
            <a:xfrm>
              <a:off x="2922395" y="4763383"/>
              <a:ext cx="328259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FEP</a:t>
              </a:r>
            </a:p>
          </p:txBody>
        </p:sp>
        <p:sp>
          <p:nvSpPr>
            <p:cNvPr id="827" name="tx827"/>
            <p:cNvSpPr/>
            <p:nvPr/>
          </p:nvSpPr>
          <p:spPr>
            <a:xfrm>
              <a:off x="3308824" y="5122314"/>
              <a:ext cx="359791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ERT</a:t>
              </a:r>
            </a:p>
          </p:txBody>
        </p:sp>
        <p:sp>
          <p:nvSpPr>
            <p:cNvPr id="828" name="tx828"/>
            <p:cNvSpPr/>
            <p:nvPr/>
          </p:nvSpPr>
          <p:spPr>
            <a:xfrm>
              <a:off x="3795116" y="5373857"/>
              <a:ext cx="338770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IMP</a:t>
              </a:r>
            </a:p>
          </p:txBody>
        </p:sp>
        <p:sp>
          <p:nvSpPr>
            <p:cNvPr id="829" name="tx829"/>
            <p:cNvSpPr/>
            <p:nvPr/>
          </p:nvSpPr>
          <p:spPr>
            <a:xfrm>
              <a:off x="4300924" y="5498928"/>
              <a:ext cx="370582" cy="1291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FUR</a:t>
              </a:r>
            </a:p>
          </p:txBody>
        </p:sp>
        <p:sp>
          <p:nvSpPr>
            <p:cNvPr id="830" name="tx830"/>
            <p:cNvSpPr/>
            <p:nvPr/>
          </p:nvSpPr>
          <p:spPr>
            <a:xfrm>
              <a:off x="4875320" y="5497626"/>
              <a:ext cx="29644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CIP</a:t>
              </a:r>
            </a:p>
          </p:txBody>
        </p:sp>
        <p:sp>
          <p:nvSpPr>
            <p:cNvPr id="831" name="tx831"/>
            <p:cNvSpPr/>
            <p:nvPr/>
          </p:nvSpPr>
          <p:spPr>
            <a:xfrm>
              <a:off x="5360107" y="5369532"/>
              <a:ext cx="370302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LEV</a:t>
              </a:r>
            </a:p>
          </p:txBody>
        </p:sp>
        <p:sp>
          <p:nvSpPr>
            <p:cNvPr id="832" name="tx832"/>
            <p:cNvSpPr/>
            <p:nvPr/>
          </p:nvSpPr>
          <p:spPr>
            <a:xfrm>
              <a:off x="5819935" y="5116547"/>
              <a:ext cx="402208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NOR</a:t>
              </a:r>
            </a:p>
          </p:txBody>
        </p:sp>
        <p:sp>
          <p:nvSpPr>
            <p:cNvPr id="833" name="tx833"/>
            <p:cNvSpPr/>
            <p:nvPr/>
          </p:nvSpPr>
          <p:spPr>
            <a:xfrm>
              <a:off x="6243292" y="4757616"/>
              <a:ext cx="359885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OFL</a:t>
              </a:r>
            </a:p>
          </p:txBody>
        </p:sp>
        <p:sp>
          <p:nvSpPr>
            <p:cNvPr id="834" name="tx834"/>
            <p:cNvSpPr/>
            <p:nvPr/>
          </p:nvSpPr>
          <p:spPr>
            <a:xfrm>
              <a:off x="6532716" y="4313411"/>
              <a:ext cx="391510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NAL</a:t>
              </a:r>
            </a:p>
          </p:txBody>
        </p:sp>
        <p:sp>
          <p:nvSpPr>
            <p:cNvPr id="835" name="tx835"/>
            <p:cNvSpPr/>
            <p:nvPr/>
          </p:nvSpPr>
          <p:spPr>
            <a:xfrm>
              <a:off x="6739068" y="3805915"/>
              <a:ext cx="359885" cy="1319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TSU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2025-06-06T03:07:13Z</dcterms:modified>
  <cp:category/>
</cp:coreProperties>
</file>