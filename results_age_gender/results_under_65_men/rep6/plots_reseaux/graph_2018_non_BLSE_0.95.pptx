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230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519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129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07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458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8483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2081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439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192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429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520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3208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451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397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657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566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692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732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599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958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9952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6982444" y="3170392"/>
              <a:ext cx="1334" cy="167167"/>
            </a:xfrm>
            <a:custGeom>
              <a:avLst/>
              <a:pathLst>
                <a:path w="1334" h="167167">
                  <a:moveTo>
                    <a:pt x="1334" y="0"/>
                  </a:moveTo>
                  <a:lnTo>
                    <a:pt x="0" y="5"/>
                  </a:lnTo>
                  <a:lnTo>
                    <a:pt x="133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816617" y="3170397"/>
              <a:ext cx="334320" cy="334325"/>
            </a:xfrm>
            <a:custGeom>
              <a:avLst/>
              <a:pathLst>
                <a:path w="334320" h="334325">
                  <a:moveTo>
                    <a:pt x="165826" y="0"/>
                  </a:moveTo>
                  <a:lnTo>
                    <a:pt x="160526" y="126"/>
                  </a:lnTo>
                  <a:lnTo>
                    <a:pt x="155232" y="420"/>
                  </a:lnTo>
                  <a:lnTo>
                    <a:pt x="149950" y="883"/>
                  </a:lnTo>
                  <a:lnTo>
                    <a:pt x="144685" y="1512"/>
                  </a:lnTo>
                  <a:lnTo>
                    <a:pt x="139443" y="2308"/>
                  </a:lnTo>
                  <a:lnTo>
                    <a:pt x="134229" y="3270"/>
                  </a:lnTo>
                  <a:lnTo>
                    <a:pt x="129048" y="4397"/>
                  </a:lnTo>
                  <a:lnTo>
                    <a:pt x="123905" y="5688"/>
                  </a:lnTo>
                  <a:lnTo>
                    <a:pt x="118806" y="7141"/>
                  </a:lnTo>
                  <a:lnTo>
                    <a:pt x="113755" y="8755"/>
                  </a:lnTo>
                  <a:lnTo>
                    <a:pt x="108758" y="10528"/>
                  </a:lnTo>
                  <a:lnTo>
                    <a:pt x="103820" y="12459"/>
                  </a:lnTo>
                  <a:lnTo>
                    <a:pt x="98946" y="14546"/>
                  </a:lnTo>
                  <a:lnTo>
                    <a:pt x="94140" y="16786"/>
                  </a:lnTo>
                  <a:lnTo>
                    <a:pt x="89408" y="19177"/>
                  </a:lnTo>
                  <a:lnTo>
                    <a:pt x="84754" y="21717"/>
                  </a:lnTo>
                  <a:lnTo>
                    <a:pt x="80183" y="24404"/>
                  </a:lnTo>
                  <a:lnTo>
                    <a:pt x="75699" y="27234"/>
                  </a:lnTo>
                  <a:lnTo>
                    <a:pt x="71307" y="30205"/>
                  </a:lnTo>
                  <a:lnTo>
                    <a:pt x="67012" y="33314"/>
                  </a:lnTo>
                  <a:lnTo>
                    <a:pt x="62818" y="36557"/>
                  </a:lnTo>
                  <a:lnTo>
                    <a:pt x="58728" y="39932"/>
                  </a:lnTo>
                  <a:lnTo>
                    <a:pt x="54748" y="43435"/>
                  </a:lnTo>
                  <a:lnTo>
                    <a:pt x="50880" y="47062"/>
                  </a:lnTo>
                  <a:lnTo>
                    <a:pt x="47130" y="50810"/>
                  </a:lnTo>
                  <a:lnTo>
                    <a:pt x="43501" y="54676"/>
                  </a:lnTo>
                  <a:lnTo>
                    <a:pt x="39995" y="58654"/>
                  </a:lnTo>
                  <a:lnTo>
                    <a:pt x="36618" y="62741"/>
                  </a:lnTo>
                  <a:lnTo>
                    <a:pt x="33372" y="66934"/>
                  </a:lnTo>
                  <a:lnTo>
                    <a:pt x="30261" y="71227"/>
                  </a:lnTo>
                  <a:lnTo>
                    <a:pt x="27287" y="75617"/>
                  </a:lnTo>
                  <a:lnTo>
                    <a:pt x="24454" y="80099"/>
                  </a:lnTo>
                  <a:lnTo>
                    <a:pt x="21765" y="84669"/>
                  </a:lnTo>
                  <a:lnTo>
                    <a:pt x="19222" y="89321"/>
                  </a:lnTo>
                  <a:lnTo>
                    <a:pt x="16828" y="94052"/>
                  </a:lnTo>
                  <a:lnTo>
                    <a:pt x="14585" y="98857"/>
                  </a:lnTo>
                  <a:lnTo>
                    <a:pt x="12495" y="103730"/>
                  </a:lnTo>
                  <a:lnTo>
                    <a:pt x="10562" y="108667"/>
                  </a:lnTo>
                  <a:lnTo>
                    <a:pt x="8785" y="113663"/>
                  </a:lnTo>
                  <a:lnTo>
                    <a:pt x="7168" y="118712"/>
                  </a:lnTo>
                  <a:lnTo>
                    <a:pt x="5712" y="123811"/>
                  </a:lnTo>
                  <a:lnTo>
                    <a:pt x="4419" y="128953"/>
                  </a:lnTo>
                  <a:lnTo>
                    <a:pt x="3289" y="134133"/>
                  </a:lnTo>
                  <a:lnTo>
                    <a:pt x="2324" y="139347"/>
                  </a:lnTo>
                  <a:lnTo>
                    <a:pt x="1524" y="144588"/>
                  </a:lnTo>
                  <a:lnTo>
                    <a:pt x="892" y="149853"/>
                  </a:lnTo>
                  <a:lnTo>
                    <a:pt x="427" y="155134"/>
                  </a:lnTo>
                  <a:lnTo>
                    <a:pt x="129" y="160428"/>
                  </a:lnTo>
                  <a:lnTo>
                    <a:pt x="0" y="165729"/>
                  </a:lnTo>
                  <a:lnTo>
                    <a:pt x="38" y="171031"/>
                  </a:lnTo>
                  <a:lnTo>
                    <a:pt x="245" y="176329"/>
                  </a:lnTo>
                  <a:lnTo>
                    <a:pt x="620" y="181618"/>
                  </a:lnTo>
                  <a:lnTo>
                    <a:pt x="1162" y="186892"/>
                  </a:lnTo>
                  <a:lnTo>
                    <a:pt x="1871" y="192147"/>
                  </a:lnTo>
                  <a:lnTo>
                    <a:pt x="2747" y="197376"/>
                  </a:lnTo>
                  <a:lnTo>
                    <a:pt x="3788" y="202575"/>
                  </a:lnTo>
                  <a:lnTo>
                    <a:pt x="4993" y="207739"/>
                  </a:lnTo>
                  <a:lnTo>
                    <a:pt x="6361" y="212861"/>
                  </a:lnTo>
                  <a:lnTo>
                    <a:pt x="7891" y="217938"/>
                  </a:lnTo>
                  <a:lnTo>
                    <a:pt x="9582" y="222963"/>
                  </a:lnTo>
                  <a:lnTo>
                    <a:pt x="11431" y="227933"/>
                  </a:lnTo>
                  <a:lnTo>
                    <a:pt x="13436" y="232841"/>
                  </a:lnTo>
                  <a:lnTo>
                    <a:pt x="15597" y="237683"/>
                  </a:lnTo>
                  <a:lnTo>
                    <a:pt x="17909" y="242454"/>
                  </a:lnTo>
                  <a:lnTo>
                    <a:pt x="20372" y="247150"/>
                  </a:lnTo>
                  <a:lnTo>
                    <a:pt x="22983" y="251765"/>
                  </a:lnTo>
                  <a:lnTo>
                    <a:pt x="25739" y="256295"/>
                  </a:lnTo>
                  <a:lnTo>
                    <a:pt x="28636" y="260735"/>
                  </a:lnTo>
                  <a:lnTo>
                    <a:pt x="31674" y="265081"/>
                  </a:lnTo>
                  <a:lnTo>
                    <a:pt x="34847" y="269329"/>
                  </a:lnTo>
                  <a:lnTo>
                    <a:pt x="38154" y="273473"/>
                  </a:lnTo>
                  <a:lnTo>
                    <a:pt x="41590" y="277511"/>
                  </a:lnTo>
                  <a:lnTo>
                    <a:pt x="45153" y="281438"/>
                  </a:lnTo>
                  <a:lnTo>
                    <a:pt x="48839" y="285250"/>
                  </a:lnTo>
                  <a:lnTo>
                    <a:pt x="52643" y="288943"/>
                  </a:lnTo>
                  <a:lnTo>
                    <a:pt x="56563" y="292513"/>
                  </a:lnTo>
                  <a:lnTo>
                    <a:pt x="60594" y="295958"/>
                  </a:lnTo>
                  <a:lnTo>
                    <a:pt x="64732" y="299273"/>
                  </a:lnTo>
                  <a:lnTo>
                    <a:pt x="68974" y="302455"/>
                  </a:lnTo>
                  <a:lnTo>
                    <a:pt x="73314" y="305501"/>
                  </a:lnTo>
                  <a:lnTo>
                    <a:pt x="77748" y="308407"/>
                  </a:lnTo>
                  <a:lnTo>
                    <a:pt x="82273" y="311172"/>
                  </a:lnTo>
                  <a:lnTo>
                    <a:pt x="86882" y="313792"/>
                  </a:lnTo>
                  <a:lnTo>
                    <a:pt x="91573" y="316264"/>
                  </a:lnTo>
                  <a:lnTo>
                    <a:pt x="96340" y="318586"/>
                  </a:lnTo>
                  <a:lnTo>
                    <a:pt x="101177" y="320756"/>
                  </a:lnTo>
                  <a:lnTo>
                    <a:pt x="106082" y="322771"/>
                  </a:lnTo>
                  <a:lnTo>
                    <a:pt x="111047" y="324630"/>
                  </a:lnTo>
                  <a:lnTo>
                    <a:pt x="116070" y="326330"/>
                  </a:lnTo>
                  <a:lnTo>
                    <a:pt x="121143" y="327870"/>
                  </a:lnTo>
                  <a:lnTo>
                    <a:pt x="126263" y="329249"/>
                  </a:lnTo>
                  <a:lnTo>
                    <a:pt x="131424" y="330465"/>
                  </a:lnTo>
                  <a:lnTo>
                    <a:pt x="136621" y="331516"/>
                  </a:lnTo>
                  <a:lnTo>
                    <a:pt x="141849" y="332402"/>
                  </a:lnTo>
                  <a:lnTo>
                    <a:pt x="147102" y="333121"/>
                  </a:lnTo>
                  <a:lnTo>
                    <a:pt x="152375" y="333674"/>
                  </a:lnTo>
                  <a:lnTo>
                    <a:pt x="157663" y="334059"/>
                  </a:lnTo>
                  <a:lnTo>
                    <a:pt x="162961" y="334276"/>
                  </a:lnTo>
                  <a:lnTo>
                    <a:pt x="168263" y="334325"/>
                  </a:lnTo>
                  <a:lnTo>
                    <a:pt x="173564" y="334206"/>
                  </a:lnTo>
                  <a:lnTo>
                    <a:pt x="178858" y="333919"/>
                  </a:lnTo>
                  <a:lnTo>
                    <a:pt x="184141" y="333464"/>
                  </a:lnTo>
                  <a:lnTo>
                    <a:pt x="189407" y="332842"/>
                  </a:lnTo>
                  <a:lnTo>
                    <a:pt x="194650" y="332053"/>
                  </a:lnTo>
                  <a:lnTo>
                    <a:pt x="199865" y="331099"/>
                  </a:lnTo>
                  <a:lnTo>
                    <a:pt x="205048" y="329979"/>
                  </a:lnTo>
                  <a:lnTo>
                    <a:pt x="210192" y="328696"/>
                  </a:lnTo>
                  <a:lnTo>
                    <a:pt x="215294" y="327250"/>
                  </a:lnTo>
                  <a:lnTo>
                    <a:pt x="220346" y="325643"/>
                  </a:lnTo>
                  <a:lnTo>
                    <a:pt x="225346" y="323876"/>
                  </a:lnTo>
                  <a:lnTo>
                    <a:pt x="230287" y="321952"/>
                  </a:lnTo>
                  <a:lnTo>
                    <a:pt x="235164" y="319872"/>
                  </a:lnTo>
                  <a:lnTo>
                    <a:pt x="239973" y="317639"/>
                  </a:lnTo>
                  <a:lnTo>
                    <a:pt x="244708" y="315254"/>
                  </a:lnTo>
                  <a:lnTo>
                    <a:pt x="249366" y="312720"/>
                  </a:lnTo>
                  <a:lnTo>
                    <a:pt x="253941" y="310040"/>
                  </a:lnTo>
                  <a:lnTo>
                    <a:pt x="258428" y="307216"/>
                  </a:lnTo>
                  <a:lnTo>
                    <a:pt x="262824" y="304251"/>
                  </a:lnTo>
                  <a:lnTo>
                    <a:pt x="267124" y="301148"/>
                  </a:lnTo>
                  <a:lnTo>
                    <a:pt x="271323" y="297911"/>
                  </a:lnTo>
                  <a:lnTo>
                    <a:pt x="275417" y="294541"/>
                  </a:lnTo>
                  <a:lnTo>
                    <a:pt x="279402" y="291044"/>
                  </a:lnTo>
                  <a:lnTo>
                    <a:pt x="283274" y="287422"/>
                  </a:lnTo>
                  <a:lnTo>
                    <a:pt x="287030" y="283679"/>
                  </a:lnTo>
                  <a:lnTo>
                    <a:pt x="290665" y="279819"/>
                  </a:lnTo>
                  <a:lnTo>
                    <a:pt x="294175" y="275846"/>
                  </a:lnTo>
                  <a:lnTo>
                    <a:pt x="297558" y="271763"/>
                  </a:lnTo>
                  <a:lnTo>
                    <a:pt x="300810" y="267575"/>
                  </a:lnTo>
                  <a:lnTo>
                    <a:pt x="303927" y="263286"/>
                  </a:lnTo>
                  <a:lnTo>
                    <a:pt x="306907" y="258900"/>
                  </a:lnTo>
                  <a:lnTo>
                    <a:pt x="309746" y="254422"/>
                  </a:lnTo>
                  <a:lnTo>
                    <a:pt x="312442" y="249856"/>
                  </a:lnTo>
                  <a:lnTo>
                    <a:pt x="314991" y="245207"/>
                  </a:lnTo>
                  <a:lnTo>
                    <a:pt x="317392" y="240480"/>
                  </a:lnTo>
                  <a:lnTo>
                    <a:pt x="319642" y="235678"/>
                  </a:lnTo>
                  <a:lnTo>
                    <a:pt x="321738" y="230808"/>
                  </a:lnTo>
                  <a:lnTo>
                    <a:pt x="323679" y="225874"/>
                  </a:lnTo>
                  <a:lnTo>
                    <a:pt x="325462" y="220881"/>
                  </a:lnTo>
                  <a:lnTo>
                    <a:pt x="327086" y="215833"/>
                  </a:lnTo>
                  <a:lnTo>
                    <a:pt x="328549" y="210737"/>
                  </a:lnTo>
                  <a:lnTo>
                    <a:pt x="329850" y="205597"/>
                  </a:lnTo>
                  <a:lnTo>
                    <a:pt x="330987" y="200418"/>
                  </a:lnTo>
                  <a:lnTo>
                    <a:pt x="331959" y="195206"/>
                  </a:lnTo>
                  <a:lnTo>
                    <a:pt x="332766" y="189965"/>
                  </a:lnTo>
                  <a:lnTo>
                    <a:pt x="333406" y="184702"/>
                  </a:lnTo>
                  <a:lnTo>
                    <a:pt x="333878" y="179420"/>
                  </a:lnTo>
                  <a:lnTo>
                    <a:pt x="334183" y="174127"/>
                  </a:lnTo>
                  <a:lnTo>
                    <a:pt x="334320" y="168827"/>
                  </a:lnTo>
                  <a:lnTo>
                    <a:pt x="334289" y="163525"/>
                  </a:lnTo>
                  <a:lnTo>
                    <a:pt x="334089" y="158226"/>
                  </a:lnTo>
                  <a:lnTo>
                    <a:pt x="333722" y="152937"/>
                  </a:lnTo>
                  <a:lnTo>
                    <a:pt x="333187" y="147661"/>
                  </a:lnTo>
                  <a:lnTo>
                    <a:pt x="332485" y="142406"/>
                  </a:lnTo>
                  <a:lnTo>
                    <a:pt x="331617" y="137175"/>
                  </a:lnTo>
                  <a:lnTo>
                    <a:pt x="330583" y="131975"/>
                  </a:lnTo>
                  <a:lnTo>
                    <a:pt x="329385" y="126810"/>
                  </a:lnTo>
                  <a:lnTo>
                    <a:pt x="328024" y="121685"/>
                  </a:lnTo>
                  <a:lnTo>
                    <a:pt x="326501" y="116607"/>
                  </a:lnTo>
                  <a:lnTo>
                    <a:pt x="324817" y="111579"/>
                  </a:lnTo>
                  <a:lnTo>
                    <a:pt x="322975" y="106607"/>
                  </a:lnTo>
                  <a:lnTo>
                    <a:pt x="320976" y="101696"/>
                  </a:lnTo>
                  <a:lnTo>
                    <a:pt x="318823" y="96851"/>
                  </a:lnTo>
                  <a:lnTo>
                    <a:pt x="316517" y="92076"/>
                  </a:lnTo>
                  <a:lnTo>
                    <a:pt x="314060" y="87377"/>
                  </a:lnTo>
                  <a:lnTo>
                    <a:pt x="311456" y="82759"/>
                  </a:lnTo>
                  <a:lnTo>
                    <a:pt x="308707" y="78225"/>
                  </a:lnTo>
                  <a:lnTo>
                    <a:pt x="305815" y="73781"/>
                  </a:lnTo>
                  <a:lnTo>
                    <a:pt x="302784" y="69430"/>
                  </a:lnTo>
                  <a:lnTo>
                    <a:pt x="299616" y="65178"/>
                  </a:lnTo>
                  <a:lnTo>
                    <a:pt x="296315" y="61029"/>
                  </a:lnTo>
                  <a:lnTo>
                    <a:pt x="292884" y="56987"/>
                  </a:lnTo>
                  <a:lnTo>
                    <a:pt x="289327" y="53055"/>
                  </a:lnTo>
                  <a:lnTo>
                    <a:pt x="285647" y="49238"/>
                  </a:lnTo>
                  <a:lnTo>
                    <a:pt x="281847" y="45539"/>
                  </a:lnTo>
                  <a:lnTo>
                    <a:pt x="277933" y="41963"/>
                  </a:lnTo>
                  <a:lnTo>
                    <a:pt x="273906" y="38513"/>
                  </a:lnTo>
                  <a:lnTo>
                    <a:pt x="269773" y="35193"/>
                  </a:lnTo>
                  <a:lnTo>
                    <a:pt x="265536" y="32005"/>
                  </a:lnTo>
                  <a:lnTo>
                    <a:pt x="261200" y="28953"/>
                  </a:lnTo>
                  <a:lnTo>
                    <a:pt x="256770" y="26040"/>
                  </a:lnTo>
                  <a:lnTo>
                    <a:pt x="252249" y="23269"/>
                  </a:lnTo>
                  <a:lnTo>
                    <a:pt x="247643" y="20643"/>
                  </a:lnTo>
                  <a:lnTo>
                    <a:pt x="242956" y="18165"/>
                  </a:lnTo>
                  <a:lnTo>
                    <a:pt x="238192" y="15836"/>
                  </a:lnTo>
                  <a:lnTo>
                    <a:pt x="233357" y="13659"/>
                  </a:lnTo>
                  <a:lnTo>
                    <a:pt x="228456" y="11637"/>
                  </a:lnTo>
                  <a:lnTo>
                    <a:pt x="223493" y="9771"/>
                  </a:lnTo>
                  <a:lnTo>
                    <a:pt x="218473" y="8064"/>
                  </a:lnTo>
                  <a:lnTo>
                    <a:pt x="213402" y="6517"/>
                  </a:lnTo>
                  <a:lnTo>
                    <a:pt x="208284" y="5131"/>
                  </a:lnTo>
                  <a:lnTo>
                    <a:pt x="203124" y="3909"/>
                  </a:lnTo>
                  <a:lnTo>
                    <a:pt x="197929" y="2850"/>
                  </a:lnTo>
                  <a:lnTo>
                    <a:pt x="192702" y="1957"/>
                  </a:lnTo>
                  <a:lnTo>
                    <a:pt x="187450" y="1230"/>
                  </a:lnTo>
                  <a:lnTo>
                    <a:pt x="182178" y="670"/>
                  </a:lnTo>
                  <a:lnTo>
                    <a:pt x="167161" y="167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3779" y="3170392"/>
              <a:ext cx="15016" cy="167167"/>
            </a:xfrm>
            <a:custGeom>
              <a:avLst/>
              <a:pathLst>
                <a:path w="15016" h="167167">
                  <a:moveTo>
                    <a:pt x="15016" y="67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894009" y="2633064"/>
              <a:ext cx="25002" cy="167167"/>
            </a:xfrm>
            <a:custGeom>
              <a:avLst/>
              <a:pathLst>
                <a:path w="25002" h="167167">
                  <a:moveTo>
                    <a:pt x="25002" y="0"/>
                  </a:moveTo>
                  <a:lnTo>
                    <a:pt x="16640" y="209"/>
                  </a:lnTo>
                  <a:lnTo>
                    <a:pt x="8299" y="836"/>
                  </a:lnTo>
                  <a:lnTo>
                    <a:pt x="0" y="1880"/>
                  </a:lnTo>
                  <a:lnTo>
                    <a:pt x="2500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751846" y="2634944"/>
              <a:ext cx="334332" cy="332442"/>
            </a:xfrm>
            <a:custGeom>
              <a:avLst/>
              <a:pathLst>
                <a:path w="334332" h="332442">
                  <a:moveTo>
                    <a:pt x="142162" y="0"/>
                  </a:moveTo>
                  <a:lnTo>
                    <a:pt x="136937" y="875"/>
                  </a:lnTo>
                  <a:lnTo>
                    <a:pt x="131742" y="1915"/>
                  </a:lnTo>
                  <a:lnTo>
                    <a:pt x="126583" y="3120"/>
                  </a:lnTo>
                  <a:lnTo>
                    <a:pt x="121465" y="4487"/>
                  </a:lnTo>
                  <a:lnTo>
                    <a:pt x="116392" y="6016"/>
                  </a:lnTo>
                  <a:lnTo>
                    <a:pt x="111371" y="7705"/>
                  </a:lnTo>
                  <a:lnTo>
                    <a:pt x="106405" y="9552"/>
                  </a:lnTo>
                  <a:lnTo>
                    <a:pt x="101501" y="11556"/>
                  </a:lnTo>
                  <a:lnTo>
                    <a:pt x="96662" y="13714"/>
                  </a:lnTo>
                  <a:lnTo>
                    <a:pt x="91895" y="16024"/>
                  </a:lnTo>
                  <a:lnTo>
                    <a:pt x="87202" y="18484"/>
                  </a:lnTo>
                  <a:lnTo>
                    <a:pt x="82591" y="21092"/>
                  </a:lnTo>
                  <a:lnTo>
                    <a:pt x="78064" y="23844"/>
                  </a:lnTo>
                  <a:lnTo>
                    <a:pt x="73626" y="26738"/>
                  </a:lnTo>
                  <a:lnTo>
                    <a:pt x="69283" y="29772"/>
                  </a:lnTo>
                  <a:lnTo>
                    <a:pt x="65038" y="32942"/>
                  </a:lnTo>
                  <a:lnTo>
                    <a:pt x="60895" y="36245"/>
                  </a:lnTo>
                  <a:lnTo>
                    <a:pt x="56860" y="39677"/>
                  </a:lnTo>
                  <a:lnTo>
                    <a:pt x="52935" y="43235"/>
                  </a:lnTo>
                  <a:lnTo>
                    <a:pt x="49124" y="46916"/>
                  </a:lnTo>
                  <a:lnTo>
                    <a:pt x="45433" y="50716"/>
                  </a:lnTo>
                  <a:lnTo>
                    <a:pt x="41863" y="54631"/>
                  </a:lnTo>
                  <a:lnTo>
                    <a:pt x="38420" y="58658"/>
                  </a:lnTo>
                  <a:lnTo>
                    <a:pt x="35105" y="62791"/>
                  </a:lnTo>
                  <a:lnTo>
                    <a:pt x="31924" y="67027"/>
                  </a:lnTo>
                  <a:lnTo>
                    <a:pt x="28878" y="71362"/>
                  </a:lnTo>
                  <a:lnTo>
                    <a:pt x="25971" y="75791"/>
                  </a:lnTo>
                  <a:lnTo>
                    <a:pt x="23206" y="80310"/>
                  </a:lnTo>
                  <a:lnTo>
                    <a:pt x="20586" y="84915"/>
                  </a:lnTo>
                  <a:lnTo>
                    <a:pt x="18112" y="89600"/>
                  </a:lnTo>
                  <a:lnTo>
                    <a:pt x="15789" y="94361"/>
                  </a:lnTo>
                  <a:lnTo>
                    <a:pt x="13617" y="99194"/>
                  </a:lnTo>
                  <a:lnTo>
                    <a:pt x="11600" y="104093"/>
                  </a:lnTo>
                  <a:lnTo>
                    <a:pt x="9739" y="109053"/>
                  </a:lnTo>
                  <a:lnTo>
                    <a:pt x="8036" y="114070"/>
                  </a:lnTo>
                  <a:lnTo>
                    <a:pt x="6493" y="119138"/>
                  </a:lnTo>
                  <a:lnTo>
                    <a:pt x="5111" y="124253"/>
                  </a:lnTo>
                  <a:lnTo>
                    <a:pt x="3892" y="129408"/>
                  </a:lnTo>
                  <a:lnTo>
                    <a:pt x="2838" y="134600"/>
                  </a:lnTo>
                  <a:lnTo>
                    <a:pt x="1948" y="139823"/>
                  </a:lnTo>
                  <a:lnTo>
                    <a:pt x="1224" y="145071"/>
                  </a:lnTo>
                  <a:lnTo>
                    <a:pt x="666" y="150340"/>
                  </a:lnTo>
                  <a:lnTo>
                    <a:pt x="276" y="155623"/>
                  </a:lnTo>
                  <a:lnTo>
                    <a:pt x="54" y="160917"/>
                  </a:lnTo>
                  <a:lnTo>
                    <a:pt x="0" y="166214"/>
                  </a:lnTo>
                  <a:lnTo>
                    <a:pt x="113" y="171511"/>
                  </a:lnTo>
                  <a:lnTo>
                    <a:pt x="394" y="176801"/>
                  </a:lnTo>
                  <a:lnTo>
                    <a:pt x="843" y="182080"/>
                  </a:lnTo>
                  <a:lnTo>
                    <a:pt x="1458" y="187342"/>
                  </a:lnTo>
                  <a:lnTo>
                    <a:pt x="2240" y="192582"/>
                  </a:lnTo>
                  <a:lnTo>
                    <a:pt x="3188" y="197795"/>
                  </a:lnTo>
                  <a:lnTo>
                    <a:pt x="4301" y="202975"/>
                  </a:lnTo>
                  <a:lnTo>
                    <a:pt x="5577" y="208117"/>
                  </a:lnTo>
                  <a:lnTo>
                    <a:pt x="7015" y="213216"/>
                  </a:lnTo>
                  <a:lnTo>
                    <a:pt x="8614" y="218266"/>
                  </a:lnTo>
                  <a:lnTo>
                    <a:pt x="10373" y="223264"/>
                  </a:lnTo>
                  <a:lnTo>
                    <a:pt x="12289" y="228203"/>
                  </a:lnTo>
                  <a:lnTo>
                    <a:pt x="14360" y="233079"/>
                  </a:lnTo>
                  <a:lnTo>
                    <a:pt x="16585" y="237888"/>
                  </a:lnTo>
                  <a:lnTo>
                    <a:pt x="18961" y="242623"/>
                  </a:lnTo>
                  <a:lnTo>
                    <a:pt x="21487" y="247280"/>
                  </a:lnTo>
                  <a:lnTo>
                    <a:pt x="24158" y="251855"/>
                  </a:lnTo>
                  <a:lnTo>
                    <a:pt x="26973" y="256343"/>
                  </a:lnTo>
                  <a:lnTo>
                    <a:pt x="29929" y="260740"/>
                  </a:lnTo>
                  <a:lnTo>
                    <a:pt x="33023" y="265041"/>
                  </a:lnTo>
                  <a:lnTo>
                    <a:pt x="36251" y="269242"/>
                  </a:lnTo>
                  <a:lnTo>
                    <a:pt x="39611" y="273338"/>
                  </a:lnTo>
                  <a:lnTo>
                    <a:pt x="43099" y="277326"/>
                  </a:lnTo>
                  <a:lnTo>
                    <a:pt x="46712" y="281201"/>
                  </a:lnTo>
                  <a:lnTo>
                    <a:pt x="50445" y="284960"/>
                  </a:lnTo>
                  <a:lnTo>
                    <a:pt x="54296" y="288598"/>
                  </a:lnTo>
                  <a:lnTo>
                    <a:pt x="58260" y="292113"/>
                  </a:lnTo>
                  <a:lnTo>
                    <a:pt x="62334" y="295500"/>
                  </a:lnTo>
                  <a:lnTo>
                    <a:pt x="66513" y="298757"/>
                  </a:lnTo>
                  <a:lnTo>
                    <a:pt x="70793" y="301879"/>
                  </a:lnTo>
                  <a:lnTo>
                    <a:pt x="75170" y="304864"/>
                  </a:lnTo>
                  <a:lnTo>
                    <a:pt x="79639" y="307709"/>
                  </a:lnTo>
                  <a:lnTo>
                    <a:pt x="84196" y="310411"/>
                  </a:lnTo>
                  <a:lnTo>
                    <a:pt x="88836" y="312968"/>
                  </a:lnTo>
                  <a:lnTo>
                    <a:pt x="93556" y="315376"/>
                  </a:lnTo>
                  <a:lnTo>
                    <a:pt x="98349" y="317633"/>
                  </a:lnTo>
                  <a:lnTo>
                    <a:pt x="103211" y="319737"/>
                  </a:lnTo>
                  <a:lnTo>
                    <a:pt x="108137" y="321686"/>
                  </a:lnTo>
                  <a:lnTo>
                    <a:pt x="113123" y="323478"/>
                  </a:lnTo>
                  <a:lnTo>
                    <a:pt x="118163" y="325111"/>
                  </a:lnTo>
                  <a:lnTo>
                    <a:pt x="123252" y="326583"/>
                  </a:lnTo>
                  <a:lnTo>
                    <a:pt x="128385" y="327894"/>
                  </a:lnTo>
                  <a:lnTo>
                    <a:pt x="133558" y="329041"/>
                  </a:lnTo>
                  <a:lnTo>
                    <a:pt x="138764" y="330024"/>
                  </a:lnTo>
                  <a:lnTo>
                    <a:pt x="143998" y="330841"/>
                  </a:lnTo>
                  <a:lnTo>
                    <a:pt x="149256" y="331492"/>
                  </a:lnTo>
                  <a:lnTo>
                    <a:pt x="154532" y="331976"/>
                  </a:lnTo>
                  <a:lnTo>
                    <a:pt x="159820" y="332293"/>
                  </a:lnTo>
                  <a:lnTo>
                    <a:pt x="165116" y="332442"/>
                  </a:lnTo>
                  <a:lnTo>
                    <a:pt x="170414" y="332423"/>
                  </a:lnTo>
                  <a:lnTo>
                    <a:pt x="175709" y="332236"/>
                  </a:lnTo>
                  <a:lnTo>
                    <a:pt x="180995" y="331881"/>
                  </a:lnTo>
                  <a:lnTo>
                    <a:pt x="186267" y="331359"/>
                  </a:lnTo>
                  <a:lnTo>
                    <a:pt x="191520" y="330670"/>
                  </a:lnTo>
                  <a:lnTo>
                    <a:pt x="196748" y="329816"/>
                  </a:lnTo>
                  <a:lnTo>
                    <a:pt x="201947" y="328795"/>
                  </a:lnTo>
                  <a:lnTo>
                    <a:pt x="207111" y="327611"/>
                  </a:lnTo>
                  <a:lnTo>
                    <a:pt x="212235" y="326264"/>
                  </a:lnTo>
                  <a:lnTo>
                    <a:pt x="217313" y="324755"/>
                  </a:lnTo>
                  <a:lnTo>
                    <a:pt x="222341" y="323085"/>
                  </a:lnTo>
                  <a:lnTo>
                    <a:pt x="227314" y="321258"/>
                  </a:lnTo>
                  <a:lnTo>
                    <a:pt x="232226" y="319273"/>
                  </a:lnTo>
                  <a:lnTo>
                    <a:pt x="237073" y="317134"/>
                  </a:lnTo>
                  <a:lnTo>
                    <a:pt x="241850" y="314843"/>
                  </a:lnTo>
                  <a:lnTo>
                    <a:pt x="246552" y="312401"/>
                  </a:lnTo>
                  <a:lnTo>
                    <a:pt x="251174" y="309811"/>
                  </a:lnTo>
                  <a:lnTo>
                    <a:pt x="255711" y="307077"/>
                  </a:lnTo>
                  <a:lnTo>
                    <a:pt x="260160" y="304200"/>
                  </a:lnTo>
                  <a:lnTo>
                    <a:pt x="264515" y="301183"/>
                  </a:lnTo>
                  <a:lnTo>
                    <a:pt x="268773" y="298030"/>
                  </a:lnTo>
                  <a:lnTo>
                    <a:pt x="272928" y="294743"/>
                  </a:lnTo>
                  <a:lnTo>
                    <a:pt x="276977" y="291327"/>
                  </a:lnTo>
                  <a:lnTo>
                    <a:pt x="280916" y="287784"/>
                  </a:lnTo>
                  <a:lnTo>
                    <a:pt x="284741" y="284118"/>
                  </a:lnTo>
                  <a:lnTo>
                    <a:pt x="288447" y="280332"/>
                  </a:lnTo>
                  <a:lnTo>
                    <a:pt x="292032" y="276431"/>
                  </a:lnTo>
                  <a:lnTo>
                    <a:pt x="295491" y="272418"/>
                  </a:lnTo>
                  <a:lnTo>
                    <a:pt x="298821" y="268298"/>
                  </a:lnTo>
                  <a:lnTo>
                    <a:pt x="302020" y="264074"/>
                  </a:lnTo>
                  <a:lnTo>
                    <a:pt x="305082" y="259751"/>
                  </a:lnTo>
                  <a:lnTo>
                    <a:pt x="308006" y="255334"/>
                  </a:lnTo>
                  <a:lnTo>
                    <a:pt x="310789" y="250825"/>
                  </a:lnTo>
                  <a:lnTo>
                    <a:pt x="313428" y="246231"/>
                  </a:lnTo>
                  <a:lnTo>
                    <a:pt x="315919" y="241556"/>
                  </a:lnTo>
                  <a:lnTo>
                    <a:pt x="318261" y="236803"/>
                  </a:lnTo>
                  <a:lnTo>
                    <a:pt x="320452" y="231980"/>
                  </a:lnTo>
                  <a:lnTo>
                    <a:pt x="322488" y="227089"/>
                  </a:lnTo>
                  <a:lnTo>
                    <a:pt x="324369" y="222136"/>
                  </a:lnTo>
                  <a:lnTo>
                    <a:pt x="326091" y="217125"/>
                  </a:lnTo>
                  <a:lnTo>
                    <a:pt x="327654" y="212063"/>
                  </a:lnTo>
                  <a:lnTo>
                    <a:pt x="329056" y="206954"/>
                  </a:lnTo>
                  <a:lnTo>
                    <a:pt x="330295" y="201803"/>
                  </a:lnTo>
                  <a:lnTo>
                    <a:pt x="331370" y="196615"/>
                  </a:lnTo>
                  <a:lnTo>
                    <a:pt x="332280" y="191396"/>
                  </a:lnTo>
                  <a:lnTo>
                    <a:pt x="333025" y="186151"/>
                  </a:lnTo>
                  <a:lnTo>
                    <a:pt x="333603" y="180885"/>
                  </a:lnTo>
                  <a:lnTo>
                    <a:pt x="334013" y="175603"/>
                  </a:lnTo>
                  <a:lnTo>
                    <a:pt x="334256" y="170310"/>
                  </a:lnTo>
                  <a:lnTo>
                    <a:pt x="334332" y="165013"/>
                  </a:lnTo>
                  <a:lnTo>
                    <a:pt x="334239" y="159716"/>
                  </a:lnTo>
                  <a:lnTo>
                    <a:pt x="333979" y="154424"/>
                  </a:lnTo>
                  <a:lnTo>
                    <a:pt x="333551" y="149144"/>
                  </a:lnTo>
                  <a:lnTo>
                    <a:pt x="332955" y="143879"/>
                  </a:lnTo>
                  <a:lnTo>
                    <a:pt x="332194" y="138636"/>
                  </a:lnTo>
                  <a:lnTo>
                    <a:pt x="331266" y="133420"/>
                  </a:lnTo>
                  <a:lnTo>
                    <a:pt x="330174" y="128236"/>
                  </a:lnTo>
                  <a:lnTo>
                    <a:pt x="328918" y="123089"/>
                  </a:lnTo>
                  <a:lnTo>
                    <a:pt x="327500" y="117984"/>
                  </a:lnTo>
                  <a:lnTo>
                    <a:pt x="325920" y="112927"/>
                  </a:lnTo>
                  <a:lnTo>
                    <a:pt x="324181" y="107923"/>
                  </a:lnTo>
                  <a:lnTo>
                    <a:pt x="322285" y="102976"/>
                  </a:lnTo>
                  <a:lnTo>
                    <a:pt x="320232" y="98092"/>
                  </a:lnTo>
                  <a:lnTo>
                    <a:pt x="318026" y="93275"/>
                  </a:lnTo>
                  <a:lnTo>
                    <a:pt x="315669" y="88531"/>
                  </a:lnTo>
                  <a:lnTo>
                    <a:pt x="313162" y="83863"/>
                  </a:lnTo>
                  <a:lnTo>
                    <a:pt x="310508" y="79278"/>
                  </a:lnTo>
                  <a:lnTo>
                    <a:pt x="307711" y="74779"/>
                  </a:lnTo>
                  <a:lnTo>
                    <a:pt x="304772" y="70371"/>
                  </a:lnTo>
                  <a:lnTo>
                    <a:pt x="301695" y="66058"/>
                  </a:lnTo>
                  <a:lnTo>
                    <a:pt x="298483" y="61844"/>
                  </a:lnTo>
                  <a:lnTo>
                    <a:pt x="295139" y="57735"/>
                  </a:lnTo>
                  <a:lnTo>
                    <a:pt x="291667" y="53734"/>
                  </a:lnTo>
                  <a:lnTo>
                    <a:pt x="288069" y="49844"/>
                  </a:lnTo>
                  <a:lnTo>
                    <a:pt x="284351" y="46071"/>
                  </a:lnTo>
                  <a:lnTo>
                    <a:pt x="280514" y="42418"/>
                  </a:lnTo>
                  <a:lnTo>
                    <a:pt x="276564" y="38887"/>
                  </a:lnTo>
                  <a:lnTo>
                    <a:pt x="272503" y="35484"/>
                  </a:lnTo>
                  <a:lnTo>
                    <a:pt x="268337" y="32211"/>
                  </a:lnTo>
                  <a:lnTo>
                    <a:pt x="264069" y="29072"/>
                  </a:lnTo>
                  <a:lnTo>
                    <a:pt x="259704" y="26070"/>
                  </a:lnTo>
                  <a:lnTo>
                    <a:pt x="255246" y="23207"/>
                  </a:lnTo>
                  <a:lnTo>
                    <a:pt x="250700" y="20487"/>
                  </a:lnTo>
                  <a:lnTo>
                    <a:pt x="246069" y="17913"/>
                  </a:lnTo>
                  <a:lnTo>
                    <a:pt x="241360" y="15487"/>
                  </a:lnTo>
                  <a:lnTo>
                    <a:pt x="236575" y="13211"/>
                  </a:lnTo>
                  <a:lnTo>
                    <a:pt x="231721" y="11088"/>
                  </a:lnTo>
                  <a:lnTo>
                    <a:pt x="226803" y="9119"/>
                  </a:lnTo>
                  <a:lnTo>
                    <a:pt x="221824" y="7308"/>
                  </a:lnTo>
                  <a:lnTo>
                    <a:pt x="167164" y="1652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19011" y="2633064"/>
              <a:ext cx="54659" cy="167167"/>
            </a:xfrm>
            <a:custGeom>
              <a:avLst/>
              <a:pathLst>
                <a:path w="54659" h="167167">
                  <a:moveTo>
                    <a:pt x="54659" y="9188"/>
                  </a:moveTo>
                  <a:lnTo>
                    <a:pt x="48776" y="7274"/>
                  </a:lnTo>
                  <a:lnTo>
                    <a:pt x="42826" y="5578"/>
                  </a:lnTo>
                  <a:lnTo>
                    <a:pt x="36818" y="4104"/>
                  </a:lnTo>
                  <a:lnTo>
                    <a:pt x="30759" y="2854"/>
                  </a:lnTo>
                  <a:lnTo>
                    <a:pt x="24658" y="1828"/>
                  </a:lnTo>
                  <a:lnTo>
                    <a:pt x="18523" y="1029"/>
                  </a:lnTo>
                  <a:lnTo>
                    <a:pt x="12362" y="457"/>
                  </a:lnTo>
                  <a:lnTo>
                    <a:pt x="6185" y="11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3289" y="2126963"/>
              <a:ext cx="5182" cy="167167"/>
            </a:xfrm>
            <a:custGeom>
              <a:avLst/>
              <a:pathLst>
                <a:path w="5182" h="167167">
                  <a:moveTo>
                    <a:pt x="5182" y="0"/>
                  </a:moveTo>
                  <a:lnTo>
                    <a:pt x="0" y="80"/>
                  </a:lnTo>
                  <a:lnTo>
                    <a:pt x="518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3289" y="2127044"/>
              <a:ext cx="5182" cy="167087"/>
            </a:xfrm>
            <a:custGeom>
              <a:avLst/>
              <a:pathLst>
                <a:path w="5182" h="167087">
                  <a:moveTo>
                    <a:pt x="0" y="0"/>
                  </a:moveTo>
                  <a:lnTo>
                    <a:pt x="5182" y="16708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3289" y="2127044"/>
              <a:ext cx="5182" cy="167087"/>
            </a:xfrm>
            <a:custGeom>
              <a:avLst/>
              <a:pathLst>
                <a:path w="5182" h="167087">
                  <a:moveTo>
                    <a:pt x="0" y="0"/>
                  </a:moveTo>
                  <a:lnTo>
                    <a:pt x="5182" y="167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3289" y="2127044"/>
              <a:ext cx="5182" cy="167087"/>
            </a:xfrm>
            <a:custGeom>
              <a:avLst/>
              <a:pathLst>
                <a:path w="5182" h="167087">
                  <a:moveTo>
                    <a:pt x="0" y="0"/>
                  </a:moveTo>
                  <a:lnTo>
                    <a:pt x="5182" y="167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3289" y="2127044"/>
              <a:ext cx="5182" cy="167087"/>
            </a:xfrm>
            <a:custGeom>
              <a:avLst/>
              <a:pathLst>
                <a:path w="5182" h="167087">
                  <a:moveTo>
                    <a:pt x="0" y="0"/>
                  </a:moveTo>
                  <a:lnTo>
                    <a:pt x="5182" y="167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3289" y="2127044"/>
              <a:ext cx="5182" cy="167087"/>
            </a:xfrm>
            <a:custGeom>
              <a:avLst/>
              <a:pathLst>
                <a:path w="5182" h="167087">
                  <a:moveTo>
                    <a:pt x="0" y="0"/>
                  </a:moveTo>
                  <a:lnTo>
                    <a:pt x="5182" y="167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3289" y="2127044"/>
              <a:ext cx="5182" cy="167087"/>
            </a:xfrm>
            <a:custGeom>
              <a:avLst/>
              <a:pathLst>
                <a:path w="5182" h="167087">
                  <a:moveTo>
                    <a:pt x="0" y="0"/>
                  </a:moveTo>
                  <a:lnTo>
                    <a:pt x="5182" y="1670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3289" y="2127044"/>
              <a:ext cx="5182" cy="167087"/>
            </a:xfrm>
            <a:custGeom>
              <a:avLst/>
              <a:pathLst>
                <a:path w="5182" h="167087">
                  <a:moveTo>
                    <a:pt x="0" y="0"/>
                  </a:moveTo>
                  <a:lnTo>
                    <a:pt x="5182" y="1670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3289" y="2127044"/>
              <a:ext cx="5182" cy="167087"/>
            </a:xfrm>
            <a:custGeom>
              <a:avLst/>
              <a:pathLst>
                <a:path w="5182" h="167087">
                  <a:moveTo>
                    <a:pt x="0" y="0"/>
                  </a:moveTo>
                  <a:lnTo>
                    <a:pt x="5182" y="1670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3289" y="2127044"/>
              <a:ext cx="5182" cy="167087"/>
            </a:xfrm>
            <a:custGeom>
              <a:avLst/>
              <a:pathLst>
                <a:path w="5182" h="167087">
                  <a:moveTo>
                    <a:pt x="0" y="0"/>
                  </a:moveTo>
                  <a:lnTo>
                    <a:pt x="5182" y="1670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3289" y="2127044"/>
              <a:ext cx="5182" cy="167087"/>
            </a:xfrm>
            <a:custGeom>
              <a:avLst/>
              <a:pathLst>
                <a:path w="5182" h="167087">
                  <a:moveTo>
                    <a:pt x="0" y="0"/>
                  </a:moveTo>
                  <a:lnTo>
                    <a:pt x="5182" y="167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3289" y="2127044"/>
              <a:ext cx="5182" cy="167087"/>
            </a:xfrm>
            <a:custGeom>
              <a:avLst/>
              <a:pathLst>
                <a:path w="5182" h="167087">
                  <a:moveTo>
                    <a:pt x="0" y="0"/>
                  </a:moveTo>
                  <a:lnTo>
                    <a:pt x="5182" y="167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3289" y="2127044"/>
              <a:ext cx="5182" cy="167087"/>
            </a:xfrm>
            <a:custGeom>
              <a:avLst/>
              <a:pathLst>
                <a:path w="5182" h="167087">
                  <a:moveTo>
                    <a:pt x="0" y="0"/>
                  </a:moveTo>
                  <a:lnTo>
                    <a:pt x="5182" y="167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3289" y="2127044"/>
              <a:ext cx="5182" cy="167087"/>
            </a:xfrm>
            <a:custGeom>
              <a:avLst/>
              <a:pathLst>
                <a:path w="5182" h="167087">
                  <a:moveTo>
                    <a:pt x="0" y="0"/>
                  </a:moveTo>
                  <a:lnTo>
                    <a:pt x="5182" y="167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3289" y="2127044"/>
              <a:ext cx="5182" cy="167087"/>
            </a:xfrm>
            <a:custGeom>
              <a:avLst/>
              <a:pathLst>
                <a:path w="5182" h="167087">
                  <a:moveTo>
                    <a:pt x="0" y="0"/>
                  </a:moveTo>
                  <a:lnTo>
                    <a:pt x="5182" y="16708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3289" y="2127044"/>
              <a:ext cx="5182" cy="167087"/>
            </a:xfrm>
            <a:custGeom>
              <a:avLst/>
              <a:pathLst>
                <a:path w="5182" h="167087">
                  <a:moveTo>
                    <a:pt x="0" y="0"/>
                  </a:moveTo>
                  <a:lnTo>
                    <a:pt x="5182" y="1670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3289" y="2127044"/>
              <a:ext cx="5182" cy="167087"/>
            </a:xfrm>
            <a:custGeom>
              <a:avLst/>
              <a:pathLst>
                <a:path w="5182" h="167087">
                  <a:moveTo>
                    <a:pt x="0" y="0"/>
                  </a:moveTo>
                  <a:lnTo>
                    <a:pt x="5182" y="1670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3289" y="2127044"/>
              <a:ext cx="5182" cy="167087"/>
            </a:xfrm>
            <a:custGeom>
              <a:avLst/>
              <a:pathLst>
                <a:path w="5182" h="167087">
                  <a:moveTo>
                    <a:pt x="0" y="0"/>
                  </a:moveTo>
                  <a:lnTo>
                    <a:pt x="5182" y="16708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3289" y="2127044"/>
              <a:ext cx="5182" cy="167087"/>
            </a:xfrm>
            <a:custGeom>
              <a:avLst/>
              <a:pathLst>
                <a:path w="5182" h="167087">
                  <a:moveTo>
                    <a:pt x="0" y="0"/>
                  </a:moveTo>
                  <a:lnTo>
                    <a:pt x="5182" y="167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3289" y="2127044"/>
              <a:ext cx="5182" cy="167087"/>
            </a:xfrm>
            <a:custGeom>
              <a:avLst/>
              <a:pathLst>
                <a:path w="5182" h="167087">
                  <a:moveTo>
                    <a:pt x="0" y="0"/>
                  </a:moveTo>
                  <a:lnTo>
                    <a:pt x="5182" y="167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3289" y="2127044"/>
              <a:ext cx="5182" cy="167087"/>
            </a:xfrm>
            <a:custGeom>
              <a:avLst/>
              <a:pathLst>
                <a:path w="5182" h="167087">
                  <a:moveTo>
                    <a:pt x="0" y="0"/>
                  </a:moveTo>
                  <a:lnTo>
                    <a:pt x="5182" y="167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3289" y="2127044"/>
              <a:ext cx="5182" cy="167087"/>
            </a:xfrm>
            <a:custGeom>
              <a:avLst/>
              <a:pathLst>
                <a:path w="5182" h="167087">
                  <a:moveTo>
                    <a:pt x="0" y="0"/>
                  </a:moveTo>
                  <a:lnTo>
                    <a:pt x="5182" y="167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3289" y="2127044"/>
              <a:ext cx="5182" cy="167087"/>
            </a:xfrm>
            <a:custGeom>
              <a:avLst/>
              <a:pathLst>
                <a:path w="5182" h="167087">
                  <a:moveTo>
                    <a:pt x="0" y="0"/>
                  </a:moveTo>
                  <a:lnTo>
                    <a:pt x="5182" y="1670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3289" y="2127044"/>
              <a:ext cx="5182" cy="167087"/>
            </a:xfrm>
            <a:custGeom>
              <a:avLst/>
              <a:pathLst>
                <a:path w="5182" h="167087">
                  <a:moveTo>
                    <a:pt x="0" y="0"/>
                  </a:moveTo>
                  <a:lnTo>
                    <a:pt x="5182" y="1670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561315" y="2127044"/>
              <a:ext cx="334324" cy="334247"/>
            </a:xfrm>
            <a:custGeom>
              <a:avLst/>
              <a:pathLst>
                <a:path w="334324" h="334247">
                  <a:moveTo>
                    <a:pt x="161974" y="0"/>
                  </a:moveTo>
                  <a:lnTo>
                    <a:pt x="156689" y="247"/>
                  </a:lnTo>
                  <a:lnTo>
                    <a:pt x="151415" y="662"/>
                  </a:lnTo>
                  <a:lnTo>
                    <a:pt x="146157" y="1243"/>
                  </a:lnTo>
                  <a:lnTo>
                    <a:pt x="140919" y="1991"/>
                  </a:lnTo>
                  <a:lnTo>
                    <a:pt x="135708" y="2904"/>
                  </a:lnTo>
                  <a:lnTo>
                    <a:pt x="130528" y="3981"/>
                  </a:lnTo>
                  <a:lnTo>
                    <a:pt x="125385" y="5222"/>
                  </a:lnTo>
                  <a:lnTo>
                    <a:pt x="120284" y="6625"/>
                  </a:lnTo>
                  <a:lnTo>
                    <a:pt x="115230" y="8189"/>
                  </a:lnTo>
                  <a:lnTo>
                    <a:pt x="110227" y="9912"/>
                  </a:lnTo>
                  <a:lnTo>
                    <a:pt x="105282" y="11792"/>
                  </a:lnTo>
                  <a:lnTo>
                    <a:pt x="100399" y="13827"/>
                  </a:lnTo>
                  <a:lnTo>
                    <a:pt x="95583" y="16017"/>
                  </a:lnTo>
                  <a:lnTo>
                    <a:pt x="90838" y="18357"/>
                  </a:lnTo>
                  <a:lnTo>
                    <a:pt x="86170" y="20847"/>
                  </a:lnTo>
                  <a:lnTo>
                    <a:pt x="81583" y="23483"/>
                  </a:lnTo>
                  <a:lnTo>
                    <a:pt x="77081" y="26263"/>
                  </a:lnTo>
                  <a:lnTo>
                    <a:pt x="72670" y="29184"/>
                  </a:lnTo>
                  <a:lnTo>
                    <a:pt x="68353" y="32243"/>
                  </a:lnTo>
                  <a:lnTo>
                    <a:pt x="64136" y="35437"/>
                  </a:lnTo>
                  <a:lnTo>
                    <a:pt x="60022" y="38763"/>
                  </a:lnTo>
                  <a:lnTo>
                    <a:pt x="56014" y="42217"/>
                  </a:lnTo>
                  <a:lnTo>
                    <a:pt x="52119" y="45797"/>
                  </a:lnTo>
                  <a:lnTo>
                    <a:pt x="48338" y="49498"/>
                  </a:lnTo>
                  <a:lnTo>
                    <a:pt x="44677" y="53317"/>
                  </a:lnTo>
                  <a:lnTo>
                    <a:pt x="41138" y="57250"/>
                  </a:lnTo>
                  <a:lnTo>
                    <a:pt x="37725" y="61292"/>
                  </a:lnTo>
                  <a:lnTo>
                    <a:pt x="34442" y="65441"/>
                  </a:lnTo>
                  <a:lnTo>
                    <a:pt x="31292" y="69692"/>
                  </a:lnTo>
                  <a:lnTo>
                    <a:pt x="28278" y="74040"/>
                  </a:lnTo>
                  <a:lnTo>
                    <a:pt x="25403" y="78481"/>
                  </a:lnTo>
                  <a:lnTo>
                    <a:pt x="22670" y="83011"/>
                  </a:lnTo>
                  <a:lnTo>
                    <a:pt x="20082" y="87626"/>
                  </a:lnTo>
                  <a:lnTo>
                    <a:pt x="17641" y="92319"/>
                  </a:lnTo>
                  <a:lnTo>
                    <a:pt x="15350" y="97088"/>
                  </a:lnTo>
                  <a:lnTo>
                    <a:pt x="13211" y="101927"/>
                  </a:lnTo>
                  <a:lnTo>
                    <a:pt x="11226" y="106831"/>
                  </a:lnTo>
                  <a:lnTo>
                    <a:pt x="9398" y="111796"/>
                  </a:lnTo>
                  <a:lnTo>
                    <a:pt x="7727" y="116816"/>
                  </a:lnTo>
                  <a:lnTo>
                    <a:pt x="6216" y="121886"/>
                  </a:lnTo>
                  <a:lnTo>
                    <a:pt x="4866" y="127001"/>
                  </a:lnTo>
                  <a:lnTo>
                    <a:pt x="3679" y="132157"/>
                  </a:lnTo>
                  <a:lnTo>
                    <a:pt x="2656" y="137348"/>
                  </a:lnTo>
                  <a:lnTo>
                    <a:pt x="1797" y="142568"/>
                  </a:lnTo>
                  <a:lnTo>
                    <a:pt x="1104" y="147813"/>
                  </a:lnTo>
                  <a:lnTo>
                    <a:pt x="577" y="153077"/>
                  </a:lnTo>
                  <a:lnTo>
                    <a:pt x="217" y="158356"/>
                  </a:lnTo>
                  <a:lnTo>
                    <a:pt x="25" y="163643"/>
                  </a:lnTo>
                  <a:lnTo>
                    <a:pt x="0" y="168933"/>
                  </a:lnTo>
                  <a:lnTo>
                    <a:pt x="142" y="174222"/>
                  </a:lnTo>
                  <a:lnTo>
                    <a:pt x="451" y="179503"/>
                  </a:lnTo>
                  <a:lnTo>
                    <a:pt x="928" y="184773"/>
                  </a:lnTo>
                  <a:lnTo>
                    <a:pt x="1570" y="190024"/>
                  </a:lnTo>
                  <a:lnTo>
                    <a:pt x="2379" y="195252"/>
                  </a:lnTo>
                  <a:lnTo>
                    <a:pt x="3353" y="200453"/>
                  </a:lnTo>
                  <a:lnTo>
                    <a:pt x="4491" y="205619"/>
                  </a:lnTo>
                  <a:lnTo>
                    <a:pt x="5792" y="210747"/>
                  </a:lnTo>
                  <a:lnTo>
                    <a:pt x="7254" y="215832"/>
                  </a:lnTo>
                  <a:lnTo>
                    <a:pt x="8877" y="220868"/>
                  </a:lnTo>
                  <a:lnTo>
                    <a:pt x="10658" y="225849"/>
                  </a:lnTo>
                  <a:lnTo>
                    <a:pt x="12596" y="230772"/>
                  </a:lnTo>
                  <a:lnTo>
                    <a:pt x="14688" y="235631"/>
                  </a:lnTo>
                  <a:lnTo>
                    <a:pt x="16934" y="240422"/>
                  </a:lnTo>
                  <a:lnTo>
                    <a:pt x="19330" y="245139"/>
                  </a:lnTo>
                  <a:lnTo>
                    <a:pt x="21874" y="249777"/>
                  </a:lnTo>
                  <a:lnTo>
                    <a:pt x="24563" y="254333"/>
                  </a:lnTo>
                  <a:lnTo>
                    <a:pt x="27395" y="258802"/>
                  </a:lnTo>
                  <a:lnTo>
                    <a:pt x="30368" y="263179"/>
                  </a:lnTo>
                  <a:lnTo>
                    <a:pt x="33477" y="267459"/>
                  </a:lnTo>
                  <a:lnTo>
                    <a:pt x="36720" y="271639"/>
                  </a:lnTo>
                  <a:lnTo>
                    <a:pt x="40094" y="275714"/>
                  </a:lnTo>
                  <a:lnTo>
                    <a:pt x="43595" y="279681"/>
                  </a:lnTo>
                  <a:lnTo>
                    <a:pt x="47220" y="283535"/>
                  </a:lnTo>
                  <a:lnTo>
                    <a:pt x="50965" y="287272"/>
                  </a:lnTo>
                  <a:lnTo>
                    <a:pt x="54826" y="290888"/>
                  </a:lnTo>
                  <a:lnTo>
                    <a:pt x="58800" y="294381"/>
                  </a:lnTo>
                  <a:lnTo>
                    <a:pt x="62883" y="297746"/>
                  </a:lnTo>
                  <a:lnTo>
                    <a:pt x="67070" y="300980"/>
                  </a:lnTo>
                  <a:lnTo>
                    <a:pt x="71357" y="304080"/>
                  </a:lnTo>
                  <a:lnTo>
                    <a:pt x="75740" y="307043"/>
                  </a:lnTo>
                  <a:lnTo>
                    <a:pt x="80214" y="309866"/>
                  </a:lnTo>
                  <a:lnTo>
                    <a:pt x="84776" y="312546"/>
                  </a:lnTo>
                  <a:lnTo>
                    <a:pt x="89420" y="315080"/>
                  </a:lnTo>
                  <a:lnTo>
                    <a:pt x="94142" y="317466"/>
                  </a:lnTo>
                  <a:lnTo>
                    <a:pt x="98938" y="319701"/>
                  </a:lnTo>
                  <a:lnTo>
                    <a:pt x="103801" y="321783"/>
                  </a:lnTo>
                  <a:lnTo>
                    <a:pt x="108728" y="323711"/>
                  </a:lnTo>
                  <a:lnTo>
                    <a:pt x="113714" y="325481"/>
                  </a:lnTo>
                  <a:lnTo>
                    <a:pt x="118753" y="327093"/>
                  </a:lnTo>
                  <a:lnTo>
                    <a:pt x="123840" y="328544"/>
                  </a:lnTo>
                  <a:lnTo>
                    <a:pt x="128971" y="329834"/>
                  </a:lnTo>
                  <a:lnTo>
                    <a:pt x="134140" y="330961"/>
                  </a:lnTo>
                  <a:lnTo>
                    <a:pt x="139343" y="331924"/>
                  </a:lnTo>
                  <a:lnTo>
                    <a:pt x="144573" y="332721"/>
                  </a:lnTo>
                  <a:lnTo>
                    <a:pt x="149826" y="333353"/>
                  </a:lnTo>
                  <a:lnTo>
                    <a:pt x="155096" y="333818"/>
                  </a:lnTo>
                  <a:lnTo>
                    <a:pt x="160378" y="334117"/>
                  </a:lnTo>
                  <a:lnTo>
                    <a:pt x="165667" y="334247"/>
                  </a:lnTo>
                  <a:lnTo>
                    <a:pt x="170957" y="334211"/>
                  </a:lnTo>
                  <a:lnTo>
                    <a:pt x="176244" y="334007"/>
                  </a:lnTo>
                  <a:lnTo>
                    <a:pt x="181521" y="333636"/>
                  </a:lnTo>
                  <a:lnTo>
                    <a:pt x="186785" y="333098"/>
                  </a:lnTo>
                  <a:lnTo>
                    <a:pt x="192028" y="332393"/>
                  </a:lnTo>
                  <a:lnTo>
                    <a:pt x="197247" y="331524"/>
                  </a:lnTo>
                  <a:lnTo>
                    <a:pt x="202435" y="330489"/>
                  </a:lnTo>
                  <a:lnTo>
                    <a:pt x="207588" y="329291"/>
                  </a:lnTo>
                  <a:lnTo>
                    <a:pt x="212701" y="327930"/>
                  </a:lnTo>
                  <a:lnTo>
                    <a:pt x="217768" y="326408"/>
                  </a:lnTo>
                  <a:lnTo>
                    <a:pt x="222784" y="324727"/>
                  </a:lnTo>
                  <a:lnTo>
                    <a:pt x="227745" y="322888"/>
                  </a:lnTo>
                  <a:lnTo>
                    <a:pt x="232645" y="320893"/>
                  </a:lnTo>
                  <a:lnTo>
                    <a:pt x="237479" y="318743"/>
                  </a:lnTo>
                  <a:lnTo>
                    <a:pt x="242243" y="316442"/>
                  </a:lnTo>
                  <a:lnTo>
                    <a:pt x="246931" y="313991"/>
                  </a:lnTo>
                  <a:lnTo>
                    <a:pt x="251540" y="311393"/>
                  </a:lnTo>
                  <a:lnTo>
                    <a:pt x="256064" y="308651"/>
                  </a:lnTo>
                  <a:lnTo>
                    <a:pt x="260500" y="305766"/>
                  </a:lnTo>
                  <a:lnTo>
                    <a:pt x="264841" y="302743"/>
                  </a:lnTo>
                  <a:lnTo>
                    <a:pt x="269085" y="299584"/>
                  </a:lnTo>
                  <a:lnTo>
                    <a:pt x="273227" y="296292"/>
                  </a:lnTo>
                  <a:lnTo>
                    <a:pt x="277262" y="292871"/>
                  </a:lnTo>
                  <a:lnTo>
                    <a:pt x="281188" y="289324"/>
                  </a:lnTo>
                  <a:lnTo>
                    <a:pt x="284999" y="285654"/>
                  </a:lnTo>
                  <a:lnTo>
                    <a:pt x="288692" y="281866"/>
                  </a:lnTo>
                  <a:lnTo>
                    <a:pt x="292263" y="277962"/>
                  </a:lnTo>
                  <a:lnTo>
                    <a:pt x="295709" y="273948"/>
                  </a:lnTo>
                  <a:lnTo>
                    <a:pt x="299026" y="269826"/>
                  </a:lnTo>
                  <a:lnTo>
                    <a:pt x="302211" y="265602"/>
                  </a:lnTo>
                  <a:lnTo>
                    <a:pt x="305261" y="261279"/>
                  </a:lnTo>
                  <a:lnTo>
                    <a:pt x="308172" y="256861"/>
                  </a:lnTo>
                  <a:lnTo>
                    <a:pt x="310943" y="252354"/>
                  </a:lnTo>
                  <a:lnTo>
                    <a:pt x="313569" y="247761"/>
                  </a:lnTo>
                  <a:lnTo>
                    <a:pt x="316049" y="243088"/>
                  </a:lnTo>
                  <a:lnTo>
                    <a:pt x="318379" y="238338"/>
                  </a:lnTo>
                  <a:lnTo>
                    <a:pt x="320558" y="233517"/>
                  </a:lnTo>
                  <a:lnTo>
                    <a:pt x="322583" y="228630"/>
                  </a:lnTo>
                  <a:lnTo>
                    <a:pt x="324453" y="223680"/>
                  </a:lnTo>
                  <a:lnTo>
                    <a:pt x="326165" y="218674"/>
                  </a:lnTo>
                  <a:lnTo>
                    <a:pt x="327718" y="213617"/>
                  </a:lnTo>
                  <a:lnTo>
                    <a:pt x="329110" y="208513"/>
                  </a:lnTo>
                  <a:lnTo>
                    <a:pt x="330340" y="203367"/>
                  </a:lnTo>
                  <a:lnTo>
                    <a:pt x="331406" y="198185"/>
                  </a:lnTo>
                  <a:lnTo>
                    <a:pt x="332308" y="192972"/>
                  </a:lnTo>
                  <a:lnTo>
                    <a:pt x="333044" y="187733"/>
                  </a:lnTo>
                  <a:lnTo>
                    <a:pt x="333615" y="182473"/>
                  </a:lnTo>
                  <a:lnTo>
                    <a:pt x="334018" y="177198"/>
                  </a:lnTo>
                  <a:lnTo>
                    <a:pt x="334255" y="171913"/>
                  </a:lnTo>
                  <a:lnTo>
                    <a:pt x="334324" y="166623"/>
                  </a:lnTo>
                  <a:lnTo>
                    <a:pt x="334225" y="161333"/>
                  </a:lnTo>
                  <a:lnTo>
                    <a:pt x="333959" y="156049"/>
                  </a:lnTo>
                  <a:lnTo>
                    <a:pt x="333527" y="150776"/>
                  </a:lnTo>
                  <a:lnTo>
                    <a:pt x="332927" y="145520"/>
                  </a:lnTo>
                  <a:lnTo>
                    <a:pt x="332162" y="140285"/>
                  </a:lnTo>
                  <a:lnTo>
                    <a:pt x="167157" y="1670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8472" y="2126963"/>
              <a:ext cx="165004" cy="167167"/>
            </a:xfrm>
            <a:custGeom>
              <a:avLst/>
              <a:pathLst>
                <a:path w="165004" h="167167">
                  <a:moveTo>
                    <a:pt x="165004" y="140365"/>
                  </a:moveTo>
                  <a:lnTo>
                    <a:pt x="164037" y="134971"/>
                  </a:lnTo>
                  <a:lnTo>
                    <a:pt x="162894" y="129611"/>
                  </a:lnTo>
                  <a:lnTo>
                    <a:pt x="161575" y="124291"/>
                  </a:lnTo>
                  <a:lnTo>
                    <a:pt x="160083" y="119018"/>
                  </a:lnTo>
                  <a:lnTo>
                    <a:pt x="158418" y="113797"/>
                  </a:lnTo>
                  <a:lnTo>
                    <a:pt x="156584" y="108632"/>
                  </a:lnTo>
                  <a:lnTo>
                    <a:pt x="154581" y="103531"/>
                  </a:lnTo>
                  <a:lnTo>
                    <a:pt x="152412" y="98498"/>
                  </a:lnTo>
                  <a:lnTo>
                    <a:pt x="150079" y="93539"/>
                  </a:lnTo>
                  <a:lnTo>
                    <a:pt x="147585" y="88659"/>
                  </a:lnTo>
                  <a:lnTo>
                    <a:pt x="144932" y="83863"/>
                  </a:lnTo>
                  <a:lnTo>
                    <a:pt x="142124" y="79157"/>
                  </a:lnTo>
                  <a:lnTo>
                    <a:pt x="139162" y="74546"/>
                  </a:lnTo>
                  <a:lnTo>
                    <a:pt x="136052" y="70034"/>
                  </a:lnTo>
                  <a:lnTo>
                    <a:pt x="132794" y="65627"/>
                  </a:lnTo>
                  <a:lnTo>
                    <a:pt x="129395" y="61328"/>
                  </a:lnTo>
                  <a:lnTo>
                    <a:pt x="125856" y="57144"/>
                  </a:lnTo>
                  <a:lnTo>
                    <a:pt x="122182" y="53077"/>
                  </a:lnTo>
                  <a:lnTo>
                    <a:pt x="118376" y="49133"/>
                  </a:lnTo>
                  <a:lnTo>
                    <a:pt x="114443" y="45316"/>
                  </a:lnTo>
                  <a:lnTo>
                    <a:pt x="110388" y="41631"/>
                  </a:lnTo>
                  <a:lnTo>
                    <a:pt x="106213" y="38080"/>
                  </a:lnTo>
                  <a:lnTo>
                    <a:pt x="101925" y="34667"/>
                  </a:lnTo>
                  <a:lnTo>
                    <a:pt x="97527" y="31397"/>
                  </a:lnTo>
                  <a:lnTo>
                    <a:pt x="93024" y="28273"/>
                  </a:lnTo>
                  <a:lnTo>
                    <a:pt x="88421" y="25299"/>
                  </a:lnTo>
                  <a:lnTo>
                    <a:pt x="83723" y="22477"/>
                  </a:lnTo>
                  <a:lnTo>
                    <a:pt x="78935" y="19810"/>
                  </a:lnTo>
                  <a:lnTo>
                    <a:pt x="74063" y="17302"/>
                  </a:lnTo>
                  <a:lnTo>
                    <a:pt x="69110" y="14954"/>
                  </a:lnTo>
                  <a:lnTo>
                    <a:pt x="64084" y="12771"/>
                  </a:lnTo>
                  <a:lnTo>
                    <a:pt x="58988" y="10753"/>
                  </a:lnTo>
                  <a:lnTo>
                    <a:pt x="53829" y="8904"/>
                  </a:lnTo>
                  <a:lnTo>
                    <a:pt x="48613" y="7224"/>
                  </a:lnTo>
                  <a:lnTo>
                    <a:pt x="43344" y="5717"/>
                  </a:lnTo>
                  <a:lnTo>
                    <a:pt x="38028" y="4382"/>
                  </a:lnTo>
                  <a:lnTo>
                    <a:pt x="32672" y="3223"/>
                  </a:lnTo>
                  <a:lnTo>
                    <a:pt x="27280" y="2241"/>
                  </a:lnTo>
                  <a:lnTo>
                    <a:pt x="21859" y="1435"/>
                  </a:lnTo>
                  <a:lnTo>
                    <a:pt x="16415" y="807"/>
                  </a:lnTo>
                  <a:lnTo>
                    <a:pt x="10953" y="359"/>
                  </a:lnTo>
                  <a:lnTo>
                    <a:pt x="5479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17077" y="1681503"/>
              <a:ext cx="6157" cy="167167"/>
            </a:xfrm>
            <a:custGeom>
              <a:avLst/>
              <a:pathLst>
                <a:path w="6157" h="167167">
                  <a:moveTo>
                    <a:pt x="6157" y="0"/>
                  </a:moveTo>
                  <a:lnTo>
                    <a:pt x="0" y="113"/>
                  </a:lnTo>
                  <a:lnTo>
                    <a:pt x="6157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256083" y="1681616"/>
              <a:ext cx="334318" cy="334214"/>
            </a:xfrm>
            <a:custGeom>
              <a:avLst/>
              <a:pathLst>
                <a:path w="334318" h="334214">
                  <a:moveTo>
                    <a:pt x="160993" y="0"/>
                  </a:moveTo>
                  <a:lnTo>
                    <a:pt x="155720" y="277"/>
                  </a:lnTo>
                  <a:lnTo>
                    <a:pt x="150458" y="722"/>
                  </a:lnTo>
                  <a:lnTo>
                    <a:pt x="145213" y="1332"/>
                  </a:lnTo>
                  <a:lnTo>
                    <a:pt x="139990" y="2107"/>
                  </a:lnTo>
                  <a:lnTo>
                    <a:pt x="134794" y="3047"/>
                  </a:lnTo>
                  <a:lnTo>
                    <a:pt x="129630" y="4151"/>
                  </a:lnTo>
                  <a:lnTo>
                    <a:pt x="124503" y="5418"/>
                  </a:lnTo>
                  <a:lnTo>
                    <a:pt x="119419" y="6845"/>
                  </a:lnTo>
                  <a:lnTo>
                    <a:pt x="114383" y="8433"/>
                  </a:lnTo>
                  <a:lnTo>
                    <a:pt x="109399" y="10179"/>
                  </a:lnTo>
                  <a:lnTo>
                    <a:pt x="104473" y="12081"/>
                  </a:lnTo>
                  <a:lnTo>
                    <a:pt x="99610" y="14138"/>
                  </a:lnTo>
                  <a:lnTo>
                    <a:pt x="94814" y="16347"/>
                  </a:lnTo>
                  <a:lnTo>
                    <a:pt x="90090" y="18707"/>
                  </a:lnTo>
                  <a:lnTo>
                    <a:pt x="85443" y="21215"/>
                  </a:lnTo>
                  <a:lnTo>
                    <a:pt x="80877" y="23869"/>
                  </a:lnTo>
                  <a:lnTo>
                    <a:pt x="76398" y="26665"/>
                  </a:lnTo>
                  <a:lnTo>
                    <a:pt x="72009" y="29602"/>
                  </a:lnTo>
                  <a:lnTo>
                    <a:pt x="67715" y="32675"/>
                  </a:lnTo>
                  <a:lnTo>
                    <a:pt x="63520" y="35883"/>
                  </a:lnTo>
                  <a:lnTo>
                    <a:pt x="59429" y="39221"/>
                  </a:lnTo>
                  <a:lnTo>
                    <a:pt x="55445" y="42688"/>
                  </a:lnTo>
                  <a:lnTo>
                    <a:pt x="51573" y="46278"/>
                  </a:lnTo>
                  <a:lnTo>
                    <a:pt x="47816" y="49989"/>
                  </a:lnTo>
                  <a:lnTo>
                    <a:pt x="44178" y="53816"/>
                  </a:lnTo>
                  <a:lnTo>
                    <a:pt x="40663" y="57757"/>
                  </a:lnTo>
                  <a:lnTo>
                    <a:pt x="37274" y="61806"/>
                  </a:lnTo>
                  <a:lnTo>
                    <a:pt x="34015" y="65961"/>
                  </a:lnTo>
                  <a:lnTo>
                    <a:pt x="30888" y="70216"/>
                  </a:lnTo>
                  <a:lnTo>
                    <a:pt x="27897" y="74568"/>
                  </a:lnTo>
                  <a:lnTo>
                    <a:pt x="25046" y="79013"/>
                  </a:lnTo>
                  <a:lnTo>
                    <a:pt x="22336" y="83545"/>
                  </a:lnTo>
                  <a:lnTo>
                    <a:pt x="19771" y="88161"/>
                  </a:lnTo>
                  <a:lnTo>
                    <a:pt x="17352" y="92855"/>
                  </a:lnTo>
                  <a:lnTo>
                    <a:pt x="15084" y="97623"/>
                  </a:lnTo>
                  <a:lnTo>
                    <a:pt x="12966" y="102461"/>
                  </a:lnTo>
                  <a:lnTo>
                    <a:pt x="11003" y="107363"/>
                  </a:lnTo>
                  <a:lnTo>
                    <a:pt x="9196" y="112325"/>
                  </a:lnTo>
                  <a:lnTo>
                    <a:pt x="7546" y="117341"/>
                  </a:lnTo>
                  <a:lnTo>
                    <a:pt x="6056" y="122407"/>
                  </a:lnTo>
                  <a:lnTo>
                    <a:pt x="4726" y="127517"/>
                  </a:lnTo>
                  <a:lnTo>
                    <a:pt x="3558" y="132667"/>
                  </a:lnTo>
                  <a:lnTo>
                    <a:pt x="2554" y="137851"/>
                  </a:lnTo>
                  <a:lnTo>
                    <a:pt x="1713" y="143065"/>
                  </a:lnTo>
                  <a:lnTo>
                    <a:pt x="1038" y="148302"/>
                  </a:lnTo>
                  <a:lnTo>
                    <a:pt x="529" y="153558"/>
                  </a:lnTo>
                  <a:lnTo>
                    <a:pt x="186" y="158827"/>
                  </a:lnTo>
                  <a:lnTo>
                    <a:pt x="9" y="164105"/>
                  </a:lnTo>
                  <a:lnTo>
                    <a:pt x="0" y="169385"/>
                  </a:lnTo>
                  <a:lnTo>
                    <a:pt x="157" y="174664"/>
                  </a:lnTo>
                  <a:lnTo>
                    <a:pt x="480" y="179934"/>
                  </a:lnTo>
                  <a:lnTo>
                    <a:pt x="970" y="185192"/>
                  </a:lnTo>
                  <a:lnTo>
                    <a:pt x="1626" y="190432"/>
                  </a:lnTo>
                  <a:lnTo>
                    <a:pt x="2447" y="195648"/>
                  </a:lnTo>
                  <a:lnTo>
                    <a:pt x="3432" y="200836"/>
                  </a:lnTo>
                  <a:lnTo>
                    <a:pt x="4581" y="205990"/>
                  </a:lnTo>
                  <a:lnTo>
                    <a:pt x="5892" y="211106"/>
                  </a:lnTo>
                  <a:lnTo>
                    <a:pt x="7364" y="216177"/>
                  </a:lnTo>
                  <a:lnTo>
                    <a:pt x="8995" y="221199"/>
                  </a:lnTo>
                  <a:lnTo>
                    <a:pt x="10784" y="226167"/>
                  </a:lnTo>
                  <a:lnTo>
                    <a:pt x="12729" y="231077"/>
                  </a:lnTo>
                  <a:lnTo>
                    <a:pt x="14828" y="235922"/>
                  </a:lnTo>
                  <a:lnTo>
                    <a:pt x="17080" y="240699"/>
                  </a:lnTo>
                  <a:lnTo>
                    <a:pt x="19481" y="245402"/>
                  </a:lnTo>
                  <a:lnTo>
                    <a:pt x="22029" y="250027"/>
                  </a:lnTo>
                  <a:lnTo>
                    <a:pt x="24722" y="254569"/>
                  </a:lnTo>
                  <a:lnTo>
                    <a:pt x="27557" y="259024"/>
                  </a:lnTo>
                  <a:lnTo>
                    <a:pt x="30532" y="263387"/>
                  </a:lnTo>
                  <a:lnTo>
                    <a:pt x="33643" y="267654"/>
                  </a:lnTo>
                  <a:lnTo>
                    <a:pt x="36887" y="271821"/>
                  </a:lnTo>
                  <a:lnTo>
                    <a:pt x="40261" y="275883"/>
                  </a:lnTo>
                  <a:lnTo>
                    <a:pt x="43761" y="279836"/>
                  </a:lnTo>
                  <a:lnTo>
                    <a:pt x="47385" y="283677"/>
                  </a:lnTo>
                  <a:lnTo>
                    <a:pt x="51128" y="287402"/>
                  </a:lnTo>
                  <a:lnTo>
                    <a:pt x="54987" y="291006"/>
                  </a:lnTo>
                  <a:lnTo>
                    <a:pt x="58958" y="294487"/>
                  </a:lnTo>
                  <a:lnTo>
                    <a:pt x="63037" y="297841"/>
                  </a:lnTo>
                  <a:lnTo>
                    <a:pt x="67220" y="301064"/>
                  </a:lnTo>
                  <a:lnTo>
                    <a:pt x="71503" y="304153"/>
                  </a:lnTo>
                  <a:lnTo>
                    <a:pt x="75881" y="307106"/>
                  </a:lnTo>
                  <a:lnTo>
                    <a:pt x="80350" y="309919"/>
                  </a:lnTo>
                  <a:lnTo>
                    <a:pt x="84905" y="312589"/>
                  </a:lnTo>
                  <a:lnTo>
                    <a:pt x="89543" y="315114"/>
                  </a:lnTo>
                  <a:lnTo>
                    <a:pt x="94258" y="317492"/>
                  </a:lnTo>
                  <a:lnTo>
                    <a:pt x="99046" y="319719"/>
                  </a:lnTo>
                  <a:lnTo>
                    <a:pt x="103902" y="321794"/>
                  </a:lnTo>
                  <a:lnTo>
                    <a:pt x="108821" y="323714"/>
                  </a:lnTo>
                  <a:lnTo>
                    <a:pt x="113798" y="325478"/>
                  </a:lnTo>
                  <a:lnTo>
                    <a:pt x="118829" y="327085"/>
                  </a:lnTo>
                  <a:lnTo>
                    <a:pt x="123907" y="328531"/>
                  </a:lnTo>
                  <a:lnTo>
                    <a:pt x="129029" y="329816"/>
                  </a:lnTo>
                  <a:lnTo>
                    <a:pt x="134189" y="330939"/>
                  </a:lnTo>
                  <a:lnTo>
                    <a:pt x="139382" y="331898"/>
                  </a:lnTo>
                  <a:lnTo>
                    <a:pt x="144602" y="332693"/>
                  </a:lnTo>
                  <a:lnTo>
                    <a:pt x="149845" y="333323"/>
                  </a:lnTo>
                  <a:lnTo>
                    <a:pt x="155105" y="333786"/>
                  </a:lnTo>
                  <a:lnTo>
                    <a:pt x="160377" y="334084"/>
                  </a:lnTo>
                  <a:lnTo>
                    <a:pt x="165656" y="334214"/>
                  </a:lnTo>
                  <a:lnTo>
                    <a:pt x="170937" y="334178"/>
                  </a:lnTo>
                  <a:lnTo>
                    <a:pt x="176213" y="333975"/>
                  </a:lnTo>
                  <a:lnTo>
                    <a:pt x="181481" y="333606"/>
                  </a:lnTo>
                  <a:lnTo>
                    <a:pt x="186734" y="333070"/>
                  </a:lnTo>
                  <a:lnTo>
                    <a:pt x="191968" y="332369"/>
                  </a:lnTo>
                  <a:lnTo>
                    <a:pt x="197177" y="331502"/>
                  </a:lnTo>
                  <a:lnTo>
                    <a:pt x="202356" y="330472"/>
                  </a:lnTo>
                  <a:lnTo>
                    <a:pt x="207500" y="329278"/>
                  </a:lnTo>
                  <a:lnTo>
                    <a:pt x="212604" y="327923"/>
                  </a:lnTo>
                  <a:lnTo>
                    <a:pt x="217662" y="326407"/>
                  </a:lnTo>
                  <a:lnTo>
                    <a:pt x="222670" y="324732"/>
                  </a:lnTo>
                  <a:lnTo>
                    <a:pt x="227623" y="322900"/>
                  </a:lnTo>
                  <a:lnTo>
                    <a:pt x="232515" y="320912"/>
                  </a:lnTo>
                  <a:lnTo>
                    <a:pt x="237342" y="318771"/>
                  </a:lnTo>
                  <a:lnTo>
                    <a:pt x="242099" y="316478"/>
                  </a:lnTo>
                  <a:lnTo>
                    <a:pt x="246781" y="314036"/>
                  </a:lnTo>
                  <a:lnTo>
                    <a:pt x="251384" y="311448"/>
                  </a:lnTo>
                  <a:lnTo>
                    <a:pt x="255902" y="308716"/>
                  </a:lnTo>
                  <a:lnTo>
                    <a:pt x="260332" y="305842"/>
                  </a:lnTo>
                  <a:lnTo>
                    <a:pt x="264669" y="302829"/>
                  </a:lnTo>
                  <a:lnTo>
                    <a:pt x="268909" y="299681"/>
                  </a:lnTo>
                  <a:lnTo>
                    <a:pt x="273047" y="296401"/>
                  </a:lnTo>
                  <a:lnTo>
                    <a:pt x="277080" y="292992"/>
                  </a:lnTo>
                  <a:lnTo>
                    <a:pt x="281003" y="289457"/>
                  </a:lnTo>
                  <a:lnTo>
                    <a:pt x="284812" y="285800"/>
                  </a:lnTo>
                  <a:lnTo>
                    <a:pt x="288504" y="282025"/>
                  </a:lnTo>
                  <a:lnTo>
                    <a:pt x="292075" y="278134"/>
                  </a:lnTo>
                  <a:lnTo>
                    <a:pt x="295521" y="274133"/>
                  </a:lnTo>
                  <a:lnTo>
                    <a:pt x="298839" y="270025"/>
                  </a:lnTo>
                  <a:lnTo>
                    <a:pt x="302026" y="265815"/>
                  </a:lnTo>
                  <a:lnTo>
                    <a:pt x="305078" y="261505"/>
                  </a:lnTo>
                  <a:lnTo>
                    <a:pt x="307992" y="257102"/>
                  </a:lnTo>
                  <a:lnTo>
                    <a:pt x="310766" y="252608"/>
                  </a:lnTo>
                  <a:lnTo>
                    <a:pt x="313396" y="248030"/>
                  </a:lnTo>
                  <a:lnTo>
                    <a:pt x="315881" y="243370"/>
                  </a:lnTo>
                  <a:lnTo>
                    <a:pt x="318217" y="238634"/>
                  </a:lnTo>
                  <a:lnTo>
                    <a:pt x="320403" y="233827"/>
                  </a:lnTo>
                  <a:lnTo>
                    <a:pt x="322435" y="228954"/>
                  </a:lnTo>
                  <a:lnTo>
                    <a:pt x="324313" y="224018"/>
                  </a:lnTo>
                  <a:lnTo>
                    <a:pt x="326034" y="219026"/>
                  </a:lnTo>
                  <a:lnTo>
                    <a:pt x="327596" y="213982"/>
                  </a:lnTo>
                  <a:lnTo>
                    <a:pt x="328998" y="208891"/>
                  </a:lnTo>
                  <a:lnTo>
                    <a:pt x="330239" y="203758"/>
                  </a:lnTo>
                  <a:lnTo>
                    <a:pt x="331317" y="198588"/>
                  </a:lnTo>
                  <a:lnTo>
                    <a:pt x="332231" y="193388"/>
                  </a:lnTo>
                  <a:lnTo>
                    <a:pt x="332980" y="188160"/>
                  </a:lnTo>
                  <a:lnTo>
                    <a:pt x="333564" y="182912"/>
                  </a:lnTo>
                  <a:lnTo>
                    <a:pt x="333982" y="177648"/>
                  </a:lnTo>
                  <a:lnTo>
                    <a:pt x="334233" y="172374"/>
                  </a:lnTo>
                  <a:lnTo>
                    <a:pt x="334318" y="167094"/>
                  </a:lnTo>
                  <a:lnTo>
                    <a:pt x="334236" y="161814"/>
                  </a:lnTo>
                  <a:lnTo>
                    <a:pt x="333987" y="156539"/>
                  </a:lnTo>
                  <a:lnTo>
                    <a:pt x="333572" y="151275"/>
                  </a:lnTo>
                  <a:lnTo>
                    <a:pt x="332990" y="146026"/>
                  </a:lnTo>
                  <a:lnTo>
                    <a:pt x="332244" y="140799"/>
                  </a:lnTo>
                  <a:lnTo>
                    <a:pt x="331332" y="135597"/>
                  </a:lnTo>
                  <a:lnTo>
                    <a:pt x="330256" y="130428"/>
                  </a:lnTo>
                  <a:lnTo>
                    <a:pt x="329018" y="125294"/>
                  </a:lnTo>
                  <a:lnTo>
                    <a:pt x="327619" y="120203"/>
                  </a:lnTo>
                  <a:lnTo>
                    <a:pt x="326059" y="115158"/>
                  </a:lnTo>
                  <a:lnTo>
                    <a:pt x="324340" y="110164"/>
                  </a:lnTo>
                  <a:lnTo>
                    <a:pt x="322465" y="105228"/>
                  </a:lnTo>
                  <a:lnTo>
                    <a:pt x="320435" y="100353"/>
                  </a:lnTo>
                  <a:lnTo>
                    <a:pt x="318252" y="95545"/>
                  </a:lnTo>
                  <a:lnTo>
                    <a:pt x="315918" y="90808"/>
                  </a:lnTo>
                  <a:lnTo>
                    <a:pt x="313435" y="86148"/>
                  </a:lnTo>
                  <a:lnTo>
                    <a:pt x="310807" y="81568"/>
                  </a:lnTo>
                  <a:lnTo>
                    <a:pt x="308035" y="77073"/>
                  </a:lnTo>
                  <a:lnTo>
                    <a:pt x="305123" y="72668"/>
                  </a:lnTo>
                  <a:lnTo>
                    <a:pt x="302073" y="68357"/>
                  </a:lnTo>
                  <a:lnTo>
                    <a:pt x="298888" y="64145"/>
                  </a:lnTo>
                  <a:lnTo>
                    <a:pt x="295572" y="60036"/>
                  </a:lnTo>
                  <a:lnTo>
                    <a:pt x="292128" y="56033"/>
                  </a:lnTo>
                  <a:lnTo>
                    <a:pt x="288559" y="52141"/>
                  </a:lnTo>
                  <a:lnTo>
                    <a:pt x="284869" y="48364"/>
                  </a:lnTo>
                  <a:lnTo>
                    <a:pt x="281062" y="44705"/>
                  </a:lnTo>
                  <a:lnTo>
                    <a:pt x="277140" y="41168"/>
                  </a:lnTo>
                  <a:lnTo>
                    <a:pt x="273110" y="37757"/>
                  </a:lnTo>
                  <a:lnTo>
                    <a:pt x="268973" y="34474"/>
                  </a:lnTo>
                  <a:lnTo>
                    <a:pt x="264735" y="31325"/>
                  </a:lnTo>
                  <a:lnTo>
                    <a:pt x="260399" y="28310"/>
                  </a:lnTo>
                  <a:lnTo>
                    <a:pt x="255970" y="25434"/>
                  </a:lnTo>
                  <a:lnTo>
                    <a:pt x="251453" y="22699"/>
                  </a:lnTo>
                  <a:lnTo>
                    <a:pt x="246852" y="20109"/>
                  </a:lnTo>
                  <a:lnTo>
                    <a:pt x="242171" y="17665"/>
                  </a:lnTo>
                  <a:lnTo>
                    <a:pt x="237415" y="15370"/>
                  </a:lnTo>
                  <a:lnTo>
                    <a:pt x="167151" y="1670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23235" y="1681503"/>
              <a:ext cx="70264" cy="167167"/>
            </a:xfrm>
            <a:custGeom>
              <a:avLst/>
              <a:pathLst>
                <a:path w="70264" h="167167">
                  <a:moveTo>
                    <a:pt x="70264" y="15483"/>
                  </a:moveTo>
                  <a:lnTo>
                    <a:pt x="64735" y="13043"/>
                  </a:lnTo>
                  <a:lnTo>
                    <a:pt x="59123" y="10804"/>
                  </a:lnTo>
                  <a:lnTo>
                    <a:pt x="53433" y="8769"/>
                  </a:lnTo>
                  <a:lnTo>
                    <a:pt x="47673" y="6942"/>
                  </a:lnTo>
                  <a:lnTo>
                    <a:pt x="41851" y="5323"/>
                  </a:lnTo>
                  <a:lnTo>
                    <a:pt x="35974" y="3916"/>
                  </a:lnTo>
                  <a:lnTo>
                    <a:pt x="30051" y="2723"/>
                  </a:lnTo>
                  <a:lnTo>
                    <a:pt x="24088" y="1744"/>
                  </a:lnTo>
                  <a:lnTo>
                    <a:pt x="18093" y="982"/>
                  </a:lnTo>
                  <a:lnTo>
                    <a:pt x="12075" y="436"/>
                  </a:lnTo>
                  <a:lnTo>
                    <a:pt x="6041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5853872" y="1322571"/>
              <a:ext cx="167166" cy="318131"/>
            </a:xfrm>
            <a:custGeom>
              <a:avLst/>
              <a:pathLst>
                <a:path w="167166" h="318131">
                  <a:moveTo>
                    <a:pt x="167166" y="0"/>
                  </a:moveTo>
                  <a:lnTo>
                    <a:pt x="161799" y="86"/>
                  </a:lnTo>
                  <a:lnTo>
                    <a:pt x="156436" y="344"/>
                  </a:lnTo>
                  <a:lnTo>
                    <a:pt x="151085" y="775"/>
                  </a:lnTo>
                  <a:lnTo>
                    <a:pt x="145751" y="1377"/>
                  </a:lnTo>
                  <a:lnTo>
                    <a:pt x="140439" y="2150"/>
                  </a:lnTo>
                  <a:lnTo>
                    <a:pt x="135154" y="3093"/>
                  </a:lnTo>
                  <a:lnTo>
                    <a:pt x="129902" y="4206"/>
                  </a:lnTo>
                  <a:lnTo>
                    <a:pt x="124689" y="5486"/>
                  </a:lnTo>
                  <a:lnTo>
                    <a:pt x="119519" y="6934"/>
                  </a:lnTo>
                  <a:lnTo>
                    <a:pt x="114398" y="8546"/>
                  </a:lnTo>
                  <a:lnTo>
                    <a:pt x="109332" y="10322"/>
                  </a:lnTo>
                  <a:lnTo>
                    <a:pt x="104326" y="12260"/>
                  </a:lnTo>
                  <a:lnTo>
                    <a:pt x="99385" y="14358"/>
                  </a:lnTo>
                  <a:lnTo>
                    <a:pt x="94513" y="16613"/>
                  </a:lnTo>
                  <a:lnTo>
                    <a:pt x="89716" y="19024"/>
                  </a:lnTo>
                  <a:lnTo>
                    <a:pt x="84999" y="21587"/>
                  </a:lnTo>
                  <a:lnTo>
                    <a:pt x="80367" y="24300"/>
                  </a:lnTo>
                  <a:lnTo>
                    <a:pt x="75824" y="27161"/>
                  </a:lnTo>
                  <a:lnTo>
                    <a:pt x="71376" y="30166"/>
                  </a:lnTo>
                  <a:lnTo>
                    <a:pt x="67026" y="33313"/>
                  </a:lnTo>
                  <a:lnTo>
                    <a:pt x="62780" y="36597"/>
                  </a:lnTo>
                  <a:lnTo>
                    <a:pt x="58641" y="40016"/>
                  </a:lnTo>
                  <a:lnTo>
                    <a:pt x="54615" y="43566"/>
                  </a:lnTo>
                  <a:lnTo>
                    <a:pt x="50704" y="47244"/>
                  </a:lnTo>
                  <a:lnTo>
                    <a:pt x="46913" y="51046"/>
                  </a:lnTo>
                  <a:lnTo>
                    <a:pt x="43247" y="54967"/>
                  </a:lnTo>
                  <a:lnTo>
                    <a:pt x="39708" y="59004"/>
                  </a:lnTo>
                  <a:lnTo>
                    <a:pt x="36301" y="63152"/>
                  </a:lnTo>
                  <a:lnTo>
                    <a:pt x="33028" y="67408"/>
                  </a:lnTo>
                  <a:lnTo>
                    <a:pt x="29894" y="71766"/>
                  </a:lnTo>
                  <a:lnTo>
                    <a:pt x="26902" y="76223"/>
                  </a:lnTo>
                  <a:lnTo>
                    <a:pt x="24054" y="80774"/>
                  </a:lnTo>
                  <a:lnTo>
                    <a:pt x="21354" y="85414"/>
                  </a:lnTo>
                  <a:lnTo>
                    <a:pt x="18804" y="90138"/>
                  </a:lnTo>
                  <a:lnTo>
                    <a:pt x="16407" y="94941"/>
                  </a:lnTo>
                  <a:lnTo>
                    <a:pt x="14165" y="99819"/>
                  </a:lnTo>
                  <a:lnTo>
                    <a:pt x="12082" y="104767"/>
                  </a:lnTo>
                  <a:lnTo>
                    <a:pt x="10158" y="109779"/>
                  </a:lnTo>
                  <a:lnTo>
                    <a:pt x="8396" y="114850"/>
                  </a:lnTo>
                  <a:lnTo>
                    <a:pt x="6798" y="119975"/>
                  </a:lnTo>
                  <a:lnTo>
                    <a:pt x="5366" y="125148"/>
                  </a:lnTo>
                  <a:lnTo>
                    <a:pt x="4100" y="130365"/>
                  </a:lnTo>
                  <a:lnTo>
                    <a:pt x="3002" y="135620"/>
                  </a:lnTo>
                  <a:lnTo>
                    <a:pt x="2074" y="140908"/>
                  </a:lnTo>
                  <a:lnTo>
                    <a:pt x="1316" y="146223"/>
                  </a:lnTo>
                  <a:lnTo>
                    <a:pt x="729" y="151559"/>
                  </a:lnTo>
                  <a:lnTo>
                    <a:pt x="314" y="156911"/>
                  </a:lnTo>
                  <a:lnTo>
                    <a:pt x="70" y="162274"/>
                  </a:lnTo>
                  <a:lnTo>
                    <a:pt x="0" y="167642"/>
                  </a:lnTo>
                  <a:lnTo>
                    <a:pt x="101" y="173009"/>
                  </a:lnTo>
                  <a:lnTo>
                    <a:pt x="375" y="178370"/>
                  </a:lnTo>
                  <a:lnTo>
                    <a:pt x="820" y="183720"/>
                  </a:lnTo>
                  <a:lnTo>
                    <a:pt x="1438" y="189053"/>
                  </a:lnTo>
                  <a:lnTo>
                    <a:pt x="2226" y="194363"/>
                  </a:lnTo>
                  <a:lnTo>
                    <a:pt x="3184" y="199645"/>
                  </a:lnTo>
                  <a:lnTo>
                    <a:pt x="4312" y="204894"/>
                  </a:lnTo>
                  <a:lnTo>
                    <a:pt x="5607" y="210104"/>
                  </a:lnTo>
                  <a:lnTo>
                    <a:pt x="7069" y="215269"/>
                  </a:lnTo>
                  <a:lnTo>
                    <a:pt x="8696" y="220385"/>
                  </a:lnTo>
                  <a:lnTo>
                    <a:pt x="10487" y="225446"/>
                  </a:lnTo>
                  <a:lnTo>
                    <a:pt x="12439" y="230447"/>
                  </a:lnTo>
                  <a:lnTo>
                    <a:pt x="14550" y="235382"/>
                  </a:lnTo>
                  <a:lnTo>
                    <a:pt x="16819" y="240248"/>
                  </a:lnTo>
                  <a:lnTo>
                    <a:pt x="19244" y="245037"/>
                  </a:lnTo>
                  <a:lnTo>
                    <a:pt x="21820" y="249747"/>
                  </a:lnTo>
                  <a:lnTo>
                    <a:pt x="24547" y="254371"/>
                  </a:lnTo>
                  <a:lnTo>
                    <a:pt x="27420" y="258906"/>
                  </a:lnTo>
                  <a:lnTo>
                    <a:pt x="30438" y="263346"/>
                  </a:lnTo>
                  <a:lnTo>
                    <a:pt x="33597" y="267686"/>
                  </a:lnTo>
                  <a:lnTo>
                    <a:pt x="36893" y="271923"/>
                  </a:lnTo>
                  <a:lnTo>
                    <a:pt x="40324" y="276052"/>
                  </a:lnTo>
                  <a:lnTo>
                    <a:pt x="43886" y="280069"/>
                  </a:lnTo>
                  <a:lnTo>
                    <a:pt x="47575" y="283969"/>
                  </a:lnTo>
                  <a:lnTo>
                    <a:pt x="51387" y="287749"/>
                  </a:lnTo>
                  <a:lnTo>
                    <a:pt x="55318" y="291405"/>
                  </a:lnTo>
                  <a:lnTo>
                    <a:pt x="59365" y="294932"/>
                  </a:lnTo>
                  <a:lnTo>
                    <a:pt x="63523" y="298328"/>
                  </a:lnTo>
                  <a:lnTo>
                    <a:pt x="67788" y="301588"/>
                  </a:lnTo>
                  <a:lnTo>
                    <a:pt x="72156" y="304709"/>
                  </a:lnTo>
                  <a:lnTo>
                    <a:pt x="76621" y="307689"/>
                  </a:lnTo>
                  <a:lnTo>
                    <a:pt x="81180" y="310524"/>
                  </a:lnTo>
                  <a:lnTo>
                    <a:pt x="85827" y="313211"/>
                  </a:lnTo>
                  <a:lnTo>
                    <a:pt x="90559" y="315748"/>
                  </a:lnTo>
                  <a:lnTo>
                    <a:pt x="95369" y="318131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5949241" y="1489739"/>
              <a:ext cx="71797" cy="150963"/>
            </a:xfrm>
            <a:custGeom>
              <a:avLst/>
              <a:pathLst>
                <a:path w="71797" h="150963">
                  <a:moveTo>
                    <a:pt x="0" y="150963"/>
                  </a:moveTo>
                  <a:lnTo>
                    <a:pt x="7179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949241" y="1489739"/>
              <a:ext cx="71797" cy="150963"/>
            </a:xfrm>
            <a:custGeom>
              <a:avLst/>
              <a:pathLst>
                <a:path w="71797" h="150963">
                  <a:moveTo>
                    <a:pt x="0" y="150963"/>
                  </a:moveTo>
                  <a:lnTo>
                    <a:pt x="7179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49241" y="1489739"/>
              <a:ext cx="71797" cy="150963"/>
            </a:xfrm>
            <a:custGeom>
              <a:avLst/>
              <a:pathLst>
                <a:path w="71797" h="150963">
                  <a:moveTo>
                    <a:pt x="0" y="150963"/>
                  </a:moveTo>
                  <a:lnTo>
                    <a:pt x="7179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49241" y="1489739"/>
              <a:ext cx="71797" cy="150963"/>
            </a:xfrm>
            <a:custGeom>
              <a:avLst/>
              <a:pathLst>
                <a:path w="71797" h="150963">
                  <a:moveTo>
                    <a:pt x="0" y="150963"/>
                  </a:moveTo>
                  <a:lnTo>
                    <a:pt x="7179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49241" y="1489739"/>
              <a:ext cx="71797" cy="150963"/>
            </a:xfrm>
            <a:custGeom>
              <a:avLst/>
              <a:pathLst>
                <a:path w="71797" h="150963">
                  <a:moveTo>
                    <a:pt x="0" y="150963"/>
                  </a:moveTo>
                  <a:lnTo>
                    <a:pt x="7179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49241" y="1489739"/>
              <a:ext cx="71797" cy="150963"/>
            </a:xfrm>
            <a:custGeom>
              <a:avLst/>
              <a:pathLst>
                <a:path w="71797" h="150963">
                  <a:moveTo>
                    <a:pt x="0" y="150963"/>
                  </a:moveTo>
                  <a:lnTo>
                    <a:pt x="7179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49241" y="1489739"/>
              <a:ext cx="71797" cy="150963"/>
            </a:xfrm>
            <a:custGeom>
              <a:avLst/>
              <a:pathLst>
                <a:path w="71797" h="150963">
                  <a:moveTo>
                    <a:pt x="0" y="150963"/>
                  </a:moveTo>
                  <a:lnTo>
                    <a:pt x="7179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49241" y="1489739"/>
              <a:ext cx="71797" cy="150963"/>
            </a:xfrm>
            <a:custGeom>
              <a:avLst/>
              <a:pathLst>
                <a:path w="71797" h="150963">
                  <a:moveTo>
                    <a:pt x="0" y="150963"/>
                  </a:moveTo>
                  <a:lnTo>
                    <a:pt x="7179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49241" y="1489739"/>
              <a:ext cx="71797" cy="150963"/>
            </a:xfrm>
            <a:custGeom>
              <a:avLst/>
              <a:pathLst>
                <a:path w="71797" h="150963">
                  <a:moveTo>
                    <a:pt x="0" y="150963"/>
                  </a:moveTo>
                  <a:lnTo>
                    <a:pt x="7179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49241" y="1489739"/>
              <a:ext cx="71797" cy="150963"/>
            </a:xfrm>
            <a:custGeom>
              <a:avLst/>
              <a:pathLst>
                <a:path w="71797" h="150963">
                  <a:moveTo>
                    <a:pt x="0" y="150963"/>
                  </a:moveTo>
                  <a:lnTo>
                    <a:pt x="7179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49241" y="1489739"/>
              <a:ext cx="71797" cy="150963"/>
            </a:xfrm>
            <a:custGeom>
              <a:avLst/>
              <a:pathLst>
                <a:path w="71797" h="150963">
                  <a:moveTo>
                    <a:pt x="0" y="150963"/>
                  </a:moveTo>
                  <a:lnTo>
                    <a:pt x="7179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49241" y="1489739"/>
              <a:ext cx="71797" cy="150963"/>
            </a:xfrm>
            <a:custGeom>
              <a:avLst/>
              <a:pathLst>
                <a:path w="71797" h="150963">
                  <a:moveTo>
                    <a:pt x="0" y="150963"/>
                  </a:moveTo>
                  <a:lnTo>
                    <a:pt x="7179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49241" y="1489739"/>
              <a:ext cx="71797" cy="150963"/>
            </a:xfrm>
            <a:custGeom>
              <a:avLst/>
              <a:pathLst>
                <a:path w="71797" h="150963">
                  <a:moveTo>
                    <a:pt x="0" y="150963"/>
                  </a:moveTo>
                  <a:lnTo>
                    <a:pt x="7179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49241" y="1489739"/>
              <a:ext cx="71797" cy="150963"/>
            </a:xfrm>
            <a:custGeom>
              <a:avLst/>
              <a:pathLst>
                <a:path w="71797" h="150963">
                  <a:moveTo>
                    <a:pt x="0" y="150963"/>
                  </a:moveTo>
                  <a:lnTo>
                    <a:pt x="7179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49241" y="1489739"/>
              <a:ext cx="71797" cy="150963"/>
            </a:xfrm>
            <a:custGeom>
              <a:avLst/>
              <a:pathLst>
                <a:path w="71797" h="150963">
                  <a:moveTo>
                    <a:pt x="0" y="150963"/>
                  </a:moveTo>
                  <a:lnTo>
                    <a:pt x="7179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49241" y="1489739"/>
              <a:ext cx="71797" cy="150963"/>
            </a:xfrm>
            <a:custGeom>
              <a:avLst/>
              <a:pathLst>
                <a:path w="71797" h="150963">
                  <a:moveTo>
                    <a:pt x="0" y="150963"/>
                  </a:moveTo>
                  <a:lnTo>
                    <a:pt x="7179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49241" y="1489739"/>
              <a:ext cx="71797" cy="150963"/>
            </a:xfrm>
            <a:custGeom>
              <a:avLst/>
              <a:pathLst>
                <a:path w="71797" h="150963">
                  <a:moveTo>
                    <a:pt x="0" y="150963"/>
                  </a:moveTo>
                  <a:lnTo>
                    <a:pt x="7179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49241" y="1489739"/>
              <a:ext cx="71797" cy="150963"/>
            </a:xfrm>
            <a:custGeom>
              <a:avLst/>
              <a:pathLst>
                <a:path w="71797" h="150963">
                  <a:moveTo>
                    <a:pt x="0" y="150963"/>
                  </a:moveTo>
                  <a:lnTo>
                    <a:pt x="7179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49241" y="1489739"/>
              <a:ext cx="71797" cy="150963"/>
            </a:xfrm>
            <a:custGeom>
              <a:avLst/>
              <a:pathLst>
                <a:path w="71797" h="150963">
                  <a:moveTo>
                    <a:pt x="0" y="150963"/>
                  </a:moveTo>
                  <a:lnTo>
                    <a:pt x="7179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49241" y="1489739"/>
              <a:ext cx="71797" cy="150963"/>
            </a:xfrm>
            <a:custGeom>
              <a:avLst/>
              <a:pathLst>
                <a:path w="71797" h="150963">
                  <a:moveTo>
                    <a:pt x="0" y="150963"/>
                  </a:moveTo>
                  <a:lnTo>
                    <a:pt x="7179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49241" y="1489739"/>
              <a:ext cx="71797" cy="150963"/>
            </a:xfrm>
            <a:custGeom>
              <a:avLst/>
              <a:pathLst>
                <a:path w="71797" h="150963">
                  <a:moveTo>
                    <a:pt x="0" y="150963"/>
                  </a:moveTo>
                  <a:lnTo>
                    <a:pt x="7179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49241" y="1322604"/>
              <a:ext cx="238957" cy="334302"/>
            </a:xfrm>
            <a:custGeom>
              <a:avLst/>
              <a:pathLst>
                <a:path w="238957" h="334302">
                  <a:moveTo>
                    <a:pt x="0" y="318099"/>
                  </a:moveTo>
                  <a:lnTo>
                    <a:pt x="4841" y="320308"/>
                  </a:lnTo>
                  <a:lnTo>
                    <a:pt x="9751" y="322361"/>
                  </a:lnTo>
                  <a:lnTo>
                    <a:pt x="14724" y="324258"/>
                  </a:lnTo>
                  <a:lnTo>
                    <a:pt x="19755" y="325995"/>
                  </a:lnTo>
                  <a:lnTo>
                    <a:pt x="24838" y="327571"/>
                  </a:lnTo>
                  <a:lnTo>
                    <a:pt x="29969" y="328985"/>
                  </a:lnTo>
                  <a:lnTo>
                    <a:pt x="35142" y="330234"/>
                  </a:lnTo>
                  <a:lnTo>
                    <a:pt x="40353" y="331318"/>
                  </a:lnTo>
                  <a:lnTo>
                    <a:pt x="45595" y="332236"/>
                  </a:lnTo>
                  <a:lnTo>
                    <a:pt x="50864" y="332986"/>
                  </a:lnTo>
                  <a:lnTo>
                    <a:pt x="56154" y="333569"/>
                  </a:lnTo>
                  <a:lnTo>
                    <a:pt x="61460" y="333982"/>
                  </a:lnTo>
                  <a:lnTo>
                    <a:pt x="66777" y="334227"/>
                  </a:lnTo>
                  <a:lnTo>
                    <a:pt x="72098" y="334302"/>
                  </a:lnTo>
                  <a:lnTo>
                    <a:pt x="77419" y="334208"/>
                  </a:lnTo>
                  <a:lnTo>
                    <a:pt x="82735" y="333944"/>
                  </a:lnTo>
                  <a:lnTo>
                    <a:pt x="88039" y="333511"/>
                  </a:lnTo>
                  <a:lnTo>
                    <a:pt x="93327" y="332910"/>
                  </a:lnTo>
                  <a:lnTo>
                    <a:pt x="98594" y="332140"/>
                  </a:lnTo>
                  <a:lnTo>
                    <a:pt x="103833" y="331204"/>
                  </a:lnTo>
                  <a:lnTo>
                    <a:pt x="109039" y="330101"/>
                  </a:lnTo>
                  <a:lnTo>
                    <a:pt x="114208" y="328833"/>
                  </a:lnTo>
                  <a:lnTo>
                    <a:pt x="119334" y="327401"/>
                  </a:lnTo>
                  <a:lnTo>
                    <a:pt x="124411" y="325806"/>
                  </a:lnTo>
                  <a:lnTo>
                    <a:pt x="129436" y="324051"/>
                  </a:lnTo>
                  <a:lnTo>
                    <a:pt x="134402" y="322137"/>
                  </a:lnTo>
                  <a:lnTo>
                    <a:pt x="139304" y="320065"/>
                  </a:lnTo>
                  <a:lnTo>
                    <a:pt x="144138" y="317839"/>
                  </a:lnTo>
                  <a:lnTo>
                    <a:pt x="148899" y="315459"/>
                  </a:lnTo>
                  <a:lnTo>
                    <a:pt x="153581" y="312930"/>
                  </a:lnTo>
                  <a:lnTo>
                    <a:pt x="158181" y="310253"/>
                  </a:lnTo>
                  <a:lnTo>
                    <a:pt x="162693" y="307430"/>
                  </a:lnTo>
                  <a:lnTo>
                    <a:pt x="167113" y="304466"/>
                  </a:lnTo>
                  <a:lnTo>
                    <a:pt x="171436" y="301362"/>
                  </a:lnTo>
                  <a:lnTo>
                    <a:pt x="175658" y="298122"/>
                  </a:lnTo>
                  <a:lnTo>
                    <a:pt x="179775" y="294749"/>
                  </a:lnTo>
                  <a:lnTo>
                    <a:pt x="183783" y="291248"/>
                  </a:lnTo>
                  <a:lnTo>
                    <a:pt x="187677" y="287620"/>
                  </a:lnTo>
                  <a:lnTo>
                    <a:pt x="191454" y="283870"/>
                  </a:lnTo>
                  <a:lnTo>
                    <a:pt x="195109" y="280002"/>
                  </a:lnTo>
                  <a:lnTo>
                    <a:pt x="198640" y="276019"/>
                  </a:lnTo>
                  <a:lnTo>
                    <a:pt x="202041" y="271926"/>
                  </a:lnTo>
                  <a:lnTo>
                    <a:pt x="205311" y="267727"/>
                  </a:lnTo>
                  <a:lnTo>
                    <a:pt x="208446" y="263426"/>
                  </a:lnTo>
                  <a:lnTo>
                    <a:pt x="211442" y="259027"/>
                  </a:lnTo>
                  <a:lnTo>
                    <a:pt x="214296" y="254535"/>
                  </a:lnTo>
                  <a:lnTo>
                    <a:pt x="217006" y="249955"/>
                  </a:lnTo>
                  <a:lnTo>
                    <a:pt x="219569" y="245291"/>
                  </a:lnTo>
                  <a:lnTo>
                    <a:pt x="221982" y="240547"/>
                  </a:lnTo>
                  <a:lnTo>
                    <a:pt x="224243" y="235729"/>
                  </a:lnTo>
                  <a:lnTo>
                    <a:pt x="226349" y="230841"/>
                  </a:lnTo>
                  <a:lnTo>
                    <a:pt x="228299" y="225889"/>
                  </a:lnTo>
                  <a:lnTo>
                    <a:pt x="230090" y="220878"/>
                  </a:lnTo>
                  <a:lnTo>
                    <a:pt x="231720" y="215811"/>
                  </a:lnTo>
                  <a:lnTo>
                    <a:pt x="233189" y="210696"/>
                  </a:lnTo>
                  <a:lnTo>
                    <a:pt x="234494" y="205536"/>
                  </a:lnTo>
                  <a:lnTo>
                    <a:pt x="235633" y="200338"/>
                  </a:lnTo>
                  <a:lnTo>
                    <a:pt x="236607" y="195106"/>
                  </a:lnTo>
                  <a:lnTo>
                    <a:pt x="237414" y="189845"/>
                  </a:lnTo>
                  <a:lnTo>
                    <a:pt x="238053" y="184561"/>
                  </a:lnTo>
                  <a:lnTo>
                    <a:pt x="238524" y="179260"/>
                  </a:lnTo>
                  <a:lnTo>
                    <a:pt x="238825" y="173947"/>
                  </a:lnTo>
                  <a:lnTo>
                    <a:pt x="238957" y="168626"/>
                  </a:lnTo>
                  <a:lnTo>
                    <a:pt x="238920" y="163304"/>
                  </a:lnTo>
                  <a:lnTo>
                    <a:pt x="238714" y="157986"/>
                  </a:lnTo>
                  <a:lnTo>
                    <a:pt x="238338" y="152677"/>
                  </a:lnTo>
                  <a:lnTo>
                    <a:pt x="237793" y="147383"/>
                  </a:lnTo>
                  <a:lnTo>
                    <a:pt x="237080" y="142109"/>
                  </a:lnTo>
                  <a:lnTo>
                    <a:pt x="236200" y="136860"/>
                  </a:lnTo>
                  <a:lnTo>
                    <a:pt x="235153" y="131642"/>
                  </a:lnTo>
                  <a:lnTo>
                    <a:pt x="233940" y="126460"/>
                  </a:lnTo>
                  <a:lnTo>
                    <a:pt x="232563" y="121319"/>
                  </a:lnTo>
                  <a:lnTo>
                    <a:pt x="231023" y="116225"/>
                  </a:lnTo>
                  <a:lnTo>
                    <a:pt x="229322" y="111182"/>
                  </a:lnTo>
                  <a:lnTo>
                    <a:pt x="227461" y="106196"/>
                  </a:lnTo>
                  <a:lnTo>
                    <a:pt x="225442" y="101272"/>
                  </a:lnTo>
                  <a:lnTo>
                    <a:pt x="223268" y="96414"/>
                  </a:lnTo>
                  <a:lnTo>
                    <a:pt x="220940" y="91628"/>
                  </a:lnTo>
                  <a:lnTo>
                    <a:pt x="218461" y="86919"/>
                  </a:lnTo>
                  <a:lnTo>
                    <a:pt x="215833" y="82291"/>
                  </a:lnTo>
                  <a:lnTo>
                    <a:pt x="213059" y="77749"/>
                  </a:lnTo>
                  <a:lnTo>
                    <a:pt x="210142" y="73297"/>
                  </a:lnTo>
                  <a:lnTo>
                    <a:pt x="207085" y="68941"/>
                  </a:lnTo>
                  <a:lnTo>
                    <a:pt x="203891" y="64684"/>
                  </a:lnTo>
                  <a:lnTo>
                    <a:pt x="200562" y="60531"/>
                  </a:lnTo>
                  <a:lnTo>
                    <a:pt x="197104" y="56486"/>
                  </a:lnTo>
                  <a:lnTo>
                    <a:pt x="193518" y="52553"/>
                  </a:lnTo>
                  <a:lnTo>
                    <a:pt x="189809" y="48736"/>
                  </a:lnTo>
                  <a:lnTo>
                    <a:pt x="185980" y="45040"/>
                  </a:lnTo>
                  <a:lnTo>
                    <a:pt x="182035" y="41467"/>
                  </a:lnTo>
                  <a:lnTo>
                    <a:pt x="177979" y="38021"/>
                  </a:lnTo>
                  <a:lnTo>
                    <a:pt x="173815" y="34707"/>
                  </a:lnTo>
                  <a:lnTo>
                    <a:pt x="169548" y="31526"/>
                  </a:lnTo>
                  <a:lnTo>
                    <a:pt x="165182" y="28483"/>
                  </a:lnTo>
                  <a:lnTo>
                    <a:pt x="160721" y="25581"/>
                  </a:lnTo>
                  <a:lnTo>
                    <a:pt x="156170" y="22822"/>
                  </a:lnTo>
                  <a:lnTo>
                    <a:pt x="151533" y="20209"/>
                  </a:lnTo>
                  <a:lnTo>
                    <a:pt x="146816" y="17746"/>
                  </a:lnTo>
                  <a:lnTo>
                    <a:pt x="142022" y="15433"/>
                  </a:lnTo>
                  <a:lnTo>
                    <a:pt x="137157" y="13275"/>
                  </a:lnTo>
                  <a:lnTo>
                    <a:pt x="132226" y="11272"/>
                  </a:lnTo>
                  <a:lnTo>
                    <a:pt x="127234" y="9427"/>
                  </a:lnTo>
                  <a:lnTo>
                    <a:pt x="122186" y="7742"/>
                  </a:lnTo>
                  <a:lnTo>
                    <a:pt x="117086" y="6219"/>
                  </a:lnTo>
                  <a:lnTo>
                    <a:pt x="111941" y="4859"/>
                  </a:lnTo>
                  <a:lnTo>
                    <a:pt x="106755" y="3663"/>
                  </a:lnTo>
                  <a:lnTo>
                    <a:pt x="101534" y="2633"/>
                  </a:lnTo>
                  <a:lnTo>
                    <a:pt x="96282" y="1770"/>
                  </a:lnTo>
                  <a:lnTo>
                    <a:pt x="91006" y="1075"/>
                  </a:lnTo>
                  <a:lnTo>
                    <a:pt x="85710" y="547"/>
                  </a:lnTo>
                  <a:lnTo>
                    <a:pt x="80400" y="189"/>
                  </a:lnTo>
                  <a:lnTo>
                    <a:pt x="75081" y="0"/>
                  </a:lnTo>
                  <a:lnTo>
                    <a:pt x="71797" y="1671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021039" y="1322571"/>
              <a:ext cx="3284" cy="167167"/>
            </a:xfrm>
            <a:custGeom>
              <a:avLst/>
              <a:pathLst>
                <a:path w="3284" h="167167">
                  <a:moveTo>
                    <a:pt x="3284" y="3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378095" y="1071028"/>
              <a:ext cx="167163" cy="276825"/>
            </a:xfrm>
            <a:custGeom>
              <a:avLst/>
              <a:pathLst>
                <a:path w="167163" h="276825">
                  <a:moveTo>
                    <a:pt x="167163" y="0"/>
                  </a:moveTo>
                  <a:lnTo>
                    <a:pt x="161781" y="86"/>
                  </a:lnTo>
                  <a:lnTo>
                    <a:pt x="156404" y="346"/>
                  </a:lnTo>
                  <a:lnTo>
                    <a:pt x="151039" y="779"/>
                  </a:lnTo>
                  <a:lnTo>
                    <a:pt x="145690" y="1384"/>
                  </a:lnTo>
                  <a:lnTo>
                    <a:pt x="140364" y="2162"/>
                  </a:lnTo>
                  <a:lnTo>
                    <a:pt x="135066" y="3110"/>
                  </a:lnTo>
                  <a:lnTo>
                    <a:pt x="129800" y="4228"/>
                  </a:lnTo>
                  <a:lnTo>
                    <a:pt x="124574" y="5516"/>
                  </a:lnTo>
                  <a:lnTo>
                    <a:pt x="119391" y="6971"/>
                  </a:lnTo>
                  <a:lnTo>
                    <a:pt x="114259" y="8592"/>
                  </a:lnTo>
                  <a:lnTo>
                    <a:pt x="109181" y="10377"/>
                  </a:lnTo>
                  <a:lnTo>
                    <a:pt x="104163" y="12325"/>
                  </a:lnTo>
                  <a:lnTo>
                    <a:pt x="99210" y="14434"/>
                  </a:lnTo>
                  <a:lnTo>
                    <a:pt x="94328" y="16701"/>
                  </a:lnTo>
                  <a:lnTo>
                    <a:pt x="89522" y="19124"/>
                  </a:lnTo>
                  <a:lnTo>
                    <a:pt x="84795" y="21700"/>
                  </a:lnTo>
                  <a:lnTo>
                    <a:pt x="80155" y="24427"/>
                  </a:lnTo>
                  <a:lnTo>
                    <a:pt x="75604" y="27303"/>
                  </a:lnTo>
                  <a:lnTo>
                    <a:pt x="71149" y="30323"/>
                  </a:lnTo>
                  <a:lnTo>
                    <a:pt x="66793" y="33485"/>
                  </a:lnTo>
                  <a:lnTo>
                    <a:pt x="62541" y="36786"/>
                  </a:lnTo>
                  <a:lnTo>
                    <a:pt x="58397" y="40222"/>
                  </a:lnTo>
                  <a:lnTo>
                    <a:pt x="54367" y="43789"/>
                  </a:lnTo>
                  <a:lnTo>
                    <a:pt x="50453" y="47485"/>
                  </a:lnTo>
                  <a:lnTo>
                    <a:pt x="46660" y="51304"/>
                  </a:lnTo>
                  <a:lnTo>
                    <a:pt x="42993" y="55244"/>
                  </a:lnTo>
                  <a:lnTo>
                    <a:pt x="39454" y="59300"/>
                  </a:lnTo>
                  <a:lnTo>
                    <a:pt x="36047" y="63467"/>
                  </a:lnTo>
                  <a:lnTo>
                    <a:pt x="32776" y="67743"/>
                  </a:lnTo>
                  <a:lnTo>
                    <a:pt x="29645" y="72121"/>
                  </a:lnTo>
                  <a:lnTo>
                    <a:pt x="26656" y="76597"/>
                  </a:lnTo>
                  <a:lnTo>
                    <a:pt x="23813" y="81168"/>
                  </a:lnTo>
                  <a:lnTo>
                    <a:pt x="21119" y="85828"/>
                  </a:lnTo>
                  <a:lnTo>
                    <a:pt x="18576" y="90572"/>
                  </a:lnTo>
                  <a:lnTo>
                    <a:pt x="16187" y="95396"/>
                  </a:lnTo>
                  <a:lnTo>
                    <a:pt x="13954" y="100294"/>
                  </a:lnTo>
                  <a:lnTo>
                    <a:pt x="11881" y="105261"/>
                  </a:lnTo>
                  <a:lnTo>
                    <a:pt x="9968" y="110292"/>
                  </a:lnTo>
                  <a:lnTo>
                    <a:pt x="8218" y="115383"/>
                  </a:lnTo>
                  <a:lnTo>
                    <a:pt x="6633" y="120527"/>
                  </a:lnTo>
                  <a:lnTo>
                    <a:pt x="5215" y="125719"/>
                  </a:lnTo>
                  <a:lnTo>
                    <a:pt x="3965" y="130955"/>
                  </a:lnTo>
                  <a:lnTo>
                    <a:pt x="2883" y="136228"/>
                  </a:lnTo>
                  <a:lnTo>
                    <a:pt x="1972" y="141533"/>
                  </a:lnTo>
                  <a:lnTo>
                    <a:pt x="1233" y="146865"/>
                  </a:lnTo>
                  <a:lnTo>
                    <a:pt x="665" y="152217"/>
                  </a:lnTo>
                  <a:lnTo>
                    <a:pt x="270" y="157586"/>
                  </a:lnTo>
                  <a:lnTo>
                    <a:pt x="48" y="162964"/>
                  </a:lnTo>
                  <a:lnTo>
                    <a:pt x="0" y="168346"/>
                  </a:lnTo>
                  <a:lnTo>
                    <a:pt x="124" y="173728"/>
                  </a:lnTo>
                  <a:lnTo>
                    <a:pt x="422" y="179102"/>
                  </a:lnTo>
                  <a:lnTo>
                    <a:pt x="893" y="184464"/>
                  </a:lnTo>
                  <a:lnTo>
                    <a:pt x="1536" y="189808"/>
                  </a:lnTo>
                  <a:lnTo>
                    <a:pt x="2351" y="195129"/>
                  </a:lnTo>
                  <a:lnTo>
                    <a:pt x="3336" y="200421"/>
                  </a:lnTo>
                  <a:lnTo>
                    <a:pt x="4492" y="205678"/>
                  </a:lnTo>
                  <a:lnTo>
                    <a:pt x="5816" y="210895"/>
                  </a:lnTo>
                  <a:lnTo>
                    <a:pt x="7307" y="216067"/>
                  </a:lnTo>
                  <a:lnTo>
                    <a:pt x="8965" y="221189"/>
                  </a:lnTo>
                  <a:lnTo>
                    <a:pt x="10786" y="226254"/>
                  </a:lnTo>
                  <a:lnTo>
                    <a:pt x="12769" y="231258"/>
                  </a:lnTo>
                  <a:lnTo>
                    <a:pt x="14913" y="236195"/>
                  </a:lnTo>
                  <a:lnTo>
                    <a:pt x="17214" y="241061"/>
                  </a:lnTo>
                  <a:lnTo>
                    <a:pt x="19671" y="245851"/>
                  </a:lnTo>
                  <a:lnTo>
                    <a:pt x="22281" y="250558"/>
                  </a:lnTo>
                  <a:lnTo>
                    <a:pt x="25041" y="255180"/>
                  </a:lnTo>
                  <a:lnTo>
                    <a:pt x="27948" y="259710"/>
                  </a:lnTo>
                  <a:lnTo>
                    <a:pt x="31000" y="264144"/>
                  </a:lnTo>
                  <a:lnTo>
                    <a:pt x="34192" y="268477"/>
                  </a:lnTo>
                  <a:lnTo>
                    <a:pt x="37523" y="272706"/>
                  </a:lnTo>
                  <a:lnTo>
                    <a:pt x="40988" y="276825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419083" y="1238196"/>
              <a:ext cx="126174" cy="109658"/>
            </a:xfrm>
            <a:custGeom>
              <a:avLst/>
              <a:pathLst>
                <a:path w="126174" h="109658">
                  <a:moveTo>
                    <a:pt x="0" y="109658"/>
                  </a:moveTo>
                  <a:lnTo>
                    <a:pt x="12617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419083" y="1238196"/>
              <a:ext cx="126174" cy="109658"/>
            </a:xfrm>
            <a:custGeom>
              <a:avLst/>
              <a:pathLst>
                <a:path w="126174" h="109658">
                  <a:moveTo>
                    <a:pt x="0" y="109658"/>
                  </a:moveTo>
                  <a:lnTo>
                    <a:pt x="12617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19083" y="1238196"/>
              <a:ext cx="126174" cy="109658"/>
            </a:xfrm>
            <a:custGeom>
              <a:avLst/>
              <a:pathLst>
                <a:path w="126174" h="109658">
                  <a:moveTo>
                    <a:pt x="0" y="109658"/>
                  </a:moveTo>
                  <a:lnTo>
                    <a:pt x="12617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19083" y="1238196"/>
              <a:ext cx="126174" cy="109658"/>
            </a:xfrm>
            <a:custGeom>
              <a:avLst/>
              <a:pathLst>
                <a:path w="126174" h="109658">
                  <a:moveTo>
                    <a:pt x="0" y="109658"/>
                  </a:moveTo>
                  <a:lnTo>
                    <a:pt x="12617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19083" y="1238196"/>
              <a:ext cx="126174" cy="109658"/>
            </a:xfrm>
            <a:custGeom>
              <a:avLst/>
              <a:pathLst>
                <a:path w="126174" h="109658">
                  <a:moveTo>
                    <a:pt x="0" y="109658"/>
                  </a:moveTo>
                  <a:lnTo>
                    <a:pt x="12617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19083" y="1238196"/>
              <a:ext cx="126174" cy="109658"/>
            </a:xfrm>
            <a:custGeom>
              <a:avLst/>
              <a:pathLst>
                <a:path w="126174" h="109658">
                  <a:moveTo>
                    <a:pt x="0" y="109658"/>
                  </a:moveTo>
                  <a:lnTo>
                    <a:pt x="12617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19083" y="1238196"/>
              <a:ext cx="126174" cy="109658"/>
            </a:xfrm>
            <a:custGeom>
              <a:avLst/>
              <a:pathLst>
                <a:path w="126174" h="109658">
                  <a:moveTo>
                    <a:pt x="0" y="109658"/>
                  </a:moveTo>
                  <a:lnTo>
                    <a:pt x="12617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19083" y="1238196"/>
              <a:ext cx="126174" cy="109658"/>
            </a:xfrm>
            <a:custGeom>
              <a:avLst/>
              <a:pathLst>
                <a:path w="126174" h="109658">
                  <a:moveTo>
                    <a:pt x="0" y="109658"/>
                  </a:moveTo>
                  <a:lnTo>
                    <a:pt x="12617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19083" y="1238196"/>
              <a:ext cx="126174" cy="109658"/>
            </a:xfrm>
            <a:custGeom>
              <a:avLst/>
              <a:pathLst>
                <a:path w="126174" h="109658">
                  <a:moveTo>
                    <a:pt x="0" y="109658"/>
                  </a:moveTo>
                  <a:lnTo>
                    <a:pt x="12617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19083" y="1238196"/>
              <a:ext cx="126174" cy="109658"/>
            </a:xfrm>
            <a:custGeom>
              <a:avLst/>
              <a:pathLst>
                <a:path w="126174" h="109658">
                  <a:moveTo>
                    <a:pt x="0" y="109658"/>
                  </a:moveTo>
                  <a:lnTo>
                    <a:pt x="12617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19083" y="1238196"/>
              <a:ext cx="126174" cy="109658"/>
            </a:xfrm>
            <a:custGeom>
              <a:avLst/>
              <a:pathLst>
                <a:path w="126174" h="109658">
                  <a:moveTo>
                    <a:pt x="0" y="109658"/>
                  </a:moveTo>
                  <a:lnTo>
                    <a:pt x="12617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19083" y="1238196"/>
              <a:ext cx="126174" cy="109658"/>
            </a:xfrm>
            <a:custGeom>
              <a:avLst/>
              <a:pathLst>
                <a:path w="126174" h="109658">
                  <a:moveTo>
                    <a:pt x="0" y="109658"/>
                  </a:moveTo>
                  <a:lnTo>
                    <a:pt x="12617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19083" y="1238196"/>
              <a:ext cx="126174" cy="109658"/>
            </a:xfrm>
            <a:custGeom>
              <a:avLst/>
              <a:pathLst>
                <a:path w="126174" h="109658">
                  <a:moveTo>
                    <a:pt x="0" y="109658"/>
                  </a:moveTo>
                  <a:lnTo>
                    <a:pt x="12617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19083" y="1238196"/>
              <a:ext cx="126174" cy="109658"/>
            </a:xfrm>
            <a:custGeom>
              <a:avLst/>
              <a:pathLst>
                <a:path w="126174" h="109658">
                  <a:moveTo>
                    <a:pt x="0" y="109658"/>
                  </a:moveTo>
                  <a:lnTo>
                    <a:pt x="12617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19083" y="1238196"/>
              <a:ext cx="126174" cy="109658"/>
            </a:xfrm>
            <a:custGeom>
              <a:avLst/>
              <a:pathLst>
                <a:path w="126174" h="109658">
                  <a:moveTo>
                    <a:pt x="0" y="109658"/>
                  </a:moveTo>
                  <a:lnTo>
                    <a:pt x="12617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19083" y="1238196"/>
              <a:ext cx="126174" cy="109658"/>
            </a:xfrm>
            <a:custGeom>
              <a:avLst/>
              <a:pathLst>
                <a:path w="126174" h="109658">
                  <a:moveTo>
                    <a:pt x="0" y="109658"/>
                  </a:moveTo>
                  <a:lnTo>
                    <a:pt x="12617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19083" y="1238196"/>
              <a:ext cx="126174" cy="109658"/>
            </a:xfrm>
            <a:custGeom>
              <a:avLst/>
              <a:pathLst>
                <a:path w="126174" h="109658">
                  <a:moveTo>
                    <a:pt x="0" y="109658"/>
                  </a:moveTo>
                  <a:lnTo>
                    <a:pt x="12617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19083" y="1238196"/>
              <a:ext cx="126174" cy="109658"/>
            </a:xfrm>
            <a:custGeom>
              <a:avLst/>
              <a:pathLst>
                <a:path w="126174" h="109658">
                  <a:moveTo>
                    <a:pt x="0" y="109658"/>
                  </a:moveTo>
                  <a:lnTo>
                    <a:pt x="12617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19083" y="1238196"/>
              <a:ext cx="126174" cy="109658"/>
            </a:xfrm>
            <a:custGeom>
              <a:avLst/>
              <a:pathLst>
                <a:path w="126174" h="109658">
                  <a:moveTo>
                    <a:pt x="0" y="109658"/>
                  </a:moveTo>
                  <a:lnTo>
                    <a:pt x="12617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19083" y="1238196"/>
              <a:ext cx="126174" cy="109658"/>
            </a:xfrm>
            <a:custGeom>
              <a:avLst/>
              <a:pathLst>
                <a:path w="126174" h="109658">
                  <a:moveTo>
                    <a:pt x="0" y="109658"/>
                  </a:moveTo>
                  <a:lnTo>
                    <a:pt x="12617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19083" y="1119114"/>
              <a:ext cx="293340" cy="286247"/>
            </a:xfrm>
            <a:custGeom>
              <a:avLst/>
              <a:pathLst>
                <a:path w="293340" h="286247">
                  <a:moveTo>
                    <a:pt x="0" y="228740"/>
                  </a:moveTo>
                  <a:lnTo>
                    <a:pt x="3558" y="232705"/>
                  </a:lnTo>
                  <a:lnTo>
                    <a:pt x="7241" y="236554"/>
                  </a:lnTo>
                  <a:lnTo>
                    <a:pt x="11045" y="240284"/>
                  </a:lnTo>
                  <a:lnTo>
                    <a:pt x="14965" y="243891"/>
                  </a:lnTo>
                  <a:lnTo>
                    <a:pt x="18999" y="247372"/>
                  </a:lnTo>
                  <a:lnTo>
                    <a:pt x="23141" y="250722"/>
                  </a:lnTo>
                  <a:lnTo>
                    <a:pt x="27388" y="253938"/>
                  </a:lnTo>
                  <a:lnTo>
                    <a:pt x="31736" y="257018"/>
                  </a:lnTo>
                  <a:lnTo>
                    <a:pt x="36179" y="259957"/>
                  </a:lnTo>
                  <a:lnTo>
                    <a:pt x="40714" y="262753"/>
                  </a:lnTo>
                  <a:lnTo>
                    <a:pt x="45335" y="265403"/>
                  </a:lnTo>
                  <a:lnTo>
                    <a:pt x="50039" y="267905"/>
                  </a:lnTo>
                  <a:lnTo>
                    <a:pt x="54820" y="270255"/>
                  </a:lnTo>
                  <a:lnTo>
                    <a:pt x="59674" y="272452"/>
                  </a:lnTo>
                  <a:lnTo>
                    <a:pt x="64595" y="274494"/>
                  </a:lnTo>
                  <a:lnTo>
                    <a:pt x="69578" y="276377"/>
                  </a:lnTo>
                  <a:lnTo>
                    <a:pt x="74619" y="278100"/>
                  </a:lnTo>
                  <a:lnTo>
                    <a:pt x="79713" y="279663"/>
                  </a:lnTo>
                  <a:lnTo>
                    <a:pt x="84853" y="281062"/>
                  </a:lnTo>
                  <a:lnTo>
                    <a:pt x="90036" y="282296"/>
                  </a:lnTo>
                  <a:lnTo>
                    <a:pt x="95255" y="283365"/>
                  </a:lnTo>
                  <a:lnTo>
                    <a:pt x="100506" y="284266"/>
                  </a:lnTo>
                  <a:lnTo>
                    <a:pt x="105782" y="285001"/>
                  </a:lnTo>
                  <a:lnTo>
                    <a:pt x="111080" y="285566"/>
                  </a:lnTo>
                  <a:lnTo>
                    <a:pt x="116393" y="285962"/>
                  </a:lnTo>
                  <a:lnTo>
                    <a:pt x="121715" y="286189"/>
                  </a:lnTo>
                  <a:lnTo>
                    <a:pt x="127043" y="286247"/>
                  </a:lnTo>
                  <a:lnTo>
                    <a:pt x="132369" y="286134"/>
                  </a:lnTo>
                  <a:lnTo>
                    <a:pt x="137689" y="285852"/>
                  </a:lnTo>
                  <a:lnTo>
                    <a:pt x="142997" y="285400"/>
                  </a:lnTo>
                  <a:lnTo>
                    <a:pt x="148289" y="284780"/>
                  </a:lnTo>
                  <a:lnTo>
                    <a:pt x="153557" y="283991"/>
                  </a:lnTo>
                  <a:lnTo>
                    <a:pt x="158798" y="283035"/>
                  </a:lnTo>
                  <a:lnTo>
                    <a:pt x="164006" y="281912"/>
                  </a:lnTo>
                  <a:lnTo>
                    <a:pt x="169176" y="280623"/>
                  </a:lnTo>
                  <a:lnTo>
                    <a:pt x="174302" y="279171"/>
                  </a:lnTo>
                  <a:lnTo>
                    <a:pt x="179378" y="277556"/>
                  </a:lnTo>
                  <a:lnTo>
                    <a:pt x="184401" y="275780"/>
                  </a:lnTo>
                  <a:lnTo>
                    <a:pt x="189365" y="273845"/>
                  </a:lnTo>
                  <a:lnTo>
                    <a:pt x="194265" y="271753"/>
                  </a:lnTo>
                  <a:lnTo>
                    <a:pt x="199095" y="269506"/>
                  </a:lnTo>
                  <a:lnTo>
                    <a:pt x="203851" y="267106"/>
                  </a:lnTo>
                  <a:lnTo>
                    <a:pt x="208529" y="264555"/>
                  </a:lnTo>
                  <a:lnTo>
                    <a:pt x="213122" y="261857"/>
                  </a:lnTo>
                  <a:lnTo>
                    <a:pt x="217628" y="259014"/>
                  </a:lnTo>
                  <a:lnTo>
                    <a:pt x="222040" y="256029"/>
                  </a:lnTo>
                  <a:lnTo>
                    <a:pt x="226356" y="252905"/>
                  </a:lnTo>
                  <a:lnTo>
                    <a:pt x="230569" y="249644"/>
                  </a:lnTo>
                  <a:lnTo>
                    <a:pt x="234677" y="246251"/>
                  </a:lnTo>
                  <a:lnTo>
                    <a:pt x="238674" y="242729"/>
                  </a:lnTo>
                  <a:lnTo>
                    <a:pt x="242557" y="239082"/>
                  </a:lnTo>
                  <a:lnTo>
                    <a:pt x="246322" y="235312"/>
                  </a:lnTo>
                  <a:lnTo>
                    <a:pt x="249964" y="231425"/>
                  </a:lnTo>
                  <a:lnTo>
                    <a:pt x="253481" y="227423"/>
                  </a:lnTo>
                  <a:lnTo>
                    <a:pt x="256869" y="223311"/>
                  </a:lnTo>
                  <a:lnTo>
                    <a:pt x="260124" y="219094"/>
                  </a:lnTo>
                  <a:lnTo>
                    <a:pt x="263243" y="214774"/>
                  </a:lnTo>
                  <a:lnTo>
                    <a:pt x="266223" y="210358"/>
                  </a:lnTo>
                  <a:lnTo>
                    <a:pt x="269060" y="205849"/>
                  </a:lnTo>
                  <a:lnTo>
                    <a:pt x="271752" y="201252"/>
                  </a:lnTo>
                  <a:lnTo>
                    <a:pt x="274297" y="196571"/>
                  </a:lnTo>
                  <a:lnTo>
                    <a:pt x="276691" y="191812"/>
                  </a:lnTo>
                  <a:lnTo>
                    <a:pt x="278932" y="186979"/>
                  </a:lnTo>
                  <a:lnTo>
                    <a:pt x="281018" y="182076"/>
                  </a:lnTo>
                  <a:lnTo>
                    <a:pt x="282947" y="177110"/>
                  </a:lnTo>
                  <a:lnTo>
                    <a:pt x="284716" y="172085"/>
                  </a:lnTo>
                  <a:lnTo>
                    <a:pt x="286325" y="167006"/>
                  </a:lnTo>
                  <a:lnTo>
                    <a:pt x="287770" y="161879"/>
                  </a:lnTo>
                  <a:lnTo>
                    <a:pt x="289052" y="156707"/>
                  </a:lnTo>
                  <a:lnTo>
                    <a:pt x="290168" y="151498"/>
                  </a:lnTo>
                  <a:lnTo>
                    <a:pt x="291118" y="146256"/>
                  </a:lnTo>
                  <a:lnTo>
                    <a:pt x="291900" y="140986"/>
                  </a:lnTo>
                  <a:lnTo>
                    <a:pt x="292514" y="135694"/>
                  </a:lnTo>
                  <a:lnTo>
                    <a:pt x="292959" y="130385"/>
                  </a:lnTo>
                  <a:lnTo>
                    <a:pt x="293234" y="125065"/>
                  </a:lnTo>
                  <a:lnTo>
                    <a:pt x="293340" y="119738"/>
                  </a:lnTo>
                  <a:lnTo>
                    <a:pt x="293276" y="114411"/>
                  </a:lnTo>
                  <a:lnTo>
                    <a:pt x="293043" y="109089"/>
                  </a:lnTo>
                  <a:lnTo>
                    <a:pt x="292639" y="103776"/>
                  </a:lnTo>
                  <a:lnTo>
                    <a:pt x="292067" y="98480"/>
                  </a:lnTo>
                  <a:lnTo>
                    <a:pt x="291327" y="93204"/>
                  </a:lnTo>
                  <a:lnTo>
                    <a:pt x="290418" y="87954"/>
                  </a:lnTo>
                  <a:lnTo>
                    <a:pt x="289343" y="82736"/>
                  </a:lnTo>
                  <a:lnTo>
                    <a:pt x="288102" y="77555"/>
                  </a:lnTo>
                  <a:lnTo>
                    <a:pt x="286696" y="72417"/>
                  </a:lnTo>
                  <a:lnTo>
                    <a:pt x="285128" y="67325"/>
                  </a:lnTo>
                  <a:lnTo>
                    <a:pt x="283398" y="62286"/>
                  </a:lnTo>
                  <a:lnTo>
                    <a:pt x="281508" y="57305"/>
                  </a:lnTo>
                  <a:lnTo>
                    <a:pt x="279461" y="52387"/>
                  </a:lnTo>
                  <a:lnTo>
                    <a:pt x="277258" y="47536"/>
                  </a:lnTo>
                  <a:lnTo>
                    <a:pt x="274901" y="42758"/>
                  </a:lnTo>
                  <a:lnTo>
                    <a:pt x="272393" y="38058"/>
                  </a:lnTo>
                  <a:lnTo>
                    <a:pt x="269737" y="33439"/>
                  </a:lnTo>
                  <a:lnTo>
                    <a:pt x="266935" y="28908"/>
                  </a:lnTo>
                  <a:lnTo>
                    <a:pt x="263991" y="24469"/>
                  </a:lnTo>
                  <a:lnTo>
                    <a:pt x="260906" y="20125"/>
                  </a:lnTo>
                  <a:lnTo>
                    <a:pt x="257684" y="15882"/>
                  </a:lnTo>
                  <a:lnTo>
                    <a:pt x="254329" y="11744"/>
                  </a:lnTo>
                  <a:lnTo>
                    <a:pt x="250843" y="7715"/>
                  </a:lnTo>
                  <a:lnTo>
                    <a:pt x="247231" y="3798"/>
                  </a:lnTo>
                  <a:lnTo>
                    <a:pt x="243496" y="0"/>
                  </a:lnTo>
                  <a:lnTo>
                    <a:pt x="126174" y="1190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545258" y="1071028"/>
              <a:ext cx="117321" cy="167167"/>
            </a:xfrm>
            <a:custGeom>
              <a:avLst/>
              <a:pathLst>
                <a:path w="117321" h="167167">
                  <a:moveTo>
                    <a:pt x="117321" y="48085"/>
                  </a:moveTo>
                  <a:lnTo>
                    <a:pt x="113227" y="44186"/>
                  </a:lnTo>
                  <a:lnTo>
                    <a:pt x="109004" y="40427"/>
                  </a:lnTo>
                  <a:lnTo>
                    <a:pt x="104655" y="36813"/>
                  </a:lnTo>
                  <a:lnTo>
                    <a:pt x="100187" y="33348"/>
                  </a:lnTo>
                  <a:lnTo>
                    <a:pt x="95604" y="30037"/>
                  </a:lnTo>
                  <a:lnTo>
                    <a:pt x="90912" y="26882"/>
                  </a:lnTo>
                  <a:lnTo>
                    <a:pt x="86116" y="23888"/>
                  </a:lnTo>
                  <a:lnTo>
                    <a:pt x="81222" y="21058"/>
                  </a:lnTo>
                  <a:lnTo>
                    <a:pt x="76234" y="18394"/>
                  </a:lnTo>
                  <a:lnTo>
                    <a:pt x="71159" y="15901"/>
                  </a:lnTo>
                  <a:lnTo>
                    <a:pt x="66003" y="13582"/>
                  </a:lnTo>
                  <a:lnTo>
                    <a:pt x="60771" y="11437"/>
                  </a:lnTo>
                  <a:lnTo>
                    <a:pt x="55470" y="9471"/>
                  </a:lnTo>
                  <a:lnTo>
                    <a:pt x="50106" y="7686"/>
                  </a:lnTo>
                  <a:lnTo>
                    <a:pt x="44684" y="6082"/>
                  </a:lnTo>
                  <a:lnTo>
                    <a:pt x="39211" y="4663"/>
                  </a:lnTo>
                  <a:lnTo>
                    <a:pt x="33693" y="3430"/>
                  </a:lnTo>
                  <a:lnTo>
                    <a:pt x="28136" y="2384"/>
                  </a:lnTo>
                  <a:lnTo>
                    <a:pt x="22548" y="1527"/>
                  </a:lnTo>
                  <a:lnTo>
                    <a:pt x="16933" y="859"/>
                  </a:lnTo>
                  <a:lnTo>
                    <a:pt x="11299" y="382"/>
                  </a:lnTo>
                  <a:lnTo>
                    <a:pt x="5653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4944375" y="941493"/>
              <a:ext cx="79168" cy="167167"/>
            </a:xfrm>
            <a:custGeom>
              <a:avLst/>
              <a:pathLst>
                <a:path w="79168" h="167167">
                  <a:moveTo>
                    <a:pt x="79168" y="0"/>
                  </a:moveTo>
                  <a:lnTo>
                    <a:pt x="73278" y="103"/>
                  </a:lnTo>
                  <a:lnTo>
                    <a:pt x="67396" y="415"/>
                  </a:lnTo>
                  <a:lnTo>
                    <a:pt x="61528" y="933"/>
                  </a:lnTo>
                  <a:lnTo>
                    <a:pt x="55682" y="1658"/>
                  </a:lnTo>
                  <a:lnTo>
                    <a:pt x="49865" y="2588"/>
                  </a:lnTo>
                  <a:lnTo>
                    <a:pt x="44085" y="3722"/>
                  </a:lnTo>
                  <a:lnTo>
                    <a:pt x="38348" y="5060"/>
                  </a:lnTo>
                  <a:lnTo>
                    <a:pt x="32662" y="6599"/>
                  </a:lnTo>
                  <a:lnTo>
                    <a:pt x="27033" y="8337"/>
                  </a:lnTo>
                  <a:lnTo>
                    <a:pt x="21470" y="10272"/>
                  </a:lnTo>
                  <a:lnTo>
                    <a:pt x="15978" y="12403"/>
                  </a:lnTo>
                  <a:lnTo>
                    <a:pt x="10564" y="14725"/>
                  </a:lnTo>
                  <a:lnTo>
                    <a:pt x="5236" y="17237"/>
                  </a:lnTo>
                  <a:lnTo>
                    <a:pt x="0" y="19935"/>
                  </a:lnTo>
                  <a:lnTo>
                    <a:pt x="7916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944375" y="961428"/>
              <a:ext cx="79168" cy="147232"/>
            </a:xfrm>
            <a:custGeom>
              <a:avLst/>
              <a:pathLst>
                <a:path w="79168" h="147232">
                  <a:moveTo>
                    <a:pt x="0" y="0"/>
                  </a:moveTo>
                  <a:lnTo>
                    <a:pt x="79168" y="1472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44375" y="961428"/>
              <a:ext cx="79168" cy="147232"/>
            </a:xfrm>
            <a:custGeom>
              <a:avLst/>
              <a:pathLst>
                <a:path w="79168" h="147232">
                  <a:moveTo>
                    <a:pt x="0" y="0"/>
                  </a:moveTo>
                  <a:lnTo>
                    <a:pt x="79168" y="14723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44375" y="961428"/>
              <a:ext cx="79168" cy="147232"/>
            </a:xfrm>
            <a:custGeom>
              <a:avLst/>
              <a:pathLst>
                <a:path w="79168" h="147232">
                  <a:moveTo>
                    <a:pt x="0" y="0"/>
                  </a:moveTo>
                  <a:lnTo>
                    <a:pt x="79168" y="14723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44375" y="961428"/>
              <a:ext cx="79168" cy="147232"/>
            </a:xfrm>
            <a:custGeom>
              <a:avLst/>
              <a:pathLst>
                <a:path w="79168" h="147232">
                  <a:moveTo>
                    <a:pt x="0" y="0"/>
                  </a:moveTo>
                  <a:lnTo>
                    <a:pt x="79168" y="1472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44375" y="961428"/>
              <a:ext cx="79168" cy="147232"/>
            </a:xfrm>
            <a:custGeom>
              <a:avLst/>
              <a:pathLst>
                <a:path w="79168" h="147232">
                  <a:moveTo>
                    <a:pt x="0" y="0"/>
                  </a:moveTo>
                  <a:lnTo>
                    <a:pt x="79168" y="1472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44375" y="961428"/>
              <a:ext cx="79168" cy="147232"/>
            </a:xfrm>
            <a:custGeom>
              <a:avLst/>
              <a:pathLst>
                <a:path w="79168" h="147232">
                  <a:moveTo>
                    <a:pt x="0" y="0"/>
                  </a:moveTo>
                  <a:lnTo>
                    <a:pt x="79168" y="1472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44375" y="961428"/>
              <a:ext cx="79168" cy="147232"/>
            </a:xfrm>
            <a:custGeom>
              <a:avLst/>
              <a:pathLst>
                <a:path w="79168" h="147232">
                  <a:moveTo>
                    <a:pt x="0" y="0"/>
                  </a:moveTo>
                  <a:lnTo>
                    <a:pt x="79168" y="1472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44375" y="961428"/>
              <a:ext cx="79168" cy="147232"/>
            </a:xfrm>
            <a:custGeom>
              <a:avLst/>
              <a:pathLst>
                <a:path w="79168" h="147232">
                  <a:moveTo>
                    <a:pt x="0" y="0"/>
                  </a:moveTo>
                  <a:lnTo>
                    <a:pt x="79168" y="1472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4375" y="961428"/>
              <a:ext cx="79168" cy="147232"/>
            </a:xfrm>
            <a:custGeom>
              <a:avLst/>
              <a:pathLst>
                <a:path w="79168" h="147232">
                  <a:moveTo>
                    <a:pt x="0" y="0"/>
                  </a:moveTo>
                  <a:lnTo>
                    <a:pt x="79168" y="1472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4375" y="961428"/>
              <a:ext cx="79168" cy="147232"/>
            </a:xfrm>
            <a:custGeom>
              <a:avLst/>
              <a:pathLst>
                <a:path w="79168" h="147232">
                  <a:moveTo>
                    <a:pt x="0" y="0"/>
                  </a:moveTo>
                  <a:lnTo>
                    <a:pt x="79168" y="1472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4375" y="961428"/>
              <a:ext cx="79168" cy="147232"/>
            </a:xfrm>
            <a:custGeom>
              <a:avLst/>
              <a:pathLst>
                <a:path w="79168" h="147232">
                  <a:moveTo>
                    <a:pt x="0" y="0"/>
                  </a:moveTo>
                  <a:lnTo>
                    <a:pt x="79168" y="1472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4375" y="961428"/>
              <a:ext cx="79168" cy="147232"/>
            </a:xfrm>
            <a:custGeom>
              <a:avLst/>
              <a:pathLst>
                <a:path w="79168" h="147232">
                  <a:moveTo>
                    <a:pt x="0" y="0"/>
                  </a:moveTo>
                  <a:lnTo>
                    <a:pt x="79168" y="1472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4375" y="961428"/>
              <a:ext cx="79168" cy="147232"/>
            </a:xfrm>
            <a:custGeom>
              <a:avLst/>
              <a:pathLst>
                <a:path w="79168" h="147232">
                  <a:moveTo>
                    <a:pt x="0" y="0"/>
                  </a:moveTo>
                  <a:lnTo>
                    <a:pt x="79168" y="1472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4375" y="961428"/>
              <a:ext cx="79168" cy="147232"/>
            </a:xfrm>
            <a:custGeom>
              <a:avLst/>
              <a:pathLst>
                <a:path w="79168" h="147232">
                  <a:moveTo>
                    <a:pt x="0" y="0"/>
                  </a:moveTo>
                  <a:lnTo>
                    <a:pt x="79168" y="1472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4375" y="961428"/>
              <a:ext cx="79168" cy="147232"/>
            </a:xfrm>
            <a:custGeom>
              <a:avLst/>
              <a:pathLst>
                <a:path w="79168" h="147232">
                  <a:moveTo>
                    <a:pt x="0" y="0"/>
                  </a:moveTo>
                  <a:lnTo>
                    <a:pt x="79168" y="1472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4375" y="961428"/>
              <a:ext cx="79168" cy="147232"/>
            </a:xfrm>
            <a:custGeom>
              <a:avLst/>
              <a:pathLst>
                <a:path w="79168" h="147232">
                  <a:moveTo>
                    <a:pt x="0" y="0"/>
                  </a:moveTo>
                  <a:lnTo>
                    <a:pt x="79168" y="1472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44375" y="961428"/>
              <a:ext cx="79168" cy="147232"/>
            </a:xfrm>
            <a:custGeom>
              <a:avLst/>
              <a:pathLst>
                <a:path w="79168" h="147232">
                  <a:moveTo>
                    <a:pt x="0" y="0"/>
                  </a:moveTo>
                  <a:lnTo>
                    <a:pt x="79168" y="1472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44375" y="961428"/>
              <a:ext cx="79168" cy="147232"/>
            </a:xfrm>
            <a:custGeom>
              <a:avLst/>
              <a:pathLst>
                <a:path w="79168" h="147232">
                  <a:moveTo>
                    <a:pt x="0" y="0"/>
                  </a:moveTo>
                  <a:lnTo>
                    <a:pt x="79168" y="1472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44375" y="961428"/>
              <a:ext cx="79168" cy="147232"/>
            </a:xfrm>
            <a:custGeom>
              <a:avLst/>
              <a:pathLst>
                <a:path w="79168" h="147232">
                  <a:moveTo>
                    <a:pt x="0" y="0"/>
                  </a:moveTo>
                  <a:lnTo>
                    <a:pt x="79168" y="1472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856376" y="948203"/>
              <a:ext cx="334324" cy="327617"/>
            </a:xfrm>
            <a:custGeom>
              <a:avLst/>
              <a:pathLst>
                <a:path w="334324" h="327617">
                  <a:moveTo>
                    <a:pt x="87998" y="13225"/>
                  </a:moveTo>
                  <a:lnTo>
                    <a:pt x="83380" y="15803"/>
                  </a:lnTo>
                  <a:lnTo>
                    <a:pt x="78846" y="18526"/>
                  </a:lnTo>
                  <a:lnTo>
                    <a:pt x="74400" y="21391"/>
                  </a:lnTo>
                  <a:lnTo>
                    <a:pt x="70047" y="24396"/>
                  </a:lnTo>
                  <a:lnTo>
                    <a:pt x="65791" y="27536"/>
                  </a:lnTo>
                  <a:lnTo>
                    <a:pt x="61637" y="30810"/>
                  </a:lnTo>
                  <a:lnTo>
                    <a:pt x="57588" y="34213"/>
                  </a:lnTo>
                  <a:lnTo>
                    <a:pt x="53649" y="37743"/>
                  </a:lnTo>
                  <a:lnTo>
                    <a:pt x="49824" y="41396"/>
                  </a:lnTo>
                  <a:lnTo>
                    <a:pt x="46116" y="45167"/>
                  </a:lnTo>
                  <a:lnTo>
                    <a:pt x="42529" y="49055"/>
                  </a:lnTo>
                  <a:lnTo>
                    <a:pt x="39068" y="53053"/>
                  </a:lnTo>
                  <a:lnTo>
                    <a:pt x="35734" y="57160"/>
                  </a:lnTo>
                  <a:lnTo>
                    <a:pt x="32532" y="61369"/>
                  </a:lnTo>
                  <a:lnTo>
                    <a:pt x="29464" y="65678"/>
                  </a:lnTo>
                  <a:lnTo>
                    <a:pt x="26535" y="70082"/>
                  </a:lnTo>
                  <a:lnTo>
                    <a:pt x="23746" y="74576"/>
                  </a:lnTo>
                  <a:lnTo>
                    <a:pt x="21101" y="79156"/>
                  </a:lnTo>
                  <a:lnTo>
                    <a:pt x="18602" y="83818"/>
                  </a:lnTo>
                  <a:lnTo>
                    <a:pt x="16252" y="88556"/>
                  </a:lnTo>
                  <a:lnTo>
                    <a:pt x="14053" y="93367"/>
                  </a:lnTo>
                  <a:lnTo>
                    <a:pt x="12007" y="98244"/>
                  </a:lnTo>
                  <a:lnTo>
                    <a:pt x="10117" y="103184"/>
                  </a:lnTo>
                  <a:lnTo>
                    <a:pt x="8383" y="108181"/>
                  </a:lnTo>
                  <a:lnTo>
                    <a:pt x="6809" y="113230"/>
                  </a:lnTo>
                  <a:lnTo>
                    <a:pt x="5395" y="118327"/>
                  </a:lnTo>
                  <a:lnTo>
                    <a:pt x="4143" y="123466"/>
                  </a:lnTo>
                  <a:lnTo>
                    <a:pt x="3055" y="128642"/>
                  </a:lnTo>
                  <a:lnTo>
                    <a:pt x="2130" y="133849"/>
                  </a:lnTo>
                  <a:lnTo>
                    <a:pt x="1371" y="139084"/>
                  </a:lnTo>
                  <a:lnTo>
                    <a:pt x="778" y="144340"/>
                  </a:lnTo>
                  <a:lnTo>
                    <a:pt x="351" y="149611"/>
                  </a:lnTo>
                  <a:lnTo>
                    <a:pt x="92" y="154894"/>
                  </a:lnTo>
                  <a:lnTo>
                    <a:pt x="0" y="160183"/>
                  </a:lnTo>
                  <a:lnTo>
                    <a:pt x="74" y="165471"/>
                  </a:lnTo>
                  <a:lnTo>
                    <a:pt x="317" y="170755"/>
                  </a:lnTo>
                  <a:lnTo>
                    <a:pt x="726" y="176028"/>
                  </a:lnTo>
                  <a:lnTo>
                    <a:pt x="1302" y="181286"/>
                  </a:lnTo>
                  <a:lnTo>
                    <a:pt x="2044" y="186522"/>
                  </a:lnTo>
                  <a:lnTo>
                    <a:pt x="2951" y="191733"/>
                  </a:lnTo>
                  <a:lnTo>
                    <a:pt x="4023" y="196913"/>
                  </a:lnTo>
                  <a:lnTo>
                    <a:pt x="5258" y="202056"/>
                  </a:lnTo>
                  <a:lnTo>
                    <a:pt x="6655" y="207157"/>
                  </a:lnTo>
                  <a:lnTo>
                    <a:pt x="8212" y="212211"/>
                  </a:lnTo>
                  <a:lnTo>
                    <a:pt x="9929" y="217214"/>
                  </a:lnTo>
                  <a:lnTo>
                    <a:pt x="11804" y="222160"/>
                  </a:lnTo>
                  <a:lnTo>
                    <a:pt x="13833" y="227044"/>
                  </a:lnTo>
                  <a:lnTo>
                    <a:pt x="16017" y="231862"/>
                  </a:lnTo>
                  <a:lnTo>
                    <a:pt x="18351" y="236608"/>
                  </a:lnTo>
                  <a:lnTo>
                    <a:pt x="20835" y="241277"/>
                  </a:lnTo>
                  <a:lnTo>
                    <a:pt x="23465" y="245866"/>
                  </a:lnTo>
                  <a:lnTo>
                    <a:pt x="26239" y="250370"/>
                  </a:lnTo>
                  <a:lnTo>
                    <a:pt x="29154" y="254783"/>
                  </a:lnTo>
                  <a:lnTo>
                    <a:pt x="32207" y="259102"/>
                  </a:lnTo>
                  <a:lnTo>
                    <a:pt x="35395" y="263322"/>
                  </a:lnTo>
                  <a:lnTo>
                    <a:pt x="38715" y="267439"/>
                  </a:lnTo>
                  <a:lnTo>
                    <a:pt x="42164" y="271449"/>
                  </a:lnTo>
                  <a:lnTo>
                    <a:pt x="45738" y="275348"/>
                  </a:lnTo>
                  <a:lnTo>
                    <a:pt x="49433" y="279132"/>
                  </a:lnTo>
                  <a:lnTo>
                    <a:pt x="53247" y="282798"/>
                  </a:lnTo>
                  <a:lnTo>
                    <a:pt x="57174" y="286340"/>
                  </a:lnTo>
                  <a:lnTo>
                    <a:pt x="61212" y="289757"/>
                  </a:lnTo>
                  <a:lnTo>
                    <a:pt x="65355" y="293044"/>
                  </a:lnTo>
                  <a:lnTo>
                    <a:pt x="69601" y="296199"/>
                  </a:lnTo>
                  <a:lnTo>
                    <a:pt x="73944" y="299217"/>
                  </a:lnTo>
                  <a:lnTo>
                    <a:pt x="78380" y="302097"/>
                  </a:lnTo>
                  <a:lnTo>
                    <a:pt x="82905" y="304835"/>
                  </a:lnTo>
                  <a:lnTo>
                    <a:pt x="87515" y="307428"/>
                  </a:lnTo>
                  <a:lnTo>
                    <a:pt x="92205" y="309875"/>
                  </a:lnTo>
                  <a:lnTo>
                    <a:pt x="96969" y="312171"/>
                  </a:lnTo>
                  <a:lnTo>
                    <a:pt x="101804" y="314316"/>
                  </a:lnTo>
                  <a:lnTo>
                    <a:pt x="106704" y="316307"/>
                  </a:lnTo>
                  <a:lnTo>
                    <a:pt x="111665" y="318142"/>
                  </a:lnTo>
                  <a:lnTo>
                    <a:pt x="116681" y="319819"/>
                  </a:lnTo>
                  <a:lnTo>
                    <a:pt x="121748" y="321336"/>
                  </a:lnTo>
                  <a:lnTo>
                    <a:pt x="126860" y="322693"/>
                  </a:lnTo>
                  <a:lnTo>
                    <a:pt x="132013" y="323886"/>
                  </a:lnTo>
                  <a:lnTo>
                    <a:pt x="137200" y="324917"/>
                  </a:lnTo>
                  <a:lnTo>
                    <a:pt x="142418" y="325782"/>
                  </a:lnTo>
                  <a:lnTo>
                    <a:pt x="147661" y="326483"/>
                  </a:lnTo>
                  <a:lnTo>
                    <a:pt x="152923" y="327017"/>
                  </a:lnTo>
                  <a:lnTo>
                    <a:pt x="158199" y="327384"/>
                  </a:lnTo>
                  <a:lnTo>
                    <a:pt x="163485" y="327584"/>
                  </a:lnTo>
                  <a:lnTo>
                    <a:pt x="168774" y="327617"/>
                  </a:lnTo>
                  <a:lnTo>
                    <a:pt x="174061" y="327482"/>
                  </a:lnTo>
                  <a:lnTo>
                    <a:pt x="179342" y="327181"/>
                  </a:lnTo>
                  <a:lnTo>
                    <a:pt x="184610" y="326712"/>
                  </a:lnTo>
                  <a:lnTo>
                    <a:pt x="189861" y="326077"/>
                  </a:lnTo>
                  <a:lnTo>
                    <a:pt x="195089" y="325276"/>
                  </a:lnTo>
                  <a:lnTo>
                    <a:pt x="200289" y="324310"/>
                  </a:lnTo>
                  <a:lnTo>
                    <a:pt x="205456" y="323180"/>
                  </a:lnTo>
                  <a:lnTo>
                    <a:pt x="210585" y="321888"/>
                  </a:lnTo>
                  <a:lnTo>
                    <a:pt x="215670" y="320433"/>
                  </a:lnTo>
                  <a:lnTo>
                    <a:pt x="220707" y="318819"/>
                  </a:lnTo>
                  <a:lnTo>
                    <a:pt x="225690" y="317046"/>
                  </a:lnTo>
                  <a:lnTo>
                    <a:pt x="230614" y="315116"/>
                  </a:lnTo>
                  <a:lnTo>
                    <a:pt x="235475" y="313031"/>
                  </a:lnTo>
                  <a:lnTo>
                    <a:pt x="240268" y="310794"/>
                  </a:lnTo>
                  <a:lnTo>
                    <a:pt x="244987" y="308406"/>
                  </a:lnTo>
                  <a:lnTo>
                    <a:pt x="249629" y="305870"/>
                  </a:lnTo>
                  <a:lnTo>
                    <a:pt x="254188" y="303189"/>
                  </a:lnTo>
                  <a:lnTo>
                    <a:pt x="258660" y="300364"/>
                  </a:lnTo>
                  <a:lnTo>
                    <a:pt x="263040" y="297400"/>
                  </a:lnTo>
                  <a:lnTo>
                    <a:pt x="267324" y="294298"/>
                  </a:lnTo>
                  <a:lnTo>
                    <a:pt x="271508" y="291063"/>
                  </a:lnTo>
                  <a:lnTo>
                    <a:pt x="275588" y="287696"/>
                  </a:lnTo>
                  <a:lnTo>
                    <a:pt x="279559" y="284203"/>
                  </a:lnTo>
                  <a:lnTo>
                    <a:pt x="283417" y="280585"/>
                  </a:lnTo>
                  <a:lnTo>
                    <a:pt x="287160" y="276847"/>
                  </a:lnTo>
                  <a:lnTo>
                    <a:pt x="290782" y="272993"/>
                  </a:lnTo>
                  <a:lnTo>
                    <a:pt x="294280" y="269026"/>
                  </a:lnTo>
                  <a:lnTo>
                    <a:pt x="297651" y="264950"/>
                  </a:lnTo>
                  <a:lnTo>
                    <a:pt x="300891" y="260770"/>
                  </a:lnTo>
                  <a:lnTo>
                    <a:pt x="303998" y="256489"/>
                  </a:lnTo>
                  <a:lnTo>
                    <a:pt x="306967" y="252113"/>
                  </a:lnTo>
                  <a:lnTo>
                    <a:pt x="309797" y="247644"/>
                  </a:lnTo>
                  <a:lnTo>
                    <a:pt x="312484" y="243088"/>
                  </a:lnTo>
                  <a:lnTo>
                    <a:pt x="315025" y="238449"/>
                  </a:lnTo>
                  <a:lnTo>
                    <a:pt x="317419" y="233733"/>
                  </a:lnTo>
                  <a:lnTo>
                    <a:pt x="319662" y="228943"/>
                  </a:lnTo>
                  <a:lnTo>
                    <a:pt x="321752" y="224084"/>
                  </a:lnTo>
                  <a:lnTo>
                    <a:pt x="323687" y="219162"/>
                  </a:lnTo>
                  <a:lnTo>
                    <a:pt x="325466" y="214181"/>
                  </a:lnTo>
                  <a:lnTo>
                    <a:pt x="327086" y="209146"/>
                  </a:lnTo>
                  <a:lnTo>
                    <a:pt x="328547" y="204063"/>
                  </a:lnTo>
                  <a:lnTo>
                    <a:pt x="329845" y="198935"/>
                  </a:lnTo>
                  <a:lnTo>
                    <a:pt x="330981" y="193770"/>
                  </a:lnTo>
                  <a:lnTo>
                    <a:pt x="331953" y="188571"/>
                  </a:lnTo>
                  <a:lnTo>
                    <a:pt x="332760" y="183343"/>
                  </a:lnTo>
                  <a:lnTo>
                    <a:pt x="333401" y="178093"/>
                  </a:lnTo>
                  <a:lnTo>
                    <a:pt x="333876" y="172825"/>
                  </a:lnTo>
                  <a:lnTo>
                    <a:pt x="334184" y="167545"/>
                  </a:lnTo>
                  <a:lnTo>
                    <a:pt x="334324" y="162258"/>
                  </a:lnTo>
                  <a:lnTo>
                    <a:pt x="334298" y="156969"/>
                  </a:lnTo>
                  <a:lnTo>
                    <a:pt x="334104" y="151683"/>
                  </a:lnTo>
                  <a:lnTo>
                    <a:pt x="333743" y="146407"/>
                  </a:lnTo>
                  <a:lnTo>
                    <a:pt x="333215" y="141144"/>
                  </a:lnTo>
                  <a:lnTo>
                    <a:pt x="332521" y="135901"/>
                  </a:lnTo>
                  <a:lnTo>
                    <a:pt x="331661" y="130682"/>
                  </a:lnTo>
                  <a:lnTo>
                    <a:pt x="330637" y="125493"/>
                  </a:lnTo>
                  <a:lnTo>
                    <a:pt x="329449" y="120339"/>
                  </a:lnTo>
                  <a:lnTo>
                    <a:pt x="328098" y="115225"/>
                  </a:lnTo>
                  <a:lnTo>
                    <a:pt x="326587" y="110156"/>
                  </a:lnTo>
                  <a:lnTo>
                    <a:pt x="324916" y="105138"/>
                  </a:lnTo>
                  <a:lnTo>
                    <a:pt x="323087" y="100175"/>
                  </a:lnTo>
                  <a:lnTo>
                    <a:pt x="321102" y="95273"/>
                  </a:lnTo>
                  <a:lnTo>
                    <a:pt x="318962" y="90436"/>
                  </a:lnTo>
                  <a:lnTo>
                    <a:pt x="316671" y="85669"/>
                  </a:lnTo>
                  <a:lnTo>
                    <a:pt x="314230" y="80976"/>
                  </a:lnTo>
                  <a:lnTo>
                    <a:pt x="311642" y="76364"/>
                  </a:lnTo>
                  <a:lnTo>
                    <a:pt x="308910" y="71835"/>
                  </a:lnTo>
                  <a:lnTo>
                    <a:pt x="306035" y="67395"/>
                  </a:lnTo>
                  <a:lnTo>
                    <a:pt x="303022" y="63049"/>
                  </a:lnTo>
                  <a:lnTo>
                    <a:pt x="299872" y="58800"/>
                  </a:lnTo>
                  <a:lnTo>
                    <a:pt x="296590" y="54652"/>
                  </a:lnTo>
                  <a:lnTo>
                    <a:pt x="293178" y="50611"/>
                  </a:lnTo>
                  <a:lnTo>
                    <a:pt x="289639" y="46679"/>
                  </a:lnTo>
                  <a:lnTo>
                    <a:pt x="285979" y="42862"/>
                  </a:lnTo>
                  <a:lnTo>
                    <a:pt x="282199" y="39162"/>
                  </a:lnTo>
                  <a:lnTo>
                    <a:pt x="278304" y="35583"/>
                  </a:lnTo>
                  <a:lnTo>
                    <a:pt x="274298" y="32130"/>
                  </a:lnTo>
                  <a:lnTo>
                    <a:pt x="270185" y="28805"/>
                  </a:lnTo>
                  <a:lnTo>
                    <a:pt x="265968" y="25612"/>
                  </a:lnTo>
                  <a:lnTo>
                    <a:pt x="261653" y="22554"/>
                  </a:lnTo>
                  <a:lnTo>
                    <a:pt x="257243" y="19634"/>
                  </a:lnTo>
                  <a:lnTo>
                    <a:pt x="252743" y="16855"/>
                  </a:lnTo>
                  <a:lnTo>
                    <a:pt x="248157" y="14219"/>
                  </a:lnTo>
                  <a:lnTo>
                    <a:pt x="243490" y="11730"/>
                  </a:lnTo>
                  <a:lnTo>
                    <a:pt x="238747" y="9390"/>
                  </a:lnTo>
                  <a:lnTo>
                    <a:pt x="233932" y="7201"/>
                  </a:lnTo>
                  <a:lnTo>
                    <a:pt x="229050" y="5166"/>
                  </a:lnTo>
                  <a:lnTo>
                    <a:pt x="224106" y="3286"/>
                  </a:lnTo>
                  <a:lnTo>
                    <a:pt x="219106" y="1563"/>
                  </a:lnTo>
                  <a:lnTo>
                    <a:pt x="214053" y="0"/>
                  </a:lnTo>
                  <a:lnTo>
                    <a:pt x="167167" y="1604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023544" y="941493"/>
              <a:ext cx="46886" cy="167167"/>
            </a:xfrm>
            <a:custGeom>
              <a:avLst/>
              <a:pathLst>
                <a:path w="46886" h="167167">
                  <a:moveTo>
                    <a:pt x="46886" y="6709"/>
                  </a:moveTo>
                  <a:lnTo>
                    <a:pt x="41155" y="5145"/>
                  </a:lnTo>
                  <a:lnTo>
                    <a:pt x="35373" y="3785"/>
                  </a:lnTo>
                  <a:lnTo>
                    <a:pt x="29546" y="2631"/>
                  </a:lnTo>
                  <a:lnTo>
                    <a:pt x="23681" y="1685"/>
                  </a:lnTo>
                  <a:lnTo>
                    <a:pt x="17787" y="949"/>
                  </a:lnTo>
                  <a:lnTo>
                    <a:pt x="11870" y="422"/>
                  </a:lnTo>
                  <a:lnTo>
                    <a:pt x="5939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37019" y="941493"/>
              <a:ext cx="49196" cy="167167"/>
            </a:xfrm>
            <a:custGeom>
              <a:avLst/>
              <a:pathLst>
                <a:path w="49196" h="167167">
                  <a:moveTo>
                    <a:pt x="49196" y="0"/>
                  </a:moveTo>
                  <a:lnTo>
                    <a:pt x="42955" y="116"/>
                  </a:lnTo>
                  <a:lnTo>
                    <a:pt x="36724" y="465"/>
                  </a:lnTo>
                  <a:lnTo>
                    <a:pt x="30509" y="1047"/>
                  </a:lnTo>
                  <a:lnTo>
                    <a:pt x="24321" y="1861"/>
                  </a:lnTo>
                  <a:lnTo>
                    <a:pt x="18167" y="2904"/>
                  </a:lnTo>
                  <a:lnTo>
                    <a:pt x="12057" y="4177"/>
                  </a:lnTo>
                  <a:lnTo>
                    <a:pt x="5998" y="5677"/>
                  </a:lnTo>
                  <a:lnTo>
                    <a:pt x="0" y="7403"/>
                  </a:lnTo>
                  <a:lnTo>
                    <a:pt x="4919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37019" y="948896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37019" y="948896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37019" y="948896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37019" y="948896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37019" y="948896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37019" y="948896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37019" y="948896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37019" y="948896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7019" y="948896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7019" y="948896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7019" y="948896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7019" y="948896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7019" y="948896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7019" y="948896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7019" y="948896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7019" y="948896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7019" y="948896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7019" y="948896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319060" y="948896"/>
              <a:ext cx="167154" cy="325157"/>
            </a:xfrm>
            <a:custGeom>
              <a:avLst/>
              <a:pathLst>
                <a:path w="167154" h="325157">
                  <a:moveTo>
                    <a:pt x="117958" y="0"/>
                  </a:moveTo>
                  <a:lnTo>
                    <a:pt x="112855" y="1661"/>
                  </a:lnTo>
                  <a:lnTo>
                    <a:pt x="107807" y="3486"/>
                  </a:lnTo>
                  <a:lnTo>
                    <a:pt x="102821" y="5472"/>
                  </a:lnTo>
                  <a:lnTo>
                    <a:pt x="97901" y="7616"/>
                  </a:lnTo>
                  <a:lnTo>
                    <a:pt x="93052" y="9918"/>
                  </a:lnTo>
                  <a:lnTo>
                    <a:pt x="88280" y="12374"/>
                  </a:lnTo>
                  <a:lnTo>
                    <a:pt x="83589" y="14982"/>
                  </a:lnTo>
                  <a:lnTo>
                    <a:pt x="78984" y="17739"/>
                  </a:lnTo>
                  <a:lnTo>
                    <a:pt x="74471" y="20643"/>
                  </a:lnTo>
                  <a:lnTo>
                    <a:pt x="70052" y="23690"/>
                  </a:lnTo>
                  <a:lnTo>
                    <a:pt x="65734" y="26877"/>
                  </a:lnTo>
                  <a:lnTo>
                    <a:pt x="61520" y="30202"/>
                  </a:lnTo>
                  <a:lnTo>
                    <a:pt x="57416" y="33659"/>
                  </a:lnTo>
                  <a:lnTo>
                    <a:pt x="53424" y="37247"/>
                  </a:lnTo>
                  <a:lnTo>
                    <a:pt x="49550" y="40961"/>
                  </a:lnTo>
                  <a:lnTo>
                    <a:pt x="45796" y="44798"/>
                  </a:lnTo>
                  <a:lnTo>
                    <a:pt x="42168" y="48753"/>
                  </a:lnTo>
                  <a:lnTo>
                    <a:pt x="38669" y="52823"/>
                  </a:lnTo>
                  <a:lnTo>
                    <a:pt x="35302" y="57002"/>
                  </a:lnTo>
                  <a:lnTo>
                    <a:pt x="32071" y="61288"/>
                  </a:lnTo>
                  <a:lnTo>
                    <a:pt x="28980" y="65675"/>
                  </a:lnTo>
                  <a:lnTo>
                    <a:pt x="26030" y="70160"/>
                  </a:lnTo>
                  <a:lnTo>
                    <a:pt x="23227" y="74736"/>
                  </a:lnTo>
                  <a:lnTo>
                    <a:pt x="20571" y="79400"/>
                  </a:lnTo>
                  <a:lnTo>
                    <a:pt x="18067" y="84148"/>
                  </a:lnTo>
                  <a:lnTo>
                    <a:pt x="15716" y="88973"/>
                  </a:lnTo>
                  <a:lnTo>
                    <a:pt x="13522" y="93871"/>
                  </a:lnTo>
                  <a:lnTo>
                    <a:pt x="11486" y="98836"/>
                  </a:lnTo>
                  <a:lnTo>
                    <a:pt x="9610" y="103865"/>
                  </a:lnTo>
                  <a:lnTo>
                    <a:pt x="7897" y="108951"/>
                  </a:lnTo>
                  <a:lnTo>
                    <a:pt x="6348" y="114090"/>
                  </a:lnTo>
                  <a:lnTo>
                    <a:pt x="4964" y="119276"/>
                  </a:lnTo>
                  <a:lnTo>
                    <a:pt x="3748" y="124504"/>
                  </a:lnTo>
                  <a:lnTo>
                    <a:pt x="2700" y="129767"/>
                  </a:lnTo>
                  <a:lnTo>
                    <a:pt x="1822" y="135062"/>
                  </a:lnTo>
                  <a:lnTo>
                    <a:pt x="1114" y="140382"/>
                  </a:lnTo>
                  <a:lnTo>
                    <a:pt x="578" y="145723"/>
                  </a:lnTo>
                  <a:lnTo>
                    <a:pt x="213" y="151077"/>
                  </a:lnTo>
                  <a:lnTo>
                    <a:pt x="20" y="156441"/>
                  </a:lnTo>
                  <a:lnTo>
                    <a:pt x="0" y="161808"/>
                  </a:lnTo>
                  <a:lnTo>
                    <a:pt x="151" y="167173"/>
                  </a:lnTo>
                  <a:lnTo>
                    <a:pt x="475" y="172531"/>
                  </a:lnTo>
                  <a:lnTo>
                    <a:pt x="971" y="177875"/>
                  </a:lnTo>
                  <a:lnTo>
                    <a:pt x="1638" y="183200"/>
                  </a:lnTo>
                  <a:lnTo>
                    <a:pt x="2476" y="188502"/>
                  </a:lnTo>
                  <a:lnTo>
                    <a:pt x="3483" y="193773"/>
                  </a:lnTo>
                  <a:lnTo>
                    <a:pt x="4659" y="199010"/>
                  </a:lnTo>
                  <a:lnTo>
                    <a:pt x="6003" y="204206"/>
                  </a:lnTo>
                  <a:lnTo>
                    <a:pt x="7513" y="209357"/>
                  </a:lnTo>
                  <a:lnTo>
                    <a:pt x="9187" y="214456"/>
                  </a:lnTo>
                  <a:lnTo>
                    <a:pt x="11024" y="219499"/>
                  </a:lnTo>
                  <a:lnTo>
                    <a:pt x="13022" y="224480"/>
                  </a:lnTo>
                  <a:lnTo>
                    <a:pt x="15179" y="229395"/>
                  </a:lnTo>
                  <a:lnTo>
                    <a:pt x="17493" y="234238"/>
                  </a:lnTo>
                  <a:lnTo>
                    <a:pt x="19961" y="239004"/>
                  </a:lnTo>
                  <a:lnTo>
                    <a:pt x="22580" y="243688"/>
                  </a:lnTo>
                  <a:lnTo>
                    <a:pt x="25349" y="248286"/>
                  </a:lnTo>
                  <a:lnTo>
                    <a:pt x="28264" y="252793"/>
                  </a:lnTo>
                  <a:lnTo>
                    <a:pt x="31322" y="257203"/>
                  </a:lnTo>
                  <a:lnTo>
                    <a:pt x="34520" y="261514"/>
                  </a:lnTo>
                  <a:lnTo>
                    <a:pt x="37855" y="265719"/>
                  </a:lnTo>
                  <a:lnTo>
                    <a:pt x="41323" y="269815"/>
                  </a:lnTo>
                  <a:lnTo>
                    <a:pt x="44920" y="273798"/>
                  </a:lnTo>
                  <a:lnTo>
                    <a:pt x="48644" y="277663"/>
                  </a:lnTo>
                  <a:lnTo>
                    <a:pt x="52490" y="281407"/>
                  </a:lnTo>
                  <a:lnTo>
                    <a:pt x="56454" y="285025"/>
                  </a:lnTo>
                  <a:lnTo>
                    <a:pt x="60532" y="288514"/>
                  </a:lnTo>
                  <a:lnTo>
                    <a:pt x="64721" y="291871"/>
                  </a:lnTo>
                  <a:lnTo>
                    <a:pt x="69014" y="295091"/>
                  </a:lnTo>
                  <a:lnTo>
                    <a:pt x="73409" y="298172"/>
                  </a:lnTo>
                  <a:lnTo>
                    <a:pt x="77901" y="301110"/>
                  </a:lnTo>
                  <a:lnTo>
                    <a:pt x="82484" y="303902"/>
                  </a:lnTo>
                  <a:lnTo>
                    <a:pt x="87155" y="306546"/>
                  </a:lnTo>
                  <a:lnTo>
                    <a:pt x="91908" y="309039"/>
                  </a:lnTo>
                  <a:lnTo>
                    <a:pt x="96739" y="311377"/>
                  </a:lnTo>
                  <a:lnTo>
                    <a:pt x="101642" y="313560"/>
                  </a:lnTo>
                  <a:lnTo>
                    <a:pt x="106613" y="315583"/>
                  </a:lnTo>
                  <a:lnTo>
                    <a:pt x="111647" y="317447"/>
                  </a:lnTo>
                  <a:lnTo>
                    <a:pt x="116737" y="319147"/>
                  </a:lnTo>
                  <a:lnTo>
                    <a:pt x="121880" y="320684"/>
                  </a:lnTo>
                  <a:lnTo>
                    <a:pt x="127069" y="322054"/>
                  </a:lnTo>
                  <a:lnTo>
                    <a:pt x="132300" y="323257"/>
                  </a:lnTo>
                  <a:lnTo>
                    <a:pt x="137566" y="324292"/>
                  </a:lnTo>
                  <a:lnTo>
                    <a:pt x="142863" y="325157"/>
                  </a:lnTo>
                  <a:lnTo>
                    <a:pt x="167154" y="1597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61924" y="941493"/>
              <a:ext cx="191454" cy="334319"/>
            </a:xfrm>
            <a:custGeom>
              <a:avLst/>
              <a:pathLst>
                <a:path w="191454" h="334319">
                  <a:moveTo>
                    <a:pt x="0" y="332560"/>
                  </a:moveTo>
                  <a:lnTo>
                    <a:pt x="5290" y="333251"/>
                  </a:lnTo>
                  <a:lnTo>
                    <a:pt x="10599" y="333773"/>
                  </a:lnTo>
                  <a:lnTo>
                    <a:pt x="15923" y="334125"/>
                  </a:lnTo>
                  <a:lnTo>
                    <a:pt x="21255" y="334307"/>
                  </a:lnTo>
                  <a:lnTo>
                    <a:pt x="26590" y="334319"/>
                  </a:lnTo>
                  <a:lnTo>
                    <a:pt x="31923" y="334160"/>
                  </a:lnTo>
                  <a:lnTo>
                    <a:pt x="37248" y="333831"/>
                  </a:lnTo>
                  <a:lnTo>
                    <a:pt x="42560" y="333333"/>
                  </a:lnTo>
                  <a:lnTo>
                    <a:pt x="47853" y="332665"/>
                  </a:lnTo>
                  <a:lnTo>
                    <a:pt x="53123" y="331829"/>
                  </a:lnTo>
                  <a:lnTo>
                    <a:pt x="58363" y="330825"/>
                  </a:lnTo>
                  <a:lnTo>
                    <a:pt x="63568" y="329655"/>
                  </a:lnTo>
                  <a:lnTo>
                    <a:pt x="68733" y="328319"/>
                  </a:lnTo>
                  <a:lnTo>
                    <a:pt x="73853" y="326818"/>
                  </a:lnTo>
                  <a:lnTo>
                    <a:pt x="78922" y="325155"/>
                  </a:lnTo>
                  <a:lnTo>
                    <a:pt x="83936" y="323332"/>
                  </a:lnTo>
                  <a:lnTo>
                    <a:pt x="88889" y="321349"/>
                  </a:lnTo>
                  <a:lnTo>
                    <a:pt x="93776" y="319209"/>
                  </a:lnTo>
                  <a:lnTo>
                    <a:pt x="98593" y="316914"/>
                  </a:lnTo>
                  <a:lnTo>
                    <a:pt x="103334" y="314467"/>
                  </a:lnTo>
                  <a:lnTo>
                    <a:pt x="107994" y="311869"/>
                  </a:lnTo>
                  <a:lnTo>
                    <a:pt x="112569" y="309124"/>
                  </a:lnTo>
                  <a:lnTo>
                    <a:pt x="117054" y="306235"/>
                  </a:lnTo>
                  <a:lnTo>
                    <a:pt x="121445" y="303204"/>
                  </a:lnTo>
                  <a:lnTo>
                    <a:pt x="125736" y="300035"/>
                  </a:lnTo>
                  <a:lnTo>
                    <a:pt x="129925" y="296730"/>
                  </a:lnTo>
                  <a:lnTo>
                    <a:pt x="134005" y="293293"/>
                  </a:lnTo>
                  <a:lnTo>
                    <a:pt x="137974" y="289727"/>
                  </a:lnTo>
                  <a:lnTo>
                    <a:pt x="141827" y="286037"/>
                  </a:lnTo>
                  <a:lnTo>
                    <a:pt x="145561" y="282226"/>
                  </a:lnTo>
                  <a:lnTo>
                    <a:pt x="149171" y="278297"/>
                  </a:lnTo>
                  <a:lnTo>
                    <a:pt x="152653" y="274256"/>
                  </a:lnTo>
                  <a:lnTo>
                    <a:pt x="156005" y="270105"/>
                  </a:lnTo>
                  <a:lnTo>
                    <a:pt x="159223" y="265849"/>
                  </a:lnTo>
                  <a:lnTo>
                    <a:pt x="162304" y="261493"/>
                  </a:lnTo>
                  <a:lnTo>
                    <a:pt x="165243" y="257041"/>
                  </a:lnTo>
                  <a:lnTo>
                    <a:pt x="168040" y="252497"/>
                  </a:lnTo>
                  <a:lnTo>
                    <a:pt x="170689" y="247867"/>
                  </a:lnTo>
                  <a:lnTo>
                    <a:pt x="173190" y="243154"/>
                  </a:lnTo>
                  <a:lnTo>
                    <a:pt x="175539" y="238364"/>
                  </a:lnTo>
                  <a:lnTo>
                    <a:pt x="177734" y="233501"/>
                  </a:lnTo>
                  <a:lnTo>
                    <a:pt x="179773" y="228570"/>
                  </a:lnTo>
                  <a:lnTo>
                    <a:pt x="181653" y="223577"/>
                  </a:lnTo>
                  <a:lnTo>
                    <a:pt x="183373" y="218527"/>
                  </a:lnTo>
                  <a:lnTo>
                    <a:pt x="184931" y="213424"/>
                  </a:lnTo>
                  <a:lnTo>
                    <a:pt x="186325" y="208275"/>
                  </a:lnTo>
                  <a:lnTo>
                    <a:pt x="187554" y="203083"/>
                  </a:lnTo>
                  <a:lnTo>
                    <a:pt x="188617" y="197855"/>
                  </a:lnTo>
                  <a:lnTo>
                    <a:pt x="189513" y="192595"/>
                  </a:lnTo>
                  <a:lnTo>
                    <a:pt x="190240" y="187310"/>
                  </a:lnTo>
                  <a:lnTo>
                    <a:pt x="190799" y="182004"/>
                  </a:lnTo>
                  <a:lnTo>
                    <a:pt x="191187" y="176683"/>
                  </a:lnTo>
                  <a:lnTo>
                    <a:pt x="191406" y="171352"/>
                  </a:lnTo>
                  <a:lnTo>
                    <a:pt x="191454" y="166017"/>
                  </a:lnTo>
                  <a:lnTo>
                    <a:pt x="191333" y="160683"/>
                  </a:lnTo>
                  <a:lnTo>
                    <a:pt x="191041" y="155356"/>
                  </a:lnTo>
                  <a:lnTo>
                    <a:pt x="190579" y="150041"/>
                  </a:lnTo>
                  <a:lnTo>
                    <a:pt x="189948" y="144743"/>
                  </a:lnTo>
                  <a:lnTo>
                    <a:pt x="189148" y="139468"/>
                  </a:lnTo>
                  <a:lnTo>
                    <a:pt x="188180" y="134222"/>
                  </a:lnTo>
                  <a:lnTo>
                    <a:pt x="187045" y="129009"/>
                  </a:lnTo>
                  <a:lnTo>
                    <a:pt x="185744" y="123834"/>
                  </a:lnTo>
                  <a:lnTo>
                    <a:pt x="184279" y="118704"/>
                  </a:lnTo>
                  <a:lnTo>
                    <a:pt x="182651" y="113623"/>
                  </a:lnTo>
                  <a:lnTo>
                    <a:pt x="180862" y="108597"/>
                  </a:lnTo>
                  <a:lnTo>
                    <a:pt x="178913" y="103631"/>
                  </a:lnTo>
                  <a:lnTo>
                    <a:pt x="176807" y="98729"/>
                  </a:lnTo>
                  <a:lnTo>
                    <a:pt x="174545" y="93897"/>
                  </a:lnTo>
                  <a:lnTo>
                    <a:pt x="172131" y="89139"/>
                  </a:lnTo>
                  <a:lnTo>
                    <a:pt x="169565" y="84461"/>
                  </a:lnTo>
                  <a:lnTo>
                    <a:pt x="166852" y="79867"/>
                  </a:lnTo>
                  <a:lnTo>
                    <a:pt x="163994" y="75363"/>
                  </a:lnTo>
                  <a:lnTo>
                    <a:pt x="160993" y="70951"/>
                  </a:lnTo>
                  <a:lnTo>
                    <a:pt x="157853" y="66638"/>
                  </a:lnTo>
                  <a:lnTo>
                    <a:pt x="154577" y="62427"/>
                  </a:lnTo>
                  <a:lnTo>
                    <a:pt x="151168" y="58323"/>
                  </a:lnTo>
                  <a:lnTo>
                    <a:pt x="147630" y="54329"/>
                  </a:lnTo>
                  <a:lnTo>
                    <a:pt x="143967" y="50451"/>
                  </a:lnTo>
                  <a:lnTo>
                    <a:pt x="140181" y="46691"/>
                  </a:lnTo>
                  <a:lnTo>
                    <a:pt x="136278" y="43054"/>
                  </a:lnTo>
                  <a:lnTo>
                    <a:pt x="132260" y="39544"/>
                  </a:lnTo>
                  <a:lnTo>
                    <a:pt x="128132" y="36164"/>
                  </a:lnTo>
                  <a:lnTo>
                    <a:pt x="123899" y="32917"/>
                  </a:lnTo>
                  <a:lnTo>
                    <a:pt x="119564" y="29806"/>
                  </a:lnTo>
                  <a:lnTo>
                    <a:pt x="115132" y="26836"/>
                  </a:lnTo>
                  <a:lnTo>
                    <a:pt x="110608" y="24009"/>
                  </a:lnTo>
                  <a:lnTo>
                    <a:pt x="105996" y="21327"/>
                  </a:lnTo>
                  <a:lnTo>
                    <a:pt x="101300" y="18794"/>
                  </a:lnTo>
                  <a:lnTo>
                    <a:pt x="96526" y="16412"/>
                  </a:lnTo>
                  <a:lnTo>
                    <a:pt x="91678" y="14184"/>
                  </a:lnTo>
                  <a:lnTo>
                    <a:pt x="86762" y="12111"/>
                  </a:lnTo>
                  <a:lnTo>
                    <a:pt x="81782" y="10197"/>
                  </a:lnTo>
                  <a:lnTo>
                    <a:pt x="76744" y="8442"/>
                  </a:lnTo>
                  <a:lnTo>
                    <a:pt x="71652" y="6849"/>
                  </a:lnTo>
                  <a:lnTo>
                    <a:pt x="66512" y="5419"/>
                  </a:lnTo>
                  <a:lnTo>
                    <a:pt x="61329" y="4154"/>
                  </a:lnTo>
                  <a:lnTo>
                    <a:pt x="56108" y="3055"/>
                  </a:lnTo>
                  <a:lnTo>
                    <a:pt x="50855" y="2124"/>
                  </a:lnTo>
                  <a:lnTo>
                    <a:pt x="45575" y="1360"/>
                  </a:lnTo>
                  <a:lnTo>
                    <a:pt x="40273" y="765"/>
                  </a:lnTo>
                  <a:lnTo>
                    <a:pt x="34954" y="340"/>
                  </a:lnTo>
                  <a:lnTo>
                    <a:pt x="29625" y="85"/>
                  </a:lnTo>
                  <a:lnTo>
                    <a:pt x="24291" y="0"/>
                  </a:lnTo>
                  <a:lnTo>
                    <a:pt x="2429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797716" y="1071028"/>
              <a:ext cx="166784" cy="167167"/>
            </a:xfrm>
            <a:custGeom>
              <a:avLst/>
              <a:pathLst>
                <a:path w="166784" h="167167">
                  <a:moveTo>
                    <a:pt x="166784" y="0"/>
                  </a:moveTo>
                  <a:lnTo>
                    <a:pt x="161323" y="89"/>
                  </a:lnTo>
                  <a:lnTo>
                    <a:pt x="155867" y="356"/>
                  </a:lnTo>
                  <a:lnTo>
                    <a:pt x="150423" y="802"/>
                  </a:lnTo>
                  <a:lnTo>
                    <a:pt x="144997" y="1425"/>
                  </a:lnTo>
                  <a:lnTo>
                    <a:pt x="139593" y="2226"/>
                  </a:lnTo>
                  <a:lnTo>
                    <a:pt x="134219" y="3202"/>
                  </a:lnTo>
                  <a:lnTo>
                    <a:pt x="128880" y="4353"/>
                  </a:lnTo>
                  <a:lnTo>
                    <a:pt x="123581" y="5679"/>
                  </a:lnTo>
                  <a:lnTo>
                    <a:pt x="118328" y="7176"/>
                  </a:lnTo>
                  <a:lnTo>
                    <a:pt x="113127" y="8845"/>
                  </a:lnTo>
                  <a:lnTo>
                    <a:pt x="107983" y="10682"/>
                  </a:lnTo>
                  <a:lnTo>
                    <a:pt x="102902" y="12687"/>
                  </a:lnTo>
                  <a:lnTo>
                    <a:pt x="97889" y="14856"/>
                  </a:lnTo>
                  <a:lnTo>
                    <a:pt x="92950" y="17189"/>
                  </a:lnTo>
                  <a:lnTo>
                    <a:pt x="88090" y="19681"/>
                  </a:lnTo>
                  <a:lnTo>
                    <a:pt x="83313" y="22330"/>
                  </a:lnTo>
                  <a:lnTo>
                    <a:pt x="78626" y="25135"/>
                  </a:lnTo>
                  <a:lnTo>
                    <a:pt x="74033" y="28091"/>
                  </a:lnTo>
                  <a:lnTo>
                    <a:pt x="69539" y="31195"/>
                  </a:lnTo>
                  <a:lnTo>
                    <a:pt x="65148" y="34445"/>
                  </a:lnTo>
                  <a:lnTo>
                    <a:pt x="60867" y="37836"/>
                  </a:lnTo>
                  <a:lnTo>
                    <a:pt x="56698" y="41366"/>
                  </a:lnTo>
                  <a:lnTo>
                    <a:pt x="52647" y="45029"/>
                  </a:lnTo>
                  <a:lnTo>
                    <a:pt x="48717" y="48823"/>
                  </a:lnTo>
                  <a:lnTo>
                    <a:pt x="44914" y="52744"/>
                  </a:lnTo>
                  <a:lnTo>
                    <a:pt x="41241" y="56786"/>
                  </a:lnTo>
                  <a:lnTo>
                    <a:pt x="37702" y="60947"/>
                  </a:lnTo>
                  <a:lnTo>
                    <a:pt x="34300" y="65221"/>
                  </a:lnTo>
                  <a:lnTo>
                    <a:pt x="31041" y="69603"/>
                  </a:lnTo>
                  <a:lnTo>
                    <a:pt x="27926" y="74090"/>
                  </a:lnTo>
                  <a:lnTo>
                    <a:pt x="24959" y="78677"/>
                  </a:lnTo>
                  <a:lnTo>
                    <a:pt x="22144" y="83357"/>
                  </a:lnTo>
                  <a:lnTo>
                    <a:pt x="19483" y="88127"/>
                  </a:lnTo>
                  <a:lnTo>
                    <a:pt x="16979" y="92982"/>
                  </a:lnTo>
                  <a:lnTo>
                    <a:pt x="14635" y="97916"/>
                  </a:lnTo>
                  <a:lnTo>
                    <a:pt x="12454" y="102923"/>
                  </a:lnTo>
                  <a:lnTo>
                    <a:pt x="10438" y="108000"/>
                  </a:lnTo>
                  <a:lnTo>
                    <a:pt x="8588" y="113139"/>
                  </a:lnTo>
                  <a:lnTo>
                    <a:pt x="6907" y="118336"/>
                  </a:lnTo>
                  <a:lnTo>
                    <a:pt x="5397" y="123586"/>
                  </a:lnTo>
                  <a:lnTo>
                    <a:pt x="4060" y="128882"/>
                  </a:lnTo>
                  <a:lnTo>
                    <a:pt x="2896" y="134218"/>
                  </a:lnTo>
                  <a:lnTo>
                    <a:pt x="1907" y="139590"/>
                  </a:lnTo>
                  <a:lnTo>
                    <a:pt x="1094" y="144991"/>
                  </a:lnTo>
                  <a:lnTo>
                    <a:pt x="458" y="150416"/>
                  </a:lnTo>
                  <a:lnTo>
                    <a:pt x="0" y="155859"/>
                  </a:lnTo>
                  <a:lnTo>
                    <a:pt x="16678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797716" y="1226888"/>
              <a:ext cx="166784" cy="11307"/>
            </a:xfrm>
            <a:custGeom>
              <a:avLst/>
              <a:pathLst>
                <a:path w="166784" h="11307">
                  <a:moveTo>
                    <a:pt x="0" y="0"/>
                  </a:moveTo>
                  <a:lnTo>
                    <a:pt x="166784" y="1130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797716" y="1226888"/>
              <a:ext cx="166784" cy="11307"/>
            </a:xfrm>
            <a:custGeom>
              <a:avLst/>
              <a:pathLst>
                <a:path w="166784" h="11307">
                  <a:moveTo>
                    <a:pt x="0" y="0"/>
                  </a:moveTo>
                  <a:lnTo>
                    <a:pt x="166784" y="113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7716" y="1226888"/>
              <a:ext cx="166784" cy="11307"/>
            </a:xfrm>
            <a:custGeom>
              <a:avLst/>
              <a:pathLst>
                <a:path w="166784" h="11307">
                  <a:moveTo>
                    <a:pt x="0" y="0"/>
                  </a:moveTo>
                  <a:lnTo>
                    <a:pt x="166784" y="113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7716" y="1226888"/>
              <a:ext cx="166784" cy="11307"/>
            </a:xfrm>
            <a:custGeom>
              <a:avLst/>
              <a:pathLst>
                <a:path w="166784" h="11307">
                  <a:moveTo>
                    <a:pt x="0" y="0"/>
                  </a:moveTo>
                  <a:lnTo>
                    <a:pt x="166784" y="113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7716" y="1226888"/>
              <a:ext cx="166784" cy="11307"/>
            </a:xfrm>
            <a:custGeom>
              <a:avLst/>
              <a:pathLst>
                <a:path w="166784" h="11307">
                  <a:moveTo>
                    <a:pt x="0" y="0"/>
                  </a:moveTo>
                  <a:lnTo>
                    <a:pt x="166784" y="113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7716" y="1226888"/>
              <a:ext cx="166784" cy="11307"/>
            </a:xfrm>
            <a:custGeom>
              <a:avLst/>
              <a:pathLst>
                <a:path w="166784" h="11307">
                  <a:moveTo>
                    <a:pt x="0" y="0"/>
                  </a:moveTo>
                  <a:lnTo>
                    <a:pt x="166784" y="113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7716" y="1226888"/>
              <a:ext cx="166784" cy="11307"/>
            </a:xfrm>
            <a:custGeom>
              <a:avLst/>
              <a:pathLst>
                <a:path w="166784" h="11307">
                  <a:moveTo>
                    <a:pt x="0" y="0"/>
                  </a:moveTo>
                  <a:lnTo>
                    <a:pt x="166784" y="113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7716" y="1226888"/>
              <a:ext cx="166784" cy="11307"/>
            </a:xfrm>
            <a:custGeom>
              <a:avLst/>
              <a:pathLst>
                <a:path w="166784" h="11307">
                  <a:moveTo>
                    <a:pt x="0" y="0"/>
                  </a:moveTo>
                  <a:lnTo>
                    <a:pt x="166784" y="1130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716" y="1226888"/>
              <a:ext cx="166784" cy="11307"/>
            </a:xfrm>
            <a:custGeom>
              <a:avLst/>
              <a:pathLst>
                <a:path w="166784" h="11307">
                  <a:moveTo>
                    <a:pt x="0" y="0"/>
                  </a:moveTo>
                  <a:lnTo>
                    <a:pt x="166784" y="113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716" y="1226888"/>
              <a:ext cx="166784" cy="11307"/>
            </a:xfrm>
            <a:custGeom>
              <a:avLst/>
              <a:pathLst>
                <a:path w="166784" h="11307">
                  <a:moveTo>
                    <a:pt x="0" y="0"/>
                  </a:moveTo>
                  <a:lnTo>
                    <a:pt x="166784" y="113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716" y="1226888"/>
              <a:ext cx="166784" cy="11307"/>
            </a:xfrm>
            <a:custGeom>
              <a:avLst/>
              <a:pathLst>
                <a:path w="166784" h="11307">
                  <a:moveTo>
                    <a:pt x="0" y="0"/>
                  </a:moveTo>
                  <a:lnTo>
                    <a:pt x="166784" y="113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716" y="1226888"/>
              <a:ext cx="166784" cy="11307"/>
            </a:xfrm>
            <a:custGeom>
              <a:avLst/>
              <a:pathLst>
                <a:path w="166784" h="11307">
                  <a:moveTo>
                    <a:pt x="0" y="0"/>
                  </a:moveTo>
                  <a:lnTo>
                    <a:pt x="166784" y="113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716" y="1226888"/>
              <a:ext cx="166784" cy="11307"/>
            </a:xfrm>
            <a:custGeom>
              <a:avLst/>
              <a:pathLst>
                <a:path w="166784" h="11307">
                  <a:moveTo>
                    <a:pt x="0" y="0"/>
                  </a:moveTo>
                  <a:lnTo>
                    <a:pt x="166784" y="113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716" y="1226888"/>
              <a:ext cx="166784" cy="11307"/>
            </a:xfrm>
            <a:custGeom>
              <a:avLst/>
              <a:pathLst>
                <a:path w="166784" h="11307">
                  <a:moveTo>
                    <a:pt x="0" y="0"/>
                  </a:moveTo>
                  <a:lnTo>
                    <a:pt x="166784" y="113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716" y="1226888"/>
              <a:ext cx="166784" cy="11307"/>
            </a:xfrm>
            <a:custGeom>
              <a:avLst/>
              <a:pathLst>
                <a:path w="166784" h="11307">
                  <a:moveTo>
                    <a:pt x="0" y="0"/>
                  </a:moveTo>
                  <a:lnTo>
                    <a:pt x="166784" y="113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716" y="1226888"/>
              <a:ext cx="166784" cy="11307"/>
            </a:xfrm>
            <a:custGeom>
              <a:avLst/>
              <a:pathLst>
                <a:path w="166784" h="11307">
                  <a:moveTo>
                    <a:pt x="0" y="0"/>
                  </a:moveTo>
                  <a:lnTo>
                    <a:pt x="166784" y="113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716" y="1226888"/>
              <a:ext cx="166784" cy="11307"/>
            </a:xfrm>
            <a:custGeom>
              <a:avLst/>
              <a:pathLst>
                <a:path w="166784" h="11307">
                  <a:moveTo>
                    <a:pt x="0" y="0"/>
                  </a:moveTo>
                  <a:lnTo>
                    <a:pt x="166784" y="113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335" y="1075040"/>
              <a:ext cx="334323" cy="330317"/>
            </a:xfrm>
            <a:custGeom>
              <a:avLst/>
              <a:pathLst>
                <a:path w="334323" h="330317">
                  <a:moveTo>
                    <a:pt x="381" y="151848"/>
                  </a:moveTo>
                  <a:lnTo>
                    <a:pt x="106" y="157135"/>
                  </a:lnTo>
                  <a:lnTo>
                    <a:pt x="0" y="162428"/>
                  </a:lnTo>
                  <a:lnTo>
                    <a:pt x="60" y="167722"/>
                  </a:lnTo>
                  <a:lnTo>
                    <a:pt x="289" y="173011"/>
                  </a:lnTo>
                  <a:lnTo>
                    <a:pt x="684" y="178290"/>
                  </a:lnTo>
                  <a:lnTo>
                    <a:pt x="1247" y="183554"/>
                  </a:lnTo>
                  <a:lnTo>
                    <a:pt x="1976" y="188798"/>
                  </a:lnTo>
                  <a:lnTo>
                    <a:pt x="2871" y="194016"/>
                  </a:lnTo>
                  <a:lnTo>
                    <a:pt x="3931" y="199203"/>
                  </a:lnTo>
                  <a:lnTo>
                    <a:pt x="5154" y="204353"/>
                  </a:lnTo>
                  <a:lnTo>
                    <a:pt x="6540" y="209463"/>
                  </a:lnTo>
                  <a:lnTo>
                    <a:pt x="8087" y="214526"/>
                  </a:lnTo>
                  <a:lnTo>
                    <a:pt x="9793" y="219538"/>
                  </a:lnTo>
                  <a:lnTo>
                    <a:pt x="11657" y="224492"/>
                  </a:lnTo>
                  <a:lnTo>
                    <a:pt x="13678" y="229386"/>
                  </a:lnTo>
                  <a:lnTo>
                    <a:pt x="15852" y="234213"/>
                  </a:lnTo>
                  <a:lnTo>
                    <a:pt x="18178" y="238969"/>
                  </a:lnTo>
                  <a:lnTo>
                    <a:pt x="20653" y="243648"/>
                  </a:lnTo>
                  <a:lnTo>
                    <a:pt x="23275" y="248247"/>
                  </a:lnTo>
                  <a:lnTo>
                    <a:pt x="26042" y="252761"/>
                  </a:lnTo>
                  <a:lnTo>
                    <a:pt x="28950" y="257185"/>
                  </a:lnTo>
                  <a:lnTo>
                    <a:pt x="31997" y="261514"/>
                  </a:lnTo>
                  <a:lnTo>
                    <a:pt x="35179" y="265745"/>
                  </a:lnTo>
                  <a:lnTo>
                    <a:pt x="38494" y="269873"/>
                  </a:lnTo>
                  <a:lnTo>
                    <a:pt x="41938" y="273894"/>
                  </a:lnTo>
                  <a:lnTo>
                    <a:pt x="45507" y="277804"/>
                  </a:lnTo>
                  <a:lnTo>
                    <a:pt x="49199" y="281599"/>
                  </a:lnTo>
                  <a:lnTo>
                    <a:pt x="53008" y="285275"/>
                  </a:lnTo>
                  <a:lnTo>
                    <a:pt x="56932" y="288828"/>
                  </a:lnTo>
                  <a:lnTo>
                    <a:pt x="60967" y="292256"/>
                  </a:lnTo>
                  <a:lnTo>
                    <a:pt x="65108" y="295554"/>
                  </a:lnTo>
                  <a:lnTo>
                    <a:pt x="69352" y="298719"/>
                  </a:lnTo>
                  <a:lnTo>
                    <a:pt x="73694" y="301749"/>
                  </a:lnTo>
                  <a:lnTo>
                    <a:pt x="78129" y="304639"/>
                  </a:lnTo>
                  <a:lnTo>
                    <a:pt x="82654" y="307387"/>
                  </a:lnTo>
                  <a:lnTo>
                    <a:pt x="87264" y="309991"/>
                  </a:lnTo>
                  <a:lnTo>
                    <a:pt x="91953" y="312448"/>
                  </a:lnTo>
                  <a:lnTo>
                    <a:pt x="96718" y="314754"/>
                  </a:lnTo>
                  <a:lnTo>
                    <a:pt x="101554" y="316909"/>
                  </a:lnTo>
                  <a:lnTo>
                    <a:pt x="106456" y="318910"/>
                  </a:lnTo>
                  <a:lnTo>
                    <a:pt x="111418" y="320754"/>
                  </a:lnTo>
                  <a:lnTo>
                    <a:pt x="116436" y="322440"/>
                  </a:lnTo>
                  <a:lnTo>
                    <a:pt x="121506" y="323967"/>
                  </a:lnTo>
                  <a:lnTo>
                    <a:pt x="126621" y="325332"/>
                  </a:lnTo>
                  <a:lnTo>
                    <a:pt x="131776" y="326534"/>
                  </a:lnTo>
                  <a:lnTo>
                    <a:pt x="136968" y="327573"/>
                  </a:lnTo>
                  <a:lnTo>
                    <a:pt x="142189" y="328447"/>
                  </a:lnTo>
                  <a:lnTo>
                    <a:pt x="147436" y="329155"/>
                  </a:lnTo>
                  <a:lnTo>
                    <a:pt x="152702" y="329696"/>
                  </a:lnTo>
                  <a:lnTo>
                    <a:pt x="157983" y="330071"/>
                  </a:lnTo>
                  <a:lnTo>
                    <a:pt x="163273" y="330278"/>
                  </a:lnTo>
                  <a:lnTo>
                    <a:pt x="168567" y="330317"/>
                  </a:lnTo>
                  <a:lnTo>
                    <a:pt x="173859" y="330189"/>
                  </a:lnTo>
                  <a:lnTo>
                    <a:pt x="179145" y="329893"/>
                  </a:lnTo>
                  <a:lnTo>
                    <a:pt x="184419" y="329430"/>
                  </a:lnTo>
                  <a:lnTo>
                    <a:pt x="189675" y="328801"/>
                  </a:lnTo>
                  <a:lnTo>
                    <a:pt x="194909" y="328005"/>
                  </a:lnTo>
                  <a:lnTo>
                    <a:pt x="200115" y="327044"/>
                  </a:lnTo>
                  <a:lnTo>
                    <a:pt x="205288" y="325918"/>
                  </a:lnTo>
                  <a:lnTo>
                    <a:pt x="210423" y="324629"/>
                  </a:lnTo>
                  <a:lnTo>
                    <a:pt x="215515" y="323178"/>
                  </a:lnTo>
                  <a:lnTo>
                    <a:pt x="220558" y="321567"/>
                  </a:lnTo>
                  <a:lnTo>
                    <a:pt x="225547" y="319797"/>
                  </a:lnTo>
                  <a:lnTo>
                    <a:pt x="230478" y="317870"/>
                  </a:lnTo>
                  <a:lnTo>
                    <a:pt x="235345" y="315787"/>
                  </a:lnTo>
                  <a:lnTo>
                    <a:pt x="240144" y="313552"/>
                  </a:lnTo>
                  <a:lnTo>
                    <a:pt x="244870" y="311166"/>
                  </a:lnTo>
                  <a:lnTo>
                    <a:pt x="249518" y="308631"/>
                  </a:lnTo>
                  <a:lnTo>
                    <a:pt x="254083" y="305950"/>
                  </a:lnTo>
                  <a:lnTo>
                    <a:pt x="258561" y="303126"/>
                  </a:lnTo>
                  <a:lnTo>
                    <a:pt x="262947" y="300162"/>
                  </a:lnTo>
                  <a:lnTo>
                    <a:pt x="267238" y="297060"/>
                  </a:lnTo>
                  <a:lnTo>
                    <a:pt x="271428" y="293824"/>
                  </a:lnTo>
                  <a:lnTo>
                    <a:pt x="275513" y="290457"/>
                  </a:lnTo>
                  <a:lnTo>
                    <a:pt x="279490" y="286963"/>
                  </a:lnTo>
                  <a:lnTo>
                    <a:pt x="283354" y="283344"/>
                  </a:lnTo>
                  <a:lnTo>
                    <a:pt x="287101" y="279604"/>
                  </a:lnTo>
                  <a:lnTo>
                    <a:pt x="290729" y="275748"/>
                  </a:lnTo>
                  <a:lnTo>
                    <a:pt x="294232" y="271779"/>
                  </a:lnTo>
                  <a:lnTo>
                    <a:pt x="297608" y="267701"/>
                  </a:lnTo>
                  <a:lnTo>
                    <a:pt x="300853" y="263518"/>
                  </a:lnTo>
                  <a:lnTo>
                    <a:pt x="303964" y="259234"/>
                  </a:lnTo>
                  <a:lnTo>
                    <a:pt x="306938" y="254855"/>
                  </a:lnTo>
                  <a:lnTo>
                    <a:pt x="309771" y="250383"/>
                  </a:lnTo>
                  <a:lnTo>
                    <a:pt x="312462" y="245823"/>
                  </a:lnTo>
                  <a:lnTo>
                    <a:pt x="315007" y="241181"/>
                  </a:lnTo>
                  <a:lnTo>
                    <a:pt x="317403" y="236460"/>
                  </a:lnTo>
                  <a:lnTo>
                    <a:pt x="319649" y="231666"/>
                  </a:lnTo>
                  <a:lnTo>
                    <a:pt x="321742" y="226803"/>
                  </a:lnTo>
                  <a:lnTo>
                    <a:pt x="323680" y="221877"/>
                  </a:lnTo>
                  <a:lnTo>
                    <a:pt x="325461" y="216891"/>
                  </a:lnTo>
                  <a:lnTo>
                    <a:pt x="327083" y="211852"/>
                  </a:lnTo>
                  <a:lnTo>
                    <a:pt x="328545" y="206764"/>
                  </a:lnTo>
                  <a:lnTo>
                    <a:pt x="329845" y="201632"/>
                  </a:lnTo>
                  <a:lnTo>
                    <a:pt x="330981" y="196461"/>
                  </a:lnTo>
                  <a:lnTo>
                    <a:pt x="331954" y="191257"/>
                  </a:lnTo>
                  <a:lnTo>
                    <a:pt x="332761" y="186025"/>
                  </a:lnTo>
                  <a:lnTo>
                    <a:pt x="333402" y="180770"/>
                  </a:lnTo>
                  <a:lnTo>
                    <a:pt x="333877" y="175497"/>
                  </a:lnTo>
                  <a:lnTo>
                    <a:pt x="334184" y="170212"/>
                  </a:lnTo>
                  <a:lnTo>
                    <a:pt x="334323" y="164919"/>
                  </a:lnTo>
                  <a:lnTo>
                    <a:pt x="334296" y="159625"/>
                  </a:lnTo>
                  <a:lnTo>
                    <a:pt x="334100" y="154335"/>
                  </a:lnTo>
                  <a:lnTo>
                    <a:pt x="333737" y="149053"/>
                  </a:lnTo>
                  <a:lnTo>
                    <a:pt x="333207" y="143786"/>
                  </a:lnTo>
                  <a:lnTo>
                    <a:pt x="332510" y="138538"/>
                  </a:lnTo>
                  <a:lnTo>
                    <a:pt x="331648" y="133314"/>
                  </a:lnTo>
                  <a:lnTo>
                    <a:pt x="330620" y="128121"/>
                  </a:lnTo>
                  <a:lnTo>
                    <a:pt x="329429" y="122963"/>
                  </a:lnTo>
                  <a:lnTo>
                    <a:pt x="328075" y="117845"/>
                  </a:lnTo>
                  <a:lnTo>
                    <a:pt x="326559" y="112772"/>
                  </a:lnTo>
                  <a:lnTo>
                    <a:pt x="324884" y="107750"/>
                  </a:lnTo>
                  <a:lnTo>
                    <a:pt x="323051" y="102784"/>
                  </a:lnTo>
                  <a:lnTo>
                    <a:pt x="321061" y="97878"/>
                  </a:lnTo>
                  <a:lnTo>
                    <a:pt x="318916" y="93037"/>
                  </a:lnTo>
                  <a:lnTo>
                    <a:pt x="316620" y="88267"/>
                  </a:lnTo>
                  <a:lnTo>
                    <a:pt x="314174" y="83572"/>
                  </a:lnTo>
                  <a:lnTo>
                    <a:pt x="311580" y="78957"/>
                  </a:lnTo>
                  <a:lnTo>
                    <a:pt x="308841" y="74427"/>
                  </a:lnTo>
                  <a:lnTo>
                    <a:pt x="305961" y="69985"/>
                  </a:lnTo>
                  <a:lnTo>
                    <a:pt x="302941" y="65637"/>
                  </a:lnTo>
                  <a:lnTo>
                    <a:pt x="299785" y="61386"/>
                  </a:lnTo>
                  <a:lnTo>
                    <a:pt x="296496" y="57238"/>
                  </a:lnTo>
                  <a:lnTo>
                    <a:pt x="293077" y="53195"/>
                  </a:lnTo>
                  <a:lnTo>
                    <a:pt x="289532" y="49264"/>
                  </a:lnTo>
                  <a:lnTo>
                    <a:pt x="285864" y="45446"/>
                  </a:lnTo>
                  <a:lnTo>
                    <a:pt x="282077" y="41746"/>
                  </a:lnTo>
                  <a:lnTo>
                    <a:pt x="278175" y="38168"/>
                  </a:lnTo>
                  <a:lnTo>
                    <a:pt x="274162" y="34716"/>
                  </a:lnTo>
                  <a:lnTo>
                    <a:pt x="270041" y="31392"/>
                  </a:lnTo>
                  <a:lnTo>
                    <a:pt x="265817" y="28201"/>
                  </a:lnTo>
                  <a:lnTo>
                    <a:pt x="261494" y="25145"/>
                  </a:lnTo>
                  <a:lnTo>
                    <a:pt x="257077" y="22227"/>
                  </a:lnTo>
                  <a:lnTo>
                    <a:pt x="252569" y="19450"/>
                  </a:lnTo>
                  <a:lnTo>
                    <a:pt x="247976" y="16818"/>
                  </a:lnTo>
                  <a:lnTo>
                    <a:pt x="243301" y="14333"/>
                  </a:lnTo>
                  <a:lnTo>
                    <a:pt x="238551" y="11996"/>
                  </a:lnTo>
                  <a:lnTo>
                    <a:pt x="233728" y="9812"/>
                  </a:lnTo>
                  <a:lnTo>
                    <a:pt x="228839" y="7781"/>
                  </a:lnTo>
                  <a:lnTo>
                    <a:pt x="223888" y="5906"/>
                  </a:lnTo>
                  <a:lnTo>
                    <a:pt x="218880" y="4189"/>
                  </a:lnTo>
                  <a:lnTo>
                    <a:pt x="213821" y="2631"/>
                  </a:lnTo>
                  <a:lnTo>
                    <a:pt x="208714" y="1234"/>
                  </a:lnTo>
                  <a:lnTo>
                    <a:pt x="203566" y="0"/>
                  </a:lnTo>
                  <a:lnTo>
                    <a:pt x="167165" y="1631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964501" y="1071028"/>
              <a:ext cx="36400" cy="167167"/>
            </a:xfrm>
            <a:custGeom>
              <a:avLst/>
              <a:pathLst>
                <a:path w="36400" h="167167">
                  <a:moveTo>
                    <a:pt x="36400" y="4011"/>
                  </a:moveTo>
                  <a:lnTo>
                    <a:pt x="29205" y="2570"/>
                  </a:lnTo>
                  <a:lnTo>
                    <a:pt x="21953" y="1447"/>
                  </a:lnTo>
                  <a:lnTo>
                    <a:pt x="14659" y="643"/>
                  </a:lnTo>
                  <a:lnTo>
                    <a:pt x="7336" y="16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15721" y="1322571"/>
              <a:ext cx="72999" cy="167167"/>
            </a:xfrm>
            <a:custGeom>
              <a:avLst/>
              <a:pathLst>
                <a:path w="72999" h="167167">
                  <a:moveTo>
                    <a:pt x="72999" y="0"/>
                  </a:moveTo>
                  <a:lnTo>
                    <a:pt x="67189" y="100"/>
                  </a:lnTo>
                  <a:lnTo>
                    <a:pt x="61386" y="403"/>
                  </a:lnTo>
                  <a:lnTo>
                    <a:pt x="55597" y="908"/>
                  </a:lnTo>
                  <a:lnTo>
                    <a:pt x="49830" y="1613"/>
                  </a:lnTo>
                  <a:lnTo>
                    <a:pt x="44090" y="2518"/>
                  </a:lnTo>
                  <a:lnTo>
                    <a:pt x="38385" y="3623"/>
                  </a:lnTo>
                  <a:lnTo>
                    <a:pt x="32721" y="4924"/>
                  </a:lnTo>
                  <a:lnTo>
                    <a:pt x="27107" y="6422"/>
                  </a:lnTo>
                  <a:lnTo>
                    <a:pt x="21548" y="8114"/>
                  </a:lnTo>
                  <a:lnTo>
                    <a:pt x="16051" y="9999"/>
                  </a:lnTo>
                  <a:lnTo>
                    <a:pt x="10623" y="12073"/>
                  </a:lnTo>
                  <a:lnTo>
                    <a:pt x="5270" y="14335"/>
                  </a:lnTo>
                  <a:lnTo>
                    <a:pt x="0" y="16781"/>
                  </a:lnTo>
                  <a:lnTo>
                    <a:pt x="7299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15721" y="1339353"/>
              <a:ext cx="72999" cy="150386"/>
            </a:xfrm>
            <a:custGeom>
              <a:avLst/>
              <a:pathLst>
                <a:path w="72999" h="150386">
                  <a:moveTo>
                    <a:pt x="0" y="0"/>
                  </a:moveTo>
                  <a:lnTo>
                    <a:pt x="72999" y="1503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15721" y="1339353"/>
              <a:ext cx="72999" cy="150386"/>
            </a:xfrm>
            <a:custGeom>
              <a:avLst/>
              <a:pathLst>
                <a:path w="72999" h="150386">
                  <a:moveTo>
                    <a:pt x="0" y="0"/>
                  </a:moveTo>
                  <a:lnTo>
                    <a:pt x="72999" y="1503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15721" y="1339353"/>
              <a:ext cx="72999" cy="150386"/>
            </a:xfrm>
            <a:custGeom>
              <a:avLst/>
              <a:pathLst>
                <a:path w="72999" h="150386">
                  <a:moveTo>
                    <a:pt x="0" y="0"/>
                  </a:moveTo>
                  <a:lnTo>
                    <a:pt x="72999" y="1503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15721" y="1339353"/>
              <a:ext cx="72999" cy="150386"/>
            </a:xfrm>
            <a:custGeom>
              <a:avLst/>
              <a:pathLst>
                <a:path w="72999" h="150386">
                  <a:moveTo>
                    <a:pt x="0" y="0"/>
                  </a:moveTo>
                  <a:lnTo>
                    <a:pt x="72999" y="1503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15721" y="1339353"/>
              <a:ext cx="72999" cy="150386"/>
            </a:xfrm>
            <a:custGeom>
              <a:avLst/>
              <a:pathLst>
                <a:path w="72999" h="150386">
                  <a:moveTo>
                    <a:pt x="0" y="0"/>
                  </a:moveTo>
                  <a:lnTo>
                    <a:pt x="72999" y="1503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15721" y="1339353"/>
              <a:ext cx="72999" cy="150386"/>
            </a:xfrm>
            <a:custGeom>
              <a:avLst/>
              <a:pathLst>
                <a:path w="72999" h="150386">
                  <a:moveTo>
                    <a:pt x="0" y="0"/>
                  </a:moveTo>
                  <a:lnTo>
                    <a:pt x="72999" y="1503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15721" y="1339353"/>
              <a:ext cx="72999" cy="150386"/>
            </a:xfrm>
            <a:custGeom>
              <a:avLst/>
              <a:pathLst>
                <a:path w="72999" h="150386">
                  <a:moveTo>
                    <a:pt x="0" y="0"/>
                  </a:moveTo>
                  <a:lnTo>
                    <a:pt x="72999" y="1503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15721" y="1339353"/>
              <a:ext cx="72999" cy="150386"/>
            </a:xfrm>
            <a:custGeom>
              <a:avLst/>
              <a:pathLst>
                <a:path w="72999" h="150386">
                  <a:moveTo>
                    <a:pt x="0" y="0"/>
                  </a:moveTo>
                  <a:lnTo>
                    <a:pt x="72999" y="1503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15721" y="1339353"/>
              <a:ext cx="72999" cy="150386"/>
            </a:xfrm>
            <a:custGeom>
              <a:avLst/>
              <a:pathLst>
                <a:path w="72999" h="150386">
                  <a:moveTo>
                    <a:pt x="0" y="0"/>
                  </a:moveTo>
                  <a:lnTo>
                    <a:pt x="72999" y="1503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15721" y="1339353"/>
              <a:ext cx="72999" cy="150386"/>
            </a:xfrm>
            <a:custGeom>
              <a:avLst/>
              <a:pathLst>
                <a:path w="72999" h="150386">
                  <a:moveTo>
                    <a:pt x="0" y="0"/>
                  </a:moveTo>
                  <a:lnTo>
                    <a:pt x="72999" y="1503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15721" y="1339353"/>
              <a:ext cx="72999" cy="150386"/>
            </a:xfrm>
            <a:custGeom>
              <a:avLst/>
              <a:pathLst>
                <a:path w="72999" h="150386">
                  <a:moveTo>
                    <a:pt x="0" y="0"/>
                  </a:moveTo>
                  <a:lnTo>
                    <a:pt x="72999" y="1503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15721" y="1339353"/>
              <a:ext cx="72999" cy="150386"/>
            </a:xfrm>
            <a:custGeom>
              <a:avLst/>
              <a:pathLst>
                <a:path w="72999" h="150386">
                  <a:moveTo>
                    <a:pt x="0" y="0"/>
                  </a:moveTo>
                  <a:lnTo>
                    <a:pt x="72999" y="1503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15721" y="1339353"/>
              <a:ext cx="72999" cy="150386"/>
            </a:xfrm>
            <a:custGeom>
              <a:avLst/>
              <a:pathLst>
                <a:path w="72999" h="150386">
                  <a:moveTo>
                    <a:pt x="0" y="0"/>
                  </a:moveTo>
                  <a:lnTo>
                    <a:pt x="72999" y="1503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15721" y="1339353"/>
              <a:ext cx="72999" cy="150386"/>
            </a:xfrm>
            <a:custGeom>
              <a:avLst/>
              <a:pathLst>
                <a:path w="72999" h="150386">
                  <a:moveTo>
                    <a:pt x="0" y="0"/>
                  </a:moveTo>
                  <a:lnTo>
                    <a:pt x="72999" y="1503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15721" y="1339353"/>
              <a:ext cx="72999" cy="150386"/>
            </a:xfrm>
            <a:custGeom>
              <a:avLst/>
              <a:pathLst>
                <a:path w="72999" h="150386">
                  <a:moveTo>
                    <a:pt x="0" y="0"/>
                  </a:moveTo>
                  <a:lnTo>
                    <a:pt x="72999" y="1503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15721" y="1339353"/>
              <a:ext cx="72999" cy="150386"/>
            </a:xfrm>
            <a:custGeom>
              <a:avLst/>
              <a:pathLst>
                <a:path w="72999" h="150386">
                  <a:moveTo>
                    <a:pt x="0" y="0"/>
                  </a:moveTo>
                  <a:lnTo>
                    <a:pt x="72999" y="1503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321556" y="1339353"/>
              <a:ext cx="334331" cy="317540"/>
            </a:xfrm>
            <a:custGeom>
              <a:avLst/>
              <a:pathLst>
                <a:path w="334331" h="317540">
                  <a:moveTo>
                    <a:pt x="94164" y="0"/>
                  </a:moveTo>
                  <a:lnTo>
                    <a:pt x="89421" y="2396"/>
                  </a:lnTo>
                  <a:lnTo>
                    <a:pt x="84756" y="4942"/>
                  </a:lnTo>
                  <a:lnTo>
                    <a:pt x="80174" y="7635"/>
                  </a:lnTo>
                  <a:lnTo>
                    <a:pt x="75681" y="10472"/>
                  </a:lnTo>
                  <a:lnTo>
                    <a:pt x="71280" y="13450"/>
                  </a:lnTo>
                  <a:lnTo>
                    <a:pt x="66976" y="16567"/>
                  </a:lnTo>
                  <a:lnTo>
                    <a:pt x="62773" y="19820"/>
                  </a:lnTo>
                  <a:lnTo>
                    <a:pt x="58675" y="23204"/>
                  </a:lnTo>
                  <a:lnTo>
                    <a:pt x="54688" y="26716"/>
                  </a:lnTo>
                  <a:lnTo>
                    <a:pt x="50813" y="30354"/>
                  </a:lnTo>
                  <a:lnTo>
                    <a:pt x="47057" y="34113"/>
                  </a:lnTo>
                  <a:lnTo>
                    <a:pt x="43422" y="37989"/>
                  </a:lnTo>
                  <a:lnTo>
                    <a:pt x="39912" y="41980"/>
                  </a:lnTo>
                  <a:lnTo>
                    <a:pt x="36530" y="46079"/>
                  </a:lnTo>
                  <a:lnTo>
                    <a:pt x="33281" y="50284"/>
                  </a:lnTo>
                  <a:lnTo>
                    <a:pt x="30167" y="54590"/>
                  </a:lnTo>
                  <a:lnTo>
                    <a:pt x="27191" y="58993"/>
                  </a:lnTo>
                  <a:lnTo>
                    <a:pt x="24357" y="63489"/>
                  </a:lnTo>
                  <a:lnTo>
                    <a:pt x="21667" y="68072"/>
                  </a:lnTo>
                  <a:lnTo>
                    <a:pt x="19124" y="72738"/>
                  </a:lnTo>
                  <a:lnTo>
                    <a:pt x="16730" y="77483"/>
                  </a:lnTo>
                  <a:lnTo>
                    <a:pt x="14489" y="82302"/>
                  </a:lnTo>
                  <a:lnTo>
                    <a:pt x="12402" y="87189"/>
                  </a:lnTo>
                  <a:lnTo>
                    <a:pt x="10472" y="92140"/>
                  </a:lnTo>
                  <a:lnTo>
                    <a:pt x="8699" y="97150"/>
                  </a:lnTo>
                  <a:lnTo>
                    <a:pt x="7087" y="102214"/>
                  </a:lnTo>
                  <a:lnTo>
                    <a:pt x="5637" y="107326"/>
                  </a:lnTo>
                  <a:lnTo>
                    <a:pt x="4350" y="112483"/>
                  </a:lnTo>
                  <a:lnTo>
                    <a:pt x="3227" y="117677"/>
                  </a:lnTo>
                  <a:lnTo>
                    <a:pt x="2271" y="122904"/>
                  </a:lnTo>
                  <a:lnTo>
                    <a:pt x="1480" y="128159"/>
                  </a:lnTo>
                  <a:lnTo>
                    <a:pt x="858" y="133437"/>
                  </a:lnTo>
                  <a:lnTo>
                    <a:pt x="403" y="138732"/>
                  </a:lnTo>
                  <a:lnTo>
                    <a:pt x="117" y="144038"/>
                  </a:lnTo>
                  <a:lnTo>
                    <a:pt x="0" y="149351"/>
                  </a:lnTo>
                  <a:lnTo>
                    <a:pt x="51" y="154665"/>
                  </a:lnTo>
                  <a:lnTo>
                    <a:pt x="272" y="159975"/>
                  </a:lnTo>
                  <a:lnTo>
                    <a:pt x="661" y="165275"/>
                  </a:lnTo>
                  <a:lnTo>
                    <a:pt x="1218" y="170560"/>
                  </a:lnTo>
                  <a:lnTo>
                    <a:pt x="1943" y="175824"/>
                  </a:lnTo>
                  <a:lnTo>
                    <a:pt x="2835" y="181063"/>
                  </a:lnTo>
                  <a:lnTo>
                    <a:pt x="3893" y="186271"/>
                  </a:lnTo>
                  <a:lnTo>
                    <a:pt x="5117" y="191443"/>
                  </a:lnTo>
                  <a:lnTo>
                    <a:pt x="6504" y="196573"/>
                  </a:lnTo>
                  <a:lnTo>
                    <a:pt x="8053" y="201656"/>
                  </a:lnTo>
                  <a:lnTo>
                    <a:pt x="9763" y="206688"/>
                  </a:lnTo>
                  <a:lnTo>
                    <a:pt x="11632" y="211663"/>
                  </a:lnTo>
                  <a:lnTo>
                    <a:pt x="13658" y="216575"/>
                  </a:lnTo>
                  <a:lnTo>
                    <a:pt x="15840" y="221421"/>
                  </a:lnTo>
                  <a:lnTo>
                    <a:pt x="18174" y="226195"/>
                  </a:lnTo>
                  <a:lnTo>
                    <a:pt x="20659" y="230893"/>
                  </a:lnTo>
                  <a:lnTo>
                    <a:pt x="23292" y="235509"/>
                  </a:lnTo>
                  <a:lnTo>
                    <a:pt x="26071" y="240039"/>
                  </a:lnTo>
                  <a:lnTo>
                    <a:pt x="28992" y="244478"/>
                  </a:lnTo>
                  <a:lnTo>
                    <a:pt x="32052" y="248823"/>
                  </a:lnTo>
                  <a:lnTo>
                    <a:pt x="35250" y="253068"/>
                  </a:lnTo>
                  <a:lnTo>
                    <a:pt x="38580" y="257209"/>
                  </a:lnTo>
                  <a:lnTo>
                    <a:pt x="42041" y="261242"/>
                  </a:lnTo>
                  <a:lnTo>
                    <a:pt x="45627" y="265163"/>
                  </a:lnTo>
                  <a:lnTo>
                    <a:pt x="49337" y="268968"/>
                  </a:lnTo>
                  <a:lnTo>
                    <a:pt x="53166" y="272654"/>
                  </a:lnTo>
                  <a:lnTo>
                    <a:pt x="57110" y="276215"/>
                  </a:lnTo>
                  <a:lnTo>
                    <a:pt x="61165" y="279650"/>
                  </a:lnTo>
                  <a:lnTo>
                    <a:pt x="65328" y="282954"/>
                  </a:lnTo>
                  <a:lnTo>
                    <a:pt x="69593" y="286124"/>
                  </a:lnTo>
                  <a:lnTo>
                    <a:pt x="73957" y="289157"/>
                  </a:lnTo>
                  <a:lnTo>
                    <a:pt x="78415" y="292049"/>
                  </a:lnTo>
                  <a:lnTo>
                    <a:pt x="82963" y="294799"/>
                  </a:lnTo>
                  <a:lnTo>
                    <a:pt x="87595" y="297402"/>
                  </a:lnTo>
                  <a:lnTo>
                    <a:pt x="92309" y="299857"/>
                  </a:lnTo>
                  <a:lnTo>
                    <a:pt x="97098" y="302161"/>
                  </a:lnTo>
                  <a:lnTo>
                    <a:pt x="101957" y="304311"/>
                  </a:lnTo>
                  <a:lnTo>
                    <a:pt x="106883" y="306306"/>
                  </a:lnTo>
                  <a:lnTo>
                    <a:pt x="111869" y="308143"/>
                  </a:lnTo>
                  <a:lnTo>
                    <a:pt x="116912" y="309821"/>
                  </a:lnTo>
                  <a:lnTo>
                    <a:pt x="122005" y="311338"/>
                  </a:lnTo>
                  <a:lnTo>
                    <a:pt x="127144" y="312692"/>
                  </a:lnTo>
                  <a:lnTo>
                    <a:pt x="132323" y="313882"/>
                  </a:lnTo>
                  <a:lnTo>
                    <a:pt x="137538" y="314907"/>
                  </a:lnTo>
                  <a:lnTo>
                    <a:pt x="142782" y="315765"/>
                  </a:lnTo>
                  <a:lnTo>
                    <a:pt x="148051" y="316457"/>
                  </a:lnTo>
                  <a:lnTo>
                    <a:pt x="153340" y="316980"/>
                  </a:lnTo>
                  <a:lnTo>
                    <a:pt x="158642" y="317336"/>
                  </a:lnTo>
                  <a:lnTo>
                    <a:pt x="163953" y="317522"/>
                  </a:lnTo>
                  <a:lnTo>
                    <a:pt x="169267" y="317540"/>
                  </a:lnTo>
                  <a:lnTo>
                    <a:pt x="174579" y="317388"/>
                  </a:lnTo>
                  <a:lnTo>
                    <a:pt x="179884" y="317068"/>
                  </a:lnTo>
                  <a:lnTo>
                    <a:pt x="185176" y="316580"/>
                  </a:lnTo>
                  <a:lnTo>
                    <a:pt x="190449" y="315923"/>
                  </a:lnTo>
                  <a:lnTo>
                    <a:pt x="195699" y="315100"/>
                  </a:lnTo>
                  <a:lnTo>
                    <a:pt x="200920" y="314109"/>
                  </a:lnTo>
                  <a:lnTo>
                    <a:pt x="206107" y="312954"/>
                  </a:lnTo>
                  <a:lnTo>
                    <a:pt x="211255" y="311634"/>
                  </a:lnTo>
                  <a:lnTo>
                    <a:pt x="216358" y="310151"/>
                  </a:lnTo>
                  <a:lnTo>
                    <a:pt x="221412" y="308506"/>
                  </a:lnTo>
                  <a:lnTo>
                    <a:pt x="226410" y="306702"/>
                  </a:lnTo>
                  <a:lnTo>
                    <a:pt x="231349" y="304740"/>
                  </a:lnTo>
                  <a:lnTo>
                    <a:pt x="236223" y="302622"/>
                  </a:lnTo>
                  <a:lnTo>
                    <a:pt x="241027" y="300349"/>
                  </a:lnTo>
                  <a:lnTo>
                    <a:pt x="245756" y="297926"/>
                  </a:lnTo>
                  <a:lnTo>
                    <a:pt x="250406" y="295353"/>
                  </a:lnTo>
                  <a:lnTo>
                    <a:pt x="254972" y="292634"/>
                  </a:lnTo>
                  <a:lnTo>
                    <a:pt x="259449" y="289771"/>
                  </a:lnTo>
                  <a:lnTo>
                    <a:pt x="263833" y="286767"/>
                  </a:lnTo>
                  <a:lnTo>
                    <a:pt x="268119" y="283626"/>
                  </a:lnTo>
                  <a:lnTo>
                    <a:pt x="272304" y="280349"/>
                  </a:lnTo>
                  <a:lnTo>
                    <a:pt x="276382" y="276942"/>
                  </a:lnTo>
                  <a:lnTo>
                    <a:pt x="280349" y="273406"/>
                  </a:lnTo>
                  <a:lnTo>
                    <a:pt x="284202" y="269746"/>
                  </a:lnTo>
                  <a:lnTo>
                    <a:pt x="287937" y="265966"/>
                  </a:lnTo>
                  <a:lnTo>
                    <a:pt x="291550" y="262068"/>
                  </a:lnTo>
                  <a:lnTo>
                    <a:pt x="295037" y="258058"/>
                  </a:lnTo>
                  <a:lnTo>
                    <a:pt x="298395" y="253939"/>
                  </a:lnTo>
                  <a:lnTo>
                    <a:pt x="301620" y="249716"/>
                  </a:lnTo>
                  <a:lnTo>
                    <a:pt x="304709" y="245392"/>
                  </a:lnTo>
                  <a:lnTo>
                    <a:pt x="307660" y="240972"/>
                  </a:lnTo>
                  <a:lnTo>
                    <a:pt x="310468" y="236460"/>
                  </a:lnTo>
                  <a:lnTo>
                    <a:pt x="313132" y="231861"/>
                  </a:lnTo>
                  <a:lnTo>
                    <a:pt x="315648" y="227181"/>
                  </a:lnTo>
                  <a:lnTo>
                    <a:pt x="318014" y="222422"/>
                  </a:lnTo>
                  <a:lnTo>
                    <a:pt x="320227" y="217591"/>
                  </a:lnTo>
                  <a:lnTo>
                    <a:pt x="322286" y="212691"/>
                  </a:lnTo>
                  <a:lnTo>
                    <a:pt x="324188" y="207729"/>
                  </a:lnTo>
                  <a:lnTo>
                    <a:pt x="325931" y="202709"/>
                  </a:lnTo>
                  <a:lnTo>
                    <a:pt x="327514" y="197636"/>
                  </a:lnTo>
                  <a:lnTo>
                    <a:pt x="328935" y="192515"/>
                  </a:lnTo>
                  <a:lnTo>
                    <a:pt x="330193" y="187352"/>
                  </a:lnTo>
                  <a:lnTo>
                    <a:pt x="331285" y="182151"/>
                  </a:lnTo>
                  <a:lnTo>
                    <a:pt x="332212" y="176918"/>
                  </a:lnTo>
                  <a:lnTo>
                    <a:pt x="332972" y="171659"/>
                  </a:lnTo>
                  <a:lnTo>
                    <a:pt x="333564" y="166378"/>
                  </a:lnTo>
                  <a:lnTo>
                    <a:pt x="333989" y="161080"/>
                  </a:lnTo>
                  <a:lnTo>
                    <a:pt x="334244" y="155772"/>
                  </a:lnTo>
                  <a:lnTo>
                    <a:pt x="334331" y="150459"/>
                  </a:lnTo>
                  <a:lnTo>
                    <a:pt x="334249" y="145145"/>
                  </a:lnTo>
                  <a:lnTo>
                    <a:pt x="333998" y="139837"/>
                  </a:lnTo>
                  <a:lnTo>
                    <a:pt x="333578" y="134539"/>
                  </a:lnTo>
                  <a:lnTo>
                    <a:pt x="332991" y="129257"/>
                  </a:lnTo>
                  <a:lnTo>
                    <a:pt x="332235" y="123997"/>
                  </a:lnTo>
                  <a:lnTo>
                    <a:pt x="331313" y="118764"/>
                  </a:lnTo>
                  <a:lnTo>
                    <a:pt x="330225" y="113562"/>
                  </a:lnTo>
                  <a:lnTo>
                    <a:pt x="328972" y="108397"/>
                  </a:lnTo>
                  <a:lnTo>
                    <a:pt x="327556" y="103275"/>
                  </a:lnTo>
                  <a:lnTo>
                    <a:pt x="325977" y="98201"/>
                  </a:lnTo>
                  <a:lnTo>
                    <a:pt x="324238" y="93179"/>
                  </a:lnTo>
                  <a:lnTo>
                    <a:pt x="322341" y="88215"/>
                  </a:lnTo>
                  <a:lnTo>
                    <a:pt x="320286" y="83314"/>
                  </a:lnTo>
                  <a:lnTo>
                    <a:pt x="318077" y="78481"/>
                  </a:lnTo>
                  <a:lnTo>
                    <a:pt x="315715" y="73721"/>
                  </a:lnTo>
                  <a:lnTo>
                    <a:pt x="313203" y="69038"/>
                  </a:lnTo>
                  <a:lnTo>
                    <a:pt x="310543" y="64437"/>
                  </a:lnTo>
                  <a:lnTo>
                    <a:pt x="307739" y="59923"/>
                  </a:lnTo>
                  <a:lnTo>
                    <a:pt x="304793" y="55500"/>
                  </a:lnTo>
                  <a:lnTo>
                    <a:pt x="301707" y="51173"/>
                  </a:lnTo>
                  <a:lnTo>
                    <a:pt x="298485" y="46947"/>
                  </a:lnTo>
                  <a:lnTo>
                    <a:pt x="295131" y="42825"/>
                  </a:lnTo>
                  <a:lnTo>
                    <a:pt x="291648" y="38812"/>
                  </a:lnTo>
                  <a:lnTo>
                    <a:pt x="288038" y="34911"/>
                  </a:lnTo>
                  <a:lnTo>
                    <a:pt x="284307" y="31127"/>
                  </a:lnTo>
                  <a:lnTo>
                    <a:pt x="280457" y="27464"/>
                  </a:lnTo>
                  <a:lnTo>
                    <a:pt x="276492" y="23925"/>
                  </a:lnTo>
                  <a:lnTo>
                    <a:pt x="167164" y="1503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88720" y="1322571"/>
              <a:ext cx="109328" cy="167167"/>
            </a:xfrm>
            <a:custGeom>
              <a:avLst/>
              <a:pathLst>
                <a:path w="109328" h="167167">
                  <a:moveTo>
                    <a:pt x="109328" y="40707"/>
                  </a:moveTo>
                  <a:lnTo>
                    <a:pt x="104973" y="37069"/>
                  </a:lnTo>
                  <a:lnTo>
                    <a:pt x="100497" y="33581"/>
                  </a:lnTo>
                  <a:lnTo>
                    <a:pt x="95905" y="30247"/>
                  </a:lnTo>
                  <a:lnTo>
                    <a:pt x="91203" y="27071"/>
                  </a:lnTo>
                  <a:lnTo>
                    <a:pt x="86396" y="24056"/>
                  </a:lnTo>
                  <a:lnTo>
                    <a:pt x="81489" y="21207"/>
                  </a:lnTo>
                  <a:lnTo>
                    <a:pt x="76488" y="18525"/>
                  </a:lnTo>
                  <a:lnTo>
                    <a:pt x="71399" y="16015"/>
                  </a:lnTo>
                  <a:lnTo>
                    <a:pt x="66228" y="13678"/>
                  </a:lnTo>
                  <a:lnTo>
                    <a:pt x="60980" y="11519"/>
                  </a:lnTo>
                  <a:lnTo>
                    <a:pt x="55663" y="9539"/>
                  </a:lnTo>
                  <a:lnTo>
                    <a:pt x="50281" y="7741"/>
                  </a:lnTo>
                  <a:lnTo>
                    <a:pt x="44841" y="6126"/>
                  </a:lnTo>
                  <a:lnTo>
                    <a:pt x="39350" y="4697"/>
                  </a:lnTo>
                  <a:lnTo>
                    <a:pt x="33813" y="3455"/>
                  </a:lnTo>
                  <a:lnTo>
                    <a:pt x="28237" y="2402"/>
                  </a:lnTo>
                  <a:lnTo>
                    <a:pt x="22629" y="1538"/>
                  </a:lnTo>
                  <a:lnTo>
                    <a:pt x="16994" y="866"/>
                  </a:lnTo>
                  <a:lnTo>
                    <a:pt x="11340" y="385"/>
                  </a:lnTo>
                  <a:lnTo>
                    <a:pt x="5673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3856" y="1681503"/>
              <a:ext cx="2668" cy="167167"/>
            </a:xfrm>
            <a:custGeom>
              <a:avLst/>
              <a:pathLst>
                <a:path w="2668" h="167167">
                  <a:moveTo>
                    <a:pt x="2668" y="0"/>
                  </a:moveTo>
                  <a:lnTo>
                    <a:pt x="0" y="21"/>
                  </a:lnTo>
                  <a:lnTo>
                    <a:pt x="266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3856" y="1681524"/>
              <a:ext cx="2668" cy="167146"/>
            </a:xfrm>
            <a:custGeom>
              <a:avLst/>
              <a:pathLst>
                <a:path w="2668" h="167146">
                  <a:moveTo>
                    <a:pt x="0" y="0"/>
                  </a:moveTo>
                  <a:lnTo>
                    <a:pt x="2668" y="1671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3856" y="1681524"/>
              <a:ext cx="2668" cy="167146"/>
            </a:xfrm>
            <a:custGeom>
              <a:avLst/>
              <a:pathLst>
                <a:path w="2668" h="167146">
                  <a:moveTo>
                    <a:pt x="0" y="0"/>
                  </a:moveTo>
                  <a:lnTo>
                    <a:pt x="2668" y="1671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3856" y="1681524"/>
              <a:ext cx="2668" cy="167146"/>
            </a:xfrm>
            <a:custGeom>
              <a:avLst/>
              <a:pathLst>
                <a:path w="2668" h="167146">
                  <a:moveTo>
                    <a:pt x="0" y="0"/>
                  </a:moveTo>
                  <a:lnTo>
                    <a:pt x="2668" y="1671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3856" y="1681524"/>
              <a:ext cx="2668" cy="167146"/>
            </a:xfrm>
            <a:custGeom>
              <a:avLst/>
              <a:pathLst>
                <a:path w="2668" h="167146">
                  <a:moveTo>
                    <a:pt x="0" y="0"/>
                  </a:moveTo>
                  <a:lnTo>
                    <a:pt x="2668" y="1671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3856" y="1681524"/>
              <a:ext cx="2668" cy="167146"/>
            </a:xfrm>
            <a:custGeom>
              <a:avLst/>
              <a:pathLst>
                <a:path w="2668" h="167146">
                  <a:moveTo>
                    <a:pt x="0" y="0"/>
                  </a:moveTo>
                  <a:lnTo>
                    <a:pt x="2668" y="1671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3856" y="1681524"/>
              <a:ext cx="2668" cy="167146"/>
            </a:xfrm>
            <a:custGeom>
              <a:avLst/>
              <a:pathLst>
                <a:path w="2668" h="167146">
                  <a:moveTo>
                    <a:pt x="0" y="0"/>
                  </a:moveTo>
                  <a:lnTo>
                    <a:pt x="2668" y="1671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3856" y="1681524"/>
              <a:ext cx="2668" cy="167146"/>
            </a:xfrm>
            <a:custGeom>
              <a:avLst/>
              <a:pathLst>
                <a:path w="2668" h="167146">
                  <a:moveTo>
                    <a:pt x="0" y="0"/>
                  </a:moveTo>
                  <a:lnTo>
                    <a:pt x="2668" y="1671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3856" y="1681524"/>
              <a:ext cx="2668" cy="167146"/>
            </a:xfrm>
            <a:custGeom>
              <a:avLst/>
              <a:pathLst>
                <a:path w="2668" h="167146">
                  <a:moveTo>
                    <a:pt x="0" y="0"/>
                  </a:moveTo>
                  <a:lnTo>
                    <a:pt x="2668" y="1671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3856" y="1681524"/>
              <a:ext cx="2668" cy="167146"/>
            </a:xfrm>
            <a:custGeom>
              <a:avLst/>
              <a:pathLst>
                <a:path w="2668" h="167146">
                  <a:moveTo>
                    <a:pt x="0" y="0"/>
                  </a:moveTo>
                  <a:lnTo>
                    <a:pt x="2668" y="1671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3856" y="1681524"/>
              <a:ext cx="2668" cy="167146"/>
            </a:xfrm>
            <a:custGeom>
              <a:avLst/>
              <a:pathLst>
                <a:path w="2668" h="167146">
                  <a:moveTo>
                    <a:pt x="0" y="0"/>
                  </a:moveTo>
                  <a:lnTo>
                    <a:pt x="2668" y="16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3856" y="1681524"/>
              <a:ext cx="2668" cy="167146"/>
            </a:xfrm>
            <a:custGeom>
              <a:avLst/>
              <a:pathLst>
                <a:path w="2668" h="167146">
                  <a:moveTo>
                    <a:pt x="0" y="0"/>
                  </a:moveTo>
                  <a:lnTo>
                    <a:pt x="2668" y="16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3856" y="1681524"/>
              <a:ext cx="2668" cy="167146"/>
            </a:xfrm>
            <a:custGeom>
              <a:avLst/>
              <a:pathLst>
                <a:path w="2668" h="167146">
                  <a:moveTo>
                    <a:pt x="0" y="0"/>
                  </a:moveTo>
                  <a:lnTo>
                    <a:pt x="2668" y="16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3856" y="1681524"/>
              <a:ext cx="2668" cy="167146"/>
            </a:xfrm>
            <a:custGeom>
              <a:avLst/>
              <a:pathLst>
                <a:path w="2668" h="167146">
                  <a:moveTo>
                    <a:pt x="0" y="0"/>
                  </a:moveTo>
                  <a:lnTo>
                    <a:pt x="2668" y="16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3856" y="1681524"/>
              <a:ext cx="2668" cy="167146"/>
            </a:xfrm>
            <a:custGeom>
              <a:avLst/>
              <a:pathLst>
                <a:path w="2668" h="167146">
                  <a:moveTo>
                    <a:pt x="0" y="0"/>
                  </a:moveTo>
                  <a:lnTo>
                    <a:pt x="2668" y="1671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3856" y="1681524"/>
              <a:ext cx="2668" cy="167146"/>
            </a:xfrm>
            <a:custGeom>
              <a:avLst/>
              <a:pathLst>
                <a:path w="2668" h="167146">
                  <a:moveTo>
                    <a:pt x="0" y="0"/>
                  </a:moveTo>
                  <a:lnTo>
                    <a:pt x="2668" y="1671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2953020" y="1681524"/>
              <a:ext cx="133504" cy="167146"/>
            </a:xfrm>
            <a:custGeom>
              <a:avLst/>
              <a:pathLst>
                <a:path w="133504" h="167146">
                  <a:moveTo>
                    <a:pt x="130835" y="0"/>
                  </a:moveTo>
                  <a:lnTo>
                    <a:pt x="125210" y="184"/>
                  </a:lnTo>
                  <a:lnTo>
                    <a:pt x="119595" y="558"/>
                  </a:lnTo>
                  <a:lnTo>
                    <a:pt x="113995" y="1120"/>
                  </a:lnTo>
                  <a:lnTo>
                    <a:pt x="108417" y="1871"/>
                  </a:lnTo>
                  <a:lnTo>
                    <a:pt x="102868" y="2809"/>
                  </a:lnTo>
                  <a:lnTo>
                    <a:pt x="97353" y="3934"/>
                  </a:lnTo>
                  <a:lnTo>
                    <a:pt x="91880" y="5243"/>
                  </a:lnTo>
                  <a:lnTo>
                    <a:pt x="86454" y="6736"/>
                  </a:lnTo>
                  <a:lnTo>
                    <a:pt x="81081" y="8411"/>
                  </a:lnTo>
                  <a:lnTo>
                    <a:pt x="75767" y="10265"/>
                  </a:lnTo>
                  <a:lnTo>
                    <a:pt x="70519" y="12298"/>
                  </a:lnTo>
                  <a:lnTo>
                    <a:pt x="65342" y="14506"/>
                  </a:lnTo>
                  <a:lnTo>
                    <a:pt x="60242" y="16887"/>
                  </a:lnTo>
                  <a:lnTo>
                    <a:pt x="55226" y="19438"/>
                  </a:lnTo>
                  <a:lnTo>
                    <a:pt x="50298" y="22157"/>
                  </a:lnTo>
                  <a:lnTo>
                    <a:pt x="45465" y="25040"/>
                  </a:lnTo>
                  <a:lnTo>
                    <a:pt x="40731" y="28084"/>
                  </a:lnTo>
                  <a:lnTo>
                    <a:pt x="36103" y="31286"/>
                  </a:lnTo>
                  <a:lnTo>
                    <a:pt x="31584" y="34641"/>
                  </a:lnTo>
                  <a:lnTo>
                    <a:pt x="27182" y="38147"/>
                  </a:lnTo>
                  <a:lnTo>
                    <a:pt x="22900" y="41799"/>
                  </a:lnTo>
                  <a:lnTo>
                    <a:pt x="18743" y="45594"/>
                  </a:lnTo>
                  <a:lnTo>
                    <a:pt x="14716" y="49526"/>
                  </a:lnTo>
                  <a:lnTo>
                    <a:pt x="10824" y="53591"/>
                  </a:lnTo>
                  <a:lnTo>
                    <a:pt x="7071" y="57785"/>
                  </a:lnTo>
                  <a:lnTo>
                    <a:pt x="3462" y="62103"/>
                  </a:lnTo>
                  <a:lnTo>
                    <a:pt x="0" y="66540"/>
                  </a:lnTo>
                  <a:lnTo>
                    <a:pt x="133504" y="1671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2919368" y="1681503"/>
              <a:ext cx="334305" cy="334334"/>
            </a:xfrm>
            <a:custGeom>
              <a:avLst/>
              <a:pathLst>
                <a:path w="334305" h="334334">
                  <a:moveTo>
                    <a:pt x="33651" y="66561"/>
                  </a:moveTo>
                  <a:lnTo>
                    <a:pt x="30529" y="70844"/>
                  </a:lnTo>
                  <a:lnTo>
                    <a:pt x="27544" y="75223"/>
                  </a:lnTo>
                  <a:lnTo>
                    <a:pt x="24700" y="79695"/>
                  </a:lnTo>
                  <a:lnTo>
                    <a:pt x="21999" y="84255"/>
                  </a:lnTo>
                  <a:lnTo>
                    <a:pt x="19443" y="88898"/>
                  </a:lnTo>
                  <a:lnTo>
                    <a:pt x="17036" y="93620"/>
                  </a:lnTo>
                  <a:lnTo>
                    <a:pt x="14780" y="98415"/>
                  </a:lnTo>
                  <a:lnTo>
                    <a:pt x="12678" y="103280"/>
                  </a:lnTo>
                  <a:lnTo>
                    <a:pt x="10730" y="108209"/>
                  </a:lnTo>
                  <a:lnTo>
                    <a:pt x="8940" y="113198"/>
                  </a:lnTo>
                  <a:lnTo>
                    <a:pt x="7308" y="118240"/>
                  </a:lnTo>
                  <a:lnTo>
                    <a:pt x="5838" y="123332"/>
                  </a:lnTo>
                  <a:lnTo>
                    <a:pt x="4529" y="128468"/>
                  </a:lnTo>
                  <a:lnTo>
                    <a:pt x="3384" y="133642"/>
                  </a:lnTo>
                  <a:lnTo>
                    <a:pt x="2404" y="138851"/>
                  </a:lnTo>
                  <a:lnTo>
                    <a:pt x="1589" y="144088"/>
                  </a:lnTo>
                  <a:lnTo>
                    <a:pt x="941" y="149348"/>
                  </a:lnTo>
                  <a:lnTo>
                    <a:pt x="459" y="154625"/>
                  </a:lnTo>
                  <a:lnTo>
                    <a:pt x="145" y="159916"/>
                  </a:lnTo>
                  <a:lnTo>
                    <a:pt x="0" y="165214"/>
                  </a:lnTo>
                  <a:lnTo>
                    <a:pt x="22" y="170514"/>
                  </a:lnTo>
                  <a:lnTo>
                    <a:pt x="212" y="175810"/>
                  </a:lnTo>
                  <a:lnTo>
                    <a:pt x="570" y="181098"/>
                  </a:lnTo>
                  <a:lnTo>
                    <a:pt x="1095" y="186372"/>
                  </a:lnTo>
                  <a:lnTo>
                    <a:pt x="1787" y="191626"/>
                  </a:lnTo>
                  <a:lnTo>
                    <a:pt x="2646" y="196856"/>
                  </a:lnTo>
                  <a:lnTo>
                    <a:pt x="3669" y="202056"/>
                  </a:lnTo>
                  <a:lnTo>
                    <a:pt x="4858" y="207221"/>
                  </a:lnTo>
                  <a:lnTo>
                    <a:pt x="6209" y="212346"/>
                  </a:lnTo>
                  <a:lnTo>
                    <a:pt x="7722" y="217425"/>
                  </a:lnTo>
                  <a:lnTo>
                    <a:pt x="9395" y="222454"/>
                  </a:lnTo>
                  <a:lnTo>
                    <a:pt x="11227" y="227427"/>
                  </a:lnTo>
                  <a:lnTo>
                    <a:pt x="13216" y="232340"/>
                  </a:lnTo>
                  <a:lnTo>
                    <a:pt x="15359" y="237187"/>
                  </a:lnTo>
                  <a:lnTo>
                    <a:pt x="17655" y="241963"/>
                  </a:lnTo>
                  <a:lnTo>
                    <a:pt x="20101" y="246665"/>
                  </a:lnTo>
                  <a:lnTo>
                    <a:pt x="22695" y="251287"/>
                  </a:lnTo>
                  <a:lnTo>
                    <a:pt x="25434" y="255824"/>
                  </a:lnTo>
                  <a:lnTo>
                    <a:pt x="28316" y="260272"/>
                  </a:lnTo>
                  <a:lnTo>
                    <a:pt x="31337" y="264626"/>
                  </a:lnTo>
                  <a:lnTo>
                    <a:pt x="34495" y="268883"/>
                  </a:lnTo>
                  <a:lnTo>
                    <a:pt x="37786" y="273037"/>
                  </a:lnTo>
                  <a:lnTo>
                    <a:pt x="41207" y="277085"/>
                  </a:lnTo>
                  <a:lnTo>
                    <a:pt x="44755" y="281022"/>
                  </a:lnTo>
                  <a:lnTo>
                    <a:pt x="48425" y="284845"/>
                  </a:lnTo>
                  <a:lnTo>
                    <a:pt x="52215" y="288549"/>
                  </a:lnTo>
                  <a:lnTo>
                    <a:pt x="56121" y="292132"/>
                  </a:lnTo>
                  <a:lnTo>
                    <a:pt x="60138" y="295589"/>
                  </a:lnTo>
                  <a:lnTo>
                    <a:pt x="64263" y="298917"/>
                  </a:lnTo>
                  <a:lnTo>
                    <a:pt x="68491" y="302112"/>
                  </a:lnTo>
                  <a:lnTo>
                    <a:pt x="72818" y="305172"/>
                  </a:lnTo>
                  <a:lnTo>
                    <a:pt x="77240" y="308093"/>
                  </a:lnTo>
                  <a:lnTo>
                    <a:pt x="81753" y="310873"/>
                  </a:lnTo>
                  <a:lnTo>
                    <a:pt x="86351" y="313508"/>
                  </a:lnTo>
                  <a:lnTo>
                    <a:pt x="91031" y="315996"/>
                  </a:lnTo>
                  <a:lnTo>
                    <a:pt x="95787" y="318334"/>
                  </a:lnTo>
                  <a:lnTo>
                    <a:pt x="100615" y="320520"/>
                  </a:lnTo>
                  <a:lnTo>
                    <a:pt x="105510" y="322553"/>
                  </a:lnTo>
                  <a:lnTo>
                    <a:pt x="110466" y="324429"/>
                  </a:lnTo>
                  <a:lnTo>
                    <a:pt x="115480" y="326147"/>
                  </a:lnTo>
                  <a:lnTo>
                    <a:pt x="120546" y="327705"/>
                  </a:lnTo>
                  <a:lnTo>
                    <a:pt x="125658" y="329102"/>
                  </a:lnTo>
                  <a:lnTo>
                    <a:pt x="130812" y="330336"/>
                  </a:lnTo>
                  <a:lnTo>
                    <a:pt x="136003" y="331406"/>
                  </a:lnTo>
                  <a:lnTo>
                    <a:pt x="141225" y="332311"/>
                  </a:lnTo>
                  <a:lnTo>
                    <a:pt x="146473" y="333050"/>
                  </a:lnTo>
                  <a:lnTo>
                    <a:pt x="151742" y="333622"/>
                  </a:lnTo>
                  <a:lnTo>
                    <a:pt x="157026" y="334027"/>
                  </a:lnTo>
                  <a:lnTo>
                    <a:pt x="162321" y="334264"/>
                  </a:lnTo>
                  <a:lnTo>
                    <a:pt x="167620" y="334334"/>
                  </a:lnTo>
                  <a:lnTo>
                    <a:pt x="172919" y="334235"/>
                  </a:lnTo>
                  <a:lnTo>
                    <a:pt x="178212" y="333968"/>
                  </a:lnTo>
                  <a:lnTo>
                    <a:pt x="183494" y="333534"/>
                  </a:lnTo>
                  <a:lnTo>
                    <a:pt x="188760" y="332932"/>
                  </a:lnTo>
                  <a:lnTo>
                    <a:pt x="194004" y="332164"/>
                  </a:lnTo>
                  <a:lnTo>
                    <a:pt x="199221" y="331230"/>
                  </a:lnTo>
                  <a:lnTo>
                    <a:pt x="204405" y="330131"/>
                  </a:lnTo>
                  <a:lnTo>
                    <a:pt x="209553" y="328869"/>
                  </a:lnTo>
                  <a:lnTo>
                    <a:pt x="214657" y="327443"/>
                  </a:lnTo>
                  <a:lnTo>
                    <a:pt x="219714" y="325857"/>
                  </a:lnTo>
                  <a:lnTo>
                    <a:pt x="224718" y="324111"/>
                  </a:lnTo>
                  <a:lnTo>
                    <a:pt x="229664" y="322208"/>
                  </a:lnTo>
                  <a:lnTo>
                    <a:pt x="234548" y="320148"/>
                  </a:lnTo>
                  <a:lnTo>
                    <a:pt x="239363" y="317935"/>
                  </a:lnTo>
                  <a:lnTo>
                    <a:pt x="244106" y="315570"/>
                  </a:lnTo>
                  <a:lnTo>
                    <a:pt x="248772" y="313056"/>
                  </a:lnTo>
                  <a:lnTo>
                    <a:pt x="253356" y="310396"/>
                  </a:lnTo>
                  <a:lnTo>
                    <a:pt x="257853" y="307591"/>
                  </a:lnTo>
                  <a:lnTo>
                    <a:pt x="262258" y="304646"/>
                  </a:lnTo>
                  <a:lnTo>
                    <a:pt x="266569" y="301562"/>
                  </a:lnTo>
                  <a:lnTo>
                    <a:pt x="270779" y="298343"/>
                  </a:lnTo>
                  <a:lnTo>
                    <a:pt x="274885" y="294992"/>
                  </a:lnTo>
                  <a:lnTo>
                    <a:pt x="278883" y="291513"/>
                  </a:lnTo>
                  <a:lnTo>
                    <a:pt x="282769" y="287909"/>
                  </a:lnTo>
                  <a:lnTo>
                    <a:pt x="286538" y="284183"/>
                  </a:lnTo>
                  <a:lnTo>
                    <a:pt x="290188" y="280340"/>
                  </a:lnTo>
                  <a:lnTo>
                    <a:pt x="293713" y="276383"/>
                  </a:lnTo>
                  <a:lnTo>
                    <a:pt x="297112" y="272316"/>
                  </a:lnTo>
                  <a:lnTo>
                    <a:pt x="300380" y="268144"/>
                  </a:lnTo>
                  <a:lnTo>
                    <a:pt x="303514" y="263870"/>
                  </a:lnTo>
                  <a:lnTo>
                    <a:pt x="306511" y="259498"/>
                  </a:lnTo>
                  <a:lnTo>
                    <a:pt x="309367" y="255035"/>
                  </a:lnTo>
                  <a:lnTo>
                    <a:pt x="312081" y="250482"/>
                  </a:lnTo>
                  <a:lnTo>
                    <a:pt x="314650" y="245846"/>
                  </a:lnTo>
                  <a:lnTo>
                    <a:pt x="317070" y="241131"/>
                  </a:lnTo>
                  <a:lnTo>
                    <a:pt x="319339" y="236342"/>
                  </a:lnTo>
                  <a:lnTo>
                    <a:pt x="321455" y="231483"/>
                  </a:lnTo>
                  <a:lnTo>
                    <a:pt x="323417" y="226559"/>
                  </a:lnTo>
                  <a:lnTo>
                    <a:pt x="325221" y="221576"/>
                  </a:lnTo>
                  <a:lnTo>
                    <a:pt x="326866" y="216538"/>
                  </a:lnTo>
                  <a:lnTo>
                    <a:pt x="328351" y="211450"/>
                  </a:lnTo>
                  <a:lnTo>
                    <a:pt x="329674" y="206318"/>
                  </a:lnTo>
                  <a:lnTo>
                    <a:pt x="330833" y="201147"/>
                  </a:lnTo>
                  <a:lnTo>
                    <a:pt x="331828" y="195941"/>
                  </a:lnTo>
                  <a:lnTo>
                    <a:pt x="332657" y="190706"/>
                  </a:lnTo>
                  <a:lnTo>
                    <a:pt x="333320" y="185448"/>
                  </a:lnTo>
                  <a:lnTo>
                    <a:pt x="333816" y="180172"/>
                  </a:lnTo>
                  <a:lnTo>
                    <a:pt x="334145" y="174882"/>
                  </a:lnTo>
                  <a:lnTo>
                    <a:pt x="334305" y="169585"/>
                  </a:lnTo>
                  <a:lnTo>
                    <a:pt x="334298" y="164285"/>
                  </a:lnTo>
                  <a:lnTo>
                    <a:pt x="334123" y="158988"/>
                  </a:lnTo>
                  <a:lnTo>
                    <a:pt x="333780" y="153699"/>
                  </a:lnTo>
                  <a:lnTo>
                    <a:pt x="333269" y="148424"/>
                  </a:lnTo>
                  <a:lnTo>
                    <a:pt x="332591" y="143168"/>
                  </a:lnTo>
                  <a:lnTo>
                    <a:pt x="331747" y="137935"/>
                  </a:lnTo>
                  <a:lnTo>
                    <a:pt x="330738" y="132732"/>
                  </a:lnTo>
                  <a:lnTo>
                    <a:pt x="329564" y="127564"/>
                  </a:lnTo>
                  <a:lnTo>
                    <a:pt x="328227" y="122436"/>
                  </a:lnTo>
                  <a:lnTo>
                    <a:pt x="326728" y="117352"/>
                  </a:lnTo>
                  <a:lnTo>
                    <a:pt x="325069" y="112319"/>
                  </a:lnTo>
                  <a:lnTo>
                    <a:pt x="323251" y="107341"/>
                  </a:lnTo>
                  <a:lnTo>
                    <a:pt x="321276" y="102422"/>
                  </a:lnTo>
                  <a:lnTo>
                    <a:pt x="319146" y="97569"/>
                  </a:lnTo>
                  <a:lnTo>
                    <a:pt x="316864" y="92786"/>
                  </a:lnTo>
                  <a:lnTo>
                    <a:pt x="314430" y="88078"/>
                  </a:lnTo>
                  <a:lnTo>
                    <a:pt x="311849" y="83449"/>
                  </a:lnTo>
                  <a:lnTo>
                    <a:pt x="309123" y="78904"/>
                  </a:lnTo>
                  <a:lnTo>
                    <a:pt x="306253" y="74448"/>
                  </a:lnTo>
                  <a:lnTo>
                    <a:pt x="303244" y="70086"/>
                  </a:lnTo>
                  <a:lnTo>
                    <a:pt x="300099" y="65820"/>
                  </a:lnTo>
                  <a:lnTo>
                    <a:pt x="296819" y="61657"/>
                  </a:lnTo>
                  <a:lnTo>
                    <a:pt x="293409" y="57600"/>
                  </a:lnTo>
                  <a:lnTo>
                    <a:pt x="289873" y="53653"/>
                  </a:lnTo>
                  <a:lnTo>
                    <a:pt x="286212" y="49820"/>
                  </a:lnTo>
                  <a:lnTo>
                    <a:pt x="282433" y="46104"/>
                  </a:lnTo>
                  <a:lnTo>
                    <a:pt x="278537" y="42511"/>
                  </a:lnTo>
                  <a:lnTo>
                    <a:pt x="274530" y="39043"/>
                  </a:lnTo>
                  <a:lnTo>
                    <a:pt x="270414" y="35704"/>
                  </a:lnTo>
                  <a:lnTo>
                    <a:pt x="266195" y="32496"/>
                  </a:lnTo>
                  <a:lnTo>
                    <a:pt x="261876" y="29424"/>
                  </a:lnTo>
                  <a:lnTo>
                    <a:pt x="257462" y="26491"/>
                  </a:lnTo>
                  <a:lnTo>
                    <a:pt x="252957" y="23699"/>
                  </a:lnTo>
                  <a:lnTo>
                    <a:pt x="248366" y="21051"/>
                  </a:lnTo>
                  <a:lnTo>
                    <a:pt x="243694" y="18550"/>
                  </a:lnTo>
                  <a:lnTo>
                    <a:pt x="238944" y="16199"/>
                  </a:lnTo>
                  <a:lnTo>
                    <a:pt x="234122" y="13999"/>
                  </a:lnTo>
                  <a:lnTo>
                    <a:pt x="229233" y="11953"/>
                  </a:lnTo>
                  <a:lnTo>
                    <a:pt x="224282" y="10063"/>
                  </a:lnTo>
                  <a:lnTo>
                    <a:pt x="219273" y="8331"/>
                  </a:lnTo>
                  <a:lnTo>
                    <a:pt x="214212" y="6759"/>
                  </a:lnTo>
                  <a:lnTo>
                    <a:pt x="209103" y="5348"/>
                  </a:lnTo>
                  <a:lnTo>
                    <a:pt x="203952" y="4100"/>
                  </a:lnTo>
                  <a:lnTo>
                    <a:pt x="198765" y="3015"/>
                  </a:lnTo>
                  <a:lnTo>
                    <a:pt x="193545" y="2096"/>
                  </a:lnTo>
                  <a:lnTo>
                    <a:pt x="188299" y="1342"/>
                  </a:lnTo>
                  <a:lnTo>
                    <a:pt x="183032" y="755"/>
                  </a:lnTo>
                  <a:lnTo>
                    <a:pt x="177749" y="335"/>
                  </a:lnTo>
                  <a:lnTo>
                    <a:pt x="172455" y="84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57859" y="2126963"/>
              <a:ext cx="23427" cy="167167"/>
            </a:xfrm>
            <a:custGeom>
              <a:avLst/>
              <a:pathLst>
                <a:path w="23427" h="167167">
                  <a:moveTo>
                    <a:pt x="23427" y="0"/>
                  </a:moveTo>
                  <a:lnTo>
                    <a:pt x="15595" y="183"/>
                  </a:lnTo>
                  <a:lnTo>
                    <a:pt x="7780" y="733"/>
                  </a:lnTo>
                  <a:lnTo>
                    <a:pt x="0" y="1649"/>
                  </a:lnTo>
                  <a:lnTo>
                    <a:pt x="2342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57859" y="2128613"/>
              <a:ext cx="23427" cy="165517"/>
            </a:xfrm>
            <a:custGeom>
              <a:avLst/>
              <a:pathLst>
                <a:path w="23427" h="165517">
                  <a:moveTo>
                    <a:pt x="0" y="0"/>
                  </a:moveTo>
                  <a:lnTo>
                    <a:pt x="23427" y="1655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57859" y="2128613"/>
              <a:ext cx="23427" cy="165517"/>
            </a:xfrm>
            <a:custGeom>
              <a:avLst/>
              <a:pathLst>
                <a:path w="23427" h="165517">
                  <a:moveTo>
                    <a:pt x="0" y="0"/>
                  </a:moveTo>
                  <a:lnTo>
                    <a:pt x="23427" y="1655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57859" y="2128613"/>
              <a:ext cx="23427" cy="165517"/>
            </a:xfrm>
            <a:custGeom>
              <a:avLst/>
              <a:pathLst>
                <a:path w="23427" h="165517">
                  <a:moveTo>
                    <a:pt x="0" y="0"/>
                  </a:moveTo>
                  <a:lnTo>
                    <a:pt x="23427" y="1655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57859" y="2128613"/>
              <a:ext cx="23427" cy="165517"/>
            </a:xfrm>
            <a:custGeom>
              <a:avLst/>
              <a:pathLst>
                <a:path w="23427" h="165517">
                  <a:moveTo>
                    <a:pt x="0" y="0"/>
                  </a:moveTo>
                  <a:lnTo>
                    <a:pt x="23427" y="1655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57859" y="2128613"/>
              <a:ext cx="23427" cy="165517"/>
            </a:xfrm>
            <a:custGeom>
              <a:avLst/>
              <a:pathLst>
                <a:path w="23427" h="165517">
                  <a:moveTo>
                    <a:pt x="0" y="0"/>
                  </a:moveTo>
                  <a:lnTo>
                    <a:pt x="23427" y="16551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57859" y="2128613"/>
              <a:ext cx="23427" cy="165517"/>
            </a:xfrm>
            <a:custGeom>
              <a:avLst/>
              <a:pathLst>
                <a:path w="23427" h="165517">
                  <a:moveTo>
                    <a:pt x="0" y="0"/>
                  </a:moveTo>
                  <a:lnTo>
                    <a:pt x="23427" y="1655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57859" y="2128613"/>
              <a:ext cx="23427" cy="165517"/>
            </a:xfrm>
            <a:custGeom>
              <a:avLst/>
              <a:pathLst>
                <a:path w="23427" h="165517">
                  <a:moveTo>
                    <a:pt x="0" y="0"/>
                  </a:moveTo>
                  <a:lnTo>
                    <a:pt x="23427" y="1655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57859" y="2128613"/>
              <a:ext cx="23427" cy="165517"/>
            </a:xfrm>
            <a:custGeom>
              <a:avLst/>
              <a:pathLst>
                <a:path w="23427" h="165517">
                  <a:moveTo>
                    <a:pt x="0" y="0"/>
                  </a:moveTo>
                  <a:lnTo>
                    <a:pt x="23427" y="16551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57859" y="2128613"/>
              <a:ext cx="23427" cy="165517"/>
            </a:xfrm>
            <a:custGeom>
              <a:avLst/>
              <a:pathLst>
                <a:path w="23427" h="165517">
                  <a:moveTo>
                    <a:pt x="0" y="0"/>
                  </a:moveTo>
                  <a:lnTo>
                    <a:pt x="23427" y="1655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7859" y="2128613"/>
              <a:ext cx="23427" cy="165517"/>
            </a:xfrm>
            <a:custGeom>
              <a:avLst/>
              <a:pathLst>
                <a:path w="23427" h="165517">
                  <a:moveTo>
                    <a:pt x="0" y="0"/>
                  </a:moveTo>
                  <a:lnTo>
                    <a:pt x="23427" y="1655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7859" y="2128613"/>
              <a:ext cx="23427" cy="165517"/>
            </a:xfrm>
            <a:custGeom>
              <a:avLst/>
              <a:pathLst>
                <a:path w="23427" h="165517">
                  <a:moveTo>
                    <a:pt x="0" y="0"/>
                  </a:moveTo>
                  <a:lnTo>
                    <a:pt x="23427" y="1655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7859" y="2128613"/>
              <a:ext cx="23427" cy="165517"/>
            </a:xfrm>
            <a:custGeom>
              <a:avLst/>
              <a:pathLst>
                <a:path w="23427" h="165517">
                  <a:moveTo>
                    <a:pt x="0" y="0"/>
                  </a:moveTo>
                  <a:lnTo>
                    <a:pt x="23427" y="1655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7859" y="2128613"/>
              <a:ext cx="23427" cy="165517"/>
            </a:xfrm>
            <a:custGeom>
              <a:avLst/>
              <a:pathLst>
                <a:path w="23427" h="165517">
                  <a:moveTo>
                    <a:pt x="0" y="0"/>
                  </a:moveTo>
                  <a:lnTo>
                    <a:pt x="23427" y="1655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57859" y="2128613"/>
              <a:ext cx="23427" cy="165517"/>
            </a:xfrm>
            <a:custGeom>
              <a:avLst/>
              <a:pathLst>
                <a:path w="23427" h="165517">
                  <a:moveTo>
                    <a:pt x="0" y="0"/>
                  </a:moveTo>
                  <a:lnTo>
                    <a:pt x="23427" y="1655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614127" y="2127977"/>
              <a:ext cx="334323" cy="333320"/>
            </a:xfrm>
            <a:custGeom>
              <a:avLst/>
              <a:pathLst>
                <a:path w="334323" h="333320">
                  <a:moveTo>
                    <a:pt x="143732" y="635"/>
                  </a:moveTo>
                  <a:lnTo>
                    <a:pt x="138517" y="1457"/>
                  </a:lnTo>
                  <a:lnTo>
                    <a:pt x="133331" y="2444"/>
                  </a:lnTo>
                  <a:lnTo>
                    <a:pt x="128178" y="3594"/>
                  </a:lnTo>
                  <a:lnTo>
                    <a:pt x="123064" y="4906"/>
                  </a:lnTo>
                  <a:lnTo>
                    <a:pt x="117995" y="6379"/>
                  </a:lnTo>
                  <a:lnTo>
                    <a:pt x="112974" y="8011"/>
                  </a:lnTo>
                  <a:lnTo>
                    <a:pt x="108007" y="9801"/>
                  </a:lnTo>
                  <a:lnTo>
                    <a:pt x="103099" y="11747"/>
                  </a:lnTo>
                  <a:lnTo>
                    <a:pt x="98256" y="13847"/>
                  </a:lnTo>
                  <a:lnTo>
                    <a:pt x="93480" y="16099"/>
                  </a:lnTo>
                  <a:lnTo>
                    <a:pt x="88779" y="18500"/>
                  </a:lnTo>
                  <a:lnTo>
                    <a:pt x="84155" y="21049"/>
                  </a:lnTo>
                  <a:lnTo>
                    <a:pt x="79615" y="23742"/>
                  </a:lnTo>
                  <a:lnTo>
                    <a:pt x="75161" y="26578"/>
                  </a:lnTo>
                  <a:lnTo>
                    <a:pt x="70800" y="29552"/>
                  </a:lnTo>
                  <a:lnTo>
                    <a:pt x="66534" y="32663"/>
                  </a:lnTo>
                  <a:lnTo>
                    <a:pt x="62369" y="35908"/>
                  </a:lnTo>
                  <a:lnTo>
                    <a:pt x="58309" y="39282"/>
                  </a:lnTo>
                  <a:lnTo>
                    <a:pt x="54357" y="42782"/>
                  </a:lnTo>
                  <a:lnTo>
                    <a:pt x="50517" y="46406"/>
                  </a:lnTo>
                  <a:lnTo>
                    <a:pt x="46794" y="50149"/>
                  </a:lnTo>
                  <a:lnTo>
                    <a:pt x="43191" y="54008"/>
                  </a:lnTo>
                  <a:lnTo>
                    <a:pt x="39711" y="57978"/>
                  </a:lnTo>
                  <a:lnTo>
                    <a:pt x="36359" y="62057"/>
                  </a:lnTo>
                  <a:lnTo>
                    <a:pt x="33137" y="66239"/>
                  </a:lnTo>
                  <a:lnTo>
                    <a:pt x="30049" y="70521"/>
                  </a:lnTo>
                  <a:lnTo>
                    <a:pt x="27097" y="74898"/>
                  </a:lnTo>
                  <a:lnTo>
                    <a:pt x="24286" y="79367"/>
                  </a:lnTo>
                  <a:lnTo>
                    <a:pt x="21616" y="83922"/>
                  </a:lnTo>
                  <a:lnTo>
                    <a:pt x="19092" y="88559"/>
                  </a:lnTo>
                  <a:lnTo>
                    <a:pt x="16716" y="93273"/>
                  </a:lnTo>
                  <a:lnTo>
                    <a:pt x="14489" y="98060"/>
                  </a:lnTo>
                  <a:lnTo>
                    <a:pt x="12415" y="102915"/>
                  </a:lnTo>
                  <a:lnTo>
                    <a:pt x="10496" y="107833"/>
                  </a:lnTo>
                  <a:lnTo>
                    <a:pt x="8732" y="112809"/>
                  </a:lnTo>
                  <a:lnTo>
                    <a:pt x="7127" y="117839"/>
                  </a:lnTo>
                  <a:lnTo>
                    <a:pt x="5681" y="122916"/>
                  </a:lnTo>
                  <a:lnTo>
                    <a:pt x="4396" y="128037"/>
                  </a:lnTo>
                  <a:lnTo>
                    <a:pt x="3274" y="133196"/>
                  </a:lnTo>
                  <a:lnTo>
                    <a:pt x="2315" y="138387"/>
                  </a:lnTo>
                  <a:lnTo>
                    <a:pt x="1520" y="143607"/>
                  </a:lnTo>
                  <a:lnTo>
                    <a:pt x="891" y="148848"/>
                  </a:lnTo>
                  <a:lnTo>
                    <a:pt x="427" y="154108"/>
                  </a:lnTo>
                  <a:lnTo>
                    <a:pt x="130" y="159379"/>
                  </a:lnTo>
                  <a:lnTo>
                    <a:pt x="0" y="164656"/>
                  </a:lnTo>
                  <a:lnTo>
                    <a:pt x="36" y="169936"/>
                  </a:lnTo>
                  <a:lnTo>
                    <a:pt x="238" y="175211"/>
                  </a:lnTo>
                  <a:lnTo>
                    <a:pt x="608" y="180478"/>
                  </a:lnTo>
                  <a:lnTo>
                    <a:pt x="1143" y="185730"/>
                  </a:lnTo>
                  <a:lnTo>
                    <a:pt x="1844" y="190963"/>
                  </a:lnTo>
                  <a:lnTo>
                    <a:pt x="2710" y="196171"/>
                  </a:lnTo>
                  <a:lnTo>
                    <a:pt x="3740" y="201349"/>
                  </a:lnTo>
                  <a:lnTo>
                    <a:pt x="4933" y="206492"/>
                  </a:lnTo>
                  <a:lnTo>
                    <a:pt x="6288" y="211594"/>
                  </a:lnTo>
                  <a:lnTo>
                    <a:pt x="7803" y="216652"/>
                  </a:lnTo>
                  <a:lnTo>
                    <a:pt x="9477" y="221659"/>
                  </a:lnTo>
                  <a:lnTo>
                    <a:pt x="11308" y="226610"/>
                  </a:lnTo>
                  <a:lnTo>
                    <a:pt x="13295" y="231501"/>
                  </a:lnTo>
                  <a:lnTo>
                    <a:pt x="15435" y="236328"/>
                  </a:lnTo>
                  <a:lnTo>
                    <a:pt x="17727" y="241084"/>
                  </a:lnTo>
                  <a:lnTo>
                    <a:pt x="20168" y="245765"/>
                  </a:lnTo>
                  <a:lnTo>
                    <a:pt x="22755" y="250367"/>
                  </a:lnTo>
                  <a:lnTo>
                    <a:pt x="25486" y="254885"/>
                  </a:lnTo>
                  <a:lnTo>
                    <a:pt x="28359" y="259315"/>
                  </a:lnTo>
                  <a:lnTo>
                    <a:pt x="31370" y="263651"/>
                  </a:lnTo>
                  <a:lnTo>
                    <a:pt x="34517" y="267891"/>
                  </a:lnTo>
                  <a:lnTo>
                    <a:pt x="37795" y="272028"/>
                  </a:lnTo>
                  <a:lnTo>
                    <a:pt x="41203" y="276061"/>
                  </a:lnTo>
                  <a:lnTo>
                    <a:pt x="44737" y="279983"/>
                  </a:lnTo>
                  <a:lnTo>
                    <a:pt x="48392" y="283792"/>
                  </a:lnTo>
                  <a:lnTo>
                    <a:pt x="52166" y="287484"/>
                  </a:lnTo>
                  <a:lnTo>
                    <a:pt x="56055" y="291055"/>
                  </a:lnTo>
                  <a:lnTo>
                    <a:pt x="60055" y="294501"/>
                  </a:lnTo>
                  <a:lnTo>
                    <a:pt x="64161" y="297819"/>
                  </a:lnTo>
                  <a:lnTo>
                    <a:pt x="68370" y="301006"/>
                  </a:lnTo>
                  <a:lnTo>
                    <a:pt x="72678" y="304058"/>
                  </a:lnTo>
                  <a:lnTo>
                    <a:pt x="77080" y="306973"/>
                  </a:lnTo>
                  <a:lnTo>
                    <a:pt x="81571" y="309747"/>
                  </a:lnTo>
                  <a:lnTo>
                    <a:pt x="86148" y="312379"/>
                  </a:lnTo>
                  <a:lnTo>
                    <a:pt x="90806" y="314864"/>
                  </a:lnTo>
                  <a:lnTo>
                    <a:pt x="95540" y="317201"/>
                  </a:lnTo>
                  <a:lnTo>
                    <a:pt x="100346" y="319387"/>
                  </a:lnTo>
                  <a:lnTo>
                    <a:pt x="105218" y="321420"/>
                  </a:lnTo>
                  <a:lnTo>
                    <a:pt x="110152" y="323299"/>
                  </a:lnTo>
                  <a:lnTo>
                    <a:pt x="115143" y="325021"/>
                  </a:lnTo>
                  <a:lnTo>
                    <a:pt x="120185" y="326584"/>
                  </a:lnTo>
                  <a:lnTo>
                    <a:pt x="125275" y="327988"/>
                  </a:lnTo>
                  <a:lnTo>
                    <a:pt x="130406" y="329230"/>
                  </a:lnTo>
                  <a:lnTo>
                    <a:pt x="135574" y="330309"/>
                  </a:lnTo>
                  <a:lnTo>
                    <a:pt x="140773" y="331224"/>
                  </a:lnTo>
                  <a:lnTo>
                    <a:pt x="145999" y="331975"/>
                  </a:lnTo>
                  <a:lnTo>
                    <a:pt x="151246" y="332561"/>
                  </a:lnTo>
                  <a:lnTo>
                    <a:pt x="156509" y="332980"/>
                  </a:lnTo>
                  <a:lnTo>
                    <a:pt x="161782" y="333234"/>
                  </a:lnTo>
                  <a:lnTo>
                    <a:pt x="167061" y="333320"/>
                  </a:lnTo>
                  <a:lnTo>
                    <a:pt x="172340" y="333240"/>
                  </a:lnTo>
                  <a:lnTo>
                    <a:pt x="177613" y="332993"/>
                  </a:lnTo>
                  <a:lnTo>
                    <a:pt x="182877" y="332580"/>
                  </a:lnTo>
                  <a:lnTo>
                    <a:pt x="188124" y="332000"/>
                  </a:lnTo>
                  <a:lnTo>
                    <a:pt x="193351" y="331256"/>
                  </a:lnTo>
                  <a:lnTo>
                    <a:pt x="198551" y="330346"/>
                  </a:lnTo>
                  <a:lnTo>
                    <a:pt x="203721" y="329273"/>
                  </a:lnTo>
                  <a:lnTo>
                    <a:pt x="208853" y="328037"/>
                  </a:lnTo>
                  <a:lnTo>
                    <a:pt x="213944" y="326640"/>
                  </a:lnTo>
                  <a:lnTo>
                    <a:pt x="218989" y="325083"/>
                  </a:lnTo>
                  <a:lnTo>
                    <a:pt x="223982" y="323367"/>
                  </a:lnTo>
                  <a:lnTo>
                    <a:pt x="228918" y="321494"/>
                  </a:lnTo>
                  <a:lnTo>
                    <a:pt x="233792" y="319466"/>
                  </a:lnTo>
                  <a:lnTo>
                    <a:pt x="238601" y="317286"/>
                  </a:lnTo>
                  <a:lnTo>
                    <a:pt x="243337" y="314955"/>
                  </a:lnTo>
                  <a:lnTo>
                    <a:pt x="247998" y="312475"/>
                  </a:lnTo>
                  <a:lnTo>
                    <a:pt x="252578" y="309849"/>
                  </a:lnTo>
                  <a:lnTo>
                    <a:pt x="257073" y="307080"/>
                  </a:lnTo>
                  <a:lnTo>
                    <a:pt x="261479" y="304171"/>
                  </a:lnTo>
                  <a:lnTo>
                    <a:pt x="265790" y="301123"/>
                  </a:lnTo>
                  <a:lnTo>
                    <a:pt x="270003" y="297942"/>
                  </a:lnTo>
                  <a:lnTo>
                    <a:pt x="274113" y="294628"/>
                  </a:lnTo>
                  <a:lnTo>
                    <a:pt x="278117" y="291187"/>
                  </a:lnTo>
                  <a:lnTo>
                    <a:pt x="282010" y="287621"/>
                  </a:lnTo>
                  <a:lnTo>
                    <a:pt x="285788" y="283934"/>
                  </a:lnTo>
                  <a:lnTo>
                    <a:pt x="289448" y="280129"/>
                  </a:lnTo>
                  <a:lnTo>
                    <a:pt x="292987" y="276210"/>
                  </a:lnTo>
                  <a:lnTo>
                    <a:pt x="296399" y="272182"/>
                  </a:lnTo>
                  <a:lnTo>
                    <a:pt x="299683" y="268048"/>
                  </a:lnTo>
                  <a:lnTo>
                    <a:pt x="302834" y="263813"/>
                  </a:lnTo>
                  <a:lnTo>
                    <a:pt x="305851" y="259480"/>
                  </a:lnTo>
                  <a:lnTo>
                    <a:pt x="308729" y="255054"/>
                  </a:lnTo>
                  <a:lnTo>
                    <a:pt x="311465" y="250539"/>
                  </a:lnTo>
                  <a:lnTo>
                    <a:pt x="314058" y="245940"/>
                  </a:lnTo>
                  <a:lnTo>
                    <a:pt x="316504" y="241261"/>
                  </a:lnTo>
                  <a:lnTo>
                    <a:pt x="318802" y="236508"/>
                  </a:lnTo>
                  <a:lnTo>
                    <a:pt x="320948" y="231684"/>
                  </a:lnTo>
                  <a:lnTo>
                    <a:pt x="322940" y="226795"/>
                  </a:lnTo>
                  <a:lnTo>
                    <a:pt x="324778" y="221846"/>
                  </a:lnTo>
                  <a:lnTo>
                    <a:pt x="326458" y="216841"/>
                  </a:lnTo>
                  <a:lnTo>
                    <a:pt x="327979" y="211786"/>
                  </a:lnTo>
                  <a:lnTo>
                    <a:pt x="329340" y="206684"/>
                  </a:lnTo>
                  <a:lnTo>
                    <a:pt x="330539" y="201543"/>
                  </a:lnTo>
                  <a:lnTo>
                    <a:pt x="331575" y="196366"/>
                  </a:lnTo>
                  <a:lnTo>
                    <a:pt x="332447" y="191159"/>
                  </a:lnTo>
                  <a:lnTo>
                    <a:pt x="333154" y="185927"/>
                  </a:lnTo>
                  <a:lnTo>
                    <a:pt x="333696" y="180676"/>
                  </a:lnTo>
                  <a:lnTo>
                    <a:pt x="334071" y="175410"/>
                  </a:lnTo>
                  <a:lnTo>
                    <a:pt x="334280" y="170135"/>
                  </a:lnTo>
                  <a:lnTo>
                    <a:pt x="334323" y="164855"/>
                  </a:lnTo>
                  <a:lnTo>
                    <a:pt x="334198" y="159577"/>
                  </a:lnTo>
                  <a:lnTo>
                    <a:pt x="333907" y="154306"/>
                  </a:lnTo>
                  <a:lnTo>
                    <a:pt x="333450" y="149046"/>
                  </a:lnTo>
                  <a:lnTo>
                    <a:pt x="332827" y="143804"/>
                  </a:lnTo>
                  <a:lnTo>
                    <a:pt x="332039" y="138583"/>
                  </a:lnTo>
                  <a:lnTo>
                    <a:pt x="331086" y="133391"/>
                  </a:lnTo>
                  <a:lnTo>
                    <a:pt x="329970" y="128231"/>
                  </a:lnTo>
                  <a:lnTo>
                    <a:pt x="328691" y="123108"/>
                  </a:lnTo>
                  <a:lnTo>
                    <a:pt x="327251" y="118029"/>
                  </a:lnTo>
                  <a:lnTo>
                    <a:pt x="325652" y="112998"/>
                  </a:lnTo>
                  <a:lnTo>
                    <a:pt x="323894" y="108019"/>
                  </a:lnTo>
                  <a:lnTo>
                    <a:pt x="321980" y="103099"/>
                  </a:lnTo>
                  <a:lnTo>
                    <a:pt x="319912" y="98242"/>
                  </a:lnTo>
                  <a:lnTo>
                    <a:pt x="317691" y="93452"/>
                  </a:lnTo>
                  <a:lnTo>
                    <a:pt x="315320" y="88735"/>
                  </a:lnTo>
                  <a:lnTo>
                    <a:pt x="312802" y="84095"/>
                  </a:lnTo>
                  <a:lnTo>
                    <a:pt x="310138" y="79537"/>
                  </a:lnTo>
                  <a:lnTo>
                    <a:pt x="307332" y="75065"/>
                  </a:lnTo>
                  <a:lnTo>
                    <a:pt x="304385" y="70684"/>
                  </a:lnTo>
                  <a:lnTo>
                    <a:pt x="301302" y="66399"/>
                  </a:lnTo>
                  <a:lnTo>
                    <a:pt x="298085" y="62212"/>
                  </a:lnTo>
                  <a:lnTo>
                    <a:pt x="294738" y="58130"/>
                  </a:lnTo>
                  <a:lnTo>
                    <a:pt x="291263" y="54155"/>
                  </a:lnTo>
                  <a:lnTo>
                    <a:pt x="287665" y="50292"/>
                  </a:lnTo>
                  <a:lnTo>
                    <a:pt x="283946" y="46545"/>
                  </a:lnTo>
                  <a:lnTo>
                    <a:pt x="280111" y="42916"/>
                  </a:lnTo>
                  <a:lnTo>
                    <a:pt x="276163" y="39411"/>
                  </a:lnTo>
                  <a:lnTo>
                    <a:pt x="272106" y="36032"/>
                  </a:lnTo>
                  <a:lnTo>
                    <a:pt x="267945" y="32783"/>
                  </a:lnTo>
                  <a:lnTo>
                    <a:pt x="263683" y="29667"/>
                  </a:lnTo>
                  <a:lnTo>
                    <a:pt x="259325" y="26687"/>
                  </a:lnTo>
                  <a:lnTo>
                    <a:pt x="254875" y="23846"/>
                  </a:lnTo>
                  <a:lnTo>
                    <a:pt x="250338" y="21148"/>
                  </a:lnTo>
                  <a:lnTo>
                    <a:pt x="245717" y="18593"/>
                  </a:lnTo>
                  <a:lnTo>
                    <a:pt x="241018" y="16186"/>
                  </a:lnTo>
                  <a:lnTo>
                    <a:pt x="236246" y="13929"/>
                  </a:lnTo>
                  <a:lnTo>
                    <a:pt x="231405" y="11823"/>
                  </a:lnTo>
                  <a:lnTo>
                    <a:pt x="226499" y="9871"/>
                  </a:lnTo>
                  <a:lnTo>
                    <a:pt x="221535" y="8076"/>
                  </a:lnTo>
                  <a:lnTo>
                    <a:pt x="216516" y="6437"/>
                  </a:lnTo>
                  <a:lnTo>
                    <a:pt x="211448" y="4958"/>
                  </a:lnTo>
                  <a:lnTo>
                    <a:pt x="206336" y="3640"/>
                  </a:lnTo>
                  <a:lnTo>
                    <a:pt x="201184" y="2484"/>
                  </a:lnTo>
                  <a:lnTo>
                    <a:pt x="195999" y="1492"/>
                  </a:lnTo>
                  <a:lnTo>
                    <a:pt x="190785" y="663"/>
                  </a:lnTo>
                  <a:lnTo>
                    <a:pt x="185547" y="0"/>
                  </a:lnTo>
                  <a:lnTo>
                    <a:pt x="167160" y="1661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81287" y="2126963"/>
              <a:ext cx="18387" cy="167167"/>
            </a:xfrm>
            <a:custGeom>
              <a:avLst/>
              <a:pathLst>
                <a:path w="18387" h="167167">
                  <a:moveTo>
                    <a:pt x="18387" y="1014"/>
                  </a:moveTo>
                  <a:lnTo>
                    <a:pt x="9207" y="25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86232" y="2633064"/>
              <a:ext cx="4515" cy="167167"/>
            </a:xfrm>
            <a:custGeom>
              <a:avLst/>
              <a:pathLst>
                <a:path w="4515" h="167167">
                  <a:moveTo>
                    <a:pt x="4515" y="0"/>
                  </a:moveTo>
                  <a:lnTo>
                    <a:pt x="0" y="61"/>
                  </a:lnTo>
                  <a:lnTo>
                    <a:pt x="451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86232" y="2633125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6232" y="2633125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6232" y="2633125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6232" y="2633125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6232" y="2633125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6232" y="2633125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6232" y="2633125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6232" y="2633125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6232" y="2633125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6232" y="2633125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6232" y="2633125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6232" y="2633125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6232" y="2633125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423595" y="2633125"/>
              <a:ext cx="334301" cy="334273"/>
            </a:xfrm>
            <a:custGeom>
              <a:avLst/>
              <a:pathLst>
                <a:path w="334301" h="334273">
                  <a:moveTo>
                    <a:pt x="162637" y="0"/>
                  </a:moveTo>
                  <a:lnTo>
                    <a:pt x="157331" y="227"/>
                  </a:lnTo>
                  <a:lnTo>
                    <a:pt x="152036" y="623"/>
                  </a:lnTo>
                  <a:lnTo>
                    <a:pt x="146755" y="1188"/>
                  </a:lnTo>
                  <a:lnTo>
                    <a:pt x="141495" y="1919"/>
                  </a:lnTo>
                  <a:lnTo>
                    <a:pt x="136261" y="2818"/>
                  </a:lnTo>
                  <a:lnTo>
                    <a:pt x="131058" y="3882"/>
                  </a:lnTo>
                  <a:lnTo>
                    <a:pt x="125892" y="5111"/>
                  </a:lnTo>
                  <a:lnTo>
                    <a:pt x="120767" y="6503"/>
                  </a:lnTo>
                  <a:lnTo>
                    <a:pt x="115689" y="8058"/>
                  </a:lnTo>
                  <a:lnTo>
                    <a:pt x="110663" y="9773"/>
                  </a:lnTo>
                  <a:lnTo>
                    <a:pt x="105693" y="11646"/>
                  </a:lnTo>
                  <a:lnTo>
                    <a:pt x="100786" y="13677"/>
                  </a:lnTo>
                  <a:lnTo>
                    <a:pt x="95946" y="15863"/>
                  </a:lnTo>
                  <a:lnTo>
                    <a:pt x="91178" y="18201"/>
                  </a:lnTo>
                  <a:lnTo>
                    <a:pt x="86487" y="20689"/>
                  </a:lnTo>
                  <a:lnTo>
                    <a:pt x="81876" y="23325"/>
                  </a:lnTo>
                  <a:lnTo>
                    <a:pt x="77352" y="26107"/>
                  </a:lnTo>
                  <a:lnTo>
                    <a:pt x="72919" y="29030"/>
                  </a:lnTo>
                  <a:lnTo>
                    <a:pt x="68581" y="32093"/>
                  </a:lnTo>
                  <a:lnTo>
                    <a:pt x="64342" y="35292"/>
                  </a:lnTo>
                  <a:lnTo>
                    <a:pt x="60207" y="38625"/>
                  </a:lnTo>
                  <a:lnTo>
                    <a:pt x="56179" y="42087"/>
                  </a:lnTo>
                  <a:lnTo>
                    <a:pt x="52264" y="45675"/>
                  </a:lnTo>
                  <a:lnTo>
                    <a:pt x="48465" y="49385"/>
                  </a:lnTo>
                  <a:lnTo>
                    <a:pt x="44786" y="53215"/>
                  </a:lnTo>
                  <a:lnTo>
                    <a:pt x="41230" y="57159"/>
                  </a:lnTo>
                  <a:lnTo>
                    <a:pt x="37801" y="61214"/>
                  </a:lnTo>
                  <a:lnTo>
                    <a:pt x="34503" y="65377"/>
                  </a:lnTo>
                  <a:lnTo>
                    <a:pt x="31338" y="69642"/>
                  </a:lnTo>
                  <a:lnTo>
                    <a:pt x="28311" y="74005"/>
                  </a:lnTo>
                  <a:lnTo>
                    <a:pt x="25424" y="78462"/>
                  </a:lnTo>
                  <a:lnTo>
                    <a:pt x="22679" y="83009"/>
                  </a:lnTo>
                  <a:lnTo>
                    <a:pt x="20081" y="87640"/>
                  </a:lnTo>
                  <a:lnTo>
                    <a:pt x="17631" y="92352"/>
                  </a:lnTo>
                  <a:lnTo>
                    <a:pt x="15332" y="97139"/>
                  </a:lnTo>
                  <a:lnTo>
                    <a:pt x="13186" y="101997"/>
                  </a:lnTo>
                  <a:lnTo>
                    <a:pt x="11196" y="106921"/>
                  </a:lnTo>
                  <a:lnTo>
                    <a:pt x="9363" y="111905"/>
                  </a:lnTo>
                  <a:lnTo>
                    <a:pt x="7689" y="116945"/>
                  </a:lnTo>
                  <a:lnTo>
                    <a:pt x="6176" y="122035"/>
                  </a:lnTo>
                  <a:lnTo>
                    <a:pt x="4826" y="127171"/>
                  </a:lnTo>
                  <a:lnTo>
                    <a:pt x="3639" y="132348"/>
                  </a:lnTo>
                  <a:lnTo>
                    <a:pt x="2617" y="137559"/>
                  </a:lnTo>
                  <a:lnTo>
                    <a:pt x="1762" y="142801"/>
                  </a:lnTo>
                  <a:lnTo>
                    <a:pt x="1073" y="148066"/>
                  </a:lnTo>
                  <a:lnTo>
                    <a:pt x="552" y="153351"/>
                  </a:lnTo>
                  <a:lnTo>
                    <a:pt x="200" y="158650"/>
                  </a:lnTo>
                  <a:lnTo>
                    <a:pt x="15" y="163958"/>
                  </a:lnTo>
                  <a:lnTo>
                    <a:pt x="0" y="169268"/>
                  </a:lnTo>
                  <a:lnTo>
                    <a:pt x="153" y="174577"/>
                  </a:lnTo>
                  <a:lnTo>
                    <a:pt x="474" y="179878"/>
                  </a:lnTo>
                  <a:lnTo>
                    <a:pt x="964" y="185166"/>
                  </a:lnTo>
                  <a:lnTo>
                    <a:pt x="1621" y="190435"/>
                  </a:lnTo>
                  <a:lnTo>
                    <a:pt x="2446" y="195682"/>
                  </a:lnTo>
                  <a:lnTo>
                    <a:pt x="3437" y="200899"/>
                  </a:lnTo>
                  <a:lnTo>
                    <a:pt x="4593" y="206082"/>
                  </a:lnTo>
                  <a:lnTo>
                    <a:pt x="5913" y="211226"/>
                  </a:lnTo>
                  <a:lnTo>
                    <a:pt x="7396" y="216326"/>
                  </a:lnTo>
                  <a:lnTo>
                    <a:pt x="9040" y="221375"/>
                  </a:lnTo>
                  <a:lnTo>
                    <a:pt x="10843" y="226370"/>
                  </a:lnTo>
                  <a:lnTo>
                    <a:pt x="12805" y="231306"/>
                  </a:lnTo>
                  <a:lnTo>
                    <a:pt x="14922" y="236176"/>
                  </a:lnTo>
                  <a:lnTo>
                    <a:pt x="17193" y="240977"/>
                  </a:lnTo>
                  <a:lnTo>
                    <a:pt x="19615" y="245703"/>
                  </a:lnTo>
                  <a:lnTo>
                    <a:pt x="22186" y="250350"/>
                  </a:lnTo>
                  <a:lnTo>
                    <a:pt x="24903" y="254912"/>
                  </a:lnTo>
                  <a:lnTo>
                    <a:pt x="27764" y="259386"/>
                  </a:lnTo>
                  <a:lnTo>
                    <a:pt x="30766" y="263768"/>
                  </a:lnTo>
                  <a:lnTo>
                    <a:pt x="33905" y="268051"/>
                  </a:lnTo>
                  <a:lnTo>
                    <a:pt x="37179" y="272233"/>
                  </a:lnTo>
                  <a:lnTo>
                    <a:pt x="40583" y="276308"/>
                  </a:lnTo>
                  <a:lnTo>
                    <a:pt x="44116" y="280273"/>
                  </a:lnTo>
                  <a:lnTo>
                    <a:pt x="47773" y="284124"/>
                  </a:lnTo>
                  <a:lnTo>
                    <a:pt x="51550" y="287857"/>
                  </a:lnTo>
                  <a:lnTo>
                    <a:pt x="55444" y="291469"/>
                  </a:lnTo>
                  <a:lnTo>
                    <a:pt x="59451" y="294954"/>
                  </a:lnTo>
                  <a:lnTo>
                    <a:pt x="63566" y="298311"/>
                  </a:lnTo>
                  <a:lnTo>
                    <a:pt x="67786" y="301535"/>
                  </a:lnTo>
                  <a:lnTo>
                    <a:pt x="72106" y="304623"/>
                  </a:lnTo>
                  <a:lnTo>
                    <a:pt x="76522" y="307573"/>
                  </a:lnTo>
                  <a:lnTo>
                    <a:pt x="81030" y="310381"/>
                  </a:lnTo>
                  <a:lnTo>
                    <a:pt x="85624" y="313044"/>
                  </a:lnTo>
                  <a:lnTo>
                    <a:pt x="90301" y="315560"/>
                  </a:lnTo>
                  <a:lnTo>
                    <a:pt x="95056" y="317927"/>
                  </a:lnTo>
                  <a:lnTo>
                    <a:pt x="99883" y="320141"/>
                  </a:lnTo>
                  <a:lnTo>
                    <a:pt x="104778" y="322200"/>
                  </a:lnTo>
                  <a:lnTo>
                    <a:pt x="109736" y="324103"/>
                  </a:lnTo>
                  <a:lnTo>
                    <a:pt x="114751" y="325848"/>
                  </a:lnTo>
                  <a:lnTo>
                    <a:pt x="119820" y="327432"/>
                  </a:lnTo>
                  <a:lnTo>
                    <a:pt x="124937" y="328855"/>
                  </a:lnTo>
                  <a:lnTo>
                    <a:pt x="130096" y="330114"/>
                  </a:lnTo>
                  <a:lnTo>
                    <a:pt x="135293" y="331209"/>
                  </a:lnTo>
                  <a:lnTo>
                    <a:pt x="140521" y="332138"/>
                  </a:lnTo>
                  <a:lnTo>
                    <a:pt x="145777" y="332901"/>
                  </a:lnTo>
                  <a:lnTo>
                    <a:pt x="151054" y="333496"/>
                  </a:lnTo>
                  <a:lnTo>
                    <a:pt x="156347" y="333924"/>
                  </a:lnTo>
                  <a:lnTo>
                    <a:pt x="161652" y="334183"/>
                  </a:lnTo>
                  <a:lnTo>
                    <a:pt x="166962" y="334273"/>
                  </a:lnTo>
                  <a:lnTo>
                    <a:pt x="172272" y="334195"/>
                  </a:lnTo>
                  <a:lnTo>
                    <a:pt x="177577" y="333948"/>
                  </a:lnTo>
                  <a:lnTo>
                    <a:pt x="182871" y="333533"/>
                  </a:lnTo>
                  <a:lnTo>
                    <a:pt x="188149" y="332950"/>
                  </a:lnTo>
                  <a:lnTo>
                    <a:pt x="193407" y="332199"/>
                  </a:lnTo>
                  <a:lnTo>
                    <a:pt x="198638" y="331282"/>
                  </a:lnTo>
                  <a:lnTo>
                    <a:pt x="203837" y="330199"/>
                  </a:lnTo>
                  <a:lnTo>
                    <a:pt x="208999" y="328951"/>
                  </a:lnTo>
                  <a:lnTo>
                    <a:pt x="214118" y="327540"/>
                  </a:lnTo>
                  <a:lnTo>
                    <a:pt x="219191" y="325968"/>
                  </a:lnTo>
                  <a:lnTo>
                    <a:pt x="224211" y="324234"/>
                  </a:lnTo>
                  <a:lnTo>
                    <a:pt x="229173" y="322343"/>
                  </a:lnTo>
                  <a:lnTo>
                    <a:pt x="234073" y="320294"/>
                  </a:lnTo>
                  <a:lnTo>
                    <a:pt x="238905" y="318091"/>
                  </a:lnTo>
                  <a:lnTo>
                    <a:pt x="243665" y="315736"/>
                  </a:lnTo>
                  <a:lnTo>
                    <a:pt x="248347" y="313231"/>
                  </a:lnTo>
                  <a:lnTo>
                    <a:pt x="252948" y="310578"/>
                  </a:lnTo>
                  <a:lnTo>
                    <a:pt x="257462" y="307780"/>
                  </a:lnTo>
                  <a:lnTo>
                    <a:pt x="261885" y="304841"/>
                  </a:lnTo>
                  <a:lnTo>
                    <a:pt x="266212" y="301762"/>
                  </a:lnTo>
                  <a:lnTo>
                    <a:pt x="270439" y="298548"/>
                  </a:lnTo>
                  <a:lnTo>
                    <a:pt x="274562" y="295200"/>
                  </a:lnTo>
                  <a:lnTo>
                    <a:pt x="278577" y="291724"/>
                  </a:lnTo>
                  <a:lnTo>
                    <a:pt x="282479" y="288122"/>
                  </a:lnTo>
                  <a:lnTo>
                    <a:pt x="286265" y="284398"/>
                  </a:lnTo>
                  <a:lnTo>
                    <a:pt x="289930" y="280555"/>
                  </a:lnTo>
                  <a:lnTo>
                    <a:pt x="293472" y="276598"/>
                  </a:lnTo>
                  <a:lnTo>
                    <a:pt x="296886" y="272530"/>
                  </a:lnTo>
                  <a:lnTo>
                    <a:pt x="300170" y="268356"/>
                  </a:lnTo>
                  <a:lnTo>
                    <a:pt x="303319" y="264080"/>
                  </a:lnTo>
                  <a:lnTo>
                    <a:pt x="306330" y="259705"/>
                  </a:lnTo>
                  <a:lnTo>
                    <a:pt x="309201" y="255238"/>
                  </a:lnTo>
                  <a:lnTo>
                    <a:pt x="311929" y="250681"/>
                  </a:lnTo>
                  <a:lnTo>
                    <a:pt x="314511" y="246040"/>
                  </a:lnTo>
                  <a:lnTo>
                    <a:pt x="316944" y="241320"/>
                  </a:lnTo>
                  <a:lnTo>
                    <a:pt x="319225" y="236524"/>
                  </a:lnTo>
                  <a:lnTo>
                    <a:pt x="321354" y="231659"/>
                  </a:lnTo>
                  <a:lnTo>
                    <a:pt x="323326" y="226728"/>
                  </a:lnTo>
                  <a:lnTo>
                    <a:pt x="325141" y="221737"/>
                  </a:lnTo>
                  <a:lnTo>
                    <a:pt x="326797" y="216691"/>
                  </a:lnTo>
                  <a:lnTo>
                    <a:pt x="328292" y="211595"/>
                  </a:lnTo>
                  <a:lnTo>
                    <a:pt x="329623" y="206454"/>
                  </a:lnTo>
                  <a:lnTo>
                    <a:pt x="330791" y="201274"/>
                  </a:lnTo>
                  <a:lnTo>
                    <a:pt x="331794" y="196059"/>
                  </a:lnTo>
                  <a:lnTo>
                    <a:pt x="332631" y="190814"/>
                  </a:lnTo>
                  <a:lnTo>
                    <a:pt x="333300" y="185546"/>
                  </a:lnTo>
                  <a:lnTo>
                    <a:pt x="333802" y="180259"/>
                  </a:lnTo>
                  <a:lnTo>
                    <a:pt x="334136" y="174959"/>
                  </a:lnTo>
                  <a:lnTo>
                    <a:pt x="334301" y="169651"/>
                  </a:lnTo>
                  <a:lnTo>
                    <a:pt x="334298" y="164340"/>
                  </a:lnTo>
                  <a:lnTo>
                    <a:pt x="334125" y="159033"/>
                  </a:lnTo>
                  <a:lnTo>
                    <a:pt x="333785" y="153733"/>
                  </a:lnTo>
                  <a:lnTo>
                    <a:pt x="333276" y="148447"/>
                  </a:lnTo>
                  <a:lnTo>
                    <a:pt x="332599" y="143179"/>
                  </a:lnTo>
                  <a:lnTo>
                    <a:pt x="331756" y="137936"/>
                  </a:lnTo>
                  <a:lnTo>
                    <a:pt x="330746" y="132722"/>
                  </a:lnTo>
                  <a:lnTo>
                    <a:pt x="329571" y="127543"/>
                  </a:lnTo>
                  <a:lnTo>
                    <a:pt x="328233" y="122404"/>
                  </a:lnTo>
                  <a:lnTo>
                    <a:pt x="326732" y="117310"/>
                  </a:lnTo>
                  <a:lnTo>
                    <a:pt x="325069" y="112266"/>
                  </a:lnTo>
                  <a:lnTo>
                    <a:pt x="323248" y="107278"/>
                  </a:lnTo>
                  <a:lnTo>
                    <a:pt x="321268" y="102350"/>
                  </a:lnTo>
                  <a:lnTo>
                    <a:pt x="319134" y="97487"/>
                  </a:lnTo>
                  <a:lnTo>
                    <a:pt x="316846" y="92695"/>
                  </a:lnTo>
                  <a:lnTo>
                    <a:pt x="314407" y="87977"/>
                  </a:lnTo>
                  <a:lnTo>
                    <a:pt x="311819" y="83340"/>
                  </a:lnTo>
                  <a:lnTo>
                    <a:pt x="309085" y="78787"/>
                  </a:lnTo>
                  <a:lnTo>
                    <a:pt x="306208" y="74323"/>
                  </a:lnTo>
                  <a:lnTo>
                    <a:pt x="303191" y="69953"/>
                  </a:lnTo>
                  <a:lnTo>
                    <a:pt x="300036" y="65681"/>
                  </a:lnTo>
                  <a:lnTo>
                    <a:pt x="296747" y="61511"/>
                  </a:lnTo>
                  <a:lnTo>
                    <a:pt x="293328" y="57448"/>
                  </a:lnTo>
                  <a:lnTo>
                    <a:pt x="167153" y="1671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90748" y="2633064"/>
              <a:ext cx="126174" cy="167167"/>
            </a:xfrm>
            <a:custGeom>
              <a:avLst/>
              <a:pathLst>
                <a:path w="126174" h="167167">
                  <a:moveTo>
                    <a:pt x="126174" y="57509"/>
                  </a:moveTo>
                  <a:lnTo>
                    <a:pt x="122499" y="53418"/>
                  </a:lnTo>
                  <a:lnTo>
                    <a:pt x="118692" y="49451"/>
                  </a:lnTo>
                  <a:lnTo>
                    <a:pt x="114756" y="45610"/>
                  </a:lnTo>
                  <a:lnTo>
                    <a:pt x="110695" y="41902"/>
                  </a:lnTo>
                  <a:lnTo>
                    <a:pt x="106515" y="38329"/>
                  </a:lnTo>
                  <a:lnTo>
                    <a:pt x="102220" y="34895"/>
                  </a:lnTo>
                  <a:lnTo>
                    <a:pt x="97814" y="31604"/>
                  </a:lnTo>
                  <a:lnTo>
                    <a:pt x="93303" y="28460"/>
                  </a:lnTo>
                  <a:lnTo>
                    <a:pt x="88690" y="25467"/>
                  </a:lnTo>
                  <a:lnTo>
                    <a:pt x="83981" y="22626"/>
                  </a:lnTo>
                  <a:lnTo>
                    <a:pt x="79182" y="19942"/>
                  </a:lnTo>
                  <a:lnTo>
                    <a:pt x="74296" y="17417"/>
                  </a:lnTo>
                  <a:lnTo>
                    <a:pt x="69331" y="15055"/>
                  </a:lnTo>
                  <a:lnTo>
                    <a:pt x="64290" y="12857"/>
                  </a:lnTo>
                  <a:lnTo>
                    <a:pt x="59180" y="10826"/>
                  </a:lnTo>
                  <a:lnTo>
                    <a:pt x="54006" y="8964"/>
                  </a:lnTo>
                  <a:lnTo>
                    <a:pt x="48773" y="7273"/>
                  </a:lnTo>
                  <a:lnTo>
                    <a:pt x="43488" y="5755"/>
                  </a:lnTo>
                  <a:lnTo>
                    <a:pt x="38155" y="4412"/>
                  </a:lnTo>
                  <a:lnTo>
                    <a:pt x="32781" y="3245"/>
                  </a:lnTo>
                  <a:lnTo>
                    <a:pt x="27372" y="2256"/>
                  </a:lnTo>
                  <a:lnTo>
                    <a:pt x="21933" y="1445"/>
                  </a:lnTo>
                  <a:lnTo>
                    <a:pt x="16471" y="813"/>
                  </a:lnTo>
                  <a:lnTo>
                    <a:pt x="10990" y="361"/>
                  </a:lnTo>
                  <a:lnTo>
                    <a:pt x="5498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08256" y="3170392"/>
              <a:ext cx="17723" cy="167167"/>
            </a:xfrm>
            <a:custGeom>
              <a:avLst/>
              <a:pathLst>
                <a:path w="17723" h="167167">
                  <a:moveTo>
                    <a:pt x="17723" y="0"/>
                  </a:moveTo>
                  <a:lnTo>
                    <a:pt x="8849" y="235"/>
                  </a:lnTo>
                  <a:lnTo>
                    <a:pt x="0" y="942"/>
                  </a:lnTo>
                  <a:lnTo>
                    <a:pt x="1772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08256" y="3171334"/>
              <a:ext cx="17723" cy="166225"/>
            </a:xfrm>
            <a:custGeom>
              <a:avLst/>
              <a:pathLst>
                <a:path w="17723" h="166225">
                  <a:moveTo>
                    <a:pt x="0" y="0"/>
                  </a:moveTo>
                  <a:lnTo>
                    <a:pt x="17723" y="1662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8256" y="3171334"/>
              <a:ext cx="17723" cy="166225"/>
            </a:xfrm>
            <a:custGeom>
              <a:avLst/>
              <a:pathLst>
                <a:path w="17723" h="166225">
                  <a:moveTo>
                    <a:pt x="0" y="0"/>
                  </a:moveTo>
                  <a:lnTo>
                    <a:pt x="17723" y="1662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8256" y="3171334"/>
              <a:ext cx="17723" cy="166225"/>
            </a:xfrm>
            <a:custGeom>
              <a:avLst/>
              <a:pathLst>
                <a:path w="17723" h="166225">
                  <a:moveTo>
                    <a:pt x="0" y="0"/>
                  </a:moveTo>
                  <a:lnTo>
                    <a:pt x="17723" y="16622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8256" y="3171334"/>
              <a:ext cx="17723" cy="166225"/>
            </a:xfrm>
            <a:custGeom>
              <a:avLst/>
              <a:pathLst>
                <a:path w="17723" h="166225">
                  <a:moveTo>
                    <a:pt x="0" y="0"/>
                  </a:moveTo>
                  <a:lnTo>
                    <a:pt x="17723" y="1662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8256" y="3171334"/>
              <a:ext cx="17723" cy="166225"/>
            </a:xfrm>
            <a:custGeom>
              <a:avLst/>
              <a:pathLst>
                <a:path w="17723" h="166225">
                  <a:moveTo>
                    <a:pt x="0" y="0"/>
                  </a:moveTo>
                  <a:lnTo>
                    <a:pt x="17723" y="1662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8256" y="3171334"/>
              <a:ext cx="17723" cy="166225"/>
            </a:xfrm>
            <a:custGeom>
              <a:avLst/>
              <a:pathLst>
                <a:path w="17723" h="166225">
                  <a:moveTo>
                    <a:pt x="0" y="0"/>
                  </a:moveTo>
                  <a:lnTo>
                    <a:pt x="17723" y="16622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8256" y="3171334"/>
              <a:ext cx="17723" cy="166225"/>
            </a:xfrm>
            <a:custGeom>
              <a:avLst/>
              <a:pathLst>
                <a:path w="17723" h="166225">
                  <a:moveTo>
                    <a:pt x="0" y="0"/>
                  </a:moveTo>
                  <a:lnTo>
                    <a:pt x="17723" y="1662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8256" y="3171334"/>
              <a:ext cx="17723" cy="166225"/>
            </a:xfrm>
            <a:custGeom>
              <a:avLst/>
              <a:pathLst>
                <a:path w="17723" h="166225">
                  <a:moveTo>
                    <a:pt x="0" y="0"/>
                  </a:moveTo>
                  <a:lnTo>
                    <a:pt x="17723" y="1662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8256" y="3171334"/>
              <a:ext cx="17723" cy="166225"/>
            </a:xfrm>
            <a:custGeom>
              <a:avLst/>
              <a:pathLst>
                <a:path w="17723" h="166225">
                  <a:moveTo>
                    <a:pt x="0" y="0"/>
                  </a:moveTo>
                  <a:lnTo>
                    <a:pt x="17723" y="1662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8256" y="3171334"/>
              <a:ext cx="17723" cy="166225"/>
            </a:xfrm>
            <a:custGeom>
              <a:avLst/>
              <a:pathLst>
                <a:path w="17723" h="166225">
                  <a:moveTo>
                    <a:pt x="0" y="0"/>
                  </a:moveTo>
                  <a:lnTo>
                    <a:pt x="17723" y="1662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8256" y="3171334"/>
              <a:ext cx="17723" cy="166225"/>
            </a:xfrm>
            <a:custGeom>
              <a:avLst/>
              <a:pathLst>
                <a:path w="17723" h="166225">
                  <a:moveTo>
                    <a:pt x="0" y="0"/>
                  </a:moveTo>
                  <a:lnTo>
                    <a:pt x="17723" y="1662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8256" y="3171334"/>
              <a:ext cx="17723" cy="166225"/>
            </a:xfrm>
            <a:custGeom>
              <a:avLst/>
              <a:pathLst>
                <a:path w="17723" h="166225">
                  <a:moveTo>
                    <a:pt x="0" y="0"/>
                  </a:moveTo>
                  <a:lnTo>
                    <a:pt x="17723" y="1662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358820" y="3171334"/>
              <a:ext cx="334312" cy="333392"/>
            </a:xfrm>
            <a:custGeom>
              <a:avLst/>
              <a:pathLst>
                <a:path w="334312" h="333392">
                  <a:moveTo>
                    <a:pt x="149436" y="0"/>
                  </a:moveTo>
                  <a:lnTo>
                    <a:pt x="144186" y="643"/>
                  </a:lnTo>
                  <a:lnTo>
                    <a:pt x="138960" y="1453"/>
                  </a:lnTo>
                  <a:lnTo>
                    <a:pt x="133761" y="2428"/>
                  </a:lnTo>
                  <a:lnTo>
                    <a:pt x="128596" y="3566"/>
                  </a:lnTo>
                  <a:lnTo>
                    <a:pt x="123469" y="4868"/>
                  </a:lnTo>
                  <a:lnTo>
                    <a:pt x="118386" y="6331"/>
                  </a:lnTo>
                  <a:lnTo>
                    <a:pt x="113352" y="7954"/>
                  </a:lnTo>
                  <a:lnTo>
                    <a:pt x="108372" y="9735"/>
                  </a:lnTo>
                  <a:lnTo>
                    <a:pt x="103451" y="11673"/>
                  </a:lnTo>
                  <a:lnTo>
                    <a:pt x="98593" y="13766"/>
                  </a:lnTo>
                  <a:lnTo>
                    <a:pt x="93805" y="16012"/>
                  </a:lnTo>
                  <a:lnTo>
                    <a:pt x="89089" y="18408"/>
                  </a:lnTo>
                  <a:lnTo>
                    <a:pt x="84452" y="20952"/>
                  </a:lnTo>
                  <a:lnTo>
                    <a:pt x="79897" y="23641"/>
                  </a:lnTo>
                  <a:lnTo>
                    <a:pt x="75430" y="26473"/>
                  </a:lnTo>
                  <a:lnTo>
                    <a:pt x="71055" y="29445"/>
                  </a:lnTo>
                  <a:lnTo>
                    <a:pt x="66776" y="32554"/>
                  </a:lnTo>
                  <a:lnTo>
                    <a:pt x="62597" y="35796"/>
                  </a:lnTo>
                  <a:lnTo>
                    <a:pt x="58523" y="39170"/>
                  </a:lnTo>
                  <a:lnTo>
                    <a:pt x="54558" y="42670"/>
                  </a:lnTo>
                  <a:lnTo>
                    <a:pt x="50706" y="46294"/>
                  </a:lnTo>
                  <a:lnTo>
                    <a:pt x="46970" y="50038"/>
                  </a:lnTo>
                  <a:lnTo>
                    <a:pt x="43354" y="53899"/>
                  </a:lnTo>
                  <a:lnTo>
                    <a:pt x="39863" y="57872"/>
                  </a:lnTo>
                  <a:lnTo>
                    <a:pt x="36499" y="61953"/>
                  </a:lnTo>
                  <a:lnTo>
                    <a:pt x="33265" y="66139"/>
                  </a:lnTo>
                  <a:lnTo>
                    <a:pt x="30166" y="70425"/>
                  </a:lnTo>
                  <a:lnTo>
                    <a:pt x="27204" y="74807"/>
                  </a:lnTo>
                  <a:lnTo>
                    <a:pt x="24382" y="79280"/>
                  </a:lnTo>
                  <a:lnTo>
                    <a:pt x="21703" y="83841"/>
                  </a:lnTo>
                  <a:lnTo>
                    <a:pt x="19169" y="88484"/>
                  </a:lnTo>
                  <a:lnTo>
                    <a:pt x="16784" y="93204"/>
                  </a:lnTo>
                  <a:lnTo>
                    <a:pt x="14549" y="97998"/>
                  </a:lnTo>
                  <a:lnTo>
                    <a:pt x="12467" y="102860"/>
                  </a:lnTo>
                  <a:lnTo>
                    <a:pt x="10540" y="107786"/>
                  </a:lnTo>
                  <a:lnTo>
                    <a:pt x="8770" y="112770"/>
                  </a:lnTo>
                  <a:lnTo>
                    <a:pt x="7158" y="117808"/>
                  </a:lnTo>
                  <a:lnTo>
                    <a:pt x="5706" y="122894"/>
                  </a:lnTo>
                  <a:lnTo>
                    <a:pt x="4416" y="128023"/>
                  </a:lnTo>
                  <a:lnTo>
                    <a:pt x="3289" y="133191"/>
                  </a:lnTo>
                  <a:lnTo>
                    <a:pt x="2326" y="138392"/>
                  </a:lnTo>
                  <a:lnTo>
                    <a:pt x="1528" y="143620"/>
                  </a:lnTo>
                  <a:lnTo>
                    <a:pt x="896" y="148872"/>
                  </a:lnTo>
                  <a:lnTo>
                    <a:pt x="430" y="154140"/>
                  </a:lnTo>
                  <a:lnTo>
                    <a:pt x="131" y="159421"/>
                  </a:lnTo>
                  <a:lnTo>
                    <a:pt x="0" y="164709"/>
                  </a:lnTo>
                  <a:lnTo>
                    <a:pt x="35" y="169998"/>
                  </a:lnTo>
                  <a:lnTo>
                    <a:pt x="238" y="175283"/>
                  </a:lnTo>
                  <a:lnTo>
                    <a:pt x="608" y="180559"/>
                  </a:lnTo>
                  <a:lnTo>
                    <a:pt x="1145" y="185821"/>
                  </a:lnTo>
                  <a:lnTo>
                    <a:pt x="1848" y="191063"/>
                  </a:lnTo>
                  <a:lnTo>
                    <a:pt x="2717" y="196281"/>
                  </a:lnTo>
                  <a:lnTo>
                    <a:pt x="3750" y="201468"/>
                  </a:lnTo>
                  <a:lnTo>
                    <a:pt x="4947" y="206620"/>
                  </a:lnTo>
                  <a:lnTo>
                    <a:pt x="6306" y="211732"/>
                  </a:lnTo>
                  <a:lnTo>
                    <a:pt x="7826" y="216798"/>
                  </a:lnTo>
                  <a:lnTo>
                    <a:pt x="9506" y="221813"/>
                  </a:lnTo>
                  <a:lnTo>
                    <a:pt x="11343" y="226773"/>
                  </a:lnTo>
                  <a:lnTo>
                    <a:pt x="13337" y="231672"/>
                  </a:lnTo>
                  <a:lnTo>
                    <a:pt x="15484" y="236506"/>
                  </a:lnTo>
                  <a:lnTo>
                    <a:pt x="17784" y="241269"/>
                  </a:lnTo>
                  <a:lnTo>
                    <a:pt x="20232" y="245957"/>
                  </a:lnTo>
                  <a:lnTo>
                    <a:pt x="22828" y="250565"/>
                  </a:lnTo>
                  <a:lnTo>
                    <a:pt x="25569" y="255089"/>
                  </a:lnTo>
                  <a:lnTo>
                    <a:pt x="28451" y="259524"/>
                  </a:lnTo>
                  <a:lnTo>
                    <a:pt x="31472" y="263865"/>
                  </a:lnTo>
                  <a:lnTo>
                    <a:pt x="34629" y="268109"/>
                  </a:lnTo>
                  <a:lnTo>
                    <a:pt x="37919" y="272251"/>
                  </a:lnTo>
                  <a:lnTo>
                    <a:pt x="41337" y="276287"/>
                  </a:lnTo>
                  <a:lnTo>
                    <a:pt x="44882" y="280212"/>
                  </a:lnTo>
                  <a:lnTo>
                    <a:pt x="48550" y="284023"/>
                  </a:lnTo>
                  <a:lnTo>
                    <a:pt x="52336" y="287717"/>
                  </a:lnTo>
                  <a:lnTo>
                    <a:pt x="56237" y="291289"/>
                  </a:lnTo>
                  <a:lnTo>
                    <a:pt x="60249" y="294735"/>
                  </a:lnTo>
                  <a:lnTo>
                    <a:pt x="64368" y="298053"/>
                  </a:lnTo>
                  <a:lnTo>
                    <a:pt x="68590" y="301239"/>
                  </a:lnTo>
                  <a:lnTo>
                    <a:pt x="72911" y="304290"/>
                  </a:lnTo>
                  <a:lnTo>
                    <a:pt x="77326" y="307202"/>
                  </a:lnTo>
                  <a:lnTo>
                    <a:pt x="81831" y="309974"/>
                  </a:lnTo>
                  <a:lnTo>
                    <a:pt x="86421" y="312601"/>
                  </a:lnTo>
                  <a:lnTo>
                    <a:pt x="91092" y="315082"/>
                  </a:lnTo>
                  <a:lnTo>
                    <a:pt x="95839" y="317414"/>
                  </a:lnTo>
                  <a:lnTo>
                    <a:pt x="100658" y="319595"/>
                  </a:lnTo>
                  <a:lnTo>
                    <a:pt x="105544" y="321622"/>
                  </a:lnTo>
                  <a:lnTo>
                    <a:pt x="110491" y="323494"/>
                  </a:lnTo>
                  <a:lnTo>
                    <a:pt x="115494" y="325208"/>
                  </a:lnTo>
                  <a:lnTo>
                    <a:pt x="120550" y="326763"/>
                  </a:lnTo>
                  <a:lnTo>
                    <a:pt x="125652" y="328157"/>
                  </a:lnTo>
                  <a:lnTo>
                    <a:pt x="130796" y="329389"/>
                  </a:lnTo>
                  <a:lnTo>
                    <a:pt x="135976" y="330458"/>
                  </a:lnTo>
                  <a:lnTo>
                    <a:pt x="141187" y="331362"/>
                  </a:lnTo>
                  <a:lnTo>
                    <a:pt x="146424" y="332101"/>
                  </a:lnTo>
                  <a:lnTo>
                    <a:pt x="151682" y="332674"/>
                  </a:lnTo>
                  <a:lnTo>
                    <a:pt x="156956" y="333080"/>
                  </a:lnTo>
                  <a:lnTo>
                    <a:pt x="162240" y="333320"/>
                  </a:lnTo>
                  <a:lnTo>
                    <a:pt x="167528" y="333392"/>
                  </a:lnTo>
                  <a:lnTo>
                    <a:pt x="172817" y="333296"/>
                  </a:lnTo>
                  <a:lnTo>
                    <a:pt x="178099" y="333034"/>
                  </a:lnTo>
                  <a:lnTo>
                    <a:pt x="183371" y="332604"/>
                  </a:lnTo>
                  <a:lnTo>
                    <a:pt x="188627" y="332008"/>
                  </a:lnTo>
                  <a:lnTo>
                    <a:pt x="193861" y="331246"/>
                  </a:lnTo>
                  <a:lnTo>
                    <a:pt x="199068" y="330319"/>
                  </a:lnTo>
                  <a:lnTo>
                    <a:pt x="204243" y="329227"/>
                  </a:lnTo>
                  <a:lnTo>
                    <a:pt x="209381" y="327972"/>
                  </a:lnTo>
                  <a:lnTo>
                    <a:pt x="214477" y="326556"/>
                  </a:lnTo>
                  <a:lnTo>
                    <a:pt x="219526" y="324979"/>
                  </a:lnTo>
                  <a:lnTo>
                    <a:pt x="224522" y="323242"/>
                  </a:lnTo>
                  <a:lnTo>
                    <a:pt x="229461" y="321349"/>
                  </a:lnTo>
                  <a:lnTo>
                    <a:pt x="234337" y="319301"/>
                  </a:lnTo>
                  <a:lnTo>
                    <a:pt x="239146" y="317099"/>
                  </a:lnTo>
                  <a:lnTo>
                    <a:pt x="243883" y="314746"/>
                  </a:lnTo>
                  <a:lnTo>
                    <a:pt x="248543" y="312244"/>
                  </a:lnTo>
                  <a:lnTo>
                    <a:pt x="253122" y="309597"/>
                  </a:lnTo>
                  <a:lnTo>
                    <a:pt x="257615" y="306805"/>
                  </a:lnTo>
                  <a:lnTo>
                    <a:pt x="262017" y="303873"/>
                  </a:lnTo>
                  <a:lnTo>
                    <a:pt x="266324" y="300803"/>
                  </a:lnTo>
                  <a:lnTo>
                    <a:pt x="270532" y="297599"/>
                  </a:lnTo>
                  <a:lnTo>
                    <a:pt x="274636" y="294263"/>
                  </a:lnTo>
                  <a:lnTo>
                    <a:pt x="278633" y="290799"/>
                  </a:lnTo>
                  <a:lnTo>
                    <a:pt x="282519" y="287210"/>
                  </a:lnTo>
                  <a:lnTo>
                    <a:pt x="286288" y="283500"/>
                  </a:lnTo>
                  <a:lnTo>
                    <a:pt x="289939" y="279672"/>
                  </a:lnTo>
                  <a:lnTo>
                    <a:pt x="293466" y="275731"/>
                  </a:lnTo>
                  <a:lnTo>
                    <a:pt x="296867" y="271681"/>
                  </a:lnTo>
                  <a:lnTo>
                    <a:pt x="300139" y="267524"/>
                  </a:lnTo>
                  <a:lnTo>
                    <a:pt x="303277" y="263267"/>
                  </a:lnTo>
                  <a:lnTo>
                    <a:pt x="306279" y="258912"/>
                  </a:lnTo>
                  <a:lnTo>
                    <a:pt x="309141" y="254464"/>
                  </a:lnTo>
                  <a:lnTo>
                    <a:pt x="311862" y="249928"/>
                  </a:lnTo>
                  <a:lnTo>
                    <a:pt x="314438" y="245309"/>
                  </a:lnTo>
                  <a:lnTo>
                    <a:pt x="316866" y="240610"/>
                  </a:lnTo>
                  <a:lnTo>
                    <a:pt x="319144" y="235837"/>
                  </a:lnTo>
                  <a:lnTo>
                    <a:pt x="321270" y="230994"/>
                  </a:lnTo>
                  <a:lnTo>
                    <a:pt x="323242" y="226086"/>
                  </a:lnTo>
                  <a:lnTo>
                    <a:pt x="325058" y="221118"/>
                  </a:lnTo>
                  <a:lnTo>
                    <a:pt x="326715" y="216095"/>
                  </a:lnTo>
                  <a:lnTo>
                    <a:pt x="328213" y="211022"/>
                  </a:lnTo>
                  <a:lnTo>
                    <a:pt x="329550" y="205905"/>
                  </a:lnTo>
                  <a:lnTo>
                    <a:pt x="330724" y="200748"/>
                  </a:lnTo>
                  <a:lnTo>
                    <a:pt x="331734" y="195556"/>
                  </a:lnTo>
                  <a:lnTo>
                    <a:pt x="332580" y="190335"/>
                  </a:lnTo>
                  <a:lnTo>
                    <a:pt x="333260" y="185089"/>
                  </a:lnTo>
                  <a:lnTo>
                    <a:pt x="333773" y="179825"/>
                  </a:lnTo>
                  <a:lnTo>
                    <a:pt x="334120" y="174547"/>
                  </a:lnTo>
                  <a:lnTo>
                    <a:pt x="334300" y="169261"/>
                  </a:lnTo>
                  <a:lnTo>
                    <a:pt x="334312" y="163972"/>
                  </a:lnTo>
                  <a:lnTo>
                    <a:pt x="334157" y="158685"/>
                  </a:lnTo>
                  <a:lnTo>
                    <a:pt x="333835" y="153406"/>
                  </a:lnTo>
                  <a:lnTo>
                    <a:pt x="333346" y="148139"/>
                  </a:lnTo>
                  <a:lnTo>
                    <a:pt x="332691" y="142891"/>
                  </a:lnTo>
                  <a:lnTo>
                    <a:pt x="331870" y="137666"/>
                  </a:lnTo>
                  <a:lnTo>
                    <a:pt x="330884" y="132469"/>
                  </a:lnTo>
                  <a:lnTo>
                    <a:pt x="329734" y="127307"/>
                  </a:lnTo>
                  <a:lnTo>
                    <a:pt x="328422" y="122183"/>
                  </a:lnTo>
                  <a:lnTo>
                    <a:pt x="326948" y="117103"/>
                  </a:lnTo>
                  <a:lnTo>
                    <a:pt x="325314" y="112073"/>
                  </a:lnTo>
                  <a:lnTo>
                    <a:pt x="323521" y="107097"/>
                  </a:lnTo>
                  <a:lnTo>
                    <a:pt x="321572" y="102180"/>
                  </a:lnTo>
                  <a:lnTo>
                    <a:pt x="319469" y="97327"/>
                  </a:lnTo>
                  <a:lnTo>
                    <a:pt x="317213" y="92543"/>
                  </a:lnTo>
                  <a:lnTo>
                    <a:pt x="314807" y="87832"/>
                  </a:lnTo>
                  <a:lnTo>
                    <a:pt x="312253" y="83201"/>
                  </a:lnTo>
                  <a:lnTo>
                    <a:pt x="309554" y="78652"/>
                  </a:lnTo>
                  <a:lnTo>
                    <a:pt x="306712" y="74191"/>
                  </a:lnTo>
                  <a:lnTo>
                    <a:pt x="303731" y="69822"/>
                  </a:lnTo>
                  <a:lnTo>
                    <a:pt x="300613" y="65550"/>
                  </a:lnTo>
                  <a:lnTo>
                    <a:pt x="297361" y="61378"/>
                  </a:lnTo>
                  <a:lnTo>
                    <a:pt x="293979" y="57312"/>
                  </a:lnTo>
                  <a:lnTo>
                    <a:pt x="290470" y="53354"/>
                  </a:lnTo>
                  <a:lnTo>
                    <a:pt x="286837" y="49510"/>
                  </a:lnTo>
                  <a:lnTo>
                    <a:pt x="283085" y="45782"/>
                  </a:lnTo>
                  <a:lnTo>
                    <a:pt x="167160" y="1662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25980" y="3170392"/>
              <a:ext cx="115924" cy="167167"/>
            </a:xfrm>
            <a:custGeom>
              <a:avLst/>
              <a:pathLst>
                <a:path w="115924" h="167167">
                  <a:moveTo>
                    <a:pt x="115924" y="46724"/>
                  </a:moveTo>
                  <a:lnTo>
                    <a:pt x="111848" y="42930"/>
                  </a:lnTo>
                  <a:lnTo>
                    <a:pt x="107647" y="39273"/>
                  </a:lnTo>
                  <a:lnTo>
                    <a:pt x="103327" y="35758"/>
                  </a:lnTo>
                  <a:lnTo>
                    <a:pt x="98893" y="32389"/>
                  </a:lnTo>
                  <a:lnTo>
                    <a:pt x="94348" y="29170"/>
                  </a:lnTo>
                  <a:lnTo>
                    <a:pt x="89699" y="26103"/>
                  </a:lnTo>
                  <a:lnTo>
                    <a:pt x="84951" y="23194"/>
                  </a:lnTo>
                  <a:lnTo>
                    <a:pt x="80108" y="20444"/>
                  </a:lnTo>
                  <a:lnTo>
                    <a:pt x="75176" y="17857"/>
                  </a:lnTo>
                  <a:lnTo>
                    <a:pt x="70160" y="15436"/>
                  </a:lnTo>
                  <a:lnTo>
                    <a:pt x="65067" y="13183"/>
                  </a:lnTo>
                  <a:lnTo>
                    <a:pt x="59902" y="11101"/>
                  </a:lnTo>
                  <a:lnTo>
                    <a:pt x="54670" y="9192"/>
                  </a:lnTo>
                  <a:lnTo>
                    <a:pt x="49377" y="7458"/>
                  </a:lnTo>
                  <a:lnTo>
                    <a:pt x="44030" y="5902"/>
                  </a:lnTo>
                  <a:lnTo>
                    <a:pt x="38633" y="4525"/>
                  </a:lnTo>
                  <a:lnTo>
                    <a:pt x="33194" y="3328"/>
                  </a:lnTo>
                  <a:lnTo>
                    <a:pt x="27718" y="2314"/>
                  </a:lnTo>
                  <a:lnTo>
                    <a:pt x="22212" y="1482"/>
                  </a:lnTo>
                  <a:lnTo>
                    <a:pt x="16680" y="834"/>
                  </a:lnTo>
                  <a:lnTo>
                    <a:pt x="11130" y="370"/>
                  </a:lnTo>
                  <a:lnTo>
                    <a:pt x="5568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86745" y="3707720"/>
              <a:ext cx="4002" cy="167167"/>
            </a:xfrm>
            <a:custGeom>
              <a:avLst/>
              <a:pathLst>
                <a:path w="4002" h="167167">
                  <a:moveTo>
                    <a:pt x="4002" y="0"/>
                  </a:moveTo>
                  <a:lnTo>
                    <a:pt x="0" y="47"/>
                  </a:lnTo>
                  <a:lnTo>
                    <a:pt x="400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86745" y="3707768"/>
              <a:ext cx="4002" cy="167119"/>
            </a:xfrm>
            <a:custGeom>
              <a:avLst/>
              <a:pathLst>
                <a:path w="4002" h="167119">
                  <a:moveTo>
                    <a:pt x="0" y="0"/>
                  </a:moveTo>
                  <a:lnTo>
                    <a:pt x="4002" y="1671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6745" y="3707768"/>
              <a:ext cx="4002" cy="167119"/>
            </a:xfrm>
            <a:custGeom>
              <a:avLst/>
              <a:pathLst>
                <a:path w="4002" h="167119">
                  <a:moveTo>
                    <a:pt x="0" y="0"/>
                  </a:moveTo>
                  <a:lnTo>
                    <a:pt x="4002" y="16711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6745" y="3707768"/>
              <a:ext cx="4002" cy="167119"/>
            </a:xfrm>
            <a:custGeom>
              <a:avLst/>
              <a:pathLst>
                <a:path w="4002" h="167119">
                  <a:moveTo>
                    <a:pt x="0" y="0"/>
                  </a:moveTo>
                  <a:lnTo>
                    <a:pt x="4002" y="1671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6745" y="3707768"/>
              <a:ext cx="4002" cy="167119"/>
            </a:xfrm>
            <a:custGeom>
              <a:avLst/>
              <a:pathLst>
                <a:path w="4002" h="167119">
                  <a:moveTo>
                    <a:pt x="0" y="0"/>
                  </a:moveTo>
                  <a:lnTo>
                    <a:pt x="4002" y="1671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6745" y="3707768"/>
              <a:ext cx="4002" cy="167119"/>
            </a:xfrm>
            <a:custGeom>
              <a:avLst/>
              <a:pathLst>
                <a:path w="4002" h="167119">
                  <a:moveTo>
                    <a:pt x="0" y="0"/>
                  </a:moveTo>
                  <a:lnTo>
                    <a:pt x="4002" y="16711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6745" y="3707768"/>
              <a:ext cx="4002" cy="167119"/>
            </a:xfrm>
            <a:custGeom>
              <a:avLst/>
              <a:pathLst>
                <a:path w="4002" h="167119">
                  <a:moveTo>
                    <a:pt x="0" y="0"/>
                  </a:moveTo>
                  <a:lnTo>
                    <a:pt x="4002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6745" y="3707768"/>
              <a:ext cx="4002" cy="167119"/>
            </a:xfrm>
            <a:custGeom>
              <a:avLst/>
              <a:pathLst>
                <a:path w="4002" h="167119">
                  <a:moveTo>
                    <a:pt x="0" y="0"/>
                  </a:moveTo>
                  <a:lnTo>
                    <a:pt x="4002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6745" y="3707768"/>
              <a:ext cx="4002" cy="167119"/>
            </a:xfrm>
            <a:custGeom>
              <a:avLst/>
              <a:pathLst>
                <a:path w="4002" h="167119">
                  <a:moveTo>
                    <a:pt x="0" y="0"/>
                  </a:moveTo>
                  <a:lnTo>
                    <a:pt x="4002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6745" y="3707768"/>
              <a:ext cx="4002" cy="167119"/>
            </a:xfrm>
            <a:custGeom>
              <a:avLst/>
              <a:pathLst>
                <a:path w="4002" h="167119">
                  <a:moveTo>
                    <a:pt x="0" y="0"/>
                  </a:moveTo>
                  <a:lnTo>
                    <a:pt x="4002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6745" y="3707768"/>
              <a:ext cx="4002" cy="167119"/>
            </a:xfrm>
            <a:custGeom>
              <a:avLst/>
              <a:pathLst>
                <a:path w="4002" h="167119">
                  <a:moveTo>
                    <a:pt x="0" y="0"/>
                  </a:moveTo>
                  <a:lnTo>
                    <a:pt x="4002" y="1671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6745" y="3707768"/>
              <a:ext cx="4002" cy="167119"/>
            </a:xfrm>
            <a:custGeom>
              <a:avLst/>
              <a:pathLst>
                <a:path w="4002" h="167119">
                  <a:moveTo>
                    <a:pt x="0" y="0"/>
                  </a:moveTo>
                  <a:lnTo>
                    <a:pt x="4002" y="1671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423589" y="3707768"/>
              <a:ext cx="334308" cy="334285"/>
            </a:xfrm>
            <a:custGeom>
              <a:avLst/>
              <a:pathLst>
                <a:path w="334308" h="334285">
                  <a:moveTo>
                    <a:pt x="163156" y="0"/>
                  </a:moveTo>
                  <a:lnTo>
                    <a:pt x="157848" y="211"/>
                  </a:lnTo>
                  <a:lnTo>
                    <a:pt x="152550" y="591"/>
                  </a:lnTo>
                  <a:lnTo>
                    <a:pt x="147266" y="1139"/>
                  </a:lnTo>
                  <a:lnTo>
                    <a:pt x="142003" y="1855"/>
                  </a:lnTo>
                  <a:lnTo>
                    <a:pt x="136765" y="2738"/>
                  </a:lnTo>
                  <a:lnTo>
                    <a:pt x="131558" y="3786"/>
                  </a:lnTo>
                  <a:lnTo>
                    <a:pt x="126386" y="5000"/>
                  </a:lnTo>
                  <a:lnTo>
                    <a:pt x="121256" y="6377"/>
                  </a:lnTo>
                  <a:lnTo>
                    <a:pt x="116172" y="7917"/>
                  </a:lnTo>
                  <a:lnTo>
                    <a:pt x="111140" y="9617"/>
                  </a:lnTo>
                  <a:lnTo>
                    <a:pt x="106164" y="11476"/>
                  </a:lnTo>
                  <a:lnTo>
                    <a:pt x="101250" y="13493"/>
                  </a:lnTo>
                  <a:lnTo>
                    <a:pt x="96402" y="15664"/>
                  </a:lnTo>
                  <a:lnTo>
                    <a:pt x="91626" y="17989"/>
                  </a:lnTo>
                  <a:lnTo>
                    <a:pt x="86926" y="20464"/>
                  </a:lnTo>
                  <a:lnTo>
                    <a:pt x="82307" y="23087"/>
                  </a:lnTo>
                  <a:lnTo>
                    <a:pt x="77774" y="25856"/>
                  </a:lnTo>
                  <a:lnTo>
                    <a:pt x="73331" y="28767"/>
                  </a:lnTo>
                  <a:lnTo>
                    <a:pt x="68982" y="31818"/>
                  </a:lnTo>
                  <a:lnTo>
                    <a:pt x="64733" y="35005"/>
                  </a:lnTo>
                  <a:lnTo>
                    <a:pt x="60587" y="38326"/>
                  </a:lnTo>
                  <a:lnTo>
                    <a:pt x="56549" y="41777"/>
                  </a:lnTo>
                  <a:lnTo>
                    <a:pt x="52623" y="45355"/>
                  </a:lnTo>
                  <a:lnTo>
                    <a:pt x="48812" y="49055"/>
                  </a:lnTo>
                  <a:lnTo>
                    <a:pt x="45121" y="52875"/>
                  </a:lnTo>
                  <a:lnTo>
                    <a:pt x="41553" y="56810"/>
                  </a:lnTo>
                  <a:lnTo>
                    <a:pt x="38111" y="60856"/>
                  </a:lnTo>
                  <a:lnTo>
                    <a:pt x="34800" y="65010"/>
                  </a:lnTo>
                  <a:lnTo>
                    <a:pt x="31623" y="69266"/>
                  </a:lnTo>
                  <a:lnTo>
                    <a:pt x="28582" y="73622"/>
                  </a:lnTo>
                  <a:lnTo>
                    <a:pt x="25682" y="78072"/>
                  </a:lnTo>
                  <a:lnTo>
                    <a:pt x="22924" y="82612"/>
                  </a:lnTo>
                  <a:lnTo>
                    <a:pt x="20312" y="87237"/>
                  </a:lnTo>
                  <a:lnTo>
                    <a:pt x="17848" y="91943"/>
                  </a:lnTo>
                  <a:lnTo>
                    <a:pt x="15535" y="96725"/>
                  </a:lnTo>
                  <a:lnTo>
                    <a:pt x="13375" y="101577"/>
                  </a:lnTo>
                  <a:lnTo>
                    <a:pt x="11370" y="106497"/>
                  </a:lnTo>
                  <a:lnTo>
                    <a:pt x="9523" y="111477"/>
                  </a:lnTo>
                  <a:lnTo>
                    <a:pt x="7835" y="116513"/>
                  </a:lnTo>
                  <a:lnTo>
                    <a:pt x="6307" y="121601"/>
                  </a:lnTo>
                  <a:lnTo>
                    <a:pt x="4942" y="126734"/>
                  </a:lnTo>
                  <a:lnTo>
                    <a:pt x="3741" y="131908"/>
                  </a:lnTo>
                  <a:lnTo>
                    <a:pt x="2705" y="137118"/>
                  </a:lnTo>
                  <a:lnTo>
                    <a:pt x="1835" y="142358"/>
                  </a:lnTo>
                  <a:lnTo>
                    <a:pt x="1131" y="147623"/>
                  </a:lnTo>
                  <a:lnTo>
                    <a:pt x="596" y="152908"/>
                  </a:lnTo>
                  <a:lnTo>
                    <a:pt x="228" y="158207"/>
                  </a:lnTo>
                  <a:lnTo>
                    <a:pt x="30" y="163515"/>
                  </a:lnTo>
                  <a:lnTo>
                    <a:pt x="0" y="168827"/>
                  </a:lnTo>
                  <a:lnTo>
                    <a:pt x="138" y="174137"/>
                  </a:lnTo>
                  <a:lnTo>
                    <a:pt x="445" y="179440"/>
                  </a:lnTo>
                  <a:lnTo>
                    <a:pt x="921" y="184731"/>
                  </a:lnTo>
                  <a:lnTo>
                    <a:pt x="1565" y="190003"/>
                  </a:lnTo>
                  <a:lnTo>
                    <a:pt x="2375" y="195253"/>
                  </a:lnTo>
                  <a:lnTo>
                    <a:pt x="3352" y="200474"/>
                  </a:lnTo>
                  <a:lnTo>
                    <a:pt x="4495" y="205662"/>
                  </a:lnTo>
                  <a:lnTo>
                    <a:pt x="5801" y="210810"/>
                  </a:lnTo>
                  <a:lnTo>
                    <a:pt x="7271" y="215915"/>
                  </a:lnTo>
                  <a:lnTo>
                    <a:pt x="8902" y="220970"/>
                  </a:lnTo>
                  <a:lnTo>
                    <a:pt x="10693" y="225971"/>
                  </a:lnTo>
                  <a:lnTo>
                    <a:pt x="12642" y="230912"/>
                  </a:lnTo>
                  <a:lnTo>
                    <a:pt x="14746" y="235789"/>
                  </a:lnTo>
                  <a:lnTo>
                    <a:pt x="17005" y="240597"/>
                  </a:lnTo>
                  <a:lnTo>
                    <a:pt x="19415" y="245330"/>
                  </a:lnTo>
                  <a:lnTo>
                    <a:pt x="21975" y="249985"/>
                  </a:lnTo>
                  <a:lnTo>
                    <a:pt x="24681" y="254556"/>
                  </a:lnTo>
                  <a:lnTo>
                    <a:pt x="27531" y="259038"/>
                  </a:lnTo>
                  <a:lnTo>
                    <a:pt x="30522" y="263428"/>
                  </a:lnTo>
                  <a:lnTo>
                    <a:pt x="33651" y="267721"/>
                  </a:lnTo>
                  <a:lnTo>
                    <a:pt x="36914" y="271912"/>
                  </a:lnTo>
                  <a:lnTo>
                    <a:pt x="40310" y="275997"/>
                  </a:lnTo>
                  <a:lnTo>
                    <a:pt x="43833" y="279972"/>
                  </a:lnTo>
                  <a:lnTo>
                    <a:pt x="47481" y="283833"/>
                  </a:lnTo>
                  <a:lnTo>
                    <a:pt x="51249" y="287577"/>
                  </a:lnTo>
                  <a:lnTo>
                    <a:pt x="55135" y="291198"/>
                  </a:lnTo>
                  <a:lnTo>
                    <a:pt x="59134" y="294695"/>
                  </a:lnTo>
                  <a:lnTo>
                    <a:pt x="63241" y="298063"/>
                  </a:lnTo>
                  <a:lnTo>
                    <a:pt x="67454" y="301298"/>
                  </a:lnTo>
                  <a:lnTo>
                    <a:pt x="71768" y="304398"/>
                  </a:lnTo>
                  <a:lnTo>
                    <a:pt x="76177" y="307360"/>
                  </a:lnTo>
                  <a:lnTo>
                    <a:pt x="80679" y="310179"/>
                  </a:lnTo>
                  <a:lnTo>
                    <a:pt x="85268" y="312855"/>
                  </a:lnTo>
                  <a:lnTo>
                    <a:pt x="89939" y="315383"/>
                  </a:lnTo>
                  <a:lnTo>
                    <a:pt x="94689" y="317761"/>
                  </a:lnTo>
                  <a:lnTo>
                    <a:pt x="99512" y="319988"/>
                  </a:lnTo>
                  <a:lnTo>
                    <a:pt x="104403" y="322060"/>
                  </a:lnTo>
                  <a:lnTo>
                    <a:pt x="109357" y="323976"/>
                  </a:lnTo>
                  <a:lnTo>
                    <a:pt x="114370" y="325733"/>
                  </a:lnTo>
                  <a:lnTo>
                    <a:pt x="119436" y="327330"/>
                  </a:lnTo>
                  <a:lnTo>
                    <a:pt x="124550" y="328765"/>
                  </a:lnTo>
                  <a:lnTo>
                    <a:pt x="129707" y="330037"/>
                  </a:lnTo>
                  <a:lnTo>
                    <a:pt x="134902" y="331145"/>
                  </a:lnTo>
                  <a:lnTo>
                    <a:pt x="140130" y="332087"/>
                  </a:lnTo>
                  <a:lnTo>
                    <a:pt x="145385" y="332862"/>
                  </a:lnTo>
                  <a:lnTo>
                    <a:pt x="150662" y="333471"/>
                  </a:lnTo>
                  <a:lnTo>
                    <a:pt x="155956" y="333911"/>
                  </a:lnTo>
                  <a:lnTo>
                    <a:pt x="161260" y="334182"/>
                  </a:lnTo>
                  <a:lnTo>
                    <a:pt x="166571" y="334285"/>
                  </a:lnTo>
                  <a:lnTo>
                    <a:pt x="171883" y="334220"/>
                  </a:lnTo>
                  <a:lnTo>
                    <a:pt x="177189" y="333985"/>
                  </a:lnTo>
                  <a:lnTo>
                    <a:pt x="182486" y="333582"/>
                  </a:lnTo>
                  <a:lnTo>
                    <a:pt x="187767" y="333011"/>
                  </a:lnTo>
                  <a:lnTo>
                    <a:pt x="193027" y="332273"/>
                  </a:lnTo>
                  <a:lnTo>
                    <a:pt x="198261" y="331367"/>
                  </a:lnTo>
                  <a:lnTo>
                    <a:pt x="203464" y="330296"/>
                  </a:lnTo>
                  <a:lnTo>
                    <a:pt x="208630" y="329060"/>
                  </a:lnTo>
                  <a:lnTo>
                    <a:pt x="213754" y="327661"/>
                  </a:lnTo>
                  <a:lnTo>
                    <a:pt x="218831" y="326100"/>
                  </a:lnTo>
                  <a:lnTo>
                    <a:pt x="223856" y="324378"/>
                  </a:lnTo>
                  <a:lnTo>
                    <a:pt x="228824" y="322497"/>
                  </a:lnTo>
                  <a:lnTo>
                    <a:pt x="233730" y="320459"/>
                  </a:lnTo>
                  <a:lnTo>
                    <a:pt x="238568" y="318267"/>
                  </a:lnTo>
                  <a:lnTo>
                    <a:pt x="243334" y="315922"/>
                  </a:lnTo>
                  <a:lnTo>
                    <a:pt x="248023" y="313426"/>
                  </a:lnTo>
                  <a:lnTo>
                    <a:pt x="252631" y="310783"/>
                  </a:lnTo>
                  <a:lnTo>
                    <a:pt x="257152" y="307995"/>
                  </a:lnTo>
                  <a:lnTo>
                    <a:pt x="261583" y="305065"/>
                  </a:lnTo>
                  <a:lnTo>
                    <a:pt x="265918" y="301995"/>
                  </a:lnTo>
                  <a:lnTo>
                    <a:pt x="270153" y="298789"/>
                  </a:lnTo>
                  <a:lnTo>
                    <a:pt x="274284" y="295450"/>
                  </a:lnTo>
                  <a:lnTo>
                    <a:pt x="278308" y="291982"/>
                  </a:lnTo>
                  <a:lnTo>
                    <a:pt x="282218" y="288388"/>
                  </a:lnTo>
                  <a:lnTo>
                    <a:pt x="286013" y="284671"/>
                  </a:lnTo>
                  <a:lnTo>
                    <a:pt x="289688" y="280835"/>
                  </a:lnTo>
                  <a:lnTo>
                    <a:pt x="293239" y="276885"/>
                  </a:lnTo>
                  <a:lnTo>
                    <a:pt x="296663" y="272824"/>
                  </a:lnTo>
                  <a:lnTo>
                    <a:pt x="299956" y="268656"/>
                  </a:lnTo>
                  <a:lnTo>
                    <a:pt x="303115" y="264385"/>
                  </a:lnTo>
                  <a:lnTo>
                    <a:pt x="306137" y="260017"/>
                  </a:lnTo>
                  <a:lnTo>
                    <a:pt x="309018" y="255554"/>
                  </a:lnTo>
                  <a:lnTo>
                    <a:pt x="311756" y="251002"/>
                  </a:lnTo>
                  <a:lnTo>
                    <a:pt x="314348" y="246366"/>
                  </a:lnTo>
                  <a:lnTo>
                    <a:pt x="316792" y="241650"/>
                  </a:lnTo>
                  <a:lnTo>
                    <a:pt x="319084" y="236858"/>
                  </a:lnTo>
                  <a:lnTo>
                    <a:pt x="321223" y="231996"/>
                  </a:lnTo>
                  <a:lnTo>
                    <a:pt x="323206" y="227068"/>
                  </a:lnTo>
                  <a:lnTo>
                    <a:pt x="325032" y="222080"/>
                  </a:lnTo>
                  <a:lnTo>
                    <a:pt x="326699" y="217036"/>
                  </a:lnTo>
                  <a:lnTo>
                    <a:pt x="328204" y="211942"/>
                  </a:lnTo>
                  <a:lnTo>
                    <a:pt x="329547" y="206803"/>
                  </a:lnTo>
                  <a:lnTo>
                    <a:pt x="330726" y="201624"/>
                  </a:lnTo>
                  <a:lnTo>
                    <a:pt x="331740" y="196409"/>
                  </a:lnTo>
                  <a:lnTo>
                    <a:pt x="332587" y="191166"/>
                  </a:lnTo>
                  <a:lnTo>
                    <a:pt x="333268" y="185897"/>
                  </a:lnTo>
                  <a:lnTo>
                    <a:pt x="333780" y="180610"/>
                  </a:lnTo>
                  <a:lnTo>
                    <a:pt x="334125" y="175310"/>
                  </a:lnTo>
                  <a:lnTo>
                    <a:pt x="334301" y="170001"/>
                  </a:lnTo>
                  <a:lnTo>
                    <a:pt x="334308" y="164689"/>
                  </a:lnTo>
                  <a:lnTo>
                    <a:pt x="334146" y="159380"/>
                  </a:lnTo>
                  <a:lnTo>
                    <a:pt x="333816" y="154078"/>
                  </a:lnTo>
                  <a:lnTo>
                    <a:pt x="333318" y="148790"/>
                  </a:lnTo>
                  <a:lnTo>
                    <a:pt x="332652" y="143520"/>
                  </a:lnTo>
                  <a:lnTo>
                    <a:pt x="331818" y="138274"/>
                  </a:lnTo>
                  <a:lnTo>
                    <a:pt x="330819" y="133057"/>
                  </a:lnTo>
                  <a:lnTo>
                    <a:pt x="329654" y="127874"/>
                  </a:lnTo>
                  <a:lnTo>
                    <a:pt x="328325" y="122731"/>
                  </a:lnTo>
                  <a:lnTo>
                    <a:pt x="326833" y="117633"/>
                  </a:lnTo>
                  <a:lnTo>
                    <a:pt x="325180" y="112585"/>
                  </a:lnTo>
                  <a:lnTo>
                    <a:pt x="323368" y="107592"/>
                  </a:lnTo>
                  <a:lnTo>
                    <a:pt x="321398" y="102659"/>
                  </a:lnTo>
                  <a:lnTo>
                    <a:pt x="319272" y="97791"/>
                  </a:lnTo>
                  <a:lnTo>
                    <a:pt x="316993" y="92993"/>
                  </a:lnTo>
                  <a:lnTo>
                    <a:pt x="314562" y="88270"/>
                  </a:lnTo>
                  <a:lnTo>
                    <a:pt x="311982" y="83627"/>
                  </a:lnTo>
                  <a:lnTo>
                    <a:pt x="309256" y="79068"/>
                  </a:lnTo>
                  <a:lnTo>
                    <a:pt x="306387" y="74597"/>
                  </a:lnTo>
                  <a:lnTo>
                    <a:pt x="303377" y="70221"/>
                  </a:lnTo>
                  <a:lnTo>
                    <a:pt x="300230" y="65942"/>
                  </a:lnTo>
                  <a:lnTo>
                    <a:pt x="296948" y="61765"/>
                  </a:lnTo>
                  <a:lnTo>
                    <a:pt x="293535" y="57694"/>
                  </a:lnTo>
                  <a:lnTo>
                    <a:pt x="289995" y="53734"/>
                  </a:lnTo>
                  <a:lnTo>
                    <a:pt x="286331" y="49889"/>
                  </a:lnTo>
                  <a:lnTo>
                    <a:pt x="282546" y="46162"/>
                  </a:lnTo>
                  <a:lnTo>
                    <a:pt x="278645" y="42557"/>
                  </a:lnTo>
                  <a:lnTo>
                    <a:pt x="167158" y="1671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3707720"/>
              <a:ext cx="111486" cy="167167"/>
            </a:xfrm>
            <a:custGeom>
              <a:avLst/>
              <a:pathLst>
                <a:path w="111486" h="167167">
                  <a:moveTo>
                    <a:pt x="111486" y="42605"/>
                  </a:moveTo>
                  <a:lnTo>
                    <a:pt x="107292" y="38974"/>
                  </a:lnTo>
                  <a:lnTo>
                    <a:pt x="102979" y="35485"/>
                  </a:lnTo>
                  <a:lnTo>
                    <a:pt x="98554" y="32141"/>
                  </a:lnTo>
                  <a:lnTo>
                    <a:pt x="94020" y="28945"/>
                  </a:lnTo>
                  <a:lnTo>
                    <a:pt x="89382" y="25902"/>
                  </a:lnTo>
                  <a:lnTo>
                    <a:pt x="84646" y="23014"/>
                  </a:lnTo>
                  <a:lnTo>
                    <a:pt x="79816" y="20285"/>
                  </a:lnTo>
                  <a:lnTo>
                    <a:pt x="74899" y="17718"/>
                  </a:lnTo>
                  <a:lnTo>
                    <a:pt x="69899" y="15315"/>
                  </a:lnTo>
                  <a:lnTo>
                    <a:pt x="64823" y="13080"/>
                  </a:lnTo>
                  <a:lnTo>
                    <a:pt x="59675" y="11014"/>
                  </a:lnTo>
                  <a:lnTo>
                    <a:pt x="54461" y="9120"/>
                  </a:lnTo>
                  <a:lnTo>
                    <a:pt x="49187" y="7400"/>
                  </a:lnTo>
                  <a:lnTo>
                    <a:pt x="43859" y="5856"/>
                  </a:lnTo>
                  <a:lnTo>
                    <a:pt x="38483" y="4489"/>
                  </a:lnTo>
                  <a:lnTo>
                    <a:pt x="33064" y="3302"/>
                  </a:lnTo>
                  <a:lnTo>
                    <a:pt x="27609" y="2295"/>
                  </a:lnTo>
                  <a:lnTo>
                    <a:pt x="22124" y="1470"/>
                  </a:lnTo>
                  <a:lnTo>
                    <a:pt x="16614" y="827"/>
                  </a:lnTo>
                  <a:lnTo>
                    <a:pt x="11086" y="368"/>
                  </a:lnTo>
                  <a:lnTo>
                    <a:pt x="5546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78208" y="4213821"/>
              <a:ext cx="3079" cy="167167"/>
            </a:xfrm>
            <a:custGeom>
              <a:avLst/>
              <a:pathLst>
                <a:path w="3079" h="167167">
                  <a:moveTo>
                    <a:pt x="3079" y="0"/>
                  </a:moveTo>
                  <a:lnTo>
                    <a:pt x="0" y="28"/>
                  </a:lnTo>
                  <a:lnTo>
                    <a:pt x="307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78208" y="4213849"/>
              <a:ext cx="3079" cy="167139"/>
            </a:xfrm>
            <a:custGeom>
              <a:avLst/>
              <a:pathLst>
                <a:path w="3079" h="167139">
                  <a:moveTo>
                    <a:pt x="0" y="0"/>
                  </a:moveTo>
                  <a:lnTo>
                    <a:pt x="3079" y="16713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8208" y="4213849"/>
              <a:ext cx="3079" cy="167139"/>
            </a:xfrm>
            <a:custGeom>
              <a:avLst/>
              <a:pathLst>
                <a:path w="3079" h="167139">
                  <a:moveTo>
                    <a:pt x="0" y="0"/>
                  </a:moveTo>
                  <a:lnTo>
                    <a:pt x="3079" y="1671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8208" y="4213849"/>
              <a:ext cx="3079" cy="167139"/>
            </a:xfrm>
            <a:custGeom>
              <a:avLst/>
              <a:pathLst>
                <a:path w="3079" h="167139">
                  <a:moveTo>
                    <a:pt x="0" y="0"/>
                  </a:moveTo>
                  <a:lnTo>
                    <a:pt x="3079" y="1671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8208" y="4213849"/>
              <a:ext cx="3079" cy="167139"/>
            </a:xfrm>
            <a:custGeom>
              <a:avLst/>
              <a:pathLst>
                <a:path w="3079" h="167139">
                  <a:moveTo>
                    <a:pt x="0" y="0"/>
                  </a:moveTo>
                  <a:lnTo>
                    <a:pt x="3079" y="16713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8208" y="4213849"/>
              <a:ext cx="3079" cy="167139"/>
            </a:xfrm>
            <a:custGeom>
              <a:avLst/>
              <a:pathLst>
                <a:path w="3079" h="167139">
                  <a:moveTo>
                    <a:pt x="0" y="0"/>
                  </a:moveTo>
                  <a:lnTo>
                    <a:pt x="3079" y="1671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8208" y="4213849"/>
              <a:ext cx="3079" cy="167139"/>
            </a:xfrm>
            <a:custGeom>
              <a:avLst/>
              <a:pathLst>
                <a:path w="3079" h="167139">
                  <a:moveTo>
                    <a:pt x="0" y="0"/>
                  </a:moveTo>
                  <a:lnTo>
                    <a:pt x="3079" y="1671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8208" y="4213849"/>
              <a:ext cx="3079" cy="167139"/>
            </a:xfrm>
            <a:custGeom>
              <a:avLst/>
              <a:pathLst>
                <a:path w="3079" h="167139">
                  <a:moveTo>
                    <a:pt x="0" y="0"/>
                  </a:moveTo>
                  <a:lnTo>
                    <a:pt x="3079" y="1671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8208" y="4213849"/>
              <a:ext cx="3079" cy="167139"/>
            </a:xfrm>
            <a:custGeom>
              <a:avLst/>
              <a:pathLst>
                <a:path w="3079" h="167139">
                  <a:moveTo>
                    <a:pt x="0" y="0"/>
                  </a:moveTo>
                  <a:lnTo>
                    <a:pt x="3079" y="1671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8208" y="4213849"/>
              <a:ext cx="3079" cy="167139"/>
            </a:xfrm>
            <a:custGeom>
              <a:avLst/>
              <a:pathLst>
                <a:path w="3079" h="167139">
                  <a:moveTo>
                    <a:pt x="0" y="0"/>
                  </a:moveTo>
                  <a:lnTo>
                    <a:pt x="3079" y="16713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8208" y="4213849"/>
              <a:ext cx="3079" cy="167139"/>
            </a:xfrm>
            <a:custGeom>
              <a:avLst/>
              <a:pathLst>
                <a:path w="3079" h="167139">
                  <a:moveTo>
                    <a:pt x="0" y="0"/>
                  </a:moveTo>
                  <a:lnTo>
                    <a:pt x="3079" y="16713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614135" y="4213849"/>
              <a:ext cx="167152" cy="255432"/>
            </a:xfrm>
            <a:custGeom>
              <a:avLst/>
              <a:pathLst>
                <a:path w="167152" h="255432">
                  <a:moveTo>
                    <a:pt x="164073" y="0"/>
                  </a:moveTo>
                  <a:lnTo>
                    <a:pt x="158735" y="183"/>
                  </a:lnTo>
                  <a:lnTo>
                    <a:pt x="153406" y="537"/>
                  </a:lnTo>
                  <a:lnTo>
                    <a:pt x="148091" y="1061"/>
                  </a:lnTo>
                  <a:lnTo>
                    <a:pt x="142795" y="1755"/>
                  </a:lnTo>
                  <a:lnTo>
                    <a:pt x="137524" y="2618"/>
                  </a:lnTo>
                  <a:lnTo>
                    <a:pt x="132283" y="3648"/>
                  </a:lnTo>
                  <a:lnTo>
                    <a:pt x="127078" y="4846"/>
                  </a:lnTo>
                  <a:lnTo>
                    <a:pt x="121914" y="6209"/>
                  </a:lnTo>
                  <a:lnTo>
                    <a:pt x="116796" y="7736"/>
                  </a:lnTo>
                  <a:lnTo>
                    <a:pt x="111729" y="9426"/>
                  </a:lnTo>
                  <a:lnTo>
                    <a:pt x="106719" y="11277"/>
                  </a:lnTo>
                  <a:lnTo>
                    <a:pt x="101771" y="13287"/>
                  </a:lnTo>
                  <a:lnTo>
                    <a:pt x="96889" y="15455"/>
                  </a:lnTo>
                  <a:lnTo>
                    <a:pt x="92079" y="17777"/>
                  </a:lnTo>
                  <a:lnTo>
                    <a:pt x="87346" y="20251"/>
                  </a:lnTo>
                  <a:lnTo>
                    <a:pt x="82694" y="22876"/>
                  </a:lnTo>
                  <a:lnTo>
                    <a:pt x="78128" y="25648"/>
                  </a:lnTo>
                  <a:lnTo>
                    <a:pt x="73654" y="28564"/>
                  </a:lnTo>
                  <a:lnTo>
                    <a:pt x="69274" y="31621"/>
                  </a:lnTo>
                  <a:lnTo>
                    <a:pt x="64995" y="34817"/>
                  </a:lnTo>
                  <a:lnTo>
                    <a:pt x="60820" y="38149"/>
                  </a:lnTo>
                  <a:lnTo>
                    <a:pt x="56754" y="41611"/>
                  </a:lnTo>
                  <a:lnTo>
                    <a:pt x="52800" y="45202"/>
                  </a:lnTo>
                  <a:lnTo>
                    <a:pt x="48963" y="48918"/>
                  </a:lnTo>
                  <a:lnTo>
                    <a:pt x="45246" y="52754"/>
                  </a:lnTo>
                  <a:lnTo>
                    <a:pt x="41654" y="56707"/>
                  </a:lnTo>
                  <a:lnTo>
                    <a:pt x="38190" y="60772"/>
                  </a:lnTo>
                  <a:lnTo>
                    <a:pt x="34858" y="64946"/>
                  </a:lnTo>
                  <a:lnTo>
                    <a:pt x="31661" y="69225"/>
                  </a:lnTo>
                  <a:lnTo>
                    <a:pt x="28602" y="73603"/>
                  </a:lnTo>
                  <a:lnTo>
                    <a:pt x="25685" y="78077"/>
                  </a:lnTo>
                  <a:lnTo>
                    <a:pt x="22912" y="82642"/>
                  </a:lnTo>
                  <a:lnTo>
                    <a:pt x="20286" y="87293"/>
                  </a:lnTo>
                  <a:lnTo>
                    <a:pt x="17810" y="92026"/>
                  </a:lnTo>
                  <a:lnTo>
                    <a:pt x="15487" y="96835"/>
                  </a:lnTo>
                  <a:lnTo>
                    <a:pt x="13318" y="101716"/>
                  </a:lnTo>
                  <a:lnTo>
                    <a:pt x="11307" y="106664"/>
                  </a:lnTo>
                  <a:lnTo>
                    <a:pt x="9454" y="111673"/>
                  </a:lnTo>
                  <a:lnTo>
                    <a:pt x="7763" y="116740"/>
                  </a:lnTo>
                  <a:lnTo>
                    <a:pt x="6234" y="121857"/>
                  </a:lnTo>
                  <a:lnTo>
                    <a:pt x="4870" y="127021"/>
                  </a:lnTo>
                  <a:lnTo>
                    <a:pt x="3671" y="132226"/>
                  </a:lnTo>
                  <a:lnTo>
                    <a:pt x="2639" y="137466"/>
                  </a:lnTo>
                  <a:lnTo>
                    <a:pt x="1775" y="142737"/>
                  </a:lnTo>
                  <a:lnTo>
                    <a:pt x="1080" y="148033"/>
                  </a:lnTo>
                  <a:lnTo>
                    <a:pt x="555" y="153348"/>
                  </a:lnTo>
                  <a:lnTo>
                    <a:pt x="199" y="158677"/>
                  </a:lnTo>
                  <a:lnTo>
                    <a:pt x="14" y="164015"/>
                  </a:lnTo>
                  <a:lnTo>
                    <a:pt x="0" y="169356"/>
                  </a:lnTo>
                  <a:lnTo>
                    <a:pt x="156" y="174695"/>
                  </a:lnTo>
                  <a:lnTo>
                    <a:pt x="482" y="180026"/>
                  </a:lnTo>
                  <a:lnTo>
                    <a:pt x="979" y="185344"/>
                  </a:lnTo>
                  <a:lnTo>
                    <a:pt x="1646" y="190643"/>
                  </a:lnTo>
                  <a:lnTo>
                    <a:pt x="2481" y="195919"/>
                  </a:lnTo>
                  <a:lnTo>
                    <a:pt x="3484" y="201165"/>
                  </a:lnTo>
                  <a:lnTo>
                    <a:pt x="4655" y="206376"/>
                  </a:lnTo>
                  <a:lnTo>
                    <a:pt x="5991" y="211547"/>
                  </a:lnTo>
                  <a:lnTo>
                    <a:pt x="7492" y="216673"/>
                  </a:lnTo>
                  <a:lnTo>
                    <a:pt x="9156" y="221748"/>
                  </a:lnTo>
                  <a:lnTo>
                    <a:pt x="10981" y="226768"/>
                  </a:lnTo>
                  <a:lnTo>
                    <a:pt x="12966" y="231726"/>
                  </a:lnTo>
                  <a:lnTo>
                    <a:pt x="15108" y="236619"/>
                  </a:lnTo>
                  <a:lnTo>
                    <a:pt x="17405" y="241441"/>
                  </a:lnTo>
                  <a:lnTo>
                    <a:pt x="19856" y="246187"/>
                  </a:lnTo>
                  <a:lnTo>
                    <a:pt x="22456" y="250852"/>
                  </a:lnTo>
                  <a:lnTo>
                    <a:pt x="25204" y="255432"/>
                  </a:lnTo>
                  <a:lnTo>
                    <a:pt x="167152" y="1671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39339" y="4213821"/>
              <a:ext cx="309095" cy="334334"/>
            </a:xfrm>
            <a:custGeom>
              <a:avLst/>
              <a:pathLst>
                <a:path w="309095" h="334334">
                  <a:moveTo>
                    <a:pt x="0" y="255460"/>
                  </a:moveTo>
                  <a:lnTo>
                    <a:pt x="2872" y="259918"/>
                  </a:lnTo>
                  <a:lnTo>
                    <a:pt x="5884" y="264283"/>
                  </a:lnTo>
                  <a:lnTo>
                    <a:pt x="9032" y="268550"/>
                  </a:lnTo>
                  <a:lnTo>
                    <a:pt x="12315" y="272715"/>
                  </a:lnTo>
                  <a:lnTo>
                    <a:pt x="15728" y="276774"/>
                  </a:lnTo>
                  <a:lnTo>
                    <a:pt x="19269" y="280722"/>
                  </a:lnTo>
                  <a:lnTo>
                    <a:pt x="22932" y="284557"/>
                  </a:lnTo>
                  <a:lnTo>
                    <a:pt x="26716" y="288273"/>
                  </a:lnTo>
                  <a:lnTo>
                    <a:pt x="30615" y="291867"/>
                  </a:lnTo>
                  <a:lnTo>
                    <a:pt x="34626" y="295335"/>
                  </a:lnTo>
                  <a:lnTo>
                    <a:pt x="38746" y="298675"/>
                  </a:lnTo>
                  <a:lnTo>
                    <a:pt x="42969" y="301882"/>
                  </a:lnTo>
                  <a:lnTo>
                    <a:pt x="47292" y="304954"/>
                  </a:lnTo>
                  <a:lnTo>
                    <a:pt x="51710" y="307887"/>
                  </a:lnTo>
                  <a:lnTo>
                    <a:pt x="56219" y="310679"/>
                  </a:lnTo>
                  <a:lnTo>
                    <a:pt x="60814" y="313326"/>
                  </a:lnTo>
                  <a:lnTo>
                    <a:pt x="65491" y="315826"/>
                  </a:lnTo>
                  <a:lnTo>
                    <a:pt x="70245" y="318176"/>
                  </a:lnTo>
                  <a:lnTo>
                    <a:pt x="75071" y="320374"/>
                  </a:lnTo>
                  <a:lnTo>
                    <a:pt x="79964" y="322419"/>
                  </a:lnTo>
                  <a:lnTo>
                    <a:pt x="84920" y="324306"/>
                  </a:lnTo>
                  <a:lnTo>
                    <a:pt x="89933" y="326036"/>
                  </a:lnTo>
                  <a:lnTo>
                    <a:pt x="94999" y="327606"/>
                  </a:lnTo>
                  <a:lnTo>
                    <a:pt x="100111" y="329015"/>
                  </a:lnTo>
                  <a:lnTo>
                    <a:pt x="105266" y="330260"/>
                  </a:lnTo>
                  <a:lnTo>
                    <a:pt x="110458" y="331342"/>
                  </a:lnTo>
                  <a:lnTo>
                    <a:pt x="115681" y="332258"/>
                  </a:lnTo>
                  <a:lnTo>
                    <a:pt x="120931" y="333008"/>
                  </a:lnTo>
                  <a:lnTo>
                    <a:pt x="126202" y="333591"/>
                  </a:lnTo>
                  <a:lnTo>
                    <a:pt x="131489" y="334007"/>
                  </a:lnTo>
                  <a:lnTo>
                    <a:pt x="136786" y="334255"/>
                  </a:lnTo>
                  <a:lnTo>
                    <a:pt x="142088" y="334334"/>
                  </a:lnTo>
                  <a:lnTo>
                    <a:pt x="147391" y="334246"/>
                  </a:lnTo>
                  <a:lnTo>
                    <a:pt x="152688" y="333989"/>
                  </a:lnTo>
                  <a:lnTo>
                    <a:pt x="157974" y="333564"/>
                  </a:lnTo>
                  <a:lnTo>
                    <a:pt x="163244" y="332972"/>
                  </a:lnTo>
                  <a:lnTo>
                    <a:pt x="168492" y="332213"/>
                  </a:lnTo>
                  <a:lnTo>
                    <a:pt x="173714" y="331288"/>
                  </a:lnTo>
                  <a:lnTo>
                    <a:pt x="178904" y="330198"/>
                  </a:lnTo>
                  <a:lnTo>
                    <a:pt x="184057" y="328944"/>
                  </a:lnTo>
                  <a:lnTo>
                    <a:pt x="189167" y="327527"/>
                  </a:lnTo>
                  <a:lnTo>
                    <a:pt x="194230" y="325948"/>
                  </a:lnTo>
                  <a:lnTo>
                    <a:pt x="199240" y="324210"/>
                  </a:lnTo>
                  <a:lnTo>
                    <a:pt x="204192" y="322314"/>
                  </a:lnTo>
                  <a:lnTo>
                    <a:pt x="209082" y="320261"/>
                  </a:lnTo>
                  <a:lnTo>
                    <a:pt x="213904" y="318055"/>
                  </a:lnTo>
                  <a:lnTo>
                    <a:pt x="218654" y="315696"/>
                  </a:lnTo>
                  <a:lnTo>
                    <a:pt x="223327" y="313189"/>
                  </a:lnTo>
                  <a:lnTo>
                    <a:pt x="227918" y="310534"/>
                  </a:lnTo>
                  <a:lnTo>
                    <a:pt x="232422" y="307735"/>
                  </a:lnTo>
                  <a:lnTo>
                    <a:pt x="236835" y="304794"/>
                  </a:lnTo>
                  <a:lnTo>
                    <a:pt x="241153" y="301715"/>
                  </a:lnTo>
                  <a:lnTo>
                    <a:pt x="245371" y="298501"/>
                  </a:lnTo>
                  <a:lnTo>
                    <a:pt x="249485" y="295154"/>
                  </a:lnTo>
                  <a:lnTo>
                    <a:pt x="253490" y="291679"/>
                  </a:lnTo>
                  <a:lnTo>
                    <a:pt x="257383" y="288078"/>
                  </a:lnTo>
                  <a:lnTo>
                    <a:pt x="261161" y="284356"/>
                  </a:lnTo>
                  <a:lnTo>
                    <a:pt x="264818" y="280515"/>
                  </a:lnTo>
                  <a:lnTo>
                    <a:pt x="268351" y="276561"/>
                  </a:lnTo>
                  <a:lnTo>
                    <a:pt x="271758" y="272496"/>
                  </a:lnTo>
                  <a:lnTo>
                    <a:pt x="275033" y="268326"/>
                  </a:lnTo>
                  <a:lnTo>
                    <a:pt x="278175" y="264053"/>
                  </a:lnTo>
                  <a:lnTo>
                    <a:pt x="281180" y="259684"/>
                  </a:lnTo>
                  <a:lnTo>
                    <a:pt x="284044" y="255221"/>
                  </a:lnTo>
                  <a:lnTo>
                    <a:pt x="286766" y="250669"/>
                  </a:lnTo>
                  <a:lnTo>
                    <a:pt x="289341" y="246034"/>
                  </a:lnTo>
                  <a:lnTo>
                    <a:pt x="291769" y="241319"/>
                  </a:lnTo>
                  <a:lnTo>
                    <a:pt x="294046" y="236529"/>
                  </a:lnTo>
                  <a:lnTo>
                    <a:pt x="296169" y="231670"/>
                  </a:lnTo>
                  <a:lnTo>
                    <a:pt x="298138" y="226746"/>
                  </a:lnTo>
                  <a:lnTo>
                    <a:pt x="299949" y="221761"/>
                  </a:lnTo>
                  <a:lnTo>
                    <a:pt x="301601" y="216722"/>
                  </a:lnTo>
                  <a:lnTo>
                    <a:pt x="303092" y="211633"/>
                  </a:lnTo>
                  <a:lnTo>
                    <a:pt x="304422" y="206499"/>
                  </a:lnTo>
                  <a:lnTo>
                    <a:pt x="305588" y="201326"/>
                  </a:lnTo>
                  <a:lnTo>
                    <a:pt x="306589" y="196118"/>
                  </a:lnTo>
                  <a:lnTo>
                    <a:pt x="307424" y="190881"/>
                  </a:lnTo>
                  <a:lnTo>
                    <a:pt x="308093" y="185620"/>
                  </a:lnTo>
                  <a:lnTo>
                    <a:pt x="308595" y="180341"/>
                  </a:lnTo>
                  <a:lnTo>
                    <a:pt x="308929" y="175049"/>
                  </a:lnTo>
                  <a:lnTo>
                    <a:pt x="309095" y="169748"/>
                  </a:lnTo>
                  <a:lnTo>
                    <a:pt x="309093" y="164445"/>
                  </a:lnTo>
                  <a:lnTo>
                    <a:pt x="308922" y="159144"/>
                  </a:lnTo>
                  <a:lnTo>
                    <a:pt x="308584" y="153852"/>
                  </a:lnTo>
                  <a:lnTo>
                    <a:pt x="308078" y="148573"/>
                  </a:lnTo>
                  <a:lnTo>
                    <a:pt x="307404" y="143313"/>
                  </a:lnTo>
                  <a:lnTo>
                    <a:pt x="306564" y="138077"/>
                  </a:lnTo>
                  <a:lnTo>
                    <a:pt x="305559" y="132870"/>
                  </a:lnTo>
                  <a:lnTo>
                    <a:pt x="304389" y="127698"/>
                  </a:lnTo>
                  <a:lnTo>
                    <a:pt x="303055" y="122565"/>
                  </a:lnTo>
                  <a:lnTo>
                    <a:pt x="301559" y="117477"/>
                  </a:lnTo>
                  <a:lnTo>
                    <a:pt x="299903" y="112439"/>
                  </a:lnTo>
                  <a:lnTo>
                    <a:pt x="298087" y="107457"/>
                  </a:lnTo>
                  <a:lnTo>
                    <a:pt x="296115" y="102534"/>
                  </a:lnTo>
                  <a:lnTo>
                    <a:pt x="293987" y="97676"/>
                  </a:lnTo>
                  <a:lnTo>
                    <a:pt x="291706" y="92889"/>
                  </a:lnTo>
                  <a:lnTo>
                    <a:pt x="289275" y="88176"/>
                  </a:lnTo>
                  <a:lnTo>
                    <a:pt x="286695" y="83543"/>
                  </a:lnTo>
                  <a:lnTo>
                    <a:pt x="283970" y="78993"/>
                  </a:lnTo>
                  <a:lnTo>
                    <a:pt x="281102" y="74533"/>
                  </a:lnTo>
                  <a:lnTo>
                    <a:pt x="278093" y="70166"/>
                  </a:lnTo>
                  <a:lnTo>
                    <a:pt x="274948" y="65896"/>
                  </a:lnTo>
                  <a:lnTo>
                    <a:pt x="271669" y="61728"/>
                  </a:lnTo>
                  <a:lnTo>
                    <a:pt x="268259" y="57666"/>
                  </a:lnTo>
                  <a:lnTo>
                    <a:pt x="264722" y="53715"/>
                  </a:lnTo>
                  <a:lnTo>
                    <a:pt x="261062" y="49878"/>
                  </a:lnTo>
                  <a:lnTo>
                    <a:pt x="257281" y="46159"/>
                  </a:lnTo>
                  <a:lnTo>
                    <a:pt x="253385" y="42561"/>
                  </a:lnTo>
                  <a:lnTo>
                    <a:pt x="249377" y="39089"/>
                  </a:lnTo>
                  <a:lnTo>
                    <a:pt x="245260" y="35746"/>
                  </a:lnTo>
                  <a:lnTo>
                    <a:pt x="241039" y="32535"/>
                  </a:lnTo>
                  <a:lnTo>
                    <a:pt x="236719" y="29460"/>
                  </a:lnTo>
                  <a:lnTo>
                    <a:pt x="232303" y="26523"/>
                  </a:lnTo>
                  <a:lnTo>
                    <a:pt x="227797" y="23728"/>
                  </a:lnTo>
                  <a:lnTo>
                    <a:pt x="223204" y="21077"/>
                  </a:lnTo>
                  <a:lnTo>
                    <a:pt x="218529" y="18573"/>
                  </a:lnTo>
                  <a:lnTo>
                    <a:pt x="213777" y="16218"/>
                  </a:lnTo>
                  <a:lnTo>
                    <a:pt x="208953" y="14016"/>
                  </a:lnTo>
                  <a:lnTo>
                    <a:pt x="204061" y="11968"/>
                  </a:lnTo>
                  <a:lnTo>
                    <a:pt x="199107" y="10076"/>
                  </a:lnTo>
                  <a:lnTo>
                    <a:pt x="194096" y="8342"/>
                  </a:lnTo>
                  <a:lnTo>
                    <a:pt x="189032" y="6767"/>
                  </a:lnTo>
                  <a:lnTo>
                    <a:pt x="183920" y="5355"/>
                  </a:lnTo>
                  <a:lnTo>
                    <a:pt x="178766" y="4105"/>
                  </a:lnTo>
                  <a:lnTo>
                    <a:pt x="173576" y="3019"/>
                  </a:lnTo>
                  <a:lnTo>
                    <a:pt x="168353" y="2098"/>
                  </a:lnTo>
                  <a:lnTo>
                    <a:pt x="163104" y="1344"/>
                  </a:lnTo>
                  <a:lnTo>
                    <a:pt x="157833" y="756"/>
                  </a:lnTo>
                  <a:lnTo>
                    <a:pt x="152547" y="336"/>
                  </a:lnTo>
                  <a:lnTo>
                    <a:pt x="147250" y="84"/>
                  </a:lnTo>
                  <a:lnTo>
                    <a:pt x="141947" y="0"/>
                  </a:lnTo>
                  <a:lnTo>
                    <a:pt x="14194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4831" y="4659281"/>
              <a:ext cx="1693" cy="167167"/>
            </a:xfrm>
            <a:custGeom>
              <a:avLst/>
              <a:pathLst>
                <a:path w="1693" h="167167">
                  <a:moveTo>
                    <a:pt x="1693" y="0"/>
                  </a:moveTo>
                  <a:lnTo>
                    <a:pt x="0" y="8"/>
                  </a:lnTo>
                  <a:lnTo>
                    <a:pt x="1693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4831" y="4659290"/>
              <a:ext cx="1693" cy="167158"/>
            </a:xfrm>
            <a:custGeom>
              <a:avLst/>
              <a:pathLst>
                <a:path w="1693" h="167158">
                  <a:moveTo>
                    <a:pt x="0" y="0"/>
                  </a:moveTo>
                  <a:lnTo>
                    <a:pt x="1693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4831" y="4659290"/>
              <a:ext cx="1693" cy="167158"/>
            </a:xfrm>
            <a:custGeom>
              <a:avLst/>
              <a:pathLst>
                <a:path w="1693" h="167158">
                  <a:moveTo>
                    <a:pt x="0" y="0"/>
                  </a:moveTo>
                  <a:lnTo>
                    <a:pt x="1693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4831" y="4659290"/>
              <a:ext cx="1693" cy="167158"/>
            </a:xfrm>
            <a:custGeom>
              <a:avLst/>
              <a:pathLst>
                <a:path w="1693" h="167158">
                  <a:moveTo>
                    <a:pt x="0" y="0"/>
                  </a:moveTo>
                  <a:lnTo>
                    <a:pt x="1693" y="1671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4831" y="4659290"/>
              <a:ext cx="1693" cy="167158"/>
            </a:xfrm>
            <a:custGeom>
              <a:avLst/>
              <a:pathLst>
                <a:path w="1693" h="167158">
                  <a:moveTo>
                    <a:pt x="0" y="0"/>
                  </a:moveTo>
                  <a:lnTo>
                    <a:pt x="1693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4831" y="4659290"/>
              <a:ext cx="1693" cy="167158"/>
            </a:xfrm>
            <a:custGeom>
              <a:avLst/>
              <a:pathLst>
                <a:path w="1693" h="167158">
                  <a:moveTo>
                    <a:pt x="0" y="0"/>
                  </a:moveTo>
                  <a:lnTo>
                    <a:pt x="1693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4831" y="4659290"/>
              <a:ext cx="1693" cy="167158"/>
            </a:xfrm>
            <a:custGeom>
              <a:avLst/>
              <a:pathLst>
                <a:path w="1693" h="167158">
                  <a:moveTo>
                    <a:pt x="0" y="0"/>
                  </a:moveTo>
                  <a:lnTo>
                    <a:pt x="1693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4831" y="4659290"/>
              <a:ext cx="1693" cy="167158"/>
            </a:xfrm>
            <a:custGeom>
              <a:avLst/>
              <a:pathLst>
                <a:path w="1693" h="167158">
                  <a:moveTo>
                    <a:pt x="0" y="0"/>
                  </a:moveTo>
                  <a:lnTo>
                    <a:pt x="1693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4831" y="4659290"/>
              <a:ext cx="1693" cy="167158"/>
            </a:xfrm>
            <a:custGeom>
              <a:avLst/>
              <a:pathLst>
                <a:path w="1693" h="167158">
                  <a:moveTo>
                    <a:pt x="0" y="0"/>
                  </a:moveTo>
                  <a:lnTo>
                    <a:pt x="1693" y="1671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4831" y="4659290"/>
              <a:ext cx="1693" cy="167158"/>
            </a:xfrm>
            <a:custGeom>
              <a:avLst/>
              <a:pathLst>
                <a:path w="1693" h="167158">
                  <a:moveTo>
                    <a:pt x="0" y="0"/>
                  </a:moveTo>
                  <a:lnTo>
                    <a:pt x="1693" y="1671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919674" y="4659290"/>
              <a:ext cx="166850" cy="167158"/>
            </a:xfrm>
            <a:custGeom>
              <a:avLst/>
              <a:pathLst>
                <a:path w="166850" h="167158">
                  <a:moveTo>
                    <a:pt x="165157" y="0"/>
                  </a:moveTo>
                  <a:lnTo>
                    <a:pt x="159711" y="143"/>
                  </a:lnTo>
                  <a:lnTo>
                    <a:pt x="154273" y="465"/>
                  </a:lnTo>
                  <a:lnTo>
                    <a:pt x="148848" y="963"/>
                  </a:lnTo>
                  <a:lnTo>
                    <a:pt x="143442" y="1638"/>
                  </a:lnTo>
                  <a:lnTo>
                    <a:pt x="138062" y="2489"/>
                  </a:lnTo>
                  <a:lnTo>
                    <a:pt x="132711" y="3514"/>
                  </a:lnTo>
                  <a:lnTo>
                    <a:pt x="127397" y="4713"/>
                  </a:lnTo>
                  <a:lnTo>
                    <a:pt x="122125" y="6085"/>
                  </a:lnTo>
                  <a:lnTo>
                    <a:pt x="116901" y="7628"/>
                  </a:lnTo>
                  <a:lnTo>
                    <a:pt x="111729" y="9340"/>
                  </a:lnTo>
                  <a:lnTo>
                    <a:pt x="106616" y="11220"/>
                  </a:lnTo>
                  <a:lnTo>
                    <a:pt x="101567" y="13265"/>
                  </a:lnTo>
                  <a:lnTo>
                    <a:pt x="96587" y="15474"/>
                  </a:lnTo>
                  <a:lnTo>
                    <a:pt x="91682" y="17844"/>
                  </a:lnTo>
                  <a:lnTo>
                    <a:pt x="86857" y="20373"/>
                  </a:lnTo>
                  <a:lnTo>
                    <a:pt x="82117" y="23057"/>
                  </a:lnTo>
                  <a:lnTo>
                    <a:pt x="77466" y="25895"/>
                  </a:lnTo>
                  <a:lnTo>
                    <a:pt x="72911" y="28882"/>
                  </a:lnTo>
                  <a:lnTo>
                    <a:pt x="68455" y="32016"/>
                  </a:lnTo>
                  <a:lnTo>
                    <a:pt x="64104" y="35294"/>
                  </a:lnTo>
                  <a:lnTo>
                    <a:pt x="59862" y="38712"/>
                  </a:lnTo>
                  <a:lnTo>
                    <a:pt x="55734" y="42266"/>
                  </a:lnTo>
                  <a:lnTo>
                    <a:pt x="51723" y="45953"/>
                  </a:lnTo>
                  <a:lnTo>
                    <a:pt x="47835" y="49769"/>
                  </a:lnTo>
                  <a:lnTo>
                    <a:pt x="44073" y="53709"/>
                  </a:lnTo>
                  <a:lnTo>
                    <a:pt x="40442" y="57770"/>
                  </a:lnTo>
                  <a:lnTo>
                    <a:pt x="36945" y="61947"/>
                  </a:lnTo>
                  <a:lnTo>
                    <a:pt x="33585" y="66236"/>
                  </a:lnTo>
                  <a:lnTo>
                    <a:pt x="30368" y="70631"/>
                  </a:lnTo>
                  <a:lnTo>
                    <a:pt x="27295" y="75130"/>
                  </a:lnTo>
                  <a:lnTo>
                    <a:pt x="24371" y="79726"/>
                  </a:lnTo>
                  <a:lnTo>
                    <a:pt x="21597" y="84415"/>
                  </a:lnTo>
                  <a:lnTo>
                    <a:pt x="18978" y="89192"/>
                  </a:lnTo>
                  <a:lnTo>
                    <a:pt x="16516" y="94051"/>
                  </a:lnTo>
                  <a:lnTo>
                    <a:pt x="14214" y="98988"/>
                  </a:lnTo>
                  <a:lnTo>
                    <a:pt x="12074" y="103998"/>
                  </a:lnTo>
                  <a:lnTo>
                    <a:pt x="10098" y="109075"/>
                  </a:lnTo>
                  <a:lnTo>
                    <a:pt x="8289" y="114213"/>
                  </a:lnTo>
                  <a:lnTo>
                    <a:pt x="6648" y="119408"/>
                  </a:lnTo>
                  <a:lnTo>
                    <a:pt x="5177" y="124653"/>
                  </a:lnTo>
                  <a:lnTo>
                    <a:pt x="3878" y="129943"/>
                  </a:lnTo>
                  <a:lnTo>
                    <a:pt x="2752" y="135273"/>
                  </a:lnTo>
                  <a:lnTo>
                    <a:pt x="1800" y="140637"/>
                  </a:lnTo>
                  <a:lnTo>
                    <a:pt x="1024" y="146029"/>
                  </a:lnTo>
                  <a:lnTo>
                    <a:pt x="423" y="151444"/>
                  </a:lnTo>
                  <a:lnTo>
                    <a:pt x="0" y="156875"/>
                  </a:lnTo>
                  <a:lnTo>
                    <a:pt x="166850" y="1671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919357" y="4659281"/>
              <a:ext cx="334323" cy="334327"/>
            </a:xfrm>
            <a:custGeom>
              <a:avLst/>
              <a:pathLst>
                <a:path w="334323" h="334327">
                  <a:moveTo>
                    <a:pt x="316" y="156883"/>
                  </a:moveTo>
                  <a:lnTo>
                    <a:pt x="73" y="162198"/>
                  </a:lnTo>
                  <a:lnTo>
                    <a:pt x="0" y="167518"/>
                  </a:lnTo>
                  <a:lnTo>
                    <a:pt x="95" y="172837"/>
                  </a:lnTo>
                  <a:lnTo>
                    <a:pt x="360" y="178150"/>
                  </a:lnTo>
                  <a:lnTo>
                    <a:pt x="794" y="183453"/>
                  </a:lnTo>
                  <a:lnTo>
                    <a:pt x="1397" y="188739"/>
                  </a:lnTo>
                  <a:lnTo>
                    <a:pt x="2167" y="194003"/>
                  </a:lnTo>
                  <a:lnTo>
                    <a:pt x="3105" y="199239"/>
                  </a:lnTo>
                  <a:lnTo>
                    <a:pt x="4208" y="204444"/>
                  </a:lnTo>
                  <a:lnTo>
                    <a:pt x="5477" y="209610"/>
                  </a:lnTo>
                  <a:lnTo>
                    <a:pt x="6910" y="214734"/>
                  </a:lnTo>
                  <a:lnTo>
                    <a:pt x="8504" y="219809"/>
                  </a:lnTo>
                  <a:lnTo>
                    <a:pt x="10260" y="224832"/>
                  </a:lnTo>
                  <a:lnTo>
                    <a:pt x="12174" y="229795"/>
                  </a:lnTo>
                  <a:lnTo>
                    <a:pt x="14246" y="234696"/>
                  </a:lnTo>
                  <a:lnTo>
                    <a:pt x="16472" y="239527"/>
                  </a:lnTo>
                  <a:lnTo>
                    <a:pt x="18851" y="244286"/>
                  </a:lnTo>
                  <a:lnTo>
                    <a:pt x="21380" y="248967"/>
                  </a:lnTo>
                  <a:lnTo>
                    <a:pt x="24057" y="253564"/>
                  </a:lnTo>
                  <a:lnTo>
                    <a:pt x="26878" y="258074"/>
                  </a:lnTo>
                  <a:lnTo>
                    <a:pt x="29842" y="262492"/>
                  </a:lnTo>
                  <a:lnTo>
                    <a:pt x="32945" y="266814"/>
                  </a:lnTo>
                  <a:lnTo>
                    <a:pt x="36184" y="271035"/>
                  </a:lnTo>
                  <a:lnTo>
                    <a:pt x="39555" y="275150"/>
                  </a:lnTo>
                  <a:lnTo>
                    <a:pt x="43056" y="279156"/>
                  </a:lnTo>
                  <a:lnTo>
                    <a:pt x="46683" y="283049"/>
                  </a:lnTo>
                  <a:lnTo>
                    <a:pt x="50431" y="286824"/>
                  </a:lnTo>
                  <a:lnTo>
                    <a:pt x="54298" y="290478"/>
                  </a:lnTo>
                  <a:lnTo>
                    <a:pt x="58279" y="294007"/>
                  </a:lnTo>
                  <a:lnTo>
                    <a:pt x="62370" y="297408"/>
                  </a:lnTo>
                  <a:lnTo>
                    <a:pt x="66567" y="300676"/>
                  </a:lnTo>
                  <a:lnTo>
                    <a:pt x="70867" y="303810"/>
                  </a:lnTo>
                  <a:lnTo>
                    <a:pt x="75264" y="306805"/>
                  </a:lnTo>
                  <a:lnTo>
                    <a:pt x="79754" y="309659"/>
                  </a:lnTo>
                  <a:lnTo>
                    <a:pt x="84332" y="312368"/>
                  </a:lnTo>
                  <a:lnTo>
                    <a:pt x="88995" y="314931"/>
                  </a:lnTo>
                  <a:lnTo>
                    <a:pt x="93736" y="317343"/>
                  </a:lnTo>
                  <a:lnTo>
                    <a:pt x="98552" y="319604"/>
                  </a:lnTo>
                  <a:lnTo>
                    <a:pt x="103437" y="321710"/>
                  </a:lnTo>
                  <a:lnTo>
                    <a:pt x="108387" y="323660"/>
                  </a:lnTo>
                  <a:lnTo>
                    <a:pt x="113397" y="325451"/>
                  </a:lnTo>
                  <a:lnTo>
                    <a:pt x="118461" y="327082"/>
                  </a:lnTo>
                  <a:lnTo>
                    <a:pt x="123574" y="328551"/>
                  </a:lnTo>
                  <a:lnTo>
                    <a:pt x="128732" y="329856"/>
                  </a:lnTo>
                  <a:lnTo>
                    <a:pt x="133928" y="330997"/>
                  </a:lnTo>
                  <a:lnTo>
                    <a:pt x="139158" y="331971"/>
                  </a:lnTo>
                  <a:lnTo>
                    <a:pt x="144416" y="332779"/>
                  </a:lnTo>
                  <a:lnTo>
                    <a:pt x="149698" y="333419"/>
                  </a:lnTo>
                  <a:lnTo>
                    <a:pt x="154997" y="333891"/>
                  </a:lnTo>
                  <a:lnTo>
                    <a:pt x="160309" y="334194"/>
                  </a:lnTo>
                  <a:lnTo>
                    <a:pt x="165627" y="334327"/>
                  </a:lnTo>
                  <a:lnTo>
                    <a:pt x="170947" y="334292"/>
                  </a:lnTo>
                  <a:lnTo>
                    <a:pt x="176263" y="334087"/>
                  </a:lnTo>
                  <a:lnTo>
                    <a:pt x="181570" y="333713"/>
                  </a:lnTo>
                  <a:lnTo>
                    <a:pt x="186862" y="333170"/>
                  </a:lnTo>
                  <a:lnTo>
                    <a:pt x="192135" y="332459"/>
                  </a:lnTo>
                  <a:lnTo>
                    <a:pt x="197382" y="331581"/>
                  </a:lnTo>
                  <a:lnTo>
                    <a:pt x="202598" y="330536"/>
                  </a:lnTo>
                  <a:lnTo>
                    <a:pt x="207779" y="329326"/>
                  </a:lnTo>
                  <a:lnTo>
                    <a:pt x="212918" y="327952"/>
                  </a:lnTo>
                  <a:lnTo>
                    <a:pt x="218012" y="326414"/>
                  </a:lnTo>
                  <a:lnTo>
                    <a:pt x="223053" y="324716"/>
                  </a:lnTo>
                  <a:lnTo>
                    <a:pt x="228038" y="322858"/>
                  </a:lnTo>
                  <a:lnTo>
                    <a:pt x="232962" y="320842"/>
                  </a:lnTo>
                  <a:lnTo>
                    <a:pt x="237818" y="318670"/>
                  </a:lnTo>
                  <a:lnTo>
                    <a:pt x="242604" y="316345"/>
                  </a:lnTo>
                  <a:lnTo>
                    <a:pt x="247312" y="313869"/>
                  </a:lnTo>
                  <a:lnTo>
                    <a:pt x="251940" y="311245"/>
                  </a:lnTo>
                  <a:lnTo>
                    <a:pt x="256482" y="308474"/>
                  </a:lnTo>
                  <a:lnTo>
                    <a:pt x="260933" y="305561"/>
                  </a:lnTo>
                  <a:lnTo>
                    <a:pt x="265289" y="302507"/>
                  </a:lnTo>
                  <a:lnTo>
                    <a:pt x="269546" y="299316"/>
                  </a:lnTo>
                  <a:lnTo>
                    <a:pt x="273700" y="295991"/>
                  </a:lnTo>
                  <a:lnTo>
                    <a:pt x="277745" y="292536"/>
                  </a:lnTo>
                  <a:lnTo>
                    <a:pt x="281678" y="288954"/>
                  </a:lnTo>
                  <a:lnTo>
                    <a:pt x="285496" y="285248"/>
                  </a:lnTo>
                  <a:lnTo>
                    <a:pt x="289193" y="281423"/>
                  </a:lnTo>
                  <a:lnTo>
                    <a:pt x="292767" y="277482"/>
                  </a:lnTo>
                  <a:lnTo>
                    <a:pt x="296214" y="273430"/>
                  </a:lnTo>
                  <a:lnTo>
                    <a:pt x="299530" y="269269"/>
                  </a:lnTo>
                  <a:lnTo>
                    <a:pt x="302712" y="265006"/>
                  </a:lnTo>
                  <a:lnTo>
                    <a:pt x="305757" y="260643"/>
                  </a:lnTo>
                  <a:lnTo>
                    <a:pt x="308661" y="256186"/>
                  </a:lnTo>
                  <a:lnTo>
                    <a:pt x="311422" y="251638"/>
                  </a:lnTo>
                  <a:lnTo>
                    <a:pt x="314037" y="247005"/>
                  </a:lnTo>
                  <a:lnTo>
                    <a:pt x="316503" y="242291"/>
                  </a:lnTo>
                  <a:lnTo>
                    <a:pt x="318818" y="237501"/>
                  </a:lnTo>
                  <a:lnTo>
                    <a:pt x="320979" y="232640"/>
                  </a:lnTo>
                  <a:lnTo>
                    <a:pt x="322985" y="227712"/>
                  </a:lnTo>
                  <a:lnTo>
                    <a:pt x="324832" y="222723"/>
                  </a:lnTo>
                  <a:lnTo>
                    <a:pt x="326520" y="217678"/>
                  </a:lnTo>
                  <a:lnTo>
                    <a:pt x="328047" y="212581"/>
                  </a:lnTo>
                  <a:lnTo>
                    <a:pt x="329411" y="207439"/>
                  </a:lnTo>
                  <a:lnTo>
                    <a:pt x="330610" y="202256"/>
                  </a:lnTo>
                  <a:lnTo>
                    <a:pt x="331644" y="197037"/>
                  </a:lnTo>
                  <a:lnTo>
                    <a:pt x="332511" y="191788"/>
                  </a:lnTo>
                  <a:lnTo>
                    <a:pt x="333211" y="186514"/>
                  </a:lnTo>
                  <a:lnTo>
                    <a:pt x="333742" y="181221"/>
                  </a:lnTo>
                  <a:lnTo>
                    <a:pt x="334105" y="175913"/>
                  </a:lnTo>
                  <a:lnTo>
                    <a:pt x="334299" y="170597"/>
                  </a:lnTo>
                  <a:lnTo>
                    <a:pt x="334323" y="165277"/>
                  </a:lnTo>
                  <a:lnTo>
                    <a:pt x="334179" y="159959"/>
                  </a:lnTo>
                  <a:lnTo>
                    <a:pt x="333865" y="154648"/>
                  </a:lnTo>
                  <a:lnTo>
                    <a:pt x="333382" y="149350"/>
                  </a:lnTo>
                  <a:lnTo>
                    <a:pt x="332731" y="144069"/>
                  </a:lnTo>
                  <a:lnTo>
                    <a:pt x="331912" y="138813"/>
                  </a:lnTo>
                  <a:lnTo>
                    <a:pt x="330926" y="133585"/>
                  </a:lnTo>
                  <a:lnTo>
                    <a:pt x="329775" y="128391"/>
                  </a:lnTo>
                  <a:lnTo>
                    <a:pt x="328458" y="123236"/>
                  </a:lnTo>
                  <a:lnTo>
                    <a:pt x="326979" y="118126"/>
                  </a:lnTo>
                  <a:lnTo>
                    <a:pt x="325337" y="113065"/>
                  </a:lnTo>
                  <a:lnTo>
                    <a:pt x="323536" y="108060"/>
                  </a:lnTo>
                  <a:lnTo>
                    <a:pt x="321576" y="103114"/>
                  </a:lnTo>
                  <a:lnTo>
                    <a:pt x="319459" y="98233"/>
                  </a:lnTo>
                  <a:lnTo>
                    <a:pt x="317188" y="93422"/>
                  </a:lnTo>
                  <a:lnTo>
                    <a:pt x="314766" y="88685"/>
                  </a:lnTo>
                  <a:lnTo>
                    <a:pt x="312194" y="84028"/>
                  </a:lnTo>
                  <a:lnTo>
                    <a:pt x="309475" y="79455"/>
                  </a:lnTo>
                  <a:lnTo>
                    <a:pt x="306612" y="74971"/>
                  </a:lnTo>
                  <a:lnTo>
                    <a:pt x="303607" y="70581"/>
                  </a:lnTo>
                  <a:lnTo>
                    <a:pt x="300465" y="66288"/>
                  </a:lnTo>
                  <a:lnTo>
                    <a:pt x="297187" y="62097"/>
                  </a:lnTo>
                  <a:lnTo>
                    <a:pt x="293778" y="58013"/>
                  </a:lnTo>
                  <a:lnTo>
                    <a:pt x="290240" y="54040"/>
                  </a:lnTo>
                  <a:lnTo>
                    <a:pt x="286578" y="50181"/>
                  </a:lnTo>
                  <a:lnTo>
                    <a:pt x="282795" y="46440"/>
                  </a:lnTo>
                  <a:lnTo>
                    <a:pt x="278895" y="42822"/>
                  </a:lnTo>
                  <a:lnTo>
                    <a:pt x="274882" y="39329"/>
                  </a:lnTo>
                  <a:lnTo>
                    <a:pt x="270759" y="35967"/>
                  </a:lnTo>
                  <a:lnTo>
                    <a:pt x="266532" y="32737"/>
                  </a:lnTo>
                  <a:lnTo>
                    <a:pt x="262204" y="29643"/>
                  </a:lnTo>
                  <a:lnTo>
                    <a:pt x="257779" y="26688"/>
                  </a:lnTo>
                  <a:lnTo>
                    <a:pt x="253263" y="23876"/>
                  </a:lnTo>
                  <a:lnTo>
                    <a:pt x="248660" y="21209"/>
                  </a:lnTo>
                  <a:lnTo>
                    <a:pt x="243974" y="18690"/>
                  </a:lnTo>
                  <a:lnTo>
                    <a:pt x="239211" y="16321"/>
                  </a:lnTo>
                  <a:lnTo>
                    <a:pt x="234374" y="14105"/>
                  </a:lnTo>
                  <a:lnTo>
                    <a:pt x="229470" y="12044"/>
                  </a:lnTo>
                  <a:lnTo>
                    <a:pt x="224502" y="10140"/>
                  </a:lnTo>
                  <a:lnTo>
                    <a:pt x="219476" y="8395"/>
                  </a:lnTo>
                  <a:lnTo>
                    <a:pt x="214397" y="6810"/>
                  </a:lnTo>
                  <a:lnTo>
                    <a:pt x="209271" y="5389"/>
                  </a:lnTo>
                  <a:lnTo>
                    <a:pt x="204102" y="4131"/>
                  </a:lnTo>
                  <a:lnTo>
                    <a:pt x="198895" y="3038"/>
                  </a:lnTo>
                  <a:lnTo>
                    <a:pt x="193656" y="2112"/>
                  </a:lnTo>
                  <a:lnTo>
                    <a:pt x="188390" y="1352"/>
                  </a:lnTo>
                  <a:lnTo>
                    <a:pt x="183103" y="761"/>
                  </a:lnTo>
                  <a:lnTo>
                    <a:pt x="177800" y="338"/>
                  </a:lnTo>
                  <a:lnTo>
                    <a:pt x="172486" y="84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321567" y="5018213"/>
              <a:ext cx="334316" cy="334332"/>
            </a:xfrm>
            <a:custGeom>
              <a:avLst/>
              <a:pathLst>
                <a:path w="334316" h="334332">
                  <a:moveTo>
                    <a:pt x="167153" y="0"/>
                  </a:moveTo>
                  <a:lnTo>
                    <a:pt x="161858" y="83"/>
                  </a:lnTo>
                  <a:lnTo>
                    <a:pt x="156569" y="335"/>
                  </a:lnTo>
                  <a:lnTo>
                    <a:pt x="151291" y="754"/>
                  </a:lnTo>
                  <a:lnTo>
                    <a:pt x="146029" y="1340"/>
                  </a:lnTo>
                  <a:lnTo>
                    <a:pt x="140787" y="2092"/>
                  </a:lnTo>
                  <a:lnTo>
                    <a:pt x="135572" y="3010"/>
                  </a:lnTo>
                  <a:lnTo>
                    <a:pt x="130389" y="4092"/>
                  </a:lnTo>
                  <a:lnTo>
                    <a:pt x="125243" y="5338"/>
                  </a:lnTo>
                  <a:lnTo>
                    <a:pt x="120139" y="6747"/>
                  </a:lnTo>
                  <a:lnTo>
                    <a:pt x="115082" y="8316"/>
                  </a:lnTo>
                  <a:lnTo>
                    <a:pt x="110077" y="10045"/>
                  </a:lnTo>
                  <a:lnTo>
                    <a:pt x="105129" y="11932"/>
                  </a:lnTo>
                  <a:lnTo>
                    <a:pt x="100244" y="13974"/>
                  </a:lnTo>
                  <a:lnTo>
                    <a:pt x="95426" y="16170"/>
                  </a:lnTo>
                  <a:lnTo>
                    <a:pt x="90680" y="18517"/>
                  </a:lnTo>
                  <a:lnTo>
                    <a:pt x="86010" y="21014"/>
                  </a:lnTo>
                  <a:lnTo>
                    <a:pt x="81422" y="23657"/>
                  </a:lnTo>
                  <a:lnTo>
                    <a:pt x="76920" y="26444"/>
                  </a:lnTo>
                  <a:lnTo>
                    <a:pt x="72508" y="29372"/>
                  </a:lnTo>
                  <a:lnTo>
                    <a:pt x="68192" y="32439"/>
                  </a:lnTo>
                  <a:lnTo>
                    <a:pt x="63974" y="35641"/>
                  </a:lnTo>
                  <a:lnTo>
                    <a:pt x="59861" y="38974"/>
                  </a:lnTo>
                  <a:lnTo>
                    <a:pt x="55854" y="42437"/>
                  </a:lnTo>
                  <a:lnTo>
                    <a:pt x="51960" y="46024"/>
                  </a:lnTo>
                  <a:lnTo>
                    <a:pt x="48181" y="49733"/>
                  </a:lnTo>
                  <a:lnTo>
                    <a:pt x="44521" y="53560"/>
                  </a:lnTo>
                  <a:lnTo>
                    <a:pt x="40985" y="57501"/>
                  </a:lnTo>
                  <a:lnTo>
                    <a:pt x="37575" y="61552"/>
                  </a:lnTo>
                  <a:lnTo>
                    <a:pt x="34295" y="65709"/>
                  </a:lnTo>
                  <a:lnTo>
                    <a:pt x="31148" y="69967"/>
                  </a:lnTo>
                  <a:lnTo>
                    <a:pt x="28138" y="74323"/>
                  </a:lnTo>
                  <a:lnTo>
                    <a:pt x="25268" y="78773"/>
                  </a:lnTo>
                  <a:lnTo>
                    <a:pt x="22539" y="83311"/>
                  </a:lnTo>
                  <a:lnTo>
                    <a:pt x="19956" y="87933"/>
                  </a:lnTo>
                  <a:lnTo>
                    <a:pt x="17520" y="92634"/>
                  </a:lnTo>
                  <a:lnTo>
                    <a:pt x="15235" y="97411"/>
                  </a:lnTo>
                  <a:lnTo>
                    <a:pt x="13102" y="102257"/>
                  </a:lnTo>
                  <a:lnTo>
                    <a:pt x="11123" y="107169"/>
                  </a:lnTo>
                  <a:lnTo>
                    <a:pt x="9302" y="112140"/>
                  </a:lnTo>
                  <a:lnTo>
                    <a:pt x="7638" y="117167"/>
                  </a:lnTo>
                  <a:lnTo>
                    <a:pt x="6134" y="122244"/>
                  </a:lnTo>
                  <a:lnTo>
                    <a:pt x="4793" y="127366"/>
                  </a:lnTo>
                  <a:lnTo>
                    <a:pt x="3613" y="132528"/>
                  </a:lnTo>
                  <a:lnTo>
                    <a:pt x="2598" y="137725"/>
                  </a:lnTo>
                  <a:lnTo>
                    <a:pt x="1749" y="142951"/>
                  </a:lnTo>
                  <a:lnTo>
                    <a:pt x="1065" y="148202"/>
                  </a:lnTo>
                  <a:lnTo>
                    <a:pt x="547" y="153472"/>
                  </a:lnTo>
                  <a:lnTo>
                    <a:pt x="197" y="158755"/>
                  </a:lnTo>
                  <a:lnTo>
                    <a:pt x="14" y="164047"/>
                  </a:lnTo>
                  <a:lnTo>
                    <a:pt x="0" y="169342"/>
                  </a:lnTo>
                  <a:lnTo>
                    <a:pt x="152" y="174635"/>
                  </a:lnTo>
                  <a:lnTo>
                    <a:pt x="473" y="179920"/>
                  </a:lnTo>
                  <a:lnTo>
                    <a:pt x="960" y="185193"/>
                  </a:lnTo>
                  <a:lnTo>
                    <a:pt x="1614" y="190447"/>
                  </a:lnTo>
                  <a:lnTo>
                    <a:pt x="2435" y="195678"/>
                  </a:lnTo>
                  <a:lnTo>
                    <a:pt x="3420" y="200881"/>
                  </a:lnTo>
                  <a:lnTo>
                    <a:pt x="4570" y="206049"/>
                  </a:lnTo>
                  <a:lnTo>
                    <a:pt x="5883" y="211179"/>
                  </a:lnTo>
                  <a:lnTo>
                    <a:pt x="7358" y="216264"/>
                  </a:lnTo>
                  <a:lnTo>
                    <a:pt x="8993" y="221301"/>
                  </a:lnTo>
                  <a:lnTo>
                    <a:pt x="10787" y="226282"/>
                  </a:lnTo>
                  <a:lnTo>
                    <a:pt x="12738" y="231205"/>
                  </a:lnTo>
                  <a:lnTo>
                    <a:pt x="14843" y="236063"/>
                  </a:lnTo>
                  <a:lnTo>
                    <a:pt x="17102" y="240853"/>
                  </a:lnTo>
                  <a:lnTo>
                    <a:pt x="19511" y="245568"/>
                  </a:lnTo>
                  <a:lnTo>
                    <a:pt x="22068" y="250205"/>
                  </a:lnTo>
                  <a:lnTo>
                    <a:pt x="24770" y="254758"/>
                  </a:lnTo>
                  <a:lnTo>
                    <a:pt x="27616" y="259223"/>
                  </a:lnTo>
                  <a:lnTo>
                    <a:pt x="30601" y="263596"/>
                  </a:lnTo>
                  <a:lnTo>
                    <a:pt x="33724" y="267873"/>
                  </a:lnTo>
                  <a:lnTo>
                    <a:pt x="36980" y="272048"/>
                  </a:lnTo>
                  <a:lnTo>
                    <a:pt x="40367" y="276118"/>
                  </a:lnTo>
                  <a:lnTo>
                    <a:pt x="43881" y="280079"/>
                  </a:lnTo>
                  <a:lnTo>
                    <a:pt x="47519" y="283926"/>
                  </a:lnTo>
                  <a:lnTo>
                    <a:pt x="51277" y="287657"/>
                  </a:lnTo>
                  <a:lnTo>
                    <a:pt x="55151" y="291266"/>
                  </a:lnTo>
                  <a:lnTo>
                    <a:pt x="59138" y="294751"/>
                  </a:lnTo>
                  <a:lnTo>
                    <a:pt x="63233" y="298108"/>
                  </a:lnTo>
                  <a:lnTo>
                    <a:pt x="67432" y="301333"/>
                  </a:lnTo>
                  <a:lnTo>
                    <a:pt x="71731" y="304424"/>
                  </a:lnTo>
                  <a:lnTo>
                    <a:pt x="76126" y="307378"/>
                  </a:lnTo>
                  <a:lnTo>
                    <a:pt x="80612" y="310190"/>
                  </a:lnTo>
                  <a:lnTo>
                    <a:pt x="85185" y="312859"/>
                  </a:lnTo>
                  <a:lnTo>
                    <a:pt x="89841" y="315382"/>
                  </a:lnTo>
                  <a:lnTo>
                    <a:pt x="94573" y="317756"/>
                  </a:lnTo>
                  <a:lnTo>
                    <a:pt x="99379" y="319980"/>
                  </a:lnTo>
                  <a:lnTo>
                    <a:pt x="104253" y="322049"/>
                  </a:lnTo>
                  <a:lnTo>
                    <a:pt x="109190" y="323964"/>
                  </a:lnTo>
                  <a:lnTo>
                    <a:pt x="114185" y="325721"/>
                  </a:lnTo>
                  <a:lnTo>
                    <a:pt x="119233" y="327319"/>
                  </a:lnTo>
                  <a:lnTo>
                    <a:pt x="124329" y="328756"/>
                  </a:lnTo>
                  <a:lnTo>
                    <a:pt x="129468" y="330031"/>
                  </a:lnTo>
                  <a:lnTo>
                    <a:pt x="134645" y="331143"/>
                  </a:lnTo>
                  <a:lnTo>
                    <a:pt x="139855" y="332090"/>
                  </a:lnTo>
                  <a:lnTo>
                    <a:pt x="145092" y="332872"/>
                  </a:lnTo>
                  <a:lnTo>
                    <a:pt x="150351" y="333488"/>
                  </a:lnTo>
                  <a:lnTo>
                    <a:pt x="155627" y="333937"/>
                  </a:lnTo>
                  <a:lnTo>
                    <a:pt x="160914" y="334218"/>
                  </a:lnTo>
                  <a:lnTo>
                    <a:pt x="166208" y="334332"/>
                  </a:lnTo>
                  <a:lnTo>
                    <a:pt x="171503" y="334278"/>
                  </a:lnTo>
                  <a:lnTo>
                    <a:pt x="176793" y="334056"/>
                  </a:lnTo>
                  <a:lnTo>
                    <a:pt x="182074" y="333667"/>
                  </a:lnTo>
                  <a:lnTo>
                    <a:pt x="187339" y="333111"/>
                  </a:lnTo>
                  <a:lnTo>
                    <a:pt x="192585" y="332388"/>
                  </a:lnTo>
                  <a:lnTo>
                    <a:pt x="197805" y="331500"/>
                  </a:lnTo>
                  <a:lnTo>
                    <a:pt x="202994" y="330447"/>
                  </a:lnTo>
                  <a:lnTo>
                    <a:pt x="208147" y="329230"/>
                  </a:lnTo>
                  <a:lnTo>
                    <a:pt x="213259" y="327850"/>
                  </a:lnTo>
                  <a:lnTo>
                    <a:pt x="218325" y="326309"/>
                  </a:lnTo>
                  <a:lnTo>
                    <a:pt x="223340" y="324609"/>
                  </a:lnTo>
                  <a:lnTo>
                    <a:pt x="228298" y="322750"/>
                  </a:lnTo>
                  <a:lnTo>
                    <a:pt x="233195" y="320736"/>
                  </a:lnTo>
                  <a:lnTo>
                    <a:pt x="238025" y="318567"/>
                  </a:lnTo>
                  <a:lnTo>
                    <a:pt x="242785" y="316247"/>
                  </a:lnTo>
                  <a:lnTo>
                    <a:pt x="247468" y="313777"/>
                  </a:lnTo>
                  <a:lnTo>
                    <a:pt x="252071" y="311159"/>
                  </a:lnTo>
                  <a:lnTo>
                    <a:pt x="256589" y="308398"/>
                  </a:lnTo>
                  <a:lnTo>
                    <a:pt x="261017" y="305494"/>
                  </a:lnTo>
                  <a:lnTo>
                    <a:pt x="265351" y="302452"/>
                  </a:lnTo>
                  <a:lnTo>
                    <a:pt x="269586" y="299274"/>
                  </a:lnTo>
                  <a:lnTo>
                    <a:pt x="273719" y="295964"/>
                  </a:lnTo>
                  <a:lnTo>
                    <a:pt x="277744" y="292524"/>
                  </a:lnTo>
                  <a:lnTo>
                    <a:pt x="281659" y="288959"/>
                  </a:lnTo>
                  <a:lnTo>
                    <a:pt x="285459" y="285271"/>
                  </a:lnTo>
                  <a:lnTo>
                    <a:pt x="289140" y="281465"/>
                  </a:lnTo>
                  <a:lnTo>
                    <a:pt x="292699" y="277544"/>
                  </a:lnTo>
                  <a:lnTo>
                    <a:pt x="296131" y="273513"/>
                  </a:lnTo>
                  <a:lnTo>
                    <a:pt x="299435" y="269375"/>
                  </a:lnTo>
                  <a:lnTo>
                    <a:pt x="302606" y="265134"/>
                  </a:lnTo>
                  <a:lnTo>
                    <a:pt x="305640" y="260795"/>
                  </a:lnTo>
                  <a:lnTo>
                    <a:pt x="308536" y="256362"/>
                  </a:lnTo>
                  <a:lnTo>
                    <a:pt x="311290" y="251839"/>
                  </a:lnTo>
                  <a:lnTo>
                    <a:pt x="313899" y="247232"/>
                  </a:lnTo>
                  <a:lnTo>
                    <a:pt x="316361" y="242544"/>
                  </a:lnTo>
                  <a:lnTo>
                    <a:pt x="318674" y="237781"/>
                  </a:lnTo>
                  <a:lnTo>
                    <a:pt x="320834" y="232947"/>
                  </a:lnTo>
                  <a:lnTo>
                    <a:pt x="322840" y="228046"/>
                  </a:lnTo>
                  <a:lnTo>
                    <a:pt x="324690" y="223085"/>
                  </a:lnTo>
                  <a:lnTo>
                    <a:pt x="326382" y="218068"/>
                  </a:lnTo>
                  <a:lnTo>
                    <a:pt x="327915" y="212999"/>
                  </a:lnTo>
                  <a:lnTo>
                    <a:pt x="329286" y="207885"/>
                  </a:lnTo>
                  <a:lnTo>
                    <a:pt x="330494" y="202729"/>
                  </a:lnTo>
                  <a:lnTo>
                    <a:pt x="331538" y="197538"/>
                  </a:lnTo>
                  <a:lnTo>
                    <a:pt x="332418" y="192317"/>
                  </a:lnTo>
                  <a:lnTo>
                    <a:pt x="333131" y="187070"/>
                  </a:lnTo>
                  <a:lnTo>
                    <a:pt x="333678" y="181804"/>
                  </a:lnTo>
                  <a:lnTo>
                    <a:pt x="334058" y="176522"/>
                  </a:lnTo>
                  <a:lnTo>
                    <a:pt x="334271" y="171231"/>
                  </a:lnTo>
                  <a:lnTo>
                    <a:pt x="334316" y="165937"/>
                  </a:lnTo>
                  <a:lnTo>
                    <a:pt x="334193" y="160643"/>
                  </a:lnTo>
                  <a:lnTo>
                    <a:pt x="333902" y="155356"/>
                  </a:lnTo>
                  <a:lnTo>
                    <a:pt x="333445" y="150081"/>
                  </a:lnTo>
                  <a:lnTo>
                    <a:pt x="332820" y="144823"/>
                  </a:lnTo>
                  <a:lnTo>
                    <a:pt x="332029" y="139587"/>
                  </a:lnTo>
                  <a:lnTo>
                    <a:pt x="331073" y="134379"/>
                  </a:lnTo>
                  <a:lnTo>
                    <a:pt x="329953" y="129204"/>
                  </a:lnTo>
                  <a:lnTo>
                    <a:pt x="328669" y="124067"/>
                  </a:lnTo>
                  <a:lnTo>
                    <a:pt x="327223" y="118974"/>
                  </a:lnTo>
                  <a:lnTo>
                    <a:pt x="325616" y="113928"/>
                  </a:lnTo>
                  <a:lnTo>
                    <a:pt x="323850" y="108936"/>
                  </a:lnTo>
                  <a:lnTo>
                    <a:pt x="321928" y="104003"/>
                  </a:lnTo>
                  <a:lnTo>
                    <a:pt x="319849" y="99132"/>
                  </a:lnTo>
                  <a:lnTo>
                    <a:pt x="317618" y="94331"/>
                  </a:lnTo>
                  <a:lnTo>
                    <a:pt x="315236" y="89602"/>
                  </a:lnTo>
                  <a:lnTo>
                    <a:pt x="312705" y="84951"/>
                  </a:lnTo>
                  <a:lnTo>
                    <a:pt x="310028" y="80382"/>
                  </a:lnTo>
                  <a:lnTo>
                    <a:pt x="307208" y="75901"/>
                  </a:lnTo>
                  <a:lnTo>
                    <a:pt x="304247" y="71511"/>
                  </a:lnTo>
                  <a:lnTo>
                    <a:pt x="301149" y="67217"/>
                  </a:lnTo>
                  <a:lnTo>
                    <a:pt x="297916" y="63023"/>
                  </a:lnTo>
                  <a:lnTo>
                    <a:pt x="294552" y="58934"/>
                  </a:lnTo>
                  <a:lnTo>
                    <a:pt x="291061" y="54954"/>
                  </a:lnTo>
                  <a:lnTo>
                    <a:pt x="287444" y="51086"/>
                  </a:lnTo>
                  <a:lnTo>
                    <a:pt x="283708" y="47334"/>
                  </a:lnTo>
                  <a:lnTo>
                    <a:pt x="279854" y="43703"/>
                  </a:lnTo>
                  <a:lnTo>
                    <a:pt x="275887" y="40195"/>
                  </a:lnTo>
                  <a:lnTo>
                    <a:pt x="271811" y="36815"/>
                  </a:lnTo>
                  <a:lnTo>
                    <a:pt x="267631" y="33566"/>
                  </a:lnTo>
                  <a:lnTo>
                    <a:pt x="263349" y="30451"/>
                  </a:lnTo>
                  <a:lnTo>
                    <a:pt x="258971" y="27473"/>
                  </a:lnTo>
                  <a:lnTo>
                    <a:pt x="254500" y="24635"/>
                  </a:lnTo>
                  <a:lnTo>
                    <a:pt x="249943" y="21940"/>
                  </a:lnTo>
                  <a:lnTo>
                    <a:pt x="245302" y="19391"/>
                  </a:lnTo>
                  <a:lnTo>
                    <a:pt x="240582" y="16990"/>
                  </a:lnTo>
                  <a:lnTo>
                    <a:pt x="235789" y="14740"/>
                  </a:lnTo>
                  <a:lnTo>
                    <a:pt x="230927" y="12643"/>
                  </a:lnTo>
                  <a:lnTo>
                    <a:pt x="226001" y="10700"/>
                  </a:lnTo>
                  <a:lnTo>
                    <a:pt x="221016" y="8915"/>
                  </a:lnTo>
                  <a:lnTo>
                    <a:pt x="215977" y="7288"/>
                  </a:lnTo>
                  <a:lnTo>
                    <a:pt x="210889" y="5822"/>
                  </a:lnTo>
                  <a:lnTo>
                    <a:pt x="205757" y="4518"/>
                  </a:lnTo>
                  <a:lnTo>
                    <a:pt x="200587" y="3377"/>
                  </a:lnTo>
                  <a:lnTo>
                    <a:pt x="195383" y="2400"/>
                  </a:lnTo>
                  <a:lnTo>
                    <a:pt x="190150" y="1589"/>
                  </a:lnTo>
                  <a:lnTo>
                    <a:pt x="184895" y="944"/>
                  </a:lnTo>
                  <a:lnTo>
                    <a:pt x="179621" y="465"/>
                  </a:lnTo>
                  <a:lnTo>
                    <a:pt x="174336" y="154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720" y="5018213"/>
              <a:ext cx="7182" cy="167167"/>
            </a:xfrm>
            <a:custGeom>
              <a:avLst/>
              <a:pathLst>
                <a:path w="7182" h="167167">
                  <a:moveTo>
                    <a:pt x="7182" y="15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797334" y="5269756"/>
              <a:ext cx="167166" cy="167167"/>
            </a:xfrm>
            <a:custGeom>
              <a:avLst/>
              <a:pathLst>
                <a:path w="167166" h="167167">
                  <a:moveTo>
                    <a:pt x="167166" y="0"/>
                  </a:moveTo>
                  <a:lnTo>
                    <a:pt x="161705" y="89"/>
                  </a:lnTo>
                  <a:lnTo>
                    <a:pt x="156249" y="356"/>
                  </a:lnTo>
                  <a:lnTo>
                    <a:pt x="150805" y="802"/>
                  </a:lnTo>
                  <a:lnTo>
                    <a:pt x="145379" y="1425"/>
                  </a:lnTo>
                  <a:lnTo>
                    <a:pt x="139975" y="2226"/>
                  </a:lnTo>
                  <a:lnTo>
                    <a:pt x="134601" y="3202"/>
                  </a:lnTo>
                  <a:lnTo>
                    <a:pt x="129261" y="4354"/>
                  </a:lnTo>
                  <a:lnTo>
                    <a:pt x="123962" y="5679"/>
                  </a:lnTo>
                  <a:lnTo>
                    <a:pt x="118709" y="7177"/>
                  </a:lnTo>
                  <a:lnTo>
                    <a:pt x="113508" y="8845"/>
                  </a:lnTo>
                  <a:lnTo>
                    <a:pt x="108364" y="10683"/>
                  </a:lnTo>
                  <a:lnTo>
                    <a:pt x="103283" y="12688"/>
                  </a:lnTo>
                  <a:lnTo>
                    <a:pt x="98270" y="14857"/>
                  </a:lnTo>
                  <a:lnTo>
                    <a:pt x="93331" y="17189"/>
                  </a:lnTo>
                  <a:lnTo>
                    <a:pt x="88470" y="19682"/>
                  </a:lnTo>
                  <a:lnTo>
                    <a:pt x="83694" y="22332"/>
                  </a:lnTo>
                  <a:lnTo>
                    <a:pt x="79007" y="25136"/>
                  </a:lnTo>
                  <a:lnTo>
                    <a:pt x="74413" y="28092"/>
                  </a:lnTo>
                  <a:lnTo>
                    <a:pt x="69919" y="31197"/>
                  </a:lnTo>
                  <a:lnTo>
                    <a:pt x="65529" y="34447"/>
                  </a:lnTo>
                  <a:lnTo>
                    <a:pt x="61247" y="37838"/>
                  </a:lnTo>
                  <a:lnTo>
                    <a:pt x="57078" y="41368"/>
                  </a:lnTo>
                  <a:lnTo>
                    <a:pt x="53027" y="45031"/>
                  </a:lnTo>
                  <a:lnTo>
                    <a:pt x="49097" y="48826"/>
                  </a:lnTo>
                  <a:lnTo>
                    <a:pt x="45294" y="52746"/>
                  </a:lnTo>
                  <a:lnTo>
                    <a:pt x="41621" y="56789"/>
                  </a:lnTo>
                  <a:lnTo>
                    <a:pt x="38082" y="60950"/>
                  </a:lnTo>
                  <a:lnTo>
                    <a:pt x="34680" y="65224"/>
                  </a:lnTo>
                  <a:lnTo>
                    <a:pt x="31421" y="69607"/>
                  </a:lnTo>
                  <a:lnTo>
                    <a:pt x="28306" y="74094"/>
                  </a:lnTo>
                  <a:lnTo>
                    <a:pt x="25339" y="78680"/>
                  </a:lnTo>
                  <a:lnTo>
                    <a:pt x="22524" y="83361"/>
                  </a:lnTo>
                  <a:lnTo>
                    <a:pt x="19863" y="88131"/>
                  </a:lnTo>
                  <a:lnTo>
                    <a:pt x="17359" y="92986"/>
                  </a:lnTo>
                  <a:lnTo>
                    <a:pt x="15016" y="97920"/>
                  </a:lnTo>
                  <a:lnTo>
                    <a:pt x="12835" y="102928"/>
                  </a:lnTo>
                  <a:lnTo>
                    <a:pt x="10818" y="108005"/>
                  </a:lnTo>
                  <a:lnTo>
                    <a:pt x="8969" y="113144"/>
                  </a:lnTo>
                  <a:lnTo>
                    <a:pt x="7288" y="118342"/>
                  </a:lnTo>
                  <a:lnTo>
                    <a:pt x="5778" y="123591"/>
                  </a:lnTo>
                  <a:lnTo>
                    <a:pt x="4441" y="128887"/>
                  </a:lnTo>
                  <a:lnTo>
                    <a:pt x="3277" y="134224"/>
                  </a:lnTo>
                  <a:lnTo>
                    <a:pt x="2288" y="139596"/>
                  </a:lnTo>
                  <a:lnTo>
                    <a:pt x="1476" y="144997"/>
                  </a:lnTo>
                  <a:lnTo>
                    <a:pt x="840" y="150423"/>
                  </a:lnTo>
                  <a:lnTo>
                    <a:pt x="382" y="155866"/>
                  </a:lnTo>
                  <a:lnTo>
                    <a:pt x="101" y="161321"/>
                  </a:lnTo>
                  <a:lnTo>
                    <a:pt x="0" y="166782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797334" y="5269756"/>
              <a:ext cx="334323" cy="334328"/>
            </a:xfrm>
            <a:custGeom>
              <a:avLst/>
              <a:pathLst>
                <a:path w="334323" h="334328">
                  <a:moveTo>
                    <a:pt x="0" y="166782"/>
                  </a:moveTo>
                  <a:lnTo>
                    <a:pt x="71" y="172071"/>
                  </a:lnTo>
                  <a:lnTo>
                    <a:pt x="310" y="177355"/>
                  </a:lnTo>
                  <a:lnTo>
                    <a:pt x="716" y="182629"/>
                  </a:lnTo>
                  <a:lnTo>
                    <a:pt x="1288" y="187887"/>
                  </a:lnTo>
                  <a:lnTo>
                    <a:pt x="2027" y="193124"/>
                  </a:lnTo>
                  <a:lnTo>
                    <a:pt x="2931" y="198336"/>
                  </a:lnTo>
                  <a:lnTo>
                    <a:pt x="3999" y="203516"/>
                  </a:lnTo>
                  <a:lnTo>
                    <a:pt x="5230" y="208660"/>
                  </a:lnTo>
                  <a:lnTo>
                    <a:pt x="6624" y="213762"/>
                  </a:lnTo>
                  <a:lnTo>
                    <a:pt x="8179" y="218818"/>
                  </a:lnTo>
                  <a:lnTo>
                    <a:pt x="9892" y="223822"/>
                  </a:lnTo>
                  <a:lnTo>
                    <a:pt x="11764" y="228770"/>
                  </a:lnTo>
                  <a:lnTo>
                    <a:pt x="13790" y="233655"/>
                  </a:lnTo>
                  <a:lnTo>
                    <a:pt x="15971" y="238474"/>
                  </a:lnTo>
                  <a:lnTo>
                    <a:pt x="18302" y="243222"/>
                  </a:lnTo>
                  <a:lnTo>
                    <a:pt x="20783" y="247894"/>
                  </a:lnTo>
                  <a:lnTo>
                    <a:pt x="23410" y="252484"/>
                  </a:lnTo>
                  <a:lnTo>
                    <a:pt x="26181" y="256990"/>
                  </a:lnTo>
                  <a:lnTo>
                    <a:pt x="29093" y="261405"/>
                  </a:lnTo>
                  <a:lnTo>
                    <a:pt x="32144" y="265726"/>
                  </a:lnTo>
                  <a:lnTo>
                    <a:pt x="35330" y="269948"/>
                  </a:lnTo>
                  <a:lnTo>
                    <a:pt x="38647" y="274068"/>
                  </a:lnTo>
                  <a:lnTo>
                    <a:pt x="42094" y="278080"/>
                  </a:lnTo>
                  <a:lnTo>
                    <a:pt x="45665" y="281982"/>
                  </a:lnTo>
                  <a:lnTo>
                    <a:pt x="49359" y="285768"/>
                  </a:lnTo>
                  <a:lnTo>
                    <a:pt x="53170" y="289436"/>
                  </a:lnTo>
                  <a:lnTo>
                    <a:pt x="57095" y="292981"/>
                  </a:lnTo>
                  <a:lnTo>
                    <a:pt x="61130" y="296400"/>
                  </a:lnTo>
                  <a:lnTo>
                    <a:pt x="65272" y="299690"/>
                  </a:lnTo>
                  <a:lnTo>
                    <a:pt x="69516" y="302848"/>
                  </a:lnTo>
                  <a:lnTo>
                    <a:pt x="73857" y="305869"/>
                  </a:lnTo>
                  <a:lnTo>
                    <a:pt x="78292" y="308752"/>
                  </a:lnTo>
                  <a:lnTo>
                    <a:pt x="82816" y="311493"/>
                  </a:lnTo>
                  <a:lnTo>
                    <a:pt x="87424" y="314089"/>
                  </a:lnTo>
                  <a:lnTo>
                    <a:pt x="92112" y="316538"/>
                  </a:lnTo>
                  <a:lnTo>
                    <a:pt x="96875" y="318838"/>
                  </a:lnTo>
                  <a:lnTo>
                    <a:pt x="101709" y="320986"/>
                  </a:lnTo>
                  <a:lnTo>
                    <a:pt x="106608" y="322980"/>
                  </a:lnTo>
                  <a:lnTo>
                    <a:pt x="111568" y="324818"/>
                  </a:lnTo>
                  <a:lnTo>
                    <a:pt x="116583" y="326498"/>
                  </a:lnTo>
                  <a:lnTo>
                    <a:pt x="121649" y="328018"/>
                  </a:lnTo>
                  <a:lnTo>
                    <a:pt x="126761" y="329378"/>
                  </a:lnTo>
                  <a:lnTo>
                    <a:pt x="131913" y="330575"/>
                  </a:lnTo>
                  <a:lnTo>
                    <a:pt x="137100" y="331608"/>
                  </a:lnTo>
                  <a:lnTo>
                    <a:pt x="142318" y="332477"/>
                  </a:lnTo>
                  <a:lnTo>
                    <a:pt x="147560" y="333181"/>
                  </a:lnTo>
                  <a:lnTo>
                    <a:pt x="152822" y="333718"/>
                  </a:lnTo>
                  <a:lnTo>
                    <a:pt x="158098" y="334088"/>
                  </a:lnTo>
                  <a:lnTo>
                    <a:pt x="163384" y="334292"/>
                  </a:lnTo>
                  <a:lnTo>
                    <a:pt x="168673" y="334328"/>
                  </a:lnTo>
                  <a:lnTo>
                    <a:pt x="173961" y="334196"/>
                  </a:lnTo>
                  <a:lnTo>
                    <a:pt x="179242" y="333898"/>
                  </a:lnTo>
                  <a:lnTo>
                    <a:pt x="184510" y="333432"/>
                  </a:lnTo>
                  <a:lnTo>
                    <a:pt x="189762" y="332800"/>
                  </a:lnTo>
                  <a:lnTo>
                    <a:pt x="194991" y="332003"/>
                  </a:lnTo>
                  <a:lnTo>
                    <a:pt x="200192" y="331040"/>
                  </a:lnTo>
                  <a:lnTo>
                    <a:pt x="205360" y="329913"/>
                  </a:lnTo>
                  <a:lnTo>
                    <a:pt x="210489" y="328623"/>
                  </a:lnTo>
                  <a:lnTo>
                    <a:pt x="215576" y="327172"/>
                  </a:lnTo>
                  <a:lnTo>
                    <a:pt x="220613" y="325560"/>
                  </a:lnTo>
                  <a:lnTo>
                    <a:pt x="225598" y="323790"/>
                  </a:lnTo>
                  <a:lnTo>
                    <a:pt x="230524" y="321863"/>
                  </a:lnTo>
                  <a:lnTo>
                    <a:pt x="235386" y="319781"/>
                  </a:lnTo>
                  <a:lnTo>
                    <a:pt x="240180" y="317546"/>
                  </a:lnTo>
                  <a:lnTo>
                    <a:pt x="244901" y="315161"/>
                  </a:lnTo>
                  <a:lnTo>
                    <a:pt x="249544" y="312628"/>
                  </a:lnTo>
                  <a:lnTo>
                    <a:pt x="254105" y="309949"/>
                  </a:lnTo>
                  <a:lnTo>
                    <a:pt x="258579" y="307127"/>
                  </a:lnTo>
                  <a:lnTo>
                    <a:pt x="262961" y="304165"/>
                  </a:lnTo>
                  <a:lnTo>
                    <a:pt x="267247" y="301066"/>
                  </a:lnTo>
                  <a:lnTo>
                    <a:pt x="271433" y="297832"/>
                  </a:lnTo>
                  <a:lnTo>
                    <a:pt x="275515" y="294468"/>
                  </a:lnTo>
                  <a:lnTo>
                    <a:pt x="279488" y="290977"/>
                  </a:lnTo>
                  <a:lnTo>
                    <a:pt x="283349" y="287361"/>
                  </a:lnTo>
                  <a:lnTo>
                    <a:pt x="287093" y="283625"/>
                  </a:lnTo>
                  <a:lnTo>
                    <a:pt x="290717" y="279773"/>
                  </a:lnTo>
                  <a:lnTo>
                    <a:pt x="294218" y="275808"/>
                  </a:lnTo>
                  <a:lnTo>
                    <a:pt x="297591" y="271734"/>
                  </a:lnTo>
                  <a:lnTo>
                    <a:pt x="300834" y="267555"/>
                  </a:lnTo>
                  <a:lnTo>
                    <a:pt x="303943" y="263276"/>
                  </a:lnTo>
                  <a:lnTo>
                    <a:pt x="306916" y="258901"/>
                  </a:lnTo>
                  <a:lnTo>
                    <a:pt x="309748" y="254434"/>
                  </a:lnTo>
                  <a:lnTo>
                    <a:pt x="312437" y="249879"/>
                  </a:lnTo>
                  <a:lnTo>
                    <a:pt x="314981" y="245242"/>
                  </a:lnTo>
                  <a:lnTo>
                    <a:pt x="317377" y="240527"/>
                  </a:lnTo>
                  <a:lnTo>
                    <a:pt x="319623" y="235738"/>
                  </a:lnTo>
                  <a:lnTo>
                    <a:pt x="321716" y="230880"/>
                  </a:lnTo>
                  <a:lnTo>
                    <a:pt x="323654" y="225959"/>
                  </a:lnTo>
                  <a:lnTo>
                    <a:pt x="325436" y="220978"/>
                  </a:lnTo>
                  <a:lnTo>
                    <a:pt x="327059" y="215944"/>
                  </a:lnTo>
                  <a:lnTo>
                    <a:pt x="328522" y="210861"/>
                  </a:lnTo>
                  <a:lnTo>
                    <a:pt x="329824" y="205735"/>
                  </a:lnTo>
                  <a:lnTo>
                    <a:pt x="330963" y="200569"/>
                  </a:lnTo>
                  <a:lnTo>
                    <a:pt x="331938" y="195371"/>
                  </a:lnTo>
                  <a:lnTo>
                    <a:pt x="332747" y="190144"/>
                  </a:lnTo>
                  <a:lnTo>
                    <a:pt x="333391" y="184894"/>
                  </a:lnTo>
                  <a:lnTo>
                    <a:pt x="333869" y="179626"/>
                  </a:lnTo>
                  <a:lnTo>
                    <a:pt x="334180" y="174346"/>
                  </a:lnTo>
                  <a:lnTo>
                    <a:pt x="334323" y="169058"/>
                  </a:lnTo>
                  <a:lnTo>
                    <a:pt x="334299" y="163769"/>
                  </a:lnTo>
                  <a:lnTo>
                    <a:pt x="334108" y="158483"/>
                  </a:lnTo>
                  <a:lnTo>
                    <a:pt x="333750" y="153206"/>
                  </a:lnTo>
                  <a:lnTo>
                    <a:pt x="333225" y="147943"/>
                  </a:lnTo>
                  <a:lnTo>
                    <a:pt x="332534" y="142699"/>
                  </a:lnTo>
                  <a:lnTo>
                    <a:pt x="331677" y="137479"/>
                  </a:lnTo>
                  <a:lnTo>
                    <a:pt x="330655" y="132290"/>
                  </a:lnTo>
                  <a:lnTo>
                    <a:pt x="329470" y="127135"/>
                  </a:lnTo>
                  <a:lnTo>
                    <a:pt x="328122" y="122020"/>
                  </a:lnTo>
                  <a:lnTo>
                    <a:pt x="326613" y="116951"/>
                  </a:lnTo>
                  <a:lnTo>
                    <a:pt x="324945" y="111931"/>
                  </a:lnTo>
                  <a:lnTo>
                    <a:pt x="323118" y="106967"/>
                  </a:lnTo>
                  <a:lnTo>
                    <a:pt x="321136" y="102064"/>
                  </a:lnTo>
                  <a:lnTo>
                    <a:pt x="318999" y="97225"/>
                  </a:lnTo>
                  <a:lnTo>
                    <a:pt x="316710" y="92457"/>
                  </a:lnTo>
                  <a:lnTo>
                    <a:pt x="314272" y="87763"/>
                  </a:lnTo>
                  <a:lnTo>
                    <a:pt x="311686" y="83149"/>
                  </a:lnTo>
                  <a:lnTo>
                    <a:pt x="308956" y="78619"/>
                  </a:lnTo>
                  <a:lnTo>
                    <a:pt x="306083" y="74177"/>
                  </a:lnTo>
                  <a:lnTo>
                    <a:pt x="303072" y="69829"/>
                  </a:lnTo>
                  <a:lnTo>
                    <a:pt x="299924" y="65578"/>
                  </a:lnTo>
                  <a:lnTo>
                    <a:pt x="296644" y="61429"/>
                  </a:lnTo>
                  <a:lnTo>
                    <a:pt x="293234" y="57385"/>
                  </a:lnTo>
                  <a:lnTo>
                    <a:pt x="289698" y="53452"/>
                  </a:lnTo>
                  <a:lnTo>
                    <a:pt x="286039" y="49632"/>
                  </a:lnTo>
                  <a:lnTo>
                    <a:pt x="282261" y="45930"/>
                  </a:lnTo>
                  <a:lnTo>
                    <a:pt x="278367" y="42350"/>
                  </a:lnTo>
                  <a:lnTo>
                    <a:pt x="274363" y="38894"/>
                  </a:lnTo>
                  <a:lnTo>
                    <a:pt x="270251" y="35567"/>
                  </a:lnTo>
                  <a:lnTo>
                    <a:pt x="266036" y="32372"/>
                  </a:lnTo>
                  <a:lnTo>
                    <a:pt x="261722" y="29311"/>
                  </a:lnTo>
                  <a:lnTo>
                    <a:pt x="257313" y="26389"/>
                  </a:lnTo>
                  <a:lnTo>
                    <a:pt x="252815" y="23607"/>
                  </a:lnTo>
                  <a:lnTo>
                    <a:pt x="248230" y="20970"/>
                  </a:lnTo>
                  <a:lnTo>
                    <a:pt x="243564" y="18478"/>
                  </a:lnTo>
                  <a:lnTo>
                    <a:pt x="238822" y="16136"/>
                  </a:lnTo>
                  <a:lnTo>
                    <a:pt x="234008" y="13944"/>
                  </a:lnTo>
                  <a:lnTo>
                    <a:pt x="229127" y="11906"/>
                  </a:lnTo>
                  <a:lnTo>
                    <a:pt x="224184" y="10024"/>
                  </a:lnTo>
                  <a:lnTo>
                    <a:pt x="219184" y="8299"/>
                  </a:lnTo>
                  <a:lnTo>
                    <a:pt x="214132" y="6732"/>
                  </a:lnTo>
                  <a:lnTo>
                    <a:pt x="209032" y="5327"/>
                  </a:lnTo>
                  <a:lnTo>
                    <a:pt x="203891" y="4083"/>
                  </a:lnTo>
                  <a:lnTo>
                    <a:pt x="198713" y="3003"/>
                  </a:lnTo>
                  <a:lnTo>
                    <a:pt x="193504" y="2087"/>
                  </a:lnTo>
                  <a:lnTo>
                    <a:pt x="188268" y="1337"/>
                  </a:lnTo>
                  <a:lnTo>
                    <a:pt x="183011" y="752"/>
                  </a:lnTo>
                  <a:lnTo>
                    <a:pt x="177739" y="334"/>
                  </a:lnTo>
                  <a:lnTo>
                    <a:pt x="172455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2264" y="5399291"/>
              <a:ext cx="3951" cy="167167"/>
            </a:xfrm>
            <a:custGeom>
              <a:avLst/>
              <a:pathLst>
                <a:path w="3951" h="167167">
                  <a:moveTo>
                    <a:pt x="3951" y="0"/>
                  </a:moveTo>
                  <a:lnTo>
                    <a:pt x="0" y="46"/>
                  </a:lnTo>
                  <a:lnTo>
                    <a:pt x="395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2264" y="5399338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2264" y="5399338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2264" y="5399338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2264" y="5399338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2264" y="5399338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2264" y="5399338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319049" y="5399338"/>
              <a:ext cx="334332" cy="334267"/>
            </a:xfrm>
            <a:custGeom>
              <a:avLst/>
              <a:pathLst>
                <a:path w="334332" h="334267">
                  <a:moveTo>
                    <a:pt x="163214" y="0"/>
                  </a:moveTo>
                  <a:lnTo>
                    <a:pt x="157927" y="208"/>
                  </a:lnTo>
                  <a:lnTo>
                    <a:pt x="152649" y="584"/>
                  </a:lnTo>
                  <a:lnTo>
                    <a:pt x="147385" y="1127"/>
                  </a:lnTo>
                  <a:lnTo>
                    <a:pt x="142141" y="1836"/>
                  </a:lnTo>
                  <a:lnTo>
                    <a:pt x="136922" y="2711"/>
                  </a:lnTo>
                  <a:lnTo>
                    <a:pt x="131734" y="3751"/>
                  </a:lnTo>
                  <a:lnTo>
                    <a:pt x="126581" y="4954"/>
                  </a:lnTo>
                  <a:lnTo>
                    <a:pt x="121469" y="6320"/>
                  </a:lnTo>
                  <a:lnTo>
                    <a:pt x="116402" y="7847"/>
                  </a:lnTo>
                  <a:lnTo>
                    <a:pt x="111386" y="9533"/>
                  </a:lnTo>
                  <a:lnTo>
                    <a:pt x="106427" y="11378"/>
                  </a:lnTo>
                  <a:lnTo>
                    <a:pt x="101528" y="13378"/>
                  </a:lnTo>
                  <a:lnTo>
                    <a:pt x="96695" y="15533"/>
                  </a:lnTo>
                  <a:lnTo>
                    <a:pt x="91932" y="17839"/>
                  </a:lnTo>
                  <a:lnTo>
                    <a:pt x="87245" y="20295"/>
                  </a:lnTo>
                  <a:lnTo>
                    <a:pt x="82638" y="22898"/>
                  </a:lnTo>
                  <a:lnTo>
                    <a:pt x="78116" y="25646"/>
                  </a:lnTo>
                  <a:lnTo>
                    <a:pt x="73683" y="28535"/>
                  </a:lnTo>
                  <a:lnTo>
                    <a:pt x="69343" y="31563"/>
                  </a:lnTo>
                  <a:lnTo>
                    <a:pt x="65102" y="34727"/>
                  </a:lnTo>
                  <a:lnTo>
                    <a:pt x="60962" y="38024"/>
                  </a:lnTo>
                  <a:lnTo>
                    <a:pt x="56930" y="41450"/>
                  </a:lnTo>
                  <a:lnTo>
                    <a:pt x="53007" y="45002"/>
                  </a:lnTo>
                  <a:lnTo>
                    <a:pt x="49200" y="48676"/>
                  </a:lnTo>
                  <a:lnTo>
                    <a:pt x="45510" y="52469"/>
                  </a:lnTo>
                  <a:lnTo>
                    <a:pt x="41942" y="56377"/>
                  </a:lnTo>
                  <a:lnTo>
                    <a:pt x="38500" y="60396"/>
                  </a:lnTo>
                  <a:lnTo>
                    <a:pt x="35186" y="64522"/>
                  </a:lnTo>
                  <a:lnTo>
                    <a:pt x="32005" y="68751"/>
                  </a:lnTo>
                  <a:lnTo>
                    <a:pt x="28959" y="73078"/>
                  </a:lnTo>
                  <a:lnTo>
                    <a:pt x="26052" y="77499"/>
                  </a:lnTo>
                  <a:lnTo>
                    <a:pt x="23286" y="82010"/>
                  </a:lnTo>
                  <a:lnTo>
                    <a:pt x="20665" y="86607"/>
                  </a:lnTo>
                  <a:lnTo>
                    <a:pt x="18190" y="91284"/>
                  </a:lnTo>
                  <a:lnTo>
                    <a:pt x="15864" y="96037"/>
                  </a:lnTo>
                  <a:lnTo>
                    <a:pt x="13690" y="100861"/>
                  </a:lnTo>
                  <a:lnTo>
                    <a:pt x="11670" y="105752"/>
                  </a:lnTo>
                  <a:lnTo>
                    <a:pt x="9805" y="110704"/>
                  </a:lnTo>
                  <a:lnTo>
                    <a:pt x="8099" y="115713"/>
                  </a:lnTo>
                  <a:lnTo>
                    <a:pt x="6551" y="120774"/>
                  </a:lnTo>
                  <a:lnTo>
                    <a:pt x="5165" y="125880"/>
                  </a:lnTo>
                  <a:lnTo>
                    <a:pt x="3941" y="131028"/>
                  </a:lnTo>
                  <a:lnTo>
                    <a:pt x="2880" y="136213"/>
                  </a:lnTo>
                  <a:lnTo>
                    <a:pt x="1984" y="141428"/>
                  </a:lnTo>
                  <a:lnTo>
                    <a:pt x="1254" y="146669"/>
                  </a:lnTo>
                  <a:lnTo>
                    <a:pt x="690" y="151930"/>
                  </a:lnTo>
                  <a:lnTo>
                    <a:pt x="292" y="157207"/>
                  </a:lnTo>
                  <a:lnTo>
                    <a:pt x="62" y="162493"/>
                  </a:lnTo>
                  <a:lnTo>
                    <a:pt x="0" y="167785"/>
                  </a:lnTo>
                  <a:lnTo>
                    <a:pt x="104" y="173075"/>
                  </a:lnTo>
                  <a:lnTo>
                    <a:pt x="376" y="178360"/>
                  </a:lnTo>
                  <a:lnTo>
                    <a:pt x="816" y="183633"/>
                  </a:lnTo>
                  <a:lnTo>
                    <a:pt x="1422" y="188890"/>
                  </a:lnTo>
                  <a:lnTo>
                    <a:pt x="2194" y="194125"/>
                  </a:lnTo>
                  <a:lnTo>
                    <a:pt x="3131" y="199333"/>
                  </a:lnTo>
                  <a:lnTo>
                    <a:pt x="4233" y="204508"/>
                  </a:lnTo>
                  <a:lnTo>
                    <a:pt x="5498" y="209646"/>
                  </a:lnTo>
                  <a:lnTo>
                    <a:pt x="6925" y="214742"/>
                  </a:lnTo>
                  <a:lnTo>
                    <a:pt x="8512" y="219790"/>
                  </a:lnTo>
                  <a:lnTo>
                    <a:pt x="10259" y="224785"/>
                  </a:lnTo>
                  <a:lnTo>
                    <a:pt x="12163" y="229722"/>
                  </a:lnTo>
                  <a:lnTo>
                    <a:pt x="14222" y="234597"/>
                  </a:lnTo>
                  <a:lnTo>
                    <a:pt x="16434" y="239404"/>
                  </a:lnTo>
                  <a:lnTo>
                    <a:pt x="18797" y="244138"/>
                  </a:lnTo>
                  <a:lnTo>
                    <a:pt x="21309" y="248796"/>
                  </a:lnTo>
                  <a:lnTo>
                    <a:pt x="23967" y="253371"/>
                  </a:lnTo>
                  <a:lnTo>
                    <a:pt x="26769" y="257860"/>
                  </a:lnTo>
                  <a:lnTo>
                    <a:pt x="29711" y="262258"/>
                  </a:lnTo>
                  <a:lnTo>
                    <a:pt x="32791" y="266561"/>
                  </a:lnTo>
                  <a:lnTo>
                    <a:pt x="36006" y="270764"/>
                  </a:lnTo>
                  <a:lnTo>
                    <a:pt x="39352" y="274864"/>
                  </a:lnTo>
                  <a:lnTo>
                    <a:pt x="42826" y="278855"/>
                  </a:lnTo>
                  <a:lnTo>
                    <a:pt x="46425" y="282734"/>
                  </a:lnTo>
                  <a:lnTo>
                    <a:pt x="50145" y="286498"/>
                  </a:lnTo>
                  <a:lnTo>
                    <a:pt x="53982" y="290142"/>
                  </a:lnTo>
                  <a:lnTo>
                    <a:pt x="57932" y="293663"/>
                  </a:lnTo>
                  <a:lnTo>
                    <a:pt x="61992" y="297057"/>
                  </a:lnTo>
                  <a:lnTo>
                    <a:pt x="66157" y="300320"/>
                  </a:lnTo>
                  <a:lnTo>
                    <a:pt x="70424" y="303450"/>
                  </a:lnTo>
                  <a:lnTo>
                    <a:pt x="74787" y="306444"/>
                  </a:lnTo>
                  <a:lnTo>
                    <a:pt x="79243" y="309298"/>
                  </a:lnTo>
                  <a:lnTo>
                    <a:pt x="83787" y="312010"/>
                  </a:lnTo>
                  <a:lnTo>
                    <a:pt x="88415" y="314576"/>
                  </a:lnTo>
                  <a:lnTo>
                    <a:pt x="93121" y="316995"/>
                  </a:lnTo>
                  <a:lnTo>
                    <a:pt x="97902" y="319263"/>
                  </a:lnTo>
                  <a:lnTo>
                    <a:pt x="102752" y="321379"/>
                  </a:lnTo>
                  <a:lnTo>
                    <a:pt x="107666" y="323341"/>
                  </a:lnTo>
                  <a:lnTo>
                    <a:pt x="112641" y="325146"/>
                  </a:lnTo>
                  <a:lnTo>
                    <a:pt x="117670" y="326792"/>
                  </a:lnTo>
                  <a:lnTo>
                    <a:pt x="122748" y="328279"/>
                  </a:lnTo>
                  <a:lnTo>
                    <a:pt x="127871" y="329604"/>
                  </a:lnTo>
                  <a:lnTo>
                    <a:pt x="133033" y="330766"/>
                  </a:lnTo>
                  <a:lnTo>
                    <a:pt x="138230" y="331764"/>
                  </a:lnTo>
                  <a:lnTo>
                    <a:pt x="143456" y="332598"/>
                  </a:lnTo>
                  <a:lnTo>
                    <a:pt x="148705" y="333265"/>
                  </a:lnTo>
                  <a:lnTo>
                    <a:pt x="153973" y="333766"/>
                  </a:lnTo>
                  <a:lnTo>
                    <a:pt x="159254" y="334100"/>
                  </a:lnTo>
                  <a:lnTo>
                    <a:pt x="164543" y="334267"/>
                  </a:lnTo>
                  <a:lnTo>
                    <a:pt x="169834" y="334266"/>
                  </a:lnTo>
                  <a:lnTo>
                    <a:pt x="175123" y="334098"/>
                  </a:lnTo>
                  <a:lnTo>
                    <a:pt x="180404" y="333763"/>
                  </a:lnTo>
                  <a:lnTo>
                    <a:pt x="185672" y="333260"/>
                  </a:lnTo>
                  <a:lnTo>
                    <a:pt x="190921" y="332591"/>
                  </a:lnTo>
                  <a:lnTo>
                    <a:pt x="196146" y="331756"/>
                  </a:lnTo>
                  <a:lnTo>
                    <a:pt x="201342" y="330757"/>
                  </a:lnTo>
                  <a:lnTo>
                    <a:pt x="206505" y="329593"/>
                  </a:lnTo>
                  <a:lnTo>
                    <a:pt x="211627" y="328267"/>
                  </a:lnTo>
                  <a:lnTo>
                    <a:pt x="216705" y="326779"/>
                  </a:lnTo>
                  <a:lnTo>
                    <a:pt x="221734" y="325131"/>
                  </a:lnTo>
                  <a:lnTo>
                    <a:pt x="226707" y="323324"/>
                  </a:lnTo>
                  <a:lnTo>
                    <a:pt x="231622" y="321362"/>
                  </a:lnTo>
                  <a:lnTo>
                    <a:pt x="236471" y="319244"/>
                  </a:lnTo>
                  <a:lnTo>
                    <a:pt x="241251" y="316974"/>
                  </a:lnTo>
                  <a:lnTo>
                    <a:pt x="245957" y="314555"/>
                  </a:lnTo>
                  <a:lnTo>
                    <a:pt x="250584" y="311987"/>
                  </a:lnTo>
                  <a:lnTo>
                    <a:pt x="255127" y="309274"/>
                  </a:lnTo>
                  <a:lnTo>
                    <a:pt x="259582" y="306419"/>
                  </a:lnTo>
                  <a:lnTo>
                    <a:pt x="263945" y="303424"/>
                  </a:lnTo>
                  <a:lnTo>
                    <a:pt x="268210" y="300293"/>
                  </a:lnTo>
                  <a:lnTo>
                    <a:pt x="272375" y="297028"/>
                  </a:lnTo>
                  <a:lnTo>
                    <a:pt x="276434" y="293633"/>
                  </a:lnTo>
                  <a:lnTo>
                    <a:pt x="280383" y="290111"/>
                  </a:lnTo>
                  <a:lnTo>
                    <a:pt x="284219" y="286466"/>
                  </a:lnTo>
                  <a:lnTo>
                    <a:pt x="287938" y="282701"/>
                  </a:lnTo>
                  <a:lnTo>
                    <a:pt x="291536" y="278821"/>
                  </a:lnTo>
                  <a:lnTo>
                    <a:pt x="295009" y="274829"/>
                  </a:lnTo>
                  <a:lnTo>
                    <a:pt x="298354" y="270728"/>
                  </a:lnTo>
                  <a:lnTo>
                    <a:pt x="301567" y="266524"/>
                  </a:lnTo>
                  <a:lnTo>
                    <a:pt x="304646" y="262221"/>
                  </a:lnTo>
                  <a:lnTo>
                    <a:pt x="307587" y="257822"/>
                  </a:lnTo>
                  <a:lnTo>
                    <a:pt x="310387" y="253332"/>
                  </a:lnTo>
                  <a:lnTo>
                    <a:pt x="313044" y="248756"/>
                  </a:lnTo>
                  <a:lnTo>
                    <a:pt x="315555" y="244098"/>
                  </a:lnTo>
                  <a:lnTo>
                    <a:pt x="317917" y="239363"/>
                  </a:lnTo>
                  <a:lnTo>
                    <a:pt x="320128" y="234555"/>
                  </a:lnTo>
                  <a:lnTo>
                    <a:pt x="322186" y="229680"/>
                  </a:lnTo>
                  <a:lnTo>
                    <a:pt x="324088" y="224742"/>
                  </a:lnTo>
                  <a:lnTo>
                    <a:pt x="325833" y="219747"/>
                  </a:lnTo>
                  <a:lnTo>
                    <a:pt x="327419" y="214698"/>
                  </a:lnTo>
                  <a:lnTo>
                    <a:pt x="328845" y="209602"/>
                  </a:lnTo>
                  <a:lnTo>
                    <a:pt x="330109" y="204464"/>
                  </a:lnTo>
                  <a:lnTo>
                    <a:pt x="331209" y="199288"/>
                  </a:lnTo>
                  <a:lnTo>
                    <a:pt x="332145" y="194080"/>
                  </a:lnTo>
                  <a:lnTo>
                    <a:pt x="332915" y="188845"/>
                  </a:lnTo>
                  <a:lnTo>
                    <a:pt x="333520" y="183588"/>
                  </a:lnTo>
                  <a:lnTo>
                    <a:pt x="333958" y="178314"/>
                  </a:lnTo>
                  <a:lnTo>
                    <a:pt x="334229" y="173030"/>
                  </a:lnTo>
                  <a:lnTo>
                    <a:pt x="334332" y="167739"/>
                  </a:lnTo>
                  <a:lnTo>
                    <a:pt x="334268" y="162448"/>
                  </a:lnTo>
                  <a:lnTo>
                    <a:pt x="334036" y="157161"/>
                  </a:lnTo>
                  <a:lnTo>
                    <a:pt x="333637" y="151885"/>
                  </a:lnTo>
                  <a:lnTo>
                    <a:pt x="333072" y="146623"/>
                  </a:lnTo>
                  <a:lnTo>
                    <a:pt x="332340" y="141383"/>
                  </a:lnTo>
                  <a:lnTo>
                    <a:pt x="331443" y="136168"/>
                  </a:lnTo>
                  <a:lnTo>
                    <a:pt x="330381" y="130984"/>
                  </a:lnTo>
                  <a:lnTo>
                    <a:pt x="329155" y="125836"/>
                  </a:lnTo>
                  <a:lnTo>
                    <a:pt x="327767" y="120730"/>
                  </a:lnTo>
                  <a:lnTo>
                    <a:pt x="326218" y="115670"/>
                  </a:lnTo>
                  <a:lnTo>
                    <a:pt x="324510" y="110662"/>
                  </a:lnTo>
                  <a:lnTo>
                    <a:pt x="322645" y="105710"/>
                  </a:lnTo>
                  <a:lnTo>
                    <a:pt x="320623" y="100820"/>
                  </a:lnTo>
                  <a:lnTo>
                    <a:pt x="318448" y="95996"/>
                  </a:lnTo>
                  <a:lnTo>
                    <a:pt x="316121" y="91243"/>
                  </a:lnTo>
                  <a:lnTo>
                    <a:pt x="313645" y="86567"/>
                  </a:lnTo>
                  <a:lnTo>
                    <a:pt x="311022" y="81971"/>
                  </a:lnTo>
                  <a:lnTo>
                    <a:pt x="308255" y="77461"/>
                  </a:lnTo>
                  <a:lnTo>
                    <a:pt x="305346" y="73040"/>
                  </a:lnTo>
                  <a:lnTo>
                    <a:pt x="302299" y="68714"/>
                  </a:lnTo>
                  <a:lnTo>
                    <a:pt x="299117" y="64486"/>
                  </a:lnTo>
                  <a:lnTo>
                    <a:pt x="295802" y="60361"/>
                  </a:lnTo>
                  <a:lnTo>
                    <a:pt x="292359" y="56343"/>
                  </a:lnTo>
                  <a:lnTo>
                    <a:pt x="288790" y="52436"/>
                  </a:lnTo>
                  <a:lnTo>
                    <a:pt x="285099" y="48644"/>
                  </a:lnTo>
                  <a:lnTo>
                    <a:pt x="281290" y="44971"/>
                  </a:lnTo>
                  <a:lnTo>
                    <a:pt x="277367" y="41420"/>
                  </a:lnTo>
                  <a:lnTo>
                    <a:pt x="273334" y="37995"/>
                  </a:lnTo>
                  <a:lnTo>
                    <a:pt x="269193" y="34699"/>
                  </a:lnTo>
                  <a:lnTo>
                    <a:pt x="264951" y="31537"/>
                  </a:lnTo>
                  <a:lnTo>
                    <a:pt x="260611" y="28510"/>
                  </a:lnTo>
                  <a:lnTo>
                    <a:pt x="256177" y="25621"/>
                  </a:lnTo>
                  <a:lnTo>
                    <a:pt x="251654" y="22875"/>
                  </a:lnTo>
                  <a:lnTo>
                    <a:pt x="247046" y="20273"/>
                  </a:lnTo>
                  <a:lnTo>
                    <a:pt x="242358" y="17819"/>
                  </a:lnTo>
                  <a:lnTo>
                    <a:pt x="237595" y="15513"/>
                  </a:lnTo>
                  <a:lnTo>
                    <a:pt x="232762" y="13360"/>
                  </a:lnTo>
                  <a:lnTo>
                    <a:pt x="227862" y="11361"/>
                  </a:lnTo>
                  <a:lnTo>
                    <a:pt x="222902" y="9518"/>
                  </a:lnTo>
                  <a:lnTo>
                    <a:pt x="217886" y="7833"/>
                  </a:lnTo>
                  <a:lnTo>
                    <a:pt x="212819" y="6307"/>
                  </a:lnTo>
                  <a:lnTo>
                    <a:pt x="167166" y="1671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45653" cy="167167"/>
            </a:xfrm>
            <a:custGeom>
              <a:avLst/>
              <a:pathLst>
                <a:path w="45653" h="167167">
                  <a:moveTo>
                    <a:pt x="45653" y="6354"/>
                  </a:moveTo>
                  <a:lnTo>
                    <a:pt x="39264" y="4676"/>
                  </a:lnTo>
                  <a:lnTo>
                    <a:pt x="32814" y="3252"/>
                  </a:lnTo>
                  <a:lnTo>
                    <a:pt x="26313" y="2083"/>
                  </a:lnTo>
                  <a:lnTo>
                    <a:pt x="19771" y="1173"/>
                  </a:lnTo>
                  <a:lnTo>
                    <a:pt x="13197" y="521"/>
                  </a:lnTo>
                  <a:lnTo>
                    <a:pt x="6604" y="13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978187" y="5399291"/>
              <a:ext cx="45356" cy="167167"/>
            </a:xfrm>
            <a:custGeom>
              <a:avLst/>
              <a:pathLst>
                <a:path w="45356" h="167167">
                  <a:moveTo>
                    <a:pt x="45356" y="0"/>
                  </a:moveTo>
                  <a:lnTo>
                    <a:pt x="38796" y="128"/>
                  </a:lnTo>
                  <a:lnTo>
                    <a:pt x="32246" y="514"/>
                  </a:lnTo>
                  <a:lnTo>
                    <a:pt x="25716" y="1157"/>
                  </a:lnTo>
                  <a:lnTo>
                    <a:pt x="19217" y="2056"/>
                  </a:lnTo>
                  <a:lnTo>
                    <a:pt x="12758" y="3209"/>
                  </a:lnTo>
                  <a:lnTo>
                    <a:pt x="6348" y="4614"/>
                  </a:lnTo>
                  <a:lnTo>
                    <a:pt x="0" y="6270"/>
                  </a:lnTo>
                  <a:lnTo>
                    <a:pt x="4535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978187" y="5405562"/>
              <a:ext cx="45356" cy="160896"/>
            </a:xfrm>
            <a:custGeom>
              <a:avLst/>
              <a:pathLst>
                <a:path w="45356" h="160896">
                  <a:moveTo>
                    <a:pt x="0" y="0"/>
                  </a:moveTo>
                  <a:lnTo>
                    <a:pt x="45356" y="1608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78187" y="5405562"/>
              <a:ext cx="45356" cy="160896"/>
            </a:xfrm>
            <a:custGeom>
              <a:avLst/>
              <a:pathLst>
                <a:path w="45356" h="160896">
                  <a:moveTo>
                    <a:pt x="0" y="0"/>
                  </a:moveTo>
                  <a:lnTo>
                    <a:pt x="45356" y="1608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8187" y="5405562"/>
              <a:ext cx="45356" cy="160896"/>
            </a:xfrm>
            <a:custGeom>
              <a:avLst/>
              <a:pathLst>
                <a:path w="45356" h="160896">
                  <a:moveTo>
                    <a:pt x="0" y="0"/>
                  </a:moveTo>
                  <a:lnTo>
                    <a:pt x="45356" y="1608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78187" y="5405562"/>
              <a:ext cx="45356" cy="160896"/>
            </a:xfrm>
            <a:custGeom>
              <a:avLst/>
              <a:pathLst>
                <a:path w="45356" h="160896">
                  <a:moveTo>
                    <a:pt x="0" y="0"/>
                  </a:moveTo>
                  <a:lnTo>
                    <a:pt x="45356" y="1608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78187" y="5405562"/>
              <a:ext cx="45356" cy="160896"/>
            </a:xfrm>
            <a:custGeom>
              <a:avLst/>
              <a:pathLst>
                <a:path w="45356" h="160896">
                  <a:moveTo>
                    <a:pt x="0" y="0"/>
                  </a:moveTo>
                  <a:lnTo>
                    <a:pt x="45356" y="1608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856386" y="5405562"/>
              <a:ext cx="167157" cy="321310"/>
            </a:xfrm>
            <a:custGeom>
              <a:avLst/>
              <a:pathLst>
                <a:path w="167157" h="321310">
                  <a:moveTo>
                    <a:pt x="121800" y="0"/>
                  </a:moveTo>
                  <a:lnTo>
                    <a:pt x="116696" y="1527"/>
                  </a:lnTo>
                  <a:lnTo>
                    <a:pt x="111643" y="3216"/>
                  </a:lnTo>
                  <a:lnTo>
                    <a:pt x="106647" y="5065"/>
                  </a:lnTo>
                  <a:lnTo>
                    <a:pt x="101712" y="7072"/>
                  </a:lnTo>
                  <a:lnTo>
                    <a:pt x="96843" y="9236"/>
                  </a:lnTo>
                  <a:lnTo>
                    <a:pt x="92046" y="11553"/>
                  </a:lnTo>
                  <a:lnTo>
                    <a:pt x="87325" y="14023"/>
                  </a:lnTo>
                  <a:lnTo>
                    <a:pt x="82685" y="16641"/>
                  </a:lnTo>
                  <a:lnTo>
                    <a:pt x="78131" y="19406"/>
                  </a:lnTo>
                  <a:lnTo>
                    <a:pt x="73668" y="22315"/>
                  </a:lnTo>
                  <a:lnTo>
                    <a:pt x="69299" y="25365"/>
                  </a:lnTo>
                  <a:lnTo>
                    <a:pt x="65030" y="28552"/>
                  </a:lnTo>
                  <a:lnTo>
                    <a:pt x="60865" y="31874"/>
                  </a:lnTo>
                  <a:lnTo>
                    <a:pt x="56807" y="35326"/>
                  </a:lnTo>
                  <a:lnTo>
                    <a:pt x="52862" y="38906"/>
                  </a:lnTo>
                  <a:lnTo>
                    <a:pt x="49032" y="42611"/>
                  </a:lnTo>
                  <a:lnTo>
                    <a:pt x="45323" y="46435"/>
                  </a:lnTo>
                  <a:lnTo>
                    <a:pt x="41738" y="50375"/>
                  </a:lnTo>
                  <a:lnTo>
                    <a:pt x="38279" y="54428"/>
                  </a:lnTo>
                  <a:lnTo>
                    <a:pt x="34952" y="58589"/>
                  </a:lnTo>
                  <a:lnTo>
                    <a:pt x="31759" y="62854"/>
                  </a:lnTo>
                  <a:lnTo>
                    <a:pt x="28704" y="67218"/>
                  </a:lnTo>
                  <a:lnTo>
                    <a:pt x="25789" y="71678"/>
                  </a:lnTo>
                  <a:lnTo>
                    <a:pt x="23017" y="76228"/>
                  </a:lnTo>
                  <a:lnTo>
                    <a:pt x="20393" y="80864"/>
                  </a:lnTo>
                  <a:lnTo>
                    <a:pt x="17917" y="85582"/>
                  </a:lnTo>
                  <a:lnTo>
                    <a:pt x="15593" y="90376"/>
                  </a:lnTo>
                  <a:lnTo>
                    <a:pt x="13422" y="95242"/>
                  </a:lnTo>
                  <a:lnTo>
                    <a:pt x="11408" y="100174"/>
                  </a:lnTo>
                  <a:lnTo>
                    <a:pt x="9552" y="105168"/>
                  </a:lnTo>
                  <a:lnTo>
                    <a:pt x="7857" y="110219"/>
                  </a:lnTo>
                  <a:lnTo>
                    <a:pt x="6323" y="115321"/>
                  </a:lnTo>
                  <a:lnTo>
                    <a:pt x="4952" y="120469"/>
                  </a:lnTo>
                  <a:lnTo>
                    <a:pt x="3746" y="125658"/>
                  </a:lnTo>
                  <a:lnTo>
                    <a:pt x="2706" y="130884"/>
                  </a:lnTo>
                  <a:lnTo>
                    <a:pt x="1833" y="136139"/>
                  </a:lnTo>
                  <a:lnTo>
                    <a:pt x="1128" y="141420"/>
                  </a:lnTo>
                  <a:lnTo>
                    <a:pt x="592" y="146721"/>
                  </a:lnTo>
                  <a:lnTo>
                    <a:pt x="225" y="152036"/>
                  </a:lnTo>
                  <a:lnTo>
                    <a:pt x="27" y="157360"/>
                  </a:lnTo>
                  <a:lnTo>
                    <a:pt x="0" y="162688"/>
                  </a:lnTo>
                  <a:lnTo>
                    <a:pt x="141" y="168013"/>
                  </a:lnTo>
                  <a:lnTo>
                    <a:pt x="453" y="173332"/>
                  </a:lnTo>
                  <a:lnTo>
                    <a:pt x="934" y="178638"/>
                  </a:lnTo>
                  <a:lnTo>
                    <a:pt x="1584" y="183926"/>
                  </a:lnTo>
                  <a:lnTo>
                    <a:pt x="2402" y="189190"/>
                  </a:lnTo>
                  <a:lnTo>
                    <a:pt x="3387" y="194426"/>
                  </a:lnTo>
                  <a:lnTo>
                    <a:pt x="4539" y="199628"/>
                  </a:lnTo>
                  <a:lnTo>
                    <a:pt x="5856" y="204790"/>
                  </a:lnTo>
                  <a:lnTo>
                    <a:pt x="7336" y="209908"/>
                  </a:lnTo>
                  <a:lnTo>
                    <a:pt x="8979" y="214976"/>
                  </a:lnTo>
                  <a:lnTo>
                    <a:pt x="10783" y="219989"/>
                  </a:lnTo>
                  <a:lnTo>
                    <a:pt x="12745" y="224942"/>
                  </a:lnTo>
                  <a:lnTo>
                    <a:pt x="14865" y="229830"/>
                  </a:lnTo>
                  <a:lnTo>
                    <a:pt x="17139" y="234648"/>
                  </a:lnTo>
                  <a:lnTo>
                    <a:pt x="19565" y="239391"/>
                  </a:lnTo>
                  <a:lnTo>
                    <a:pt x="22142" y="244055"/>
                  </a:lnTo>
                  <a:lnTo>
                    <a:pt x="24865" y="248634"/>
                  </a:lnTo>
                  <a:lnTo>
                    <a:pt x="27733" y="253123"/>
                  </a:lnTo>
                  <a:lnTo>
                    <a:pt x="30743" y="257520"/>
                  </a:lnTo>
                  <a:lnTo>
                    <a:pt x="33891" y="261817"/>
                  </a:lnTo>
                  <a:lnTo>
                    <a:pt x="37175" y="266013"/>
                  </a:lnTo>
                  <a:lnTo>
                    <a:pt x="40591" y="270102"/>
                  </a:lnTo>
                  <a:lnTo>
                    <a:pt x="44135" y="274079"/>
                  </a:lnTo>
                  <a:lnTo>
                    <a:pt x="47804" y="277942"/>
                  </a:lnTo>
                  <a:lnTo>
                    <a:pt x="51595" y="281686"/>
                  </a:lnTo>
                  <a:lnTo>
                    <a:pt x="55502" y="285307"/>
                  </a:lnTo>
                  <a:lnTo>
                    <a:pt x="59524" y="288802"/>
                  </a:lnTo>
                  <a:lnTo>
                    <a:pt x="63654" y="292167"/>
                  </a:lnTo>
                  <a:lnTo>
                    <a:pt x="67890" y="295399"/>
                  </a:lnTo>
                  <a:lnTo>
                    <a:pt x="72227" y="298494"/>
                  </a:lnTo>
                  <a:lnTo>
                    <a:pt x="76659" y="301449"/>
                  </a:lnTo>
                  <a:lnTo>
                    <a:pt x="81184" y="304261"/>
                  </a:lnTo>
                  <a:lnTo>
                    <a:pt x="85797" y="306928"/>
                  </a:lnTo>
                  <a:lnTo>
                    <a:pt x="90491" y="309447"/>
                  </a:lnTo>
                  <a:lnTo>
                    <a:pt x="95264" y="311814"/>
                  </a:lnTo>
                  <a:lnTo>
                    <a:pt x="100110" y="314029"/>
                  </a:lnTo>
                  <a:lnTo>
                    <a:pt x="105024" y="316087"/>
                  </a:lnTo>
                  <a:lnTo>
                    <a:pt x="110001" y="317989"/>
                  </a:lnTo>
                  <a:lnTo>
                    <a:pt x="115036" y="319730"/>
                  </a:lnTo>
                  <a:lnTo>
                    <a:pt x="120124" y="321310"/>
                  </a:lnTo>
                  <a:lnTo>
                    <a:pt x="167157" y="1608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976510" y="5399291"/>
              <a:ext cx="214180" cy="334334"/>
            </a:xfrm>
            <a:custGeom>
              <a:avLst/>
              <a:pathLst>
                <a:path w="214180" h="334334">
                  <a:moveTo>
                    <a:pt x="0" y="327581"/>
                  </a:moveTo>
                  <a:lnTo>
                    <a:pt x="5112" y="328993"/>
                  </a:lnTo>
                  <a:lnTo>
                    <a:pt x="10267" y="330241"/>
                  </a:lnTo>
                  <a:lnTo>
                    <a:pt x="15459" y="331325"/>
                  </a:lnTo>
                  <a:lnTo>
                    <a:pt x="20683" y="332245"/>
                  </a:lnTo>
                  <a:lnTo>
                    <a:pt x="25933" y="332997"/>
                  </a:lnTo>
                  <a:lnTo>
                    <a:pt x="31204" y="333583"/>
                  </a:lnTo>
                  <a:lnTo>
                    <a:pt x="36492" y="334002"/>
                  </a:lnTo>
                  <a:lnTo>
                    <a:pt x="41790" y="334252"/>
                  </a:lnTo>
                  <a:lnTo>
                    <a:pt x="47093" y="334334"/>
                  </a:lnTo>
                  <a:lnTo>
                    <a:pt x="52396" y="334248"/>
                  </a:lnTo>
                  <a:lnTo>
                    <a:pt x="57694" y="333994"/>
                  </a:lnTo>
                  <a:lnTo>
                    <a:pt x="62981" y="333572"/>
                  </a:lnTo>
                  <a:lnTo>
                    <a:pt x="68252" y="332982"/>
                  </a:lnTo>
                  <a:lnTo>
                    <a:pt x="73502" y="332226"/>
                  </a:lnTo>
                  <a:lnTo>
                    <a:pt x="78725" y="331303"/>
                  </a:lnTo>
                  <a:lnTo>
                    <a:pt x="83916" y="330215"/>
                  </a:lnTo>
                  <a:lnTo>
                    <a:pt x="89070" y="328963"/>
                  </a:lnTo>
                  <a:lnTo>
                    <a:pt x="94182" y="327548"/>
                  </a:lnTo>
                  <a:lnTo>
                    <a:pt x="99246" y="325971"/>
                  </a:lnTo>
                  <a:lnTo>
                    <a:pt x="104258" y="324235"/>
                  </a:lnTo>
                  <a:lnTo>
                    <a:pt x="109212" y="322340"/>
                  </a:lnTo>
                  <a:lnTo>
                    <a:pt x="114104" y="320290"/>
                  </a:lnTo>
                  <a:lnTo>
                    <a:pt x="118927" y="318085"/>
                  </a:lnTo>
                  <a:lnTo>
                    <a:pt x="123679" y="315728"/>
                  </a:lnTo>
                  <a:lnTo>
                    <a:pt x="128353" y="313222"/>
                  </a:lnTo>
                  <a:lnTo>
                    <a:pt x="132946" y="310568"/>
                  </a:lnTo>
                  <a:lnTo>
                    <a:pt x="137452" y="307771"/>
                  </a:lnTo>
                  <a:lnTo>
                    <a:pt x="141867" y="304831"/>
                  </a:lnTo>
                  <a:lnTo>
                    <a:pt x="146187" y="301754"/>
                  </a:lnTo>
                  <a:lnTo>
                    <a:pt x="150406" y="298540"/>
                  </a:lnTo>
                  <a:lnTo>
                    <a:pt x="154522" y="295195"/>
                  </a:lnTo>
                  <a:lnTo>
                    <a:pt x="158530" y="291720"/>
                  </a:lnTo>
                  <a:lnTo>
                    <a:pt x="162425" y="288120"/>
                  </a:lnTo>
                  <a:lnTo>
                    <a:pt x="166204" y="284399"/>
                  </a:lnTo>
                  <a:lnTo>
                    <a:pt x="169863" y="280559"/>
                  </a:lnTo>
                  <a:lnTo>
                    <a:pt x="173399" y="276605"/>
                  </a:lnTo>
                  <a:lnTo>
                    <a:pt x="176807" y="272541"/>
                  </a:lnTo>
                  <a:lnTo>
                    <a:pt x="180084" y="268371"/>
                  </a:lnTo>
                  <a:lnTo>
                    <a:pt x="183228" y="264100"/>
                  </a:lnTo>
                  <a:lnTo>
                    <a:pt x="186235" y="259730"/>
                  </a:lnTo>
                  <a:lnTo>
                    <a:pt x="189101" y="255267"/>
                  </a:lnTo>
                  <a:lnTo>
                    <a:pt x="191825" y="250716"/>
                  </a:lnTo>
                  <a:lnTo>
                    <a:pt x="194402" y="246081"/>
                  </a:lnTo>
                  <a:lnTo>
                    <a:pt x="196832" y="241366"/>
                  </a:lnTo>
                  <a:lnTo>
                    <a:pt x="199110" y="236576"/>
                  </a:lnTo>
                  <a:lnTo>
                    <a:pt x="201235" y="231717"/>
                  </a:lnTo>
                  <a:lnTo>
                    <a:pt x="203206" y="226792"/>
                  </a:lnTo>
                  <a:lnTo>
                    <a:pt x="205019" y="221808"/>
                  </a:lnTo>
                  <a:lnTo>
                    <a:pt x="206672" y="216768"/>
                  </a:lnTo>
                  <a:lnTo>
                    <a:pt x="208166" y="211679"/>
                  </a:lnTo>
                  <a:lnTo>
                    <a:pt x="209497" y="206545"/>
                  </a:lnTo>
                  <a:lnTo>
                    <a:pt x="210664" y="201371"/>
                  </a:lnTo>
                  <a:lnTo>
                    <a:pt x="211667" y="196163"/>
                  </a:lnTo>
                  <a:lnTo>
                    <a:pt x="212504" y="190925"/>
                  </a:lnTo>
                  <a:lnTo>
                    <a:pt x="213174" y="185664"/>
                  </a:lnTo>
                  <a:lnTo>
                    <a:pt x="213677" y="180384"/>
                  </a:lnTo>
                  <a:lnTo>
                    <a:pt x="214013" y="175090"/>
                  </a:lnTo>
                  <a:lnTo>
                    <a:pt x="214180" y="169789"/>
                  </a:lnTo>
                  <a:lnTo>
                    <a:pt x="214179" y="164485"/>
                  </a:lnTo>
                  <a:lnTo>
                    <a:pt x="214010" y="159184"/>
                  </a:lnTo>
                  <a:lnTo>
                    <a:pt x="213673" y="153891"/>
                  </a:lnTo>
                  <a:lnTo>
                    <a:pt x="213168" y="148611"/>
                  </a:lnTo>
                  <a:lnTo>
                    <a:pt x="212495" y="143350"/>
                  </a:lnTo>
                  <a:lnTo>
                    <a:pt x="211657" y="138112"/>
                  </a:lnTo>
                  <a:lnTo>
                    <a:pt x="210652" y="132904"/>
                  </a:lnTo>
                  <a:lnTo>
                    <a:pt x="209483" y="127731"/>
                  </a:lnTo>
                  <a:lnTo>
                    <a:pt x="208150" y="122597"/>
                  </a:lnTo>
                  <a:lnTo>
                    <a:pt x="206655" y="117508"/>
                  </a:lnTo>
                  <a:lnTo>
                    <a:pt x="204999" y="112470"/>
                  </a:lnTo>
                  <a:lnTo>
                    <a:pt x="203184" y="107486"/>
                  </a:lnTo>
                  <a:lnTo>
                    <a:pt x="201212" y="102562"/>
                  </a:lnTo>
                  <a:lnTo>
                    <a:pt x="199085" y="97703"/>
                  </a:lnTo>
                  <a:lnTo>
                    <a:pt x="196805" y="92914"/>
                  </a:lnTo>
                  <a:lnTo>
                    <a:pt x="194374" y="88200"/>
                  </a:lnTo>
                  <a:lnTo>
                    <a:pt x="191795" y="83566"/>
                  </a:lnTo>
                  <a:lnTo>
                    <a:pt x="189070" y="79016"/>
                  </a:lnTo>
                  <a:lnTo>
                    <a:pt x="186202" y="74554"/>
                  </a:lnTo>
                  <a:lnTo>
                    <a:pt x="183193" y="70186"/>
                  </a:lnTo>
                  <a:lnTo>
                    <a:pt x="180048" y="65915"/>
                  </a:lnTo>
                  <a:lnTo>
                    <a:pt x="176769" y="61746"/>
                  </a:lnTo>
                  <a:lnTo>
                    <a:pt x="173359" y="57683"/>
                  </a:lnTo>
                  <a:lnTo>
                    <a:pt x="169822" y="53731"/>
                  </a:lnTo>
                  <a:lnTo>
                    <a:pt x="166162" y="49892"/>
                  </a:lnTo>
                  <a:lnTo>
                    <a:pt x="162382" y="46172"/>
                  </a:lnTo>
                  <a:lnTo>
                    <a:pt x="158485" y="42574"/>
                  </a:lnTo>
                  <a:lnTo>
                    <a:pt x="154476" y="39101"/>
                  </a:lnTo>
                  <a:lnTo>
                    <a:pt x="150359" y="35757"/>
                  </a:lnTo>
                  <a:lnTo>
                    <a:pt x="146138" y="32545"/>
                  </a:lnTo>
                  <a:lnTo>
                    <a:pt x="141818" y="29469"/>
                  </a:lnTo>
                  <a:lnTo>
                    <a:pt x="137402" y="26531"/>
                  </a:lnTo>
                  <a:lnTo>
                    <a:pt x="132895" y="23735"/>
                  </a:lnTo>
                  <a:lnTo>
                    <a:pt x="128301" y="21083"/>
                  </a:lnTo>
                  <a:lnTo>
                    <a:pt x="123626" y="18578"/>
                  </a:lnTo>
                  <a:lnTo>
                    <a:pt x="118873" y="16223"/>
                  </a:lnTo>
                  <a:lnTo>
                    <a:pt x="114049" y="14020"/>
                  </a:lnTo>
                  <a:lnTo>
                    <a:pt x="109156" y="11971"/>
                  </a:lnTo>
                  <a:lnTo>
                    <a:pt x="104202" y="10079"/>
                  </a:lnTo>
                  <a:lnTo>
                    <a:pt x="99189" y="8344"/>
                  </a:lnTo>
                  <a:lnTo>
                    <a:pt x="94125" y="6769"/>
                  </a:lnTo>
                  <a:lnTo>
                    <a:pt x="89012" y="5356"/>
                  </a:lnTo>
                  <a:lnTo>
                    <a:pt x="83858" y="4106"/>
                  </a:lnTo>
                  <a:lnTo>
                    <a:pt x="78666" y="3020"/>
                  </a:lnTo>
                  <a:lnTo>
                    <a:pt x="73443" y="2099"/>
                  </a:lnTo>
                  <a:lnTo>
                    <a:pt x="68193" y="1344"/>
                  </a:lnTo>
                  <a:lnTo>
                    <a:pt x="62922" y="756"/>
                  </a:lnTo>
                  <a:lnTo>
                    <a:pt x="57635" y="336"/>
                  </a:lnTo>
                  <a:lnTo>
                    <a:pt x="52337" y="84"/>
                  </a:lnTo>
                  <a:lnTo>
                    <a:pt x="47033" y="0"/>
                  </a:lnTo>
                  <a:lnTo>
                    <a:pt x="4703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31673" y="5269756"/>
              <a:ext cx="13585" cy="167167"/>
            </a:xfrm>
            <a:custGeom>
              <a:avLst/>
              <a:pathLst>
                <a:path w="13585" h="167167">
                  <a:moveTo>
                    <a:pt x="13585" y="0"/>
                  </a:moveTo>
                  <a:lnTo>
                    <a:pt x="0" y="552"/>
                  </a:lnTo>
                  <a:lnTo>
                    <a:pt x="1358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31673" y="5270309"/>
              <a:ext cx="13585" cy="166614"/>
            </a:xfrm>
            <a:custGeom>
              <a:avLst/>
              <a:pathLst>
                <a:path w="13585" h="166614">
                  <a:moveTo>
                    <a:pt x="0" y="0"/>
                  </a:moveTo>
                  <a:lnTo>
                    <a:pt x="13585" y="1666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31673" y="5270309"/>
              <a:ext cx="13585" cy="166614"/>
            </a:xfrm>
            <a:custGeom>
              <a:avLst/>
              <a:pathLst>
                <a:path w="13585" h="166614">
                  <a:moveTo>
                    <a:pt x="0" y="0"/>
                  </a:moveTo>
                  <a:lnTo>
                    <a:pt x="13585" y="1666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31673" y="5270309"/>
              <a:ext cx="13585" cy="166614"/>
            </a:xfrm>
            <a:custGeom>
              <a:avLst/>
              <a:pathLst>
                <a:path w="13585" h="166614">
                  <a:moveTo>
                    <a:pt x="0" y="0"/>
                  </a:moveTo>
                  <a:lnTo>
                    <a:pt x="13585" y="1666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31673" y="5270309"/>
              <a:ext cx="13585" cy="166614"/>
            </a:xfrm>
            <a:custGeom>
              <a:avLst/>
              <a:pathLst>
                <a:path w="13585" h="166614">
                  <a:moveTo>
                    <a:pt x="0" y="0"/>
                  </a:moveTo>
                  <a:lnTo>
                    <a:pt x="13585" y="1666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418546" y="5270309"/>
              <a:ext cx="126711" cy="166614"/>
            </a:xfrm>
            <a:custGeom>
              <a:avLst/>
              <a:pathLst>
                <a:path w="126711" h="166614">
                  <a:moveTo>
                    <a:pt x="113126" y="0"/>
                  </a:moveTo>
                  <a:lnTo>
                    <a:pt x="107493" y="555"/>
                  </a:lnTo>
                  <a:lnTo>
                    <a:pt x="101881" y="1301"/>
                  </a:lnTo>
                  <a:lnTo>
                    <a:pt x="96299" y="2236"/>
                  </a:lnTo>
                  <a:lnTo>
                    <a:pt x="90750" y="3360"/>
                  </a:lnTo>
                  <a:lnTo>
                    <a:pt x="85244" y="4671"/>
                  </a:lnTo>
                  <a:lnTo>
                    <a:pt x="79785" y="6168"/>
                  </a:lnTo>
                  <a:lnTo>
                    <a:pt x="74379" y="7849"/>
                  </a:lnTo>
                  <a:lnTo>
                    <a:pt x="69034" y="9712"/>
                  </a:lnTo>
                  <a:lnTo>
                    <a:pt x="63754" y="11755"/>
                  </a:lnTo>
                  <a:lnTo>
                    <a:pt x="58547" y="13975"/>
                  </a:lnTo>
                  <a:lnTo>
                    <a:pt x="53418" y="16370"/>
                  </a:lnTo>
                  <a:lnTo>
                    <a:pt x="48374" y="18938"/>
                  </a:lnTo>
                  <a:lnTo>
                    <a:pt x="43419" y="21675"/>
                  </a:lnTo>
                  <a:lnTo>
                    <a:pt x="38559" y="24578"/>
                  </a:lnTo>
                  <a:lnTo>
                    <a:pt x="33801" y="27644"/>
                  </a:lnTo>
                  <a:lnTo>
                    <a:pt x="29149" y="30870"/>
                  </a:lnTo>
                  <a:lnTo>
                    <a:pt x="24609" y="34251"/>
                  </a:lnTo>
                  <a:lnTo>
                    <a:pt x="20186" y="37784"/>
                  </a:lnTo>
                  <a:lnTo>
                    <a:pt x="15885" y="41464"/>
                  </a:lnTo>
                  <a:lnTo>
                    <a:pt x="11711" y="45288"/>
                  </a:lnTo>
                  <a:lnTo>
                    <a:pt x="7669" y="49252"/>
                  </a:lnTo>
                  <a:lnTo>
                    <a:pt x="3764" y="53349"/>
                  </a:lnTo>
                  <a:lnTo>
                    <a:pt x="0" y="57577"/>
                  </a:lnTo>
                  <a:lnTo>
                    <a:pt x="126711" y="1666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378104" y="5269756"/>
              <a:ext cx="334302" cy="334334"/>
            </a:xfrm>
            <a:custGeom>
              <a:avLst/>
              <a:pathLst>
                <a:path w="334302" h="334334">
                  <a:moveTo>
                    <a:pt x="40441" y="58130"/>
                  </a:moveTo>
                  <a:lnTo>
                    <a:pt x="37048" y="62202"/>
                  </a:lnTo>
                  <a:lnTo>
                    <a:pt x="33785" y="66381"/>
                  </a:lnTo>
                  <a:lnTo>
                    <a:pt x="30656" y="70660"/>
                  </a:lnTo>
                  <a:lnTo>
                    <a:pt x="27665" y="75037"/>
                  </a:lnTo>
                  <a:lnTo>
                    <a:pt x="24814" y="79506"/>
                  </a:lnTo>
                  <a:lnTo>
                    <a:pt x="22106" y="84063"/>
                  </a:lnTo>
                  <a:lnTo>
                    <a:pt x="19544" y="88704"/>
                  </a:lnTo>
                  <a:lnTo>
                    <a:pt x="17130" y="93424"/>
                  </a:lnTo>
                  <a:lnTo>
                    <a:pt x="14867" y="98218"/>
                  </a:lnTo>
                  <a:lnTo>
                    <a:pt x="12758" y="103081"/>
                  </a:lnTo>
                  <a:lnTo>
                    <a:pt x="10803" y="108009"/>
                  </a:lnTo>
                  <a:lnTo>
                    <a:pt x="9006" y="112996"/>
                  </a:lnTo>
                  <a:lnTo>
                    <a:pt x="7368" y="118038"/>
                  </a:lnTo>
                  <a:lnTo>
                    <a:pt x="5890" y="123129"/>
                  </a:lnTo>
                  <a:lnTo>
                    <a:pt x="4575" y="128265"/>
                  </a:lnTo>
                  <a:lnTo>
                    <a:pt x="3423" y="133439"/>
                  </a:lnTo>
                  <a:lnTo>
                    <a:pt x="2436" y="138648"/>
                  </a:lnTo>
                  <a:lnTo>
                    <a:pt x="1615" y="143885"/>
                  </a:lnTo>
                  <a:lnTo>
                    <a:pt x="960" y="149145"/>
                  </a:lnTo>
                  <a:lnTo>
                    <a:pt x="472" y="154424"/>
                  </a:lnTo>
                  <a:lnTo>
                    <a:pt x="152" y="159716"/>
                  </a:lnTo>
                  <a:lnTo>
                    <a:pt x="0" y="165015"/>
                  </a:lnTo>
                  <a:lnTo>
                    <a:pt x="15" y="170316"/>
                  </a:lnTo>
                  <a:lnTo>
                    <a:pt x="199" y="175614"/>
                  </a:lnTo>
                  <a:lnTo>
                    <a:pt x="551" y="180903"/>
                  </a:lnTo>
                  <a:lnTo>
                    <a:pt x="1070" y="186179"/>
                  </a:lnTo>
                  <a:lnTo>
                    <a:pt x="1757" y="191436"/>
                  </a:lnTo>
                  <a:lnTo>
                    <a:pt x="2609" y="196668"/>
                  </a:lnTo>
                  <a:lnTo>
                    <a:pt x="3627" y="201870"/>
                  </a:lnTo>
                  <a:lnTo>
                    <a:pt x="4810" y="207038"/>
                  </a:lnTo>
                  <a:lnTo>
                    <a:pt x="6156" y="212165"/>
                  </a:lnTo>
                  <a:lnTo>
                    <a:pt x="7664" y="217248"/>
                  </a:lnTo>
                  <a:lnTo>
                    <a:pt x="9332" y="222279"/>
                  </a:lnTo>
                  <a:lnTo>
                    <a:pt x="11159" y="227256"/>
                  </a:lnTo>
                  <a:lnTo>
                    <a:pt x="13142" y="232172"/>
                  </a:lnTo>
                  <a:lnTo>
                    <a:pt x="15281" y="237023"/>
                  </a:lnTo>
                  <a:lnTo>
                    <a:pt x="17572" y="241803"/>
                  </a:lnTo>
                  <a:lnTo>
                    <a:pt x="20014" y="246508"/>
                  </a:lnTo>
                  <a:lnTo>
                    <a:pt x="22604" y="251134"/>
                  </a:lnTo>
                  <a:lnTo>
                    <a:pt x="25339" y="255675"/>
                  </a:lnTo>
                  <a:lnTo>
                    <a:pt x="28217" y="260127"/>
                  </a:lnTo>
                  <a:lnTo>
                    <a:pt x="31234" y="264486"/>
                  </a:lnTo>
                  <a:lnTo>
                    <a:pt x="34388" y="268747"/>
                  </a:lnTo>
                  <a:lnTo>
                    <a:pt x="37676" y="272905"/>
                  </a:lnTo>
                  <a:lnTo>
                    <a:pt x="41094" y="276958"/>
                  </a:lnTo>
                  <a:lnTo>
                    <a:pt x="44638" y="280899"/>
                  </a:lnTo>
                  <a:lnTo>
                    <a:pt x="48306" y="284727"/>
                  </a:lnTo>
                  <a:lnTo>
                    <a:pt x="52093" y="288436"/>
                  </a:lnTo>
                  <a:lnTo>
                    <a:pt x="55996" y="292024"/>
                  </a:lnTo>
                  <a:lnTo>
                    <a:pt x="60011" y="295485"/>
                  </a:lnTo>
                  <a:lnTo>
                    <a:pt x="64134" y="298818"/>
                  </a:lnTo>
                  <a:lnTo>
                    <a:pt x="68360" y="302018"/>
                  </a:lnTo>
                  <a:lnTo>
                    <a:pt x="72686" y="305083"/>
                  </a:lnTo>
                  <a:lnTo>
                    <a:pt x="77106" y="308009"/>
                  </a:lnTo>
                  <a:lnTo>
                    <a:pt x="81617" y="310793"/>
                  </a:lnTo>
                  <a:lnTo>
                    <a:pt x="86214" y="313433"/>
                  </a:lnTo>
                  <a:lnTo>
                    <a:pt x="90893" y="315926"/>
                  </a:lnTo>
                  <a:lnTo>
                    <a:pt x="95648" y="318269"/>
                  </a:lnTo>
                  <a:lnTo>
                    <a:pt x="100475" y="320461"/>
                  </a:lnTo>
                  <a:lnTo>
                    <a:pt x="105369" y="322498"/>
                  </a:lnTo>
                  <a:lnTo>
                    <a:pt x="110325" y="324379"/>
                  </a:lnTo>
                  <a:lnTo>
                    <a:pt x="115339" y="326102"/>
                  </a:lnTo>
                  <a:lnTo>
                    <a:pt x="120404" y="327665"/>
                  </a:lnTo>
                  <a:lnTo>
                    <a:pt x="125517" y="329066"/>
                  </a:lnTo>
                  <a:lnTo>
                    <a:pt x="130671" y="330305"/>
                  </a:lnTo>
                  <a:lnTo>
                    <a:pt x="135863" y="331380"/>
                  </a:lnTo>
                  <a:lnTo>
                    <a:pt x="141085" y="332289"/>
                  </a:lnTo>
                  <a:lnTo>
                    <a:pt x="146334" y="333033"/>
                  </a:lnTo>
                  <a:lnTo>
                    <a:pt x="151604" y="333610"/>
                  </a:lnTo>
                  <a:lnTo>
                    <a:pt x="156889" y="334019"/>
                  </a:lnTo>
                  <a:lnTo>
                    <a:pt x="162185" y="334261"/>
                  </a:lnTo>
                  <a:lnTo>
                    <a:pt x="167485" y="334334"/>
                  </a:lnTo>
                  <a:lnTo>
                    <a:pt x="172786" y="334239"/>
                  </a:lnTo>
                  <a:lnTo>
                    <a:pt x="178080" y="333977"/>
                  </a:lnTo>
                  <a:lnTo>
                    <a:pt x="183364" y="333547"/>
                  </a:lnTo>
                  <a:lnTo>
                    <a:pt x="188631" y="332949"/>
                  </a:lnTo>
                  <a:lnTo>
                    <a:pt x="193877" y="332184"/>
                  </a:lnTo>
                  <a:lnTo>
                    <a:pt x="199096" y="331254"/>
                  </a:lnTo>
                  <a:lnTo>
                    <a:pt x="204283" y="330159"/>
                  </a:lnTo>
                  <a:lnTo>
                    <a:pt x="209432" y="328899"/>
                  </a:lnTo>
                  <a:lnTo>
                    <a:pt x="214539" y="327478"/>
                  </a:lnTo>
                  <a:lnTo>
                    <a:pt x="219599" y="325894"/>
                  </a:lnTo>
                  <a:lnTo>
                    <a:pt x="224605" y="324152"/>
                  </a:lnTo>
                  <a:lnTo>
                    <a:pt x="229554" y="322251"/>
                  </a:lnTo>
                  <a:lnTo>
                    <a:pt x="234440" y="320195"/>
                  </a:lnTo>
                  <a:lnTo>
                    <a:pt x="239258" y="317984"/>
                  </a:lnTo>
                  <a:lnTo>
                    <a:pt x="244004" y="315622"/>
                  </a:lnTo>
                  <a:lnTo>
                    <a:pt x="248673" y="313110"/>
                  </a:lnTo>
                  <a:lnTo>
                    <a:pt x="253259" y="310452"/>
                  </a:lnTo>
                  <a:lnTo>
                    <a:pt x="257759" y="307650"/>
                  </a:lnTo>
                  <a:lnTo>
                    <a:pt x="262168" y="304706"/>
                  </a:lnTo>
                  <a:lnTo>
                    <a:pt x="266481" y="301625"/>
                  </a:lnTo>
                  <a:lnTo>
                    <a:pt x="270695" y="298407"/>
                  </a:lnTo>
                  <a:lnTo>
                    <a:pt x="274804" y="295058"/>
                  </a:lnTo>
                  <a:lnTo>
                    <a:pt x="278805" y="291581"/>
                  </a:lnTo>
                  <a:lnTo>
                    <a:pt x="282694" y="287978"/>
                  </a:lnTo>
                  <a:lnTo>
                    <a:pt x="286466" y="284254"/>
                  </a:lnTo>
                  <a:lnTo>
                    <a:pt x="290119" y="280412"/>
                  </a:lnTo>
                  <a:lnTo>
                    <a:pt x="293648" y="276456"/>
                  </a:lnTo>
                  <a:lnTo>
                    <a:pt x="297050" y="272390"/>
                  </a:lnTo>
                  <a:lnTo>
                    <a:pt x="300321" y="268218"/>
                  </a:lnTo>
                  <a:lnTo>
                    <a:pt x="303458" y="263945"/>
                  </a:lnTo>
                  <a:lnTo>
                    <a:pt x="306458" y="259574"/>
                  </a:lnTo>
                  <a:lnTo>
                    <a:pt x="309318" y="255111"/>
                  </a:lnTo>
                  <a:lnTo>
                    <a:pt x="312035" y="250559"/>
                  </a:lnTo>
                  <a:lnTo>
                    <a:pt x="314606" y="245923"/>
                  </a:lnTo>
                  <a:lnTo>
                    <a:pt x="317029" y="241208"/>
                  </a:lnTo>
                  <a:lnTo>
                    <a:pt x="319302" y="236418"/>
                  </a:lnTo>
                  <a:lnTo>
                    <a:pt x="321421" y="231559"/>
                  </a:lnTo>
                  <a:lnTo>
                    <a:pt x="323385" y="226635"/>
                  </a:lnTo>
                  <a:lnTo>
                    <a:pt x="325192" y="221652"/>
                  </a:lnTo>
                  <a:lnTo>
                    <a:pt x="326840" y="216613"/>
                  </a:lnTo>
                  <a:lnTo>
                    <a:pt x="328328" y="211525"/>
                  </a:lnTo>
                  <a:lnTo>
                    <a:pt x="329653" y="206392"/>
                  </a:lnTo>
                  <a:lnTo>
                    <a:pt x="330815" y="201220"/>
                  </a:lnTo>
                  <a:lnTo>
                    <a:pt x="331813" y="196013"/>
                  </a:lnTo>
                  <a:lnTo>
                    <a:pt x="332645" y="190778"/>
                  </a:lnTo>
                  <a:lnTo>
                    <a:pt x="333310" y="185519"/>
                  </a:lnTo>
                  <a:lnTo>
                    <a:pt x="333808" y="180241"/>
                  </a:lnTo>
                  <a:lnTo>
                    <a:pt x="334139" y="174950"/>
                  </a:lnTo>
                  <a:lnTo>
                    <a:pt x="334302" y="169651"/>
                  </a:lnTo>
                  <a:lnTo>
                    <a:pt x="334297" y="164350"/>
                  </a:lnTo>
                  <a:lnTo>
                    <a:pt x="334123" y="159052"/>
                  </a:lnTo>
                  <a:lnTo>
                    <a:pt x="333782" y="153762"/>
                  </a:lnTo>
                  <a:lnTo>
                    <a:pt x="333273" y="148485"/>
                  </a:lnTo>
                  <a:lnTo>
                    <a:pt x="332597" y="143227"/>
                  </a:lnTo>
                  <a:lnTo>
                    <a:pt x="331755" y="137993"/>
                  </a:lnTo>
                  <a:lnTo>
                    <a:pt x="330747" y="132789"/>
                  </a:lnTo>
                  <a:lnTo>
                    <a:pt x="329575" y="127619"/>
                  </a:lnTo>
                  <a:lnTo>
                    <a:pt x="328239" y="122489"/>
                  </a:lnTo>
                  <a:lnTo>
                    <a:pt x="326742" y="117403"/>
                  </a:lnTo>
                  <a:lnTo>
                    <a:pt x="325084" y="112368"/>
                  </a:lnTo>
                  <a:lnTo>
                    <a:pt x="323267" y="107388"/>
                  </a:lnTo>
                  <a:lnTo>
                    <a:pt x="321293" y="102468"/>
                  </a:lnTo>
                  <a:lnTo>
                    <a:pt x="319164" y="97613"/>
                  </a:lnTo>
                  <a:lnTo>
                    <a:pt x="316882" y="92828"/>
                  </a:lnTo>
                  <a:lnTo>
                    <a:pt x="314449" y="88118"/>
                  </a:lnTo>
                  <a:lnTo>
                    <a:pt x="311869" y="83487"/>
                  </a:lnTo>
                  <a:lnTo>
                    <a:pt x="309143" y="78941"/>
                  </a:lnTo>
                  <a:lnTo>
                    <a:pt x="306274" y="74483"/>
                  </a:lnTo>
                  <a:lnTo>
                    <a:pt x="303265" y="70118"/>
                  </a:lnTo>
                  <a:lnTo>
                    <a:pt x="300120" y="65851"/>
                  </a:lnTo>
                  <a:lnTo>
                    <a:pt x="296840" y="61686"/>
                  </a:lnTo>
                  <a:lnTo>
                    <a:pt x="293430" y="57627"/>
                  </a:lnTo>
                  <a:lnTo>
                    <a:pt x="289894" y="53678"/>
                  </a:lnTo>
                  <a:lnTo>
                    <a:pt x="286233" y="49843"/>
                  </a:lnTo>
                  <a:lnTo>
                    <a:pt x="282454" y="46127"/>
                  </a:lnTo>
                  <a:lnTo>
                    <a:pt x="278558" y="42532"/>
                  </a:lnTo>
                  <a:lnTo>
                    <a:pt x="274550" y="39062"/>
                  </a:lnTo>
                  <a:lnTo>
                    <a:pt x="270434" y="35721"/>
                  </a:lnTo>
                  <a:lnTo>
                    <a:pt x="266214" y="32512"/>
                  </a:lnTo>
                  <a:lnTo>
                    <a:pt x="261895" y="29439"/>
                  </a:lnTo>
                  <a:lnTo>
                    <a:pt x="257480" y="26504"/>
                  </a:lnTo>
                  <a:lnTo>
                    <a:pt x="252974" y="23711"/>
                  </a:lnTo>
                  <a:lnTo>
                    <a:pt x="248382" y="21062"/>
                  </a:lnTo>
                  <a:lnTo>
                    <a:pt x="243709" y="18560"/>
                  </a:lnTo>
                  <a:lnTo>
                    <a:pt x="238958" y="16207"/>
                  </a:lnTo>
                  <a:lnTo>
                    <a:pt x="234136" y="14006"/>
                  </a:lnTo>
                  <a:lnTo>
                    <a:pt x="229246" y="11959"/>
                  </a:lnTo>
                  <a:lnTo>
                    <a:pt x="224293" y="10068"/>
                  </a:lnTo>
                  <a:lnTo>
                    <a:pt x="219283" y="8336"/>
                  </a:lnTo>
                  <a:lnTo>
                    <a:pt x="214221" y="6762"/>
                  </a:lnTo>
                  <a:lnTo>
                    <a:pt x="209111" y="5351"/>
                  </a:lnTo>
                  <a:lnTo>
                    <a:pt x="203959" y="4102"/>
                  </a:lnTo>
                  <a:lnTo>
                    <a:pt x="198770" y="3017"/>
                  </a:lnTo>
                  <a:lnTo>
                    <a:pt x="193549" y="2097"/>
                  </a:lnTo>
                  <a:lnTo>
                    <a:pt x="188302" y="1343"/>
                  </a:lnTo>
                  <a:lnTo>
                    <a:pt x="183033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3" y="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994465" y="5018213"/>
              <a:ext cx="26573" cy="167167"/>
            </a:xfrm>
            <a:custGeom>
              <a:avLst/>
              <a:pathLst>
                <a:path w="26573" h="167167">
                  <a:moveTo>
                    <a:pt x="26573" y="0"/>
                  </a:moveTo>
                  <a:lnTo>
                    <a:pt x="19903" y="133"/>
                  </a:lnTo>
                  <a:lnTo>
                    <a:pt x="13244" y="532"/>
                  </a:lnTo>
                  <a:lnTo>
                    <a:pt x="6606" y="1196"/>
                  </a:lnTo>
                  <a:lnTo>
                    <a:pt x="0" y="2125"/>
                  </a:lnTo>
                  <a:lnTo>
                    <a:pt x="2657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994465" y="5020339"/>
              <a:ext cx="26573" cy="165041"/>
            </a:xfrm>
            <a:custGeom>
              <a:avLst/>
              <a:pathLst>
                <a:path w="26573" h="165041">
                  <a:moveTo>
                    <a:pt x="0" y="0"/>
                  </a:moveTo>
                  <a:lnTo>
                    <a:pt x="26573" y="165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994465" y="5020339"/>
              <a:ext cx="26573" cy="165041"/>
            </a:xfrm>
            <a:custGeom>
              <a:avLst/>
              <a:pathLst>
                <a:path w="26573" h="165041">
                  <a:moveTo>
                    <a:pt x="0" y="0"/>
                  </a:moveTo>
                  <a:lnTo>
                    <a:pt x="26573" y="1650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994465" y="5020339"/>
              <a:ext cx="26573" cy="165041"/>
            </a:xfrm>
            <a:custGeom>
              <a:avLst/>
              <a:pathLst>
                <a:path w="26573" h="165041">
                  <a:moveTo>
                    <a:pt x="0" y="0"/>
                  </a:moveTo>
                  <a:lnTo>
                    <a:pt x="26573" y="1650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854401" y="5020339"/>
              <a:ext cx="166637" cy="165041"/>
            </a:xfrm>
            <a:custGeom>
              <a:avLst/>
              <a:pathLst>
                <a:path w="166637" h="165041">
                  <a:moveTo>
                    <a:pt x="140063" y="0"/>
                  </a:moveTo>
                  <a:lnTo>
                    <a:pt x="134718" y="949"/>
                  </a:lnTo>
                  <a:lnTo>
                    <a:pt x="129407" y="2072"/>
                  </a:lnTo>
                  <a:lnTo>
                    <a:pt x="124135" y="3367"/>
                  </a:lnTo>
                  <a:lnTo>
                    <a:pt x="118908" y="4832"/>
                  </a:lnTo>
                  <a:lnTo>
                    <a:pt x="113731" y="6467"/>
                  </a:lnTo>
                  <a:lnTo>
                    <a:pt x="108610" y="8268"/>
                  </a:lnTo>
                  <a:lnTo>
                    <a:pt x="103550" y="10235"/>
                  </a:lnTo>
                  <a:lnTo>
                    <a:pt x="98557" y="12365"/>
                  </a:lnTo>
                  <a:lnTo>
                    <a:pt x="93636" y="14656"/>
                  </a:lnTo>
                  <a:lnTo>
                    <a:pt x="88791" y="17105"/>
                  </a:lnTo>
                  <a:lnTo>
                    <a:pt x="84029" y="19711"/>
                  </a:lnTo>
                  <a:lnTo>
                    <a:pt x="79354" y="22470"/>
                  </a:lnTo>
                  <a:lnTo>
                    <a:pt x="74770" y="25379"/>
                  </a:lnTo>
                  <a:lnTo>
                    <a:pt x="70284" y="28436"/>
                  </a:lnTo>
                  <a:lnTo>
                    <a:pt x="65899" y="31636"/>
                  </a:lnTo>
                  <a:lnTo>
                    <a:pt x="61621" y="34977"/>
                  </a:lnTo>
                  <a:lnTo>
                    <a:pt x="57453" y="38456"/>
                  </a:lnTo>
                  <a:lnTo>
                    <a:pt x="53401" y="42068"/>
                  </a:lnTo>
                  <a:lnTo>
                    <a:pt x="49467" y="45809"/>
                  </a:lnTo>
                  <a:lnTo>
                    <a:pt x="45658" y="49676"/>
                  </a:lnTo>
                  <a:lnTo>
                    <a:pt x="41976" y="53665"/>
                  </a:lnTo>
                  <a:lnTo>
                    <a:pt x="38425" y="57772"/>
                  </a:lnTo>
                  <a:lnTo>
                    <a:pt x="35010" y="61991"/>
                  </a:lnTo>
                  <a:lnTo>
                    <a:pt x="31733" y="66320"/>
                  </a:lnTo>
                  <a:lnTo>
                    <a:pt x="28599" y="70752"/>
                  </a:lnTo>
                  <a:lnTo>
                    <a:pt x="25610" y="75284"/>
                  </a:lnTo>
                  <a:lnTo>
                    <a:pt x="22770" y="79910"/>
                  </a:lnTo>
                  <a:lnTo>
                    <a:pt x="20082" y="84626"/>
                  </a:lnTo>
                  <a:lnTo>
                    <a:pt x="17548" y="89427"/>
                  </a:lnTo>
                  <a:lnTo>
                    <a:pt x="15171" y="94308"/>
                  </a:lnTo>
                  <a:lnTo>
                    <a:pt x="12955" y="99263"/>
                  </a:lnTo>
                  <a:lnTo>
                    <a:pt x="10900" y="104288"/>
                  </a:lnTo>
                  <a:lnTo>
                    <a:pt x="9009" y="109377"/>
                  </a:lnTo>
                  <a:lnTo>
                    <a:pt x="7285" y="114524"/>
                  </a:lnTo>
                  <a:lnTo>
                    <a:pt x="5729" y="119725"/>
                  </a:lnTo>
                  <a:lnTo>
                    <a:pt x="4342" y="124973"/>
                  </a:lnTo>
                  <a:lnTo>
                    <a:pt x="3127" y="130264"/>
                  </a:lnTo>
                  <a:lnTo>
                    <a:pt x="2084" y="135591"/>
                  </a:lnTo>
                  <a:lnTo>
                    <a:pt x="1214" y="140950"/>
                  </a:lnTo>
                  <a:lnTo>
                    <a:pt x="519" y="146334"/>
                  </a:lnTo>
                  <a:lnTo>
                    <a:pt x="0" y="151737"/>
                  </a:lnTo>
                  <a:lnTo>
                    <a:pt x="166637" y="1650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853891" y="5018213"/>
              <a:ext cx="334293" cy="334334"/>
            </a:xfrm>
            <a:custGeom>
              <a:avLst/>
              <a:pathLst>
                <a:path w="334293" h="334334">
                  <a:moveTo>
                    <a:pt x="510" y="153863"/>
                  </a:moveTo>
                  <a:lnTo>
                    <a:pt x="171" y="159157"/>
                  </a:lnTo>
                  <a:lnTo>
                    <a:pt x="1" y="164459"/>
                  </a:lnTo>
                  <a:lnTo>
                    <a:pt x="0" y="169764"/>
                  </a:lnTo>
                  <a:lnTo>
                    <a:pt x="166" y="175067"/>
                  </a:lnTo>
                  <a:lnTo>
                    <a:pt x="501" y="180361"/>
                  </a:lnTo>
                  <a:lnTo>
                    <a:pt x="1003" y="185642"/>
                  </a:lnTo>
                  <a:lnTo>
                    <a:pt x="1673" y="190904"/>
                  </a:lnTo>
                  <a:lnTo>
                    <a:pt x="2510" y="196143"/>
                  </a:lnTo>
                  <a:lnTo>
                    <a:pt x="3512" y="201352"/>
                  </a:lnTo>
                  <a:lnTo>
                    <a:pt x="4679" y="206527"/>
                  </a:lnTo>
                  <a:lnTo>
                    <a:pt x="6010" y="211663"/>
                  </a:lnTo>
                  <a:lnTo>
                    <a:pt x="7503" y="216753"/>
                  </a:lnTo>
                  <a:lnTo>
                    <a:pt x="9157" y="221794"/>
                  </a:lnTo>
                  <a:lnTo>
                    <a:pt x="10970" y="226779"/>
                  </a:lnTo>
                  <a:lnTo>
                    <a:pt x="12940" y="231705"/>
                  </a:lnTo>
                  <a:lnTo>
                    <a:pt x="15065" y="236565"/>
                  </a:lnTo>
                  <a:lnTo>
                    <a:pt x="17344" y="241356"/>
                  </a:lnTo>
                  <a:lnTo>
                    <a:pt x="19773" y="246072"/>
                  </a:lnTo>
                  <a:lnTo>
                    <a:pt x="22351" y="250708"/>
                  </a:lnTo>
                  <a:lnTo>
                    <a:pt x="25075" y="255261"/>
                  </a:lnTo>
                  <a:lnTo>
                    <a:pt x="27941" y="259724"/>
                  </a:lnTo>
                  <a:lnTo>
                    <a:pt x="30948" y="264095"/>
                  </a:lnTo>
                  <a:lnTo>
                    <a:pt x="34093" y="268367"/>
                  </a:lnTo>
                  <a:lnTo>
                    <a:pt x="37371" y="272538"/>
                  </a:lnTo>
                  <a:lnTo>
                    <a:pt x="40779" y="276603"/>
                  </a:lnTo>
                  <a:lnTo>
                    <a:pt x="44316" y="280558"/>
                  </a:lnTo>
                  <a:lnTo>
                    <a:pt x="47975" y="284398"/>
                  </a:lnTo>
                  <a:lnTo>
                    <a:pt x="51755" y="288120"/>
                  </a:lnTo>
                  <a:lnTo>
                    <a:pt x="55651" y="291721"/>
                  </a:lnTo>
                  <a:lnTo>
                    <a:pt x="59659" y="295196"/>
                  </a:lnTo>
                  <a:lnTo>
                    <a:pt x="63776" y="298542"/>
                  </a:lnTo>
                  <a:lnTo>
                    <a:pt x="67996" y="301756"/>
                  </a:lnTo>
                  <a:lnTo>
                    <a:pt x="72317" y="304834"/>
                  </a:lnTo>
                  <a:lnTo>
                    <a:pt x="76733" y="307774"/>
                  </a:lnTo>
                  <a:lnTo>
                    <a:pt x="81240" y="310572"/>
                  </a:lnTo>
                  <a:lnTo>
                    <a:pt x="85833" y="313225"/>
                  </a:lnTo>
                  <a:lnTo>
                    <a:pt x="90509" y="315732"/>
                  </a:lnTo>
                  <a:lnTo>
                    <a:pt x="95261" y="318089"/>
                  </a:lnTo>
                  <a:lnTo>
                    <a:pt x="100086" y="320294"/>
                  </a:lnTo>
                  <a:lnTo>
                    <a:pt x="104979" y="322345"/>
                  </a:lnTo>
                  <a:lnTo>
                    <a:pt x="109934" y="324239"/>
                  </a:lnTo>
                  <a:lnTo>
                    <a:pt x="114947" y="325975"/>
                  </a:lnTo>
                  <a:lnTo>
                    <a:pt x="120012" y="327552"/>
                  </a:lnTo>
                  <a:lnTo>
                    <a:pt x="125125" y="328966"/>
                  </a:lnTo>
                  <a:lnTo>
                    <a:pt x="130280" y="330218"/>
                  </a:lnTo>
                  <a:lnTo>
                    <a:pt x="135472" y="331306"/>
                  </a:lnTo>
                  <a:lnTo>
                    <a:pt x="140696" y="332228"/>
                  </a:lnTo>
                  <a:lnTo>
                    <a:pt x="145947" y="332985"/>
                  </a:lnTo>
                  <a:lnTo>
                    <a:pt x="151219" y="333574"/>
                  </a:lnTo>
                  <a:lnTo>
                    <a:pt x="156507" y="333995"/>
                  </a:lnTo>
                  <a:lnTo>
                    <a:pt x="161806" y="334249"/>
                  </a:lnTo>
                  <a:lnTo>
                    <a:pt x="167110" y="334334"/>
                  </a:lnTo>
                  <a:lnTo>
                    <a:pt x="172414" y="334251"/>
                  </a:lnTo>
                  <a:lnTo>
                    <a:pt x="177713" y="334000"/>
                  </a:lnTo>
                  <a:lnTo>
                    <a:pt x="183002" y="333581"/>
                  </a:lnTo>
                  <a:lnTo>
                    <a:pt x="188274" y="332994"/>
                  </a:lnTo>
                  <a:lnTo>
                    <a:pt x="193525" y="332240"/>
                  </a:lnTo>
                  <a:lnTo>
                    <a:pt x="198750" y="331320"/>
                  </a:lnTo>
                  <a:lnTo>
                    <a:pt x="203942" y="330235"/>
                  </a:lnTo>
                  <a:lnTo>
                    <a:pt x="209098" y="328985"/>
                  </a:lnTo>
                  <a:lnTo>
                    <a:pt x="214211" y="327572"/>
                  </a:lnTo>
                  <a:lnTo>
                    <a:pt x="219277" y="325998"/>
                  </a:lnTo>
                  <a:lnTo>
                    <a:pt x="224291" y="324264"/>
                  </a:lnTo>
                  <a:lnTo>
                    <a:pt x="229247" y="322372"/>
                  </a:lnTo>
                  <a:lnTo>
                    <a:pt x="234140" y="320323"/>
                  </a:lnTo>
                  <a:lnTo>
                    <a:pt x="238966" y="318120"/>
                  </a:lnTo>
                  <a:lnTo>
                    <a:pt x="243720" y="315766"/>
                  </a:lnTo>
                  <a:lnTo>
                    <a:pt x="248396" y="313261"/>
                  </a:lnTo>
                  <a:lnTo>
                    <a:pt x="252991" y="310609"/>
                  </a:lnTo>
                  <a:lnTo>
                    <a:pt x="257499" y="307813"/>
                  </a:lnTo>
                  <a:lnTo>
                    <a:pt x="261916" y="304876"/>
                  </a:lnTo>
                  <a:lnTo>
                    <a:pt x="266238" y="301799"/>
                  </a:lnTo>
                  <a:lnTo>
                    <a:pt x="270460" y="298587"/>
                  </a:lnTo>
                  <a:lnTo>
                    <a:pt x="274578" y="295243"/>
                  </a:lnTo>
                  <a:lnTo>
                    <a:pt x="278588" y="291770"/>
                  </a:lnTo>
                  <a:lnTo>
                    <a:pt x="282485" y="288171"/>
                  </a:lnTo>
                  <a:lnTo>
                    <a:pt x="286267" y="284450"/>
                  </a:lnTo>
                  <a:lnTo>
                    <a:pt x="289928" y="280612"/>
                  </a:lnTo>
                  <a:lnTo>
                    <a:pt x="293466" y="276659"/>
                  </a:lnTo>
                  <a:lnTo>
                    <a:pt x="296877" y="272595"/>
                  </a:lnTo>
                  <a:lnTo>
                    <a:pt x="300157" y="268426"/>
                  </a:lnTo>
                  <a:lnTo>
                    <a:pt x="303302" y="264154"/>
                  </a:lnTo>
                  <a:lnTo>
                    <a:pt x="306311" y="259785"/>
                  </a:lnTo>
                  <a:lnTo>
                    <a:pt x="309180" y="255323"/>
                  </a:lnTo>
                  <a:lnTo>
                    <a:pt x="311906" y="250772"/>
                  </a:lnTo>
                  <a:lnTo>
                    <a:pt x="314486" y="246137"/>
                  </a:lnTo>
                  <a:lnTo>
                    <a:pt x="316917" y="241422"/>
                  </a:lnTo>
                  <a:lnTo>
                    <a:pt x="319198" y="236632"/>
                  </a:lnTo>
                  <a:lnTo>
                    <a:pt x="321325" y="231772"/>
                  </a:lnTo>
                  <a:lnTo>
                    <a:pt x="323298" y="226848"/>
                  </a:lnTo>
                  <a:lnTo>
                    <a:pt x="325113" y="221863"/>
                  </a:lnTo>
                  <a:lnTo>
                    <a:pt x="326769" y="216823"/>
                  </a:lnTo>
                  <a:lnTo>
                    <a:pt x="328264" y="211733"/>
                  </a:lnTo>
                  <a:lnTo>
                    <a:pt x="329597" y="206599"/>
                  </a:lnTo>
                  <a:lnTo>
                    <a:pt x="330766" y="201424"/>
                  </a:lnTo>
                  <a:lnTo>
                    <a:pt x="331771" y="196215"/>
                  </a:lnTo>
                  <a:lnTo>
                    <a:pt x="332610" y="190977"/>
                  </a:lnTo>
                  <a:lnTo>
                    <a:pt x="333282" y="185715"/>
                  </a:lnTo>
                  <a:lnTo>
                    <a:pt x="333787" y="180434"/>
                  </a:lnTo>
                  <a:lnTo>
                    <a:pt x="334124" y="175140"/>
                  </a:lnTo>
                  <a:lnTo>
                    <a:pt x="334293" y="169838"/>
                  </a:lnTo>
                  <a:lnTo>
                    <a:pt x="334293" y="164533"/>
                  </a:lnTo>
                  <a:lnTo>
                    <a:pt x="334126" y="159231"/>
                  </a:lnTo>
                  <a:lnTo>
                    <a:pt x="333790" y="153936"/>
                  </a:lnTo>
                  <a:lnTo>
                    <a:pt x="333286" y="148655"/>
                  </a:lnTo>
                  <a:lnTo>
                    <a:pt x="332615" y="143393"/>
                  </a:lnTo>
                  <a:lnTo>
                    <a:pt x="331777" y="138155"/>
                  </a:lnTo>
                  <a:lnTo>
                    <a:pt x="330774" y="132946"/>
                  </a:lnTo>
                  <a:lnTo>
                    <a:pt x="329606" y="127771"/>
                  </a:lnTo>
                  <a:lnTo>
                    <a:pt x="328274" y="122636"/>
                  </a:lnTo>
                  <a:lnTo>
                    <a:pt x="326780" y="117546"/>
                  </a:lnTo>
                  <a:lnTo>
                    <a:pt x="325125" y="112505"/>
                  </a:lnTo>
                  <a:lnTo>
                    <a:pt x="323311" y="107520"/>
                  </a:lnTo>
                  <a:lnTo>
                    <a:pt x="321340" y="102595"/>
                  </a:lnTo>
                  <a:lnTo>
                    <a:pt x="319213" y="97735"/>
                  </a:lnTo>
                  <a:lnTo>
                    <a:pt x="316934" y="92945"/>
                  </a:lnTo>
                  <a:lnTo>
                    <a:pt x="314503" y="88230"/>
                  </a:lnTo>
                  <a:lnTo>
                    <a:pt x="311924" y="83594"/>
                  </a:lnTo>
                  <a:lnTo>
                    <a:pt x="309199" y="79042"/>
                  </a:lnTo>
                  <a:lnTo>
                    <a:pt x="306332" y="74579"/>
                  </a:lnTo>
                  <a:lnTo>
                    <a:pt x="303324" y="70209"/>
                  </a:lnTo>
                  <a:lnTo>
                    <a:pt x="300179" y="65937"/>
                  </a:lnTo>
                  <a:lnTo>
                    <a:pt x="296900" y="61767"/>
                  </a:lnTo>
                  <a:lnTo>
                    <a:pt x="293490" y="57703"/>
                  </a:lnTo>
                  <a:lnTo>
                    <a:pt x="289953" y="53749"/>
                  </a:lnTo>
                  <a:lnTo>
                    <a:pt x="286293" y="49910"/>
                  </a:lnTo>
                  <a:lnTo>
                    <a:pt x="282512" y="46188"/>
                  </a:lnTo>
                  <a:lnTo>
                    <a:pt x="278615" y="42589"/>
                  </a:lnTo>
                  <a:lnTo>
                    <a:pt x="274606" y="39114"/>
                  </a:lnTo>
                  <a:lnTo>
                    <a:pt x="270489" y="35769"/>
                  </a:lnTo>
                  <a:lnTo>
                    <a:pt x="266268" y="32556"/>
                  </a:lnTo>
                  <a:lnTo>
                    <a:pt x="261947" y="29479"/>
                  </a:lnTo>
                  <a:lnTo>
                    <a:pt x="257530" y="26540"/>
                  </a:lnTo>
                  <a:lnTo>
                    <a:pt x="253022" y="23743"/>
                  </a:lnTo>
                  <a:lnTo>
                    <a:pt x="248428" y="21091"/>
                  </a:lnTo>
                  <a:lnTo>
                    <a:pt x="243752" y="18585"/>
                  </a:lnTo>
                  <a:lnTo>
                    <a:pt x="238999" y="16229"/>
                  </a:lnTo>
                  <a:lnTo>
                    <a:pt x="234174" y="14025"/>
                  </a:lnTo>
                  <a:lnTo>
                    <a:pt x="229281" y="11976"/>
                  </a:lnTo>
                  <a:lnTo>
                    <a:pt x="224325" y="10082"/>
                  </a:lnTo>
                  <a:lnTo>
                    <a:pt x="219312" y="8347"/>
                  </a:lnTo>
                  <a:lnTo>
                    <a:pt x="214246" y="6772"/>
                  </a:lnTo>
                  <a:lnTo>
                    <a:pt x="209133" y="5358"/>
                  </a:lnTo>
                  <a:lnTo>
                    <a:pt x="203978" y="4107"/>
                  </a:lnTo>
                  <a:lnTo>
                    <a:pt x="198786" y="3021"/>
                  </a:lnTo>
                  <a:lnTo>
                    <a:pt x="193561" y="2100"/>
                  </a:lnTo>
                  <a:lnTo>
                    <a:pt x="188310" y="1345"/>
                  </a:lnTo>
                  <a:lnTo>
                    <a:pt x="183038" y="757"/>
                  </a:lnTo>
                  <a:lnTo>
                    <a:pt x="177750" y="336"/>
                  </a:lnTo>
                  <a:lnTo>
                    <a:pt x="172451" y="84"/>
                  </a:lnTo>
                  <a:lnTo>
                    <a:pt x="167147" y="0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336889" y="4659281"/>
              <a:ext cx="86346" cy="167167"/>
            </a:xfrm>
            <a:custGeom>
              <a:avLst/>
              <a:pathLst>
                <a:path w="86346" h="167167">
                  <a:moveTo>
                    <a:pt x="86346" y="0"/>
                  </a:moveTo>
                  <a:lnTo>
                    <a:pt x="80676" y="96"/>
                  </a:lnTo>
                  <a:lnTo>
                    <a:pt x="75012" y="384"/>
                  </a:lnTo>
                  <a:lnTo>
                    <a:pt x="69362" y="864"/>
                  </a:lnTo>
                  <a:lnTo>
                    <a:pt x="63731" y="1536"/>
                  </a:lnTo>
                  <a:lnTo>
                    <a:pt x="58126" y="2399"/>
                  </a:lnTo>
                  <a:lnTo>
                    <a:pt x="52554" y="3450"/>
                  </a:lnTo>
                  <a:lnTo>
                    <a:pt x="47020" y="4691"/>
                  </a:lnTo>
                  <a:lnTo>
                    <a:pt x="41532" y="6118"/>
                  </a:lnTo>
                  <a:lnTo>
                    <a:pt x="36096" y="7731"/>
                  </a:lnTo>
                  <a:lnTo>
                    <a:pt x="30717" y="9527"/>
                  </a:lnTo>
                  <a:lnTo>
                    <a:pt x="25402" y="11504"/>
                  </a:lnTo>
                  <a:lnTo>
                    <a:pt x="20157" y="13661"/>
                  </a:lnTo>
                  <a:lnTo>
                    <a:pt x="14989" y="15994"/>
                  </a:lnTo>
                  <a:lnTo>
                    <a:pt x="9903" y="18501"/>
                  </a:lnTo>
                  <a:lnTo>
                    <a:pt x="4904" y="21180"/>
                  </a:lnTo>
                  <a:lnTo>
                    <a:pt x="0" y="24026"/>
                  </a:lnTo>
                  <a:lnTo>
                    <a:pt x="8634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336889" y="4683308"/>
              <a:ext cx="86346" cy="143140"/>
            </a:xfrm>
            <a:custGeom>
              <a:avLst/>
              <a:pathLst>
                <a:path w="86346" h="143140">
                  <a:moveTo>
                    <a:pt x="0" y="0"/>
                  </a:moveTo>
                  <a:lnTo>
                    <a:pt x="86346" y="1431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336889" y="4683308"/>
              <a:ext cx="86346" cy="143140"/>
            </a:xfrm>
            <a:custGeom>
              <a:avLst/>
              <a:pathLst>
                <a:path w="86346" h="143140">
                  <a:moveTo>
                    <a:pt x="0" y="0"/>
                  </a:moveTo>
                  <a:lnTo>
                    <a:pt x="86346" y="1431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256072" y="4683308"/>
              <a:ext cx="288614" cy="310287"/>
            </a:xfrm>
            <a:custGeom>
              <a:avLst/>
              <a:pathLst>
                <a:path w="288614" h="310287">
                  <a:moveTo>
                    <a:pt x="80816" y="0"/>
                  </a:moveTo>
                  <a:lnTo>
                    <a:pt x="76296" y="2825"/>
                  </a:lnTo>
                  <a:lnTo>
                    <a:pt x="71869" y="5794"/>
                  </a:lnTo>
                  <a:lnTo>
                    <a:pt x="67538" y="8902"/>
                  </a:lnTo>
                  <a:lnTo>
                    <a:pt x="63309" y="12146"/>
                  </a:lnTo>
                  <a:lnTo>
                    <a:pt x="59185" y="15524"/>
                  </a:lnTo>
                  <a:lnTo>
                    <a:pt x="55171" y="19032"/>
                  </a:lnTo>
                  <a:lnTo>
                    <a:pt x="51271" y="22665"/>
                  </a:lnTo>
                  <a:lnTo>
                    <a:pt x="47489" y="26421"/>
                  </a:lnTo>
                  <a:lnTo>
                    <a:pt x="43829" y="30296"/>
                  </a:lnTo>
                  <a:lnTo>
                    <a:pt x="40293" y="34286"/>
                  </a:lnTo>
                  <a:lnTo>
                    <a:pt x="36887" y="38386"/>
                  </a:lnTo>
                  <a:lnTo>
                    <a:pt x="33614" y="42593"/>
                  </a:lnTo>
                  <a:lnTo>
                    <a:pt x="30476" y="46902"/>
                  </a:lnTo>
                  <a:lnTo>
                    <a:pt x="27477" y="51309"/>
                  </a:lnTo>
                  <a:lnTo>
                    <a:pt x="24620" y="55809"/>
                  </a:lnTo>
                  <a:lnTo>
                    <a:pt x="21908" y="60398"/>
                  </a:lnTo>
                  <a:lnTo>
                    <a:pt x="19344" y="65072"/>
                  </a:lnTo>
                  <a:lnTo>
                    <a:pt x="16930" y="69824"/>
                  </a:lnTo>
                  <a:lnTo>
                    <a:pt x="14669" y="74651"/>
                  </a:lnTo>
                  <a:lnTo>
                    <a:pt x="12563" y="79548"/>
                  </a:lnTo>
                  <a:lnTo>
                    <a:pt x="10614" y="84510"/>
                  </a:lnTo>
                  <a:lnTo>
                    <a:pt x="8824" y="89531"/>
                  </a:lnTo>
                  <a:lnTo>
                    <a:pt x="7195" y="94606"/>
                  </a:lnTo>
                  <a:lnTo>
                    <a:pt x="5729" y="99731"/>
                  </a:lnTo>
                  <a:lnTo>
                    <a:pt x="4427" y="104900"/>
                  </a:lnTo>
                  <a:lnTo>
                    <a:pt x="3291" y="110108"/>
                  </a:lnTo>
                  <a:lnTo>
                    <a:pt x="2321" y="115350"/>
                  </a:lnTo>
                  <a:lnTo>
                    <a:pt x="1519" y="120619"/>
                  </a:lnTo>
                  <a:lnTo>
                    <a:pt x="885" y="125912"/>
                  </a:lnTo>
                  <a:lnTo>
                    <a:pt x="420" y="131222"/>
                  </a:lnTo>
                  <a:lnTo>
                    <a:pt x="125" y="136544"/>
                  </a:lnTo>
                  <a:lnTo>
                    <a:pt x="0" y="141873"/>
                  </a:lnTo>
                  <a:lnTo>
                    <a:pt x="44" y="147204"/>
                  </a:lnTo>
                  <a:lnTo>
                    <a:pt x="259" y="152530"/>
                  </a:lnTo>
                  <a:lnTo>
                    <a:pt x="643" y="157847"/>
                  </a:lnTo>
                  <a:lnTo>
                    <a:pt x="1196" y="163148"/>
                  </a:lnTo>
                  <a:lnTo>
                    <a:pt x="1919" y="168430"/>
                  </a:lnTo>
                  <a:lnTo>
                    <a:pt x="2809" y="173685"/>
                  </a:lnTo>
                  <a:lnTo>
                    <a:pt x="3866" y="178910"/>
                  </a:lnTo>
                  <a:lnTo>
                    <a:pt x="5090" y="184098"/>
                  </a:lnTo>
                  <a:lnTo>
                    <a:pt x="6478" y="189244"/>
                  </a:lnTo>
                  <a:lnTo>
                    <a:pt x="8030" y="194344"/>
                  </a:lnTo>
                  <a:lnTo>
                    <a:pt x="9743" y="199392"/>
                  </a:lnTo>
                  <a:lnTo>
                    <a:pt x="11617" y="204382"/>
                  </a:lnTo>
                  <a:lnTo>
                    <a:pt x="13648" y="209310"/>
                  </a:lnTo>
                  <a:lnTo>
                    <a:pt x="15836" y="214171"/>
                  </a:lnTo>
                  <a:lnTo>
                    <a:pt x="18178" y="218960"/>
                  </a:lnTo>
                  <a:lnTo>
                    <a:pt x="20671" y="223671"/>
                  </a:lnTo>
                  <a:lnTo>
                    <a:pt x="23313" y="228301"/>
                  </a:lnTo>
                  <a:lnTo>
                    <a:pt x="26101" y="232844"/>
                  </a:lnTo>
                  <a:lnTo>
                    <a:pt x="29033" y="237296"/>
                  </a:lnTo>
                  <a:lnTo>
                    <a:pt x="32105" y="241652"/>
                  </a:lnTo>
                  <a:lnTo>
                    <a:pt x="35314" y="245908"/>
                  </a:lnTo>
                  <a:lnTo>
                    <a:pt x="38658" y="250059"/>
                  </a:lnTo>
                  <a:lnTo>
                    <a:pt x="42132" y="254102"/>
                  </a:lnTo>
                  <a:lnTo>
                    <a:pt x="45734" y="258032"/>
                  </a:lnTo>
                  <a:lnTo>
                    <a:pt x="49458" y="261845"/>
                  </a:lnTo>
                  <a:lnTo>
                    <a:pt x="53303" y="265537"/>
                  </a:lnTo>
                  <a:lnTo>
                    <a:pt x="57263" y="269105"/>
                  </a:lnTo>
                  <a:lnTo>
                    <a:pt x="61335" y="272545"/>
                  </a:lnTo>
                  <a:lnTo>
                    <a:pt x="65515" y="275854"/>
                  </a:lnTo>
                  <a:lnTo>
                    <a:pt x="69798" y="279027"/>
                  </a:lnTo>
                  <a:lnTo>
                    <a:pt x="74180" y="282062"/>
                  </a:lnTo>
                  <a:lnTo>
                    <a:pt x="78656" y="284956"/>
                  </a:lnTo>
                  <a:lnTo>
                    <a:pt x="83223" y="287706"/>
                  </a:lnTo>
                  <a:lnTo>
                    <a:pt x="87875" y="290309"/>
                  </a:lnTo>
                  <a:lnTo>
                    <a:pt x="92607" y="292762"/>
                  </a:lnTo>
                  <a:lnTo>
                    <a:pt x="97416" y="295063"/>
                  </a:lnTo>
                  <a:lnTo>
                    <a:pt x="102295" y="297209"/>
                  </a:lnTo>
                  <a:lnTo>
                    <a:pt x="107240" y="299199"/>
                  </a:lnTo>
                  <a:lnTo>
                    <a:pt x="112246" y="301030"/>
                  </a:lnTo>
                  <a:lnTo>
                    <a:pt x="117308" y="302701"/>
                  </a:lnTo>
                  <a:lnTo>
                    <a:pt x="122421" y="304209"/>
                  </a:lnTo>
                  <a:lnTo>
                    <a:pt x="127579" y="305554"/>
                  </a:lnTo>
                  <a:lnTo>
                    <a:pt x="132777" y="306733"/>
                  </a:lnTo>
                  <a:lnTo>
                    <a:pt x="138010" y="307746"/>
                  </a:lnTo>
                  <a:lnTo>
                    <a:pt x="143273" y="308592"/>
                  </a:lnTo>
                  <a:lnTo>
                    <a:pt x="148561" y="309270"/>
                  </a:lnTo>
                  <a:lnTo>
                    <a:pt x="153867" y="309778"/>
                  </a:lnTo>
                  <a:lnTo>
                    <a:pt x="159186" y="310117"/>
                  </a:lnTo>
                  <a:lnTo>
                    <a:pt x="164514" y="310287"/>
                  </a:lnTo>
                  <a:lnTo>
                    <a:pt x="169845" y="310286"/>
                  </a:lnTo>
                  <a:lnTo>
                    <a:pt x="175172" y="310116"/>
                  </a:lnTo>
                  <a:lnTo>
                    <a:pt x="180492" y="309776"/>
                  </a:lnTo>
                  <a:lnTo>
                    <a:pt x="185798" y="309266"/>
                  </a:lnTo>
                  <a:lnTo>
                    <a:pt x="191085" y="308587"/>
                  </a:lnTo>
                  <a:lnTo>
                    <a:pt x="196348" y="307740"/>
                  </a:lnTo>
                  <a:lnTo>
                    <a:pt x="201581" y="306726"/>
                  </a:lnTo>
                  <a:lnTo>
                    <a:pt x="206779" y="305546"/>
                  </a:lnTo>
                  <a:lnTo>
                    <a:pt x="211937" y="304200"/>
                  </a:lnTo>
                  <a:lnTo>
                    <a:pt x="217049" y="302690"/>
                  </a:lnTo>
                  <a:lnTo>
                    <a:pt x="222111" y="301019"/>
                  </a:lnTo>
                  <a:lnTo>
                    <a:pt x="227117" y="299187"/>
                  </a:lnTo>
                  <a:lnTo>
                    <a:pt x="232061" y="297196"/>
                  </a:lnTo>
                  <a:lnTo>
                    <a:pt x="236940" y="295048"/>
                  </a:lnTo>
                  <a:lnTo>
                    <a:pt x="241748" y="292746"/>
                  </a:lnTo>
                  <a:lnTo>
                    <a:pt x="246480" y="290292"/>
                  </a:lnTo>
                  <a:lnTo>
                    <a:pt x="251131" y="287688"/>
                  </a:lnTo>
                  <a:lnTo>
                    <a:pt x="255697" y="284938"/>
                  </a:lnTo>
                  <a:lnTo>
                    <a:pt x="260173" y="282043"/>
                  </a:lnTo>
                  <a:lnTo>
                    <a:pt x="264554" y="279007"/>
                  </a:lnTo>
                  <a:lnTo>
                    <a:pt x="268837" y="275833"/>
                  </a:lnTo>
                  <a:lnTo>
                    <a:pt x="273016" y="272523"/>
                  </a:lnTo>
                  <a:lnTo>
                    <a:pt x="277087" y="269083"/>
                  </a:lnTo>
                  <a:lnTo>
                    <a:pt x="281047" y="265514"/>
                  </a:lnTo>
                  <a:lnTo>
                    <a:pt x="284890" y="261821"/>
                  </a:lnTo>
                  <a:lnTo>
                    <a:pt x="288614" y="258007"/>
                  </a:lnTo>
                  <a:lnTo>
                    <a:pt x="167162" y="1431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167162" cy="282033"/>
            </a:xfrm>
            <a:custGeom>
              <a:avLst/>
              <a:pathLst>
                <a:path w="167162" h="282033">
                  <a:moveTo>
                    <a:pt x="121452" y="282033"/>
                  </a:moveTo>
                  <a:lnTo>
                    <a:pt x="125053" y="278102"/>
                  </a:lnTo>
                  <a:lnTo>
                    <a:pt x="128527" y="274058"/>
                  </a:lnTo>
                  <a:lnTo>
                    <a:pt x="131870" y="269905"/>
                  </a:lnTo>
                  <a:lnTo>
                    <a:pt x="135080" y="265647"/>
                  </a:lnTo>
                  <a:lnTo>
                    <a:pt x="138151" y="261289"/>
                  </a:lnTo>
                  <a:lnTo>
                    <a:pt x="141083" y="256836"/>
                  </a:lnTo>
                  <a:lnTo>
                    <a:pt x="143870" y="252291"/>
                  </a:lnTo>
                  <a:lnTo>
                    <a:pt x="146512" y="247660"/>
                  </a:lnTo>
                  <a:lnTo>
                    <a:pt x="149004" y="242947"/>
                  </a:lnTo>
                  <a:lnTo>
                    <a:pt x="151345" y="238156"/>
                  </a:lnTo>
                  <a:lnTo>
                    <a:pt x="153532" y="233294"/>
                  </a:lnTo>
                  <a:lnTo>
                    <a:pt x="155562" y="228364"/>
                  </a:lnTo>
                  <a:lnTo>
                    <a:pt x="157435" y="223372"/>
                  </a:lnTo>
                  <a:lnTo>
                    <a:pt x="159147" y="218323"/>
                  </a:lnTo>
                  <a:lnTo>
                    <a:pt x="160698" y="213222"/>
                  </a:lnTo>
                  <a:lnTo>
                    <a:pt x="162085" y="208074"/>
                  </a:lnTo>
                  <a:lnTo>
                    <a:pt x="163307" y="202884"/>
                  </a:lnTo>
                  <a:lnTo>
                    <a:pt x="164363" y="197658"/>
                  </a:lnTo>
                  <a:lnTo>
                    <a:pt x="165251" y="192401"/>
                  </a:lnTo>
                  <a:lnTo>
                    <a:pt x="165972" y="187119"/>
                  </a:lnTo>
                  <a:lnTo>
                    <a:pt x="166524" y="181816"/>
                  </a:lnTo>
                  <a:lnTo>
                    <a:pt x="166906" y="176498"/>
                  </a:lnTo>
                  <a:lnTo>
                    <a:pt x="167119" y="171171"/>
                  </a:lnTo>
                  <a:lnTo>
                    <a:pt x="167162" y="165839"/>
                  </a:lnTo>
                  <a:lnTo>
                    <a:pt x="167034" y="160509"/>
                  </a:lnTo>
                  <a:lnTo>
                    <a:pt x="166737" y="155186"/>
                  </a:lnTo>
                  <a:lnTo>
                    <a:pt x="166270" y="149875"/>
                  </a:lnTo>
                  <a:lnTo>
                    <a:pt x="165634" y="144581"/>
                  </a:lnTo>
                  <a:lnTo>
                    <a:pt x="164830" y="139311"/>
                  </a:lnTo>
                  <a:lnTo>
                    <a:pt x="163858" y="134069"/>
                  </a:lnTo>
                  <a:lnTo>
                    <a:pt x="162719" y="128860"/>
                  </a:lnTo>
                  <a:lnTo>
                    <a:pt x="161414" y="123691"/>
                  </a:lnTo>
                  <a:lnTo>
                    <a:pt x="159946" y="118565"/>
                  </a:lnTo>
                  <a:lnTo>
                    <a:pt x="158315" y="113489"/>
                  </a:lnTo>
                  <a:lnTo>
                    <a:pt x="156522" y="108468"/>
                  </a:lnTo>
                  <a:lnTo>
                    <a:pt x="154571" y="103506"/>
                  </a:lnTo>
                  <a:lnTo>
                    <a:pt x="152462" y="98610"/>
                  </a:lnTo>
                  <a:lnTo>
                    <a:pt x="150198" y="93782"/>
                  </a:lnTo>
                  <a:lnTo>
                    <a:pt x="147782" y="89030"/>
                  </a:lnTo>
                  <a:lnTo>
                    <a:pt x="145215" y="84357"/>
                  </a:lnTo>
                  <a:lnTo>
                    <a:pt x="142500" y="79768"/>
                  </a:lnTo>
                  <a:lnTo>
                    <a:pt x="139641" y="75268"/>
                  </a:lnTo>
                  <a:lnTo>
                    <a:pt x="136639" y="70862"/>
                  </a:lnTo>
                  <a:lnTo>
                    <a:pt x="133498" y="66554"/>
                  </a:lnTo>
                  <a:lnTo>
                    <a:pt x="130222" y="62348"/>
                  </a:lnTo>
                  <a:lnTo>
                    <a:pt x="126813" y="58248"/>
                  </a:lnTo>
                  <a:lnTo>
                    <a:pt x="123275" y="54260"/>
                  </a:lnTo>
                  <a:lnTo>
                    <a:pt x="119612" y="50386"/>
                  </a:lnTo>
                  <a:lnTo>
                    <a:pt x="115827" y="46631"/>
                  </a:lnTo>
                  <a:lnTo>
                    <a:pt x="111924" y="42998"/>
                  </a:lnTo>
                  <a:lnTo>
                    <a:pt x="107908" y="39492"/>
                  </a:lnTo>
                  <a:lnTo>
                    <a:pt x="103781" y="36116"/>
                  </a:lnTo>
                  <a:lnTo>
                    <a:pt x="99549" y="32873"/>
                  </a:lnTo>
                  <a:lnTo>
                    <a:pt x="95216" y="29767"/>
                  </a:lnTo>
                  <a:lnTo>
                    <a:pt x="90786" y="26800"/>
                  </a:lnTo>
                  <a:lnTo>
                    <a:pt x="86264" y="23977"/>
                  </a:lnTo>
                  <a:lnTo>
                    <a:pt x="81653" y="21299"/>
                  </a:lnTo>
                  <a:lnTo>
                    <a:pt x="76960" y="18769"/>
                  </a:lnTo>
                  <a:lnTo>
                    <a:pt x="72189" y="16390"/>
                  </a:lnTo>
                  <a:lnTo>
                    <a:pt x="67344" y="14165"/>
                  </a:lnTo>
                  <a:lnTo>
                    <a:pt x="62430" y="12095"/>
                  </a:lnTo>
                  <a:lnTo>
                    <a:pt x="57453" y="10183"/>
                  </a:lnTo>
                  <a:lnTo>
                    <a:pt x="52418" y="8431"/>
                  </a:lnTo>
                  <a:lnTo>
                    <a:pt x="47329" y="6840"/>
                  </a:lnTo>
                  <a:lnTo>
                    <a:pt x="42193" y="5412"/>
                  </a:lnTo>
                  <a:lnTo>
                    <a:pt x="37013" y="4149"/>
                  </a:lnTo>
                  <a:lnTo>
                    <a:pt x="31795" y="3051"/>
                  </a:lnTo>
                  <a:lnTo>
                    <a:pt x="26546" y="2121"/>
                  </a:lnTo>
                  <a:lnTo>
                    <a:pt x="21269" y="1358"/>
                  </a:lnTo>
                  <a:lnTo>
                    <a:pt x="15971" y="764"/>
                  </a:lnTo>
                  <a:lnTo>
                    <a:pt x="10656" y="340"/>
                  </a:lnTo>
                  <a:lnTo>
                    <a:pt x="5330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621452" y="4213821"/>
              <a:ext cx="107020" cy="167167"/>
            </a:xfrm>
            <a:custGeom>
              <a:avLst/>
              <a:pathLst>
                <a:path w="107020" h="167167">
                  <a:moveTo>
                    <a:pt x="107020" y="0"/>
                  </a:moveTo>
                  <a:lnTo>
                    <a:pt x="101490" y="91"/>
                  </a:lnTo>
                  <a:lnTo>
                    <a:pt x="95967" y="365"/>
                  </a:lnTo>
                  <a:lnTo>
                    <a:pt x="90455" y="822"/>
                  </a:lnTo>
                  <a:lnTo>
                    <a:pt x="84962" y="1461"/>
                  </a:lnTo>
                  <a:lnTo>
                    <a:pt x="79493" y="2281"/>
                  </a:lnTo>
                  <a:lnTo>
                    <a:pt x="74054" y="3282"/>
                  </a:lnTo>
                  <a:lnTo>
                    <a:pt x="68651" y="4462"/>
                  </a:lnTo>
                  <a:lnTo>
                    <a:pt x="63290" y="5820"/>
                  </a:lnTo>
                  <a:lnTo>
                    <a:pt x="57977" y="7355"/>
                  </a:lnTo>
                  <a:lnTo>
                    <a:pt x="52718" y="9065"/>
                  </a:lnTo>
                  <a:lnTo>
                    <a:pt x="47518" y="10947"/>
                  </a:lnTo>
                  <a:lnTo>
                    <a:pt x="42383" y="13001"/>
                  </a:lnTo>
                  <a:lnTo>
                    <a:pt x="37319" y="15223"/>
                  </a:lnTo>
                  <a:lnTo>
                    <a:pt x="32331" y="17612"/>
                  </a:lnTo>
                  <a:lnTo>
                    <a:pt x="27425" y="20164"/>
                  </a:lnTo>
                  <a:lnTo>
                    <a:pt x="22607" y="22878"/>
                  </a:lnTo>
                  <a:lnTo>
                    <a:pt x="17880" y="25749"/>
                  </a:lnTo>
                  <a:lnTo>
                    <a:pt x="13251" y="28775"/>
                  </a:lnTo>
                  <a:lnTo>
                    <a:pt x="8725" y="31952"/>
                  </a:lnTo>
                  <a:lnTo>
                    <a:pt x="4306" y="35277"/>
                  </a:lnTo>
                  <a:lnTo>
                    <a:pt x="0" y="38747"/>
                  </a:lnTo>
                  <a:lnTo>
                    <a:pt x="10702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621452" y="4252569"/>
              <a:ext cx="107020" cy="128419"/>
            </a:xfrm>
            <a:custGeom>
              <a:avLst/>
              <a:pathLst>
                <a:path w="107020" h="128419">
                  <a:moveTo>
                    <a:pt x="0" y="0"/>
                  </a:moveTo>
                  <a:lnTo>
                    <a:pt x="107020" y="1284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561313" y="4252569"/>
              <a:ext cx="334326" cy="295578"/>
            </a:xfrm>
            <a:custGeom>
              <a:avLst/>
              <a:pathLst>
                <a:path w="334326" h="295578">
                  <a:moveTo>
                    <a:pt x="60138" y="0"/>
                  </a:moveTo>
                  <a:lnTo>
                    <a:pt x="56129" y="3450"/>
                  </a:lnTo>
                  <a:lnTo>
                    <a:pt x="52230" y="7026"/>
                  </a:lnTo>
                  <a:lnTo>
                    <a:pt x="48447" y="10723"/>
                  </a:lnTo>
                  <a:lnTo>
                    <a:pt x="44782" y="14538"/>
                  </a:lnTo>
                  <a:lnTo>
                    <a:pt x="41240" y="18467"/>
                  </a:lnTo>
                  <a:lnTo>
                    <a:pt x="37824" y="22506"/>
                  </a:lnTo>
                  <a:lnTo>
                    <a:pt x="34538" y="26651"/>
                  </a:lnTo>
                  <a:lnTo>
                    <a:pt x="31384" y="30898"/>
                  </a:lnTo>
                  <a:lnTo>
                    <a:pt x="28367" y="35243"/>
                  </a:lnTo>
                  <a:lnTo>
                    <a:pt x="25488" y="39681"/>
                  </a:lnTo>
                  <a:lnTo>
                    <a:pt x="22751" y="44208"/>
                  </a:lnTo>
                  <a:lnTo>
                    <a:pt x="20159" y="48819"/>
                  </a:lnTo>
                  <a:lnTo>
                    <a:pt x="17714" y="53510"/>
                  </a:lnTo>
                  <a:lnTo>
                    <a:pt x="15419" y="58276"/>
                  </a:lnTo>
                  <a:lnTo>
                    <a:pt x="13275" y="63113"/>
                  </a:lnTo>
                  <a:lnTo>
                    <a:pt x="11286" y="68014"/>
                  </a:lnTo>
                  <a:lnTo>
                    <a:pt x="9453" y="72976"/>
                  </a:lnTo>
                  <a:lnTo>
                    <a:pt x="7778" y="77994"/>
                  </a:lnTo>
                  <a:lnTo>
                    <a:pt x="6262" y="83062"/>
                  </a:lnTo>
                  <a:lnTo>
                    <a:pt x="4907" y="88176"/>
                  </a:lnTo>
                  <a:lnTo>
                    <a:pt x="3715" y="93330"/>
                  </a:lnTo>
                  <a:lnTo>
                    <a:pt x="2687" y="98518"/>
                  </a:lnTo>
                  <a:lnTo>
                    <a:pt x="1823" y="103737"/>
                  </a:lnTo>
                  <a:lnTo>
                    <a:pt x="1125" y="108981"/>
                  </a:lnTo>
                  <a:lnTo>
                    <a:pt x="593" y="114244"/>
                  </a:lnTo>
                  <a:lnTo>
                    <a:pt x="228" y="119521"/>
                  </a:lnTo>
                  <a:lnTo>
                    <a:pt x="30" y="124808"/>
                  </a:lnTo>
                  <a:lnTo>
                    <a:pt x="0" y="130098"/>
                  </a:lnTo>
                  <a:lnTo>
                    <a:pt x="136" y="135386"/>
                  </a:lnTo>
                  <a:lnTo>
                    <a:pt x="440" y="140667"/>
                  </a:lnTo>
                  <a:lnTo>
                    <a:pt x="911" y="145936"/>
                  </a:lnTo>
                  <a:lnTo>
                    <a:pt x="1549" y="151187"/>
                  </a:lnTo>
                  <a:lnTo>
                    <a:pt x="2352" y="156416"/>
                  </a:lnTo>
                  <a:lnTo>
                    <a:pt x="3320" y="161616"/>
                  </a:lnTo>
                  <a:lnTo>
                    <a:pt x="4453" y="166784"/>
                  </a:lnTo>
                  <a:lnTo>
                    <a:pt x="5748" y="171912"/>
                  </a:lnTo>
                  <a:lnTo>
                    <a:pt x="7205" y="176998"/>
                  </a:lnTo>
                  <a:lnTo>
                    <a:pt x="8822" y="182034"/>
                  </a:lnTo>
                  <a:lnTo>
                    <a:pt x="10598" y="187017"/>
                  </a:lnTo>
                  <a:lnTo>
                    <a:pt x="12530" y="191942"/>
                  </a:lnTo>
                  <a:lnTo>
                    <a:pt x="14618" y="196802"/>
                  </a:lnTo>
                  <a:lnTo>
                    <a:pt x="16858" y="201595"/>
                  </a:lnTo>
                  <a:lnTo>
                    <a:pt x="19248" y="206314"/>
                  </a:lnTo>
                  <a:lnTo>
                    <a:pt x="21787" y="210955"/>
                  </a:lnTo>
                  <a:lnTo>
                    <a:pt x="24471" y="215513"/>
                  </a:lnTo>
                  <a:lnTo>
                    <a:pt x="27298" y="219984"/>
                  </a:lnTo>
                  <a:lnTo>
                    <a:pt x="30265" y="224363"/>
                  </a:lnTo>
                  <a:lnTo>
                    <a:pt x="33370" y="228647"/>
                  </a:lnTo>
                  <a:lnTo>
                    <a:pt x="36608" y="232830"/>
                  </a:lnTo>
                  <a:lnTo>
                    <a:pt x="39977" y="236908"/>
                  </a:lnTo>
                  <a:lnTo>
                    <a:pt x="43473" y="240878"/>
                  </a:lnTo>
                  <a:lnTo>
                    <a:pt x="47093" y="244735"/>
                  </a:lnTo>
                  <a:lnTo>
                    <a:pt x="50834" y="248476"/>
                  </a:lnTo>
                  <a:lnTo>
                    <a:pt x="54691" y="252096"/>
                  </a:lnTo>
                  <a:lnTo>
                    <a:pt x="58660" y="255593"/>
                  </a:lnTo>
                  <a:lnTo>
                    <a:pt x="62738" y="258962"/>
                  </a:lnTo>
                  <a:lnTo>
                    <a:pt x="66921" y="262200"/>
                  </a:lnTo>
                  <a:lnTo>
                    <a:pt x="71204" y="265305"/>
                  </a:lnTo>
                  <a:lnTo>
                    <a:pt x="75583" y="268273"/>
                  </a:lnTo>
                  <a:lnTo>
                    <a:pt x="80054" y="271100"/>
                  </a:lnTo>
                  <a:lnTo>
                    <a:pt x="84612" y="273785"/>
                  </a:lnTo>
                  <a:lnTo>
                    <a:pt x="89253" y="276324"/>
                  </a:lnTo>
                  <a:lnTo>
                    <a:pt x="93972" y="278715"/>
                  </a:lnTo>
                  <a:lnTo>
                    <a:pt x="98764" y="280955"/>
                  </a:lnTo>
                  <a:lnTo>
                    <a:pt x="103624" y="283043"/>
                  </a:lnTo>
                  <a:lnTo>
                    <a:pt x="108548" y="284975"/>
                  </a:lnTo>
                  <a:lnTo>
                    <a:pt x="113531" y="286752"/>
                  </a:lnTo>
                  <a:lnTo>
                    <a:pt x="118568" y="288369"/>
                  </a:lnTo>
                  <a:lnTo>
                    <a:pt x="123653" y="289826"/>
                  </a:lnTo>
                  <a:lnTo>
                    <a:pt x="128782" y="291122"/>
                  </a:lnTo>
                  <a:lnTo>
                    <a:pt x="133949" y="292255"/>
                  </a:lnTo>
                  <a:lnTo>
                    <a:pt x="139150" y="293224"/>
                  </a:lnTo>
                  <a:lnTo>
                    <a:pt x="144378" y="294027"/>
                  </a:lnTo>
                  <a:lnTo>
                    <a:pt x="149629" y="294665"/>
                  </a:lnTo>
                  <a:lnTo>
                    <a:pt x="154898" y="295137"/>
                  </a:lnTo>
                  <a:lnTo>
                    <a:pt x="160179" y="295441"/>
                  </a:lnTo>
                  <a:lnTo>
                    <a:pt x="165468" y="295578"/>
                  </a:lnTo>
                  <a:lnTo>
                    <a:pt x="170757" y="295548"/>
                  </a:lnTo>
                  <a:lnTo>
                    <a:pt x="176044" y="295350"/>
                  </a:lnTo>
                  <a:lnTo>
                    <a:pt x="181321" y="294986"/>
                  </a:lnTo>
                  <a:lnTo>
                    <a:pt x="186584" y="294454"/>
                  </a:lnTo>
                  <a:lnTo>
                    <a:pt x="191828" y="293757"/>
                  </a:lnTo>
                  <a:lnTo>
                    <a:pt x="197047" y="292893"/>
                  </a:lnTo>
                  <a:lnTo>
                    <a:pt x="202236" y="291865"/>
                  </a:lnTo>
                  <a:lnTo>
                    <a:pt x="207390" y="290673"/>
                  </a:lnTo>
                  <a:lnTo>
                    <a:pt x="212503" y="289319"/>
                  </a:lnTo>
                  <a:lnTo>
                    <a:pt x="217572" y="287804"/>
                  </a:lnTo>
                  <a:lnTo>
                    <a:pt x="222589" y="286129"/>
                  </a:lnTo>
                  <a:lnTo>
                    <a:pt x="227552" y="284296"/>
                  </a:lnTo>
                  <a:lnTo>
                    <a:pt x="232453" y="282307"/>
                  </a:lnTo>
                  <a:lnTo>
                    <a:pt x="237290" y="280164"/>
                  </a:lnTo>
                  <a:lnTo>
                    <a:pt x="242056" y="277869"/>
                  </a:lnTo>
                  <a:lnTo>
                    <a:pt x="246747" y="275425"/>
                  </a:lnTo>
                  <a:lnTo>
                    <a:pt x="251359" y="272833"/>
                  </a:lnTo>
                  <a:lnTo>
                    <a:pt x="255886" y="270097"/>
                  </a:lnTo>
                  <a:lnTo>
                    <a:pt x="260324" y="267218"/>
                  </a:lnTo>
                  <a:lnTo>
                    <a:pt x="264669" y="264201"/>
                  </a:lnTo>
                  <a:lnTo>
                    <a:pt x="268916" y="261048"/>
                  </a:lnTo>
                  <a:lnTo>
                    <a:pt x="273062" y="257762"/>
                  </a:lnTo>
                  <a:lnTo>
                    <a:pt x="277101" y="254346"/>
                  </a:lnTo>
                  <a:lnTo>
                    <a:pt x="281031" y="250804"/>
                  </a:lnTo>
                  <a:lnTo>
                    <a:pt x="284846" y="247140"/>
                  </a:lnTo>
                  <a:lnTo>
                    <a:pt x="288543" y="243357"/>
                  </a:lnTo>
                  <a:lnTo>
                    <a:pt x="292119" y="239459"/>
                  </a:lnTo>
                  <a:lnTo>
                    <a:pt x="295570" y="235449"/>
                  </a:lnTo>
                  <a:lnTo>
                    <a:pt x="298892" y="231333"/>
                  </a:lnTo>
                  <a:lnTo>
                    <a:pt x="302083" y="227113"/>
                  </a:lnTo>
                  <a:lnTo>
                    <a:pt x="305138" y="222795"/>
                  </a:lnTo>
                  <a:lnTo>
                    <a:pt x="308055" y="218382"/>
                  </a:lnTo>
                  <a:lnTo>
                    <a:pt x="310831" y="213879"/>
                  </a:lnTo>
                  <a:lnTo>
                    <a:pt x="313463" y="209290"/>
                  </a:lnTo>
                  <a:lnTo>
                    <a:pt x="315948" y="204620"/>
                  </a:lnTo>
                  <a:lnTo>
                    <a:pt x="318285" y="199874"/>
                  </a:lnTo>
                  <a:lnTo>
                    <a:pt x="320470" y="195057"/>
                  </a:lnTo>
                  <a:lnTo>
                    <a:pt x="322502" y="190173"/>
                  </a:lnTo>
                  <a:lnTo>
                    <a:pt x="324378" y="185227"/>
                  </a:lnTo>
                  <a:lnTo>
                    <a:pt x="326096" y="180224"/>
                  </a:lnTo>
                  <a:lnTo>
                    <a:pt x="327656" y="175169"/>
                  </a:lnTo>
                  <a:lnTo>
                    <a:pt x="329055" y="170067"/>
                  </a:lnTo>
                  <a:lnTo>
                    <a:pt x="330291" y="164924"/>
                  </a:lnTo>
                  <a:lnTo>
                    <a:pt x="331365" y="159744"/>
                  </a:lnTo>
                  <a:lnTo>
                    <a:pt x="332274" y="154533"/>
                  </a:lnTo>
                  <a:lnTo>
                    <a:pt x="333017" y="149295"/>
                  </a:lnTo>
                  <a:lnTo>
                    <a:pt x="333595" y="144037"/>
                  </a:lnTo>
                  <a:lnTo>
                    <a:pt x="334006" y="138763"/>
                  </a:lnTo>
                  <a:lnTo>
                    <a:pt x="334249" y="133479"/>
                  </a:lnTo>
                  <a:lnTo>
                    <a:pt x="334326" y="128189"/>
                  </a:lnTo>
                  <a:lnTo>
                    <a:pt x="334235" y="122900"/>
                  </a:lnTo>
                  <a:lnTo>
                    <a:pt x="333977" y="117617"/>
                  </a:lnTo>
                  <a:lnTo>
                    <a:pt x="333551" y="112344"/>
                  </a:lnTo>
                  <a:lnTo>
                    <a:pt x="332959" y="107087"/>
                  </a:lnTo>
                  <a:lnTo>
                    <a:pt x="332201" y="101852"/>
                  </a:lnTo>
                  <a:lnTo>
                    <a:pt x="331278" y="96643"/>
                  </a:lnTo>
                  <a:lnTo>
                    <a:pt x="330190" y="91466"/>
                  </a:lnTo>
                  <a:lnTo>
                    <a:pt x="328940" y="86326"/>
                  </a:lnTo>
                  <a:lnTo>
                    <a:pt x="327527" y="81229"/>
                  </a:lnTo>
                  <a:lnTo>
                    <a:pt x="325953" y="76178"/>
                  </a:lnTo>
                  <a:lnTo>
                    <a:pt x="324221" y="71180"/>
                  </a:lnTo>
                  <a:lnTo>
                    <a:pt x="322331" y="66239"/>
                  </a:lnTo>
                  <a:lnTo>
                    <a:pt x="320286" y="61360"/>
                  </a:lnTo>
                  <a:lnTo>
                    <a:pt x="167159" y="1284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153127" cy="167167"/>
            </a:xfrm>
            <a:custGeom>
              <a:avLst/>
              <a:pathLst>
                <a:path w="153127" h="167167">
                  <a:moveTo>
                    <a:pt x="153127" y="100108"/>
                  </a:moveTo>
                  <a:lnTo>
                    <a:pt x="150825" y="95079"/>
                  </a:lnTo>
                  <a:lnTo>
                    <a:pt x="148358" y="90129"/>
                  </a:lnTo>
                  <a:lnTo>
                    <a:pt x="145728" y="85264"/>
                  </a:lnTo>
                  <a:lnTo>
                    <a:pt x="142939" y="80488"/>
                  </a:lnTo>
                  <a:lnTo>
                    <a:pt x="139993" y="75807"/>
                  </a:lnTo>
                  <a:lnTo>
                    <a:pt x="136894" y="71226"/>
                  </a:lnTo>
                  <a:lnTo>
                    <a:pt x="133646" y="66750"/>
                  </a:lnTo>
                  <a:lnTo>
                    <a:pt x="130251" y="62384"/>
                  </a:lnTo>
                  <a:lnTo>
                    <a:pt x="126713" y="58132"/>
                  </a:lnTo>
                  <a:lnTo>
                    <a:pt x="123037" y="54000"/>
                  </a:lnTo>
                  <a:lnTo>
                    <a:pt x="119226" y="49992"/>
                  </a:lnTo>
                  <a:lnTo>
                    <a:pt x="115285" y="46112"/>
                  </a:lnTo>
                  <a:lnTo>
                    <a:pt x="111217" y="42364"/>
                  </a:lnTo>
                  <a:lnTo>
                    <a:pt x="107027" y="38754"/>
                  </a:lnTo>
                  <a:lnTo>
                    <a:pt x="102721" y="35283"/>
                  </a:lnTo>
                  <a:lnTo>
                    <a:pt x="98302" y="31958"/>
                  </a:lnTo>
                  <a:lnTo>
                    <a:pt x="93775" y="28780"/>
                  </a:lnTo>
                  <a:lnTo>
                    <a:pt x="89146" y="25753"/>
                  </a:lnTo>
                  <a:lnTo>
                    <a:pt x="84419" y="22882"/>
                  </a:lnTo>
                  <a:lnTo>
                    <a:pt x="79600" y="20168"/>
                  </a:lnTo>
                  <a:lnTo>
                    <a:pt x="74694" y="17615"/>
                  </a:lnTo>
                  <a:lnTo>
                    <a:pt x="69706" y="15226"/>
                  </a:lnTo>
                  <a:lnTo>
                    <a:pt x="64641" y="13003"/>
                  </a:lnTo>
                  <a:lnTo>
                    <a:pt x="59506" y="10949"/>
                  </a:lnTo>
                  <a:lnTo>
                    <a:pt x="54306" y="9066"/>
                  </a:lnTo>
                  <a:lnTo>
                    <a:pt x="49046" y="7356"/>
                  </a:lnTo>
                  <a:lnTo>
                    <a:pt x="43732" y="5821"/>
                  </a:lnTo>
                  <a:lnTo>
                    <a:pt x="38371" y="4463"/>
                  </a:lnTo>
                  <a:lnTo>
                    <a:pt x="32968" y="3283"/>
                  </a:lnTo>
                  <a:lnTo>
                    <a:pt x="27528" y="2282"/>
                  </a:lnTo>
                  <a:lnTo>
                    <a:pt x="22059" y="1461"/>
                  </a:lnTo>
                  <a:lnTo>
                    <a:pt x="16565" y="822"/>
                  </a:lnTo>
                  <a:lnTo>
                    <a:pt x="11053" y="365"/>
                  </a:lnTo>
                  <a:lnTo>
                    <a:pt x="5529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65132" y="3707720"/>
              <a:ext cx="153879" cy="167167"/>
            </a:xfrm>
            <a:custGeom>
              <a:avLst/>
              <a:pathLst>
                <a:path w="153879" h="167167">
                  <a:moveTo>
                    <a:pt x="153879" y="0"/>
                  </a:moveTo>
                  <a:lnTo>
                    <a:pt x="148450" y="88"/>
                  </a:lnTo>
                  <a:lnTo>
                    <a:pt x="143026" y="352"/>
                  </a:lnTo>
                  <a:lnTo>
                    <a:pt x="137614" y="793"/>
                  </a:lnTo>
                  <a:lnTo>
                    <a:pt x="132220" y="1409"/>
                  </a:lnTo>
                  <a:lnTo>
                    <a:pt x="126848" y="2199"/>
                  </a:lnTo>
                  <a:lnTo>
                    <a:pt x="121504" y="3164"/>
                  </a:lnTo>
                  <a:lnTo>
                    <a:pt x="116195" y="4302"/>
                  </a:lnTo>
                  <a:lnTo>
                    <a:pt x="110925" y="5612"/>
                  </a:lnTo>
                  <a:lnTo>
                    <a:pt x="105701" y="7092"/>
                  </a:lnTo>
                  <a:lnTo>
                    <a:pt x="100528" y="8741"/>
                  </a:lnTo>
                  <a:lnTo>
                    <a:pt x="95411" y="10558"/>
                  </a:lnTo>
                  <a:lnTo>
                    <a:pt x="90355" y="12539"/>
                  </a:lnTo>
                  <a:lnTo>
                    <a:pt x="85367" y="14684"/>
                  </a:lnTo>
                  <a:lnTo>
                    <a:pt x="80451" y="16989"/>
                  </a:lnTo>
                  <a:lnTo>
                    <a:pt x="75612" y="19453"/>
                  </a:lnTo>
                  <a:lnTo>
                    <a:pt x="70856" y="22073"/>
                  </a:lnTo>
                  <a:lnTo>
                    <a:pt x="66188" y="24846"/>
                  </a:lnTo>
                  <a:lnTo>
                    <a:pt x="61612" y="27769"/>
                  </a:lnTo>
                  <a:lnTo>
                    <a:pt x="57133" y="30839"/>
                  </a:lnTo>
                  <a:lnTo>
                    <a:pt x="52757" y="34053"/>
                  </a:lnTo>
                  <a:lnTo>
                    <a:pt x="48487" y="37408"/>
                  </a:lnTo>
                  <a:lnTo>
                    <a:pt x="44328" y="40899"/>
                  </a:lnTo>
                  <a:lnTo>
                    <a:pt x="40285" y="44523"/>
                  </a:lnTo>
                  <a:lnTo>
                    <a:pt x="36362" y="48277"/>
                  </a:lnTo>
                  <a:lnTo>
                    <a:pt x="32563" y="52157"/>
                  </a:lnTo>
                  <a:lnTo>
                    <a:pt x="28892" y="56157"/>
                  </a:lnTo>
                  <a:lnTo>
                    <a:pt x="25352" y="60275"/>
                  </a:lnTo>
                  <a:lnTo>
                    <a:pt x="21949" y="64506"/>
                  </a:lnTo>
                  <a:lnTo>
                    <a:pt x="18684" y="68845"/>
                  </a:lnTo>
                  <a:lnTo>
                    <a:pt x="15562" y="73287"/>
                  </a:lnTo>
                  <a:lnTo>
                    <a:pt x="12586" y="77829"/>
                  </a:lnTo>
                  <a:lnTo>
                    <a:pt x="9759" y="82465"/>
                  </a:lnTo>
                  <a:lnTo>
                    <a:pt x="7084" y="87190"/>
                  </a:lnTo>
                  <a:lnTo>
                    <a:pt x="4564" y="92000"/>
                  </a:lnTo>
                  <a:lnTo>
                    <a:pt x="2202" y="96889"/>
                  </a:lnTo>
                  <a:lnTo>
                    <a:pt x="0" y="101852"/>
                  </a:lnTo>
                  <a:lnTo>
                    <a:pt x="15387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51851" y="3709593"/>
              <a:ext cx="334326" cy="332450"/>
            </a:xfrm>
            <a:custGeom>
              <a:avLst/>
              <a:pathLst>
                <a:path w="334326" h="332450">
                  <a:moveTo>
                    <a:pt x="13280" y="99979"/>
                  </a:moveTo>
                  <a:lnTo>
                    <a:pt x="11292" y="104876"/>
                  </a:lnTo>
                  <a:lnTo>
                    <a:pt x="9460" y="109834"/>
                  </a:lnTo>
                  <a:lnTo>
                    <a:pt x="7785" y="114847"/>
                  </a:lnTo>
                  <a:lnTo>
                    <a:pt x="6270" y="119910"/>
                  </a:lnTo>
                  <a:lnTo>
                    <a:pt x="4916" y="125019"/>
                  </a:lnTo>
                  <a:lnTo>
                    <a:pt x="3724" y="130168"/>
                  </a:lnTo>
                  <a:lnTo>
                    <a:pt x="2695" y="135352"/>
                  </a:lnTo>
                  <a:lnTo>
                    <a:pt x="1831" y="140566"/>
                  </a:lnTo>
                  <a:lnTo>
                    <a:pt x="1132" y="145805"/>
                  </a:lnTo>
                  <a:lnTo>
                    <a:pt x="599" y="151063"/>
                  </a:lnTo>
                  <a:lnTo>
                    <a:pt x="232" y="156336"/>
                  </a:lnTo>
                  <a:lnTo>
                    <a:pt x="32" y="161617"/>
                  </a:lnTo>
                  <a:lnTo>
                    <a:pt x="0" y="166902"/>
                  </a:lnTo>
                  <a:lnTo>
                    <a:pt x="134" y="172186"/>
                  </a:lnTo>
                  <a:lnTo>
                    <a:pt x="435" y="177463"/>
                  </a:lnTo>
                  <a:lnTo>
                    <a:pt x="903" y="182727"/>
                  </a:lnTo>
                  <a:lnTo>
                    <a:pt x="1537" y="187974"/>
                  </a:lnTo>
                  <a:lnTo>
                    <a:pt x="2337" y="193198"/>
                  </a:lnTo>
                  <a:lnTo>
                    <a:pt x="3302" y="198395"/>
                  </a:lnTo>
                  <a:lnTo>
                    <a:pt x="4430" y="203558"/>
                  </a:lnTo>
                  <a:lnTo>
                    <a:pt x="5721" y="208684"/>
                  </a:lnTo>
                  <a:lnTo>
                    <a:pt x="7173" y="213765"/>
                  </a:lnTo>
                  <a:lnTo>
                    <a:pt x="8785" y="218799"/>
                  </a:lnTo>
                  <a:lnTo>
                    <a:pt x="10556" y="223778"/>
                  </a:lnTo>
                  <a:lnTo>
                    <a:pt x="12483" y="228700"/>
                  </a:lnTo>
                  <a:lnTo>
                    <a:pt x="14565" y="233558"/>
                  </a:lnTo>
                  <a:lnTo>
                    <a:pt x="16799" y="238348"/>
                  </a:lnTo>
                  <a:lnTo>
                    <a:pt x="19184" y="243064"/>
                  </a:lnTo>
                  <a:lnTo>
                    <a:pt x="21716" y="247703"/>
                  </a:lnTo>
                  <a:lnTo>
                    <a:pt x="24394" y="252260"/>
                  </a:lnTo>
                  <a:lnTo>
                    <a:pt x="27214" y="256730"/>
                  </a:lnTo>
                  <a:lnTo>
                    <a:pt x="30175" y="261108"/>
                  </a:lnTo>
                  <a:lnTo>
                    <a:pt x="33272" y="265390"/>
                  </a:lnTo>
                  <a:lnTo>
                    <a:pt x="36503" y="269573"/>
                  </a:lnTo>
                  <a:lnTo>
                    <a:pt x="39865" y="273651"/>
                  </a:lnTo>
                  <a:lnTo>
                    <a:pt x="43354" y="277621"/>
                  </a:lnTo>
                  <a:lnTo>
                    <a:pt x="46967" y="281479"/>
                  </a:lnTo>
                  <a:lnTo>
                    <a:pt x="50700" y="285220"/>
                  </a:lnTo>
                  <a:lnTo>
                    <a:pt x="54549" y="288842"/>
                  </a:lnTo>
                  <a:lnTo>
                    <a:pt x="58511" y="292340"/>
                  </a:lnTo>
                  <a:lnTo>
                    <a:pt x="62582" y="295711"/>
                  </a:lnTo>
                  <a:lnTo>
                    <a:pt x="66757" y="298952"/>
                  </a:lnTo>
                  <a:lnTo>
                    <a:pt x="71032" y="302059"/>
                  </a:lnTo>
                  <a:lnTo>
                    <a:pt x="75404" y="305029"/>
                  </a:lnTo>
                  <a:lnTo>
                    <a:pt x="79867" y="307860"/>
                  </a:lnTo>
                  <a:lnTo>
                    <a:pt x="84418" y="310549"/>
                  </a:lnTo>
                  <a:lnTo>
                    <a:pt x="89051" y="313092"/>
                  </a:lnTo>
                  <a:lnTo>
                    <a:pt x="93762" y="315487"/>
                  </a:lnTo>
                  <a:lnTo>
                    <a:pt x="98547" y="317732"/>
                  </a:lnTo>
                  <a:lnTo>
                    <a:pt x="103400" y="319825"/>
                  </a:lnTo>
                  <a:lnTo>
                    <a:pt x="108317" y="321763"/>
                  </a:lnTo>
                  <a:lnTo>
                    <a:pt x="113293" y="323545"/>
                  </a:lnTo>
                  <a:lnTo>
                    <a:pt x="118322" y="325169"/>
                  </a:lnTo>
                  <a:lnTo>
                    <a:pt x="123401" y="326633"/>
                  </a:lnTo>
                  <a:lnTo>
                    <a:pt x="128523" y="327936"/>
                  </a:lnTo>
                  <a:lnTo>
                    <a:pt x="133684" y="329076"/>
                  </a:lnTo>
                  <a:lnTo>
                    <a:pt x="138878" y="330052"/>
                  </a:lnTo>
                  <a:lnTo>
                    <a:pt x="144100" y="330864"/>
                  </a:lnTo>
                  <a:lnTo>
                    <a:pt x="149346" y="331510"/>
                  </a:lnTo>
                  <a:lnTo>
                    <a:pt x="154609" y="331990"/>
                  </a:lnTo>
                  <a:lnTo>
                    <a:pt x="159885" y="332303"/>
                  </a:lnTo>
                  <a:lnTo>
                    <a:pt x="165169" y="332450"/>
                  </a:lnTo>
                  <a:lnTo>
                    <a:pt x="170454" y="332429"/>
                  </a:lnTo>
                  <a:lnTo>
                    <a:pt x="175736" y="332242"/>
                  </a:lnTo>
                  <a:lnTo>
                    <a:pt x="181009" y="331887"/>
                  </a:lnTo>
                  <a:lnTo>
                    <a:pt x="186268" y="331366"/>
                  </a:lnTo>
                  <a:lnTo>
                    <a:pt x="191509" y="330679"/>
                  </a:lnTo>
                  <a:lnTo>
                    <a:pt x="196725" y="329827"/>
                  </a:lnTo>
                  <a:lnTo>
                    <a:pt x="201911" y="328810"/>
                  </a:lnTo>
                  <a:lnTo>
                    <a:pt x="207063" y="327629"/>
                  </a:lnTo>
                  <a:lnTo>
                    <a:pt x="212175" y="326287"/>
                  </a:lnTo>
                  <a:lnTo>
                    <a:pt x="217242" y="324783"/>
                  </a:lnTo>
                  <a:lnTo>
                    <a:pt x="222259" y="323120"/>
                  </a:lnTo>
                  <a:lnTo>
                    <a:pt x="227220" y="321300"/>
                  </a:lnTo>
                  <a:lnTo>
                    <a:pt x="232122" y="319323"/>
                  </a:lnTo>
                  <a:lnTo>
                    <a:pt x="236959" y="317192"/>
                  </a:lnTo>
                  <a:lnTo>
                    <a:pt x="241726" y="314910"/>
                  </a:lnTo>
                  <a:lnTo>
                    <a:pt x="246418" y="312478"/>
                  </a:lnTo>
                  <a:lnTo>
                    <a:pt x="251031" y="309899"/>
                  </a:lnTo>
                  <a:lnTo>
                    <a:pt x="255561" y="307175"/>
                  </a:lnTo>
                  <a:lnTo>
                    <a:pt x="260002" y="304310"/>
                  </a:lnTo>
                  <a:lnTo>
                    <a:pt x="264350" y="301305"/>
                  </a:lnTo>
                  <a:lnTo>
                    <a:pt x="268601" y="298165"/>
                  </a:lnTo>
                  <a:lnTo>
                    <a:pt x="272751" y="294891"/>
                  </a:lnTo>
                  <a:lnTo>
                    <a:pt x="276795" y="291489"/>
                  </a:lnTo>
                  <a:lnTo>
                    <a:pt x="280729" y="287960"/>
                  </a:lnTo>
                  <a:lnTo>
                    <a:pt x="284550" y="284308"/>
                  </a:lnTo>
                  <a:lnTo>
                    <a:pt x="288254" y="280538"/>
                  </a:lnTo>
                  <a:lnTo>
                    <a:pt x="291837" y="276652"/>
                  </a:lnTo>
                  <a:lnTo>
                    <a:pt x="295295" y="272655"/>
                  </a:lnTo>
                  <a:lnTo>
                    <a:pt x="298624" y="268551"/>
                  </a:lnTo>
                  <a:lnTo>
                    <a:pt x="301823" y="264343"/>
                  </a:lnTo>
                  <a:lnTo>
                    <a:pt x="304887" y="260037"/>
                  </a:lnTo>
                  <a:lnTo>
                    <a:pt x="307813" y="255635"/>
                  </a:lnTo>
                  <a:lnTo>
                    <a:pt x="310599" y="251144"/>
                  </a:lnTo>
                  <a:lnTo>
                    <a:pt x="313241" y="246566"/>
                  </a:lnTo>
                  <a:lnTo>
                    <a:pt x="315737" y="241908"/>
                  </a:lnTo>
                  <a:lnTo>
                    <a:pt x="318085" y="237173"/>
                  </a:lnTo>
                  <a:lnTo>
                    <a:pt x="320281" y="232365"/>
                  </a:lnTo>
                  <a:lnTo>
                    <a:pt x="322325" y="227491"/>
                  </a:lnTo>
                  <a:lnTo>
                    <a:pt x="324214" y="222555"/>
                  </a:lnTo>
                  <a:lnTo>
                    <a:pt x="325945" y="217562"/>
                  </a:lnTo>
                  <a:lnTo>
                    <a:pt x="327518" y="212516"/>
                  </a:lnTo>
                  <a:lnTo>
                    <a:pt x="328931" y="207423"/>
                  </a:lnTo>
                  <a:lnTo>
                    <a:pt x="330182" y="202288"/>
                  </a:lnTo>
                  <a:lnTo>
                    <a:pt x="331270" y="197116"/>
                  </a:lnTo>
                  <a:lnTo>
                    <a:pt x="332194" y="191912"/>
                  </a:lnTo>
                  <a:lnTo>
                    <a:pt x="332953" y="186682"/>
                  </a:lnTo>
                  <a:lnTo>
                    <a:pt x="333546" y="181430"/>
                  </a:lnTo>
                  <a:lnTo>
                    <a:pt x="333973" y="176162"/>
                  </a:lnTo>
                  <a:lnTo>
                    <a:pt x="334233" y="170883"/>
                  </a:lnTo>
                  <a:lnTo>
                    <a:pt x="334326" y="165599"/>
                  </a:lnTo>
                  <a:lnTo>
                    <a:pt x="334252" y="160314"/>
                  </a:lnTo>
                  <a:lnTo>
                    <a:pt x="334011" y="155034"/>
                  </a:lnTo>
                  <a:lnTo>
                    <a:pt x="333604" y="149765"/>
                  </a:lnTo>
                  <a:lnTo>
                    <a:pt x="333030" y="144511"/>
                  </a:lnTo>
                  <a:lnTo>
                    <a:pt x="332290" y="139277"/>
                  </a:lnTo>
                  <a:lnTo>
                    <a:pt x="331385" y="134070"/>
                  </a:lnTo>
                  <a:lnTo>
                    <a:pt x="330316" y="128894"/>
                  </a:lnTo>
                  <a:lnTo>
                    <a:pt x="329083" y="123755"/>
                  </a:lnTo>
                  <a:lnTo>
                    <a:pt x="327689" y="118657"/>
                  </a:lnTo>
                  <a:lnTo>
                    <a:pt x="326135" y="113605"/>
                  </a:lnTo>
                  <a:lnTo>
                    <a:pt x="324421" y="108605"/>
                  </a:lnTo>
                  <a:lnTo>
                    <a:pt x="322550" y="103662"/>
                  </a:lnTo>
                  <a:lnTo>
                    <a:pt x="320524" y="98781"/>
                  </a:lnTo>
                  <a:lnTo>
                    <a:pt x="318345" y="93966"/>
                  </a:lnTo>
                  <a:lnTo>
                    <a:pt x="316015" y="89222"/>
                  </a:lnTo>
                  <a:lnTo>
                    <a:pt x="313536" y="84555"/>
                  </a:lnTo>
                  <a:lnTo>
                    <a:pt x="310910" y="79968"/>
                  </a:lnTo>
                  <a:lnTo>
                    <a:pt x="308141" y="75466"/>
                  </a:lnTo>
                  <a:lnTo>
                    <a:pt x="305231" y="71054"/>
                  </a:lnTo>
                  <a:lnTo>
                    <a:pt x="302182" y="66736"/>
                  </a:lnTo>
                  <a:lnTo>
                    <a:pt x="298999" y="62517"/>
                  </a:lnTo>
                  <a:lnTo>
                    <a:pt x="295684" y="58401"/>
                  </a:lnTo>
                  <a:lnTo>
                    <a:pt x="292241" y="54391"/>
                  </a:lnTo>
                  <a:lnTo>
                    <a:pt x="288673" y="50492"/>
                  </a:lnTo>
                  <a:lnTo>
                    <a:pt x="284983" y="46709"/>
                  </a:lnTo>
                  <a:lnTo>
                    <a:pt x="281175" y="43043"/>
                  </a:lnTo>
                  <a:lnTo>
                    <a:pt x="277253" y="39500"/>
                  </a:lnTo>
                  <a:lnTo>
                    <a:pt x="273222" y="36082"/>
                  </a:lnTo>
                  <a:lnTo>
                    <a:pt x="269084" y="32794"/>
                  </a:lnTo>
                  <a:lnTo>
                    <a:pt x="264844" y="29638"/>
                  </a:lnTo>
                  <a:lnTo>
                    <a:pt x="260507" y="26618"/>
                  </a:lnTo>
                  <a:lnTo>
                    <a:pt x="256076" y="23736"/>
                  </a:lnTo>
                  <a:lnTo>
                    <a:pt x="251557" y="20996"/>
                  </a:lnTo>
                  <a:lnTo>
                    <a:pt x="246953" y="18400"/>
                  </a:lnTo>
                  <a:lnTo>
                    <a:pt x="242270" y="15951"/>
                  </a:lnTo>
                  <a:lnTo>
                    <a:pt x="237511" y="13651"/>
                  </a:lnTo>
                  <a:lnTo>
                    <a:pt x="232682" y="11503"/>
                  </a:lnTo>
                  <a:lnTo>
                    <a:pt x="227788" y="9509"/>
                  </a:lnTo>
                  <a:lnTo>
                    <a:pt x="222833" y="7670"/>
                  </a:lnTo>
                  <a:lnTo>
                    <a:pt x="217822" y="5989"/>
                  </a:lnTo>
                  <a:lnTo>
                    <a:pt x="212760" y="4467"/>
                  </a:lnTo>
                  <a:lnTo>
                    <a:pt x="207654" y="3106"/>
                  </a:lnTo>
                  <a:lnTo>
                    <a:pt x="202506" y="1907"/>
                  </a:lnTo>
                  <a:lnTo>
                    <a:pt x="197323" y="871"/>
                  </a:lnTo>
                  <a:lnTo>
                    <a:pt x="192110" y="0"/>
                  </a:lnTo>
                  <a:lnTo>
                    <a:pt x="167159" y="1652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24951" cy="167167"/>
            </a:xfrm>
            <a:custGeom>
              <a:avLst/>
              <a:pathLst>
                <a:path w="24951" h="167167">
                  <a:moveTo>
                    <a:pt x="24951" y="1872"/>
                  </a:moveTo>
                  <a:lnTo>
                    <a:pt x="16668" y="833"/>
                  </a:lnTo>
                  <a:lnTo>
                    <a:pt x="8344" y="2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tx759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0" name="tx760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2025-06-06T04:10:29Z</dcterms:modified>
  <cp:category/>
</cp:coreProperties>
</file>