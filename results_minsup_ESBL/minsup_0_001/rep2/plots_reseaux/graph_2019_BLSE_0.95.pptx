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3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13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205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3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8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37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4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39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41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242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31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41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24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7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2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49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32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76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43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2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205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32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5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83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4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32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160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28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29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43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9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272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50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9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60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3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75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92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35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9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4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11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39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110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41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11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51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114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51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3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114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51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43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141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43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35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214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4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43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252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51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27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237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51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24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51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2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42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40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35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294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242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13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3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126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242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205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126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13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272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73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76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336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46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84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9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3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19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47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3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37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49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239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45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3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3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242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46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36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24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46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22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32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57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45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31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37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62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8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19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54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220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54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37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60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239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62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42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6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5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4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62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76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62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3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205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72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765332" y="2501569"/>
              <a:ext cx="138723" cy="1184847"/>
            </a:xfrm>
            <a:custGeom>
              <a:avLst/>
              <a:pathLst>
                <a:path w="138723" h="1184847">
                  <a:moveTo>
                    <a:pt x="0" y="0"/>
                  </a:moveTo>
                  <a:lnTo>
                    <a:pt x="138723" y="1184847"/>
                  </a:lnTo>
                </a:path>
              </a:pathLst>
            </a:custGeom>
            <a:ln w="13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3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5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98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38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183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45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160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97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530" y="3170392"/>
              <a:ext cx="37248" cy="167167"/>
            </a:xfrm>
            <a:custGeom>
              <a:avLst/>
              <a:pathLst>
                <a:path w="37248" h="167167">
                  <a:moveTo>
                    <a:pt x="37248" y="0"/>
                  </a:moveTo>
                  <a:lnTo>
                    <a:pt x="30989" y="117"/>
                  </a:lnTo>
                  <a:lnTo>
                    <a:pt x="24739" y="468"/>
                  </a:lnTo>
                  <a:lnTo>
                    <a:pt x="18506" y="1054"/>
                  </a:lnTo>
                  <a:lnTo>
                    <a:pt x="12299" y="1872"/>
                  </a:lnTo>
                  <a:lnTo>
                    <a:pt x="6127" y="2922"/>
                  </a:lnTo>
                  <a:lnTo>
                    <a:pt x="0" y="4202"/>
                  </a:lnTo>
                  <a:lnTo>
                    <a:pt x="372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6530" y="3174595"/>
              <a:ext cx="37248" cy="162964"/>
            </a:xfrm>
            <a:custGeom>
              <a:avLst/>
              <a:pathLst>
                <a:path w="37248" h="162964">
                  <a:moveTo>
                    <a:pt x="0" y="0"/>
                  </a:moveTo>
                  <a:lnTo>
                    <a:pt x="37248" y="162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816629" y="3170892"/>
              <a:ext cx="334313" cy="333832"/>
            </a:xfrm>
            <a:custGeom>
              <a:avLst/>
              <a:pathLst>
                <a:path w="334313" h="333832">
                  <a:moveTo>
                    <a:pt x="129900" y="3702"/>
                  </a:moveTo>
                  <a:lnTo>
                    <a:pt x="124763" y="4962"/>
                  </a:lnTo>
                  <a:lnTo>
                    <a:pt x="119667" y="6384"/>
                  </a:lnTo>
                  <a:lnTo>
                    <a:pt x="114620" y="7967"/>
                  </a:lnTo>
                  <a:lnTo>
                    <a:pt x="109625" y="9708"/>
                  </a:lnTo>
                  <a:lnTo>
                    <a:pt x="104687" y="11607"/>
                  </a:lnTo>
                  <a:lnTo>
                    <a:pt x="99812" y="13661"/>
                  </a:lnTo>
                  <a:lnTo>
                    <a:pt x="95005" y="15868"/>
                  </a:lnTo>
                  <a:lnTo>
                    <a:pt x="90269" y="18227"/>
                  </a:lnTo>
                  <a:lnTo>
                    <a:pt x="85611" y="20733"/>
                  </a:lnTo>
                  <a:lnTo>
                    <a:pt x="81035" y="23386"/>
                  </a:lnTo>
                  <a:lnTo>
                    <a:pt x="76544" y="26183"/>
                  </a:lnTo>
                  <a:lnTo>
                    <a:pt x="72144" y="29120"/>
                  </a:lnTo>
                  <a:lnTo>
                    <a:pt x="67840" y="32195"/>
                  </a:lnTo>
                  <a:lnTo>
                    <a:pt x="63635" y="35404"/>
                  </a:lnTo>
                  <a:lnTo>
                    <a:pt x="59534" y="38745"/>
                  </a:lnTo>
                  <a:lnTo>
                    <a:pt x="55540" y="42214"/>
                  </a:lnTo>
                  <a:lnTo>
                    <a:pt x="51658" y="45808"/>
                  </a:lnTo>
                  <a:lnTo>
                    <a:pt x="47892" y="49523"/>
                  </a:lnTo>
                  <a:lnTo>
                    <a:pt x="44245" y="53355"/>
                  </a:lnTo>
                  <a:lnTo>
                    <a:pt x="40721" y="57300"/>
                  </a:lnTo>
                  <a:lnTo>
                    <a:pt x="37324" y="61355"/>
                  </a:lnTo>
                  <a:lnTo>
                    <a:pt x="34057" y="65516"/>
                  </a:lnTo>
                  <a:lnTo>
                    <a:pt x="30923" y="69778"/>
                  </a:lnTo>
                  <a:lnTo>
                    <a:pt x="27926" y="74136"/>
                  </a:lnTo>
                  <a:lnTo>
                    <a:pt x="25068" y="78588"/>
                  </a:lnTo>
                  <a:lnTo>
                    <a:pt x="22352" y="83128"/>
                  </a:lnTo>
                  <a:lnTo>
                    <a:pt x="19781" y="87751"/>
                  </a:lnTo>
                  <a:lnTo>
                    <a:pt x="17358" y="92453"/>
                  </a:lnTo>
                  <a:lnTo>
                    <a:pt x="15085" y="97230"/>
                  </a:lnTo>
                  <a:lnTo>
                    <a:pt x="12964" y="102076"/>
                  </a:lnTo>
                  <a:lnTo>
                    <a:pt x="10997" y="106987"/>
                  </a:lnTo>
                  <a:lnTo>
                    <a:pt x="9187" y="111958"/>
                  </a:lnTo>
                  <a:lnTo>
                    <a:pt x="7535" y="116983"/>
                  </a:lnTo>
                  <a:lnTo>
                    <a:pt x="6043" y="122058"/>
                  </a:lnTo>
                  <a:lnTo>
                    <a:pt x="4712" y="127178"/>
                  </a:lnTo>
                  <a:lnTo>
                    <a:pt x="3544" y="132337"/>
                  </a:lnTo>
                  <a:lnTo>
                    <a:pt x="2540" y="137531"/>
                  </a:lnTo>
                  <a:lnTo>
                    <a:pt x="1701" y="142754"/>
                  </a:lnTo>
                  <a:lnTo>
                    <a:pt x="1027" y="148001"/>
                  </a:lnTo>
                  <a:lnTo>
                    <a:pt x="519" y="153266"/>
                  </a:lnTo>
                  <a:lnTo>
                    <a:pt x="179" y="158545"/>
                  </a:lnTo>
                  <a:lnTo>
                    <a:pt x="5" y="163833"/>
                  </a:lnTo>
                  <a:lnTo>
                    <a:pt x="0" y="169123"/>
                  </a:lnTo>
                  <a:lnTo>
                    <a:pt x="161" y="174410"/>
                  </a:lnTo>
                  <a:lnTo>
                    <a:pt x="490" y="179690"/>
                  </a:lnTo>
                  <a:lnTo>
                    <a:pt x="985" y="184957"/>
                  </a:lnTo>
                  <a:lnTo>
                    <a:pt x="1647" y="190205"/>
                  </a:lnTo>
                  <a:lnTo>
                    <a:pt x="2475" y="195430"/>
                  </a:lnTo>
                  <a:lnTo>
                    <a:pt x="3467" y="200626"/>
                  </a:lnTo>
                  <a:lnTo>
                    <a:pt x="4624" y="205788"/>
                  </a:lnTo>
                  <a:lnTo>
                    <a:pt x="5943" y="210911"/>
                  </a:lnTo>
                  <a:lnTo>
                    <a:pt x="7423" y="215989"/>
                  </a:lnTo>
                  <a:lnTo>
                    <a:pt x="9064" y="221018"/>
                  </a:lnTo>
                  <a:lnTo>
                    <a:pt x="10863" y="225993"/>
                  </a:lnTo>
                  <a:lnTo>
                    <a:pt x="12818" y="230908"/>
                  </a:lnTo>
                  <a:lnTo>
                    <a:pt x="14928" y="235759"/>
                  </a:lnTo>
                  <a:lnTo>
                    <a:pt x="17190" y="240541"/>
                  </a:lnTo>
                  <a:lnTo>
                    <a:pt x="19603" y="245249"/>
                  </a:lnTo>
                  <a:lnTo>
                    <a:pt x="22163" y="249878"/>
                  </a:lnTo>
                  <a:lnTo>
                    <a:pt x="24869" y="254424"/>
                  </a:lnTo>
                  <a:lnTo>
                    <a:pt x="27717" y="258882"/>
                  </a:lnTo>
                  <a:lnTo>
                    <a:pt x="30704" y="263247"/>
                  </a:lnTo>
                  <a:lnTo>
                    <a:pt x="33828" y="267516"/>
                  </a:lnTo>
                  <a:lnTo>
                    <a:pt x="37086" y="271684"/>
                  </a:lnTo>
                  <a:lnTo>
                    <a:pt x="40474" y="275747"/>
                  </a:lnTo>
                  <a:lnTo>
                    <a:pt x="43989" y="279700"/>
                  </a:lnTo>
                  <a:lnTo>
                    <a:pt x="47627" y="283540"/>
                  </a:lnTo>
                  <a:lnTo>
                    <a:pt x="51385" y="287264"/>
                  </a:lnTo>
                  <a:lnTo>
                    <a:pt x="55258" y="290866"/>
                  </a:lnTo>
                  <a:lnTo>
                    <a:pt x="59244" y="294344"/>
                  </a:lnTo>
                  <a:lnTo>
                    <a:pt x="63338" y="297694"/>
                  </a:lnTo>
                  <a:lnTo>
                    <a:pt x="67536" y="300914"/>
                  </a:lnTo>
                  <a:lnTo>
                    <a:pt x="71833" y="303998"/>
                  </a:lnTo>
                  <a:lnTo>
                    <a:pt x="76226" y="306945"/>
                  </a:lnTo>
                  <a:lnTo>
                    <a:pt x="80710" y="309752"/>
                  </a:lnTo>
                  <a:lnTo>
                    <a:pt x="85281" y="312415"/>
                  </a:lnTo>
                  <a:lnTo>
                    <a:pt x="89934" y="314933"/>
                  </a:lnTo>
                  <a:lnTo>
                    <a:pt x="94664" y="317301"/>
                  </a:lnTo>
                  <a:lnTo>
                    <a:pt x="99466" y="319520"/>
                  </a:lnTo>
                  <a:lnTo>
                    <a:pt x="104336" y="321585"/>
                  </a:lnTo>
                  <a:lnTo>
                    <a:pt x="109269" y="323494"/>
                  </a:lnTo>
                  <a:lnTo>
                    <a:pt x="114261" y="325247"/>
                  </a:lnTo>
                  <a:lnTo>
                    <a:pt x="119305" y="326841"/>
                  </a:lnTo>
                  <a:lnTo>
                    <a:pt x="124397" y="328275"/>
                  </a:lnTo>
                  <a:lnTo>
                    <a:pt x="129531" y="329547"/>
                  </a:lnTo>
                  <a:lnTo>
                    <a:pt x="134704" y="330655"/>
                  </a:lnTo>
                  <a:lnTo>
                    <a:pt x="139909" y="331600"/>
                  </a:lnTo>
                  <a:lnTo>
                    <a:pt x="145141" y="332379"/>
                  </a:lnTo>
                  <a:lnTo>
                    <a:pt x="150395" y="332993"/>
                  </a:lnTo>
                  <a:lnTo>
                    <a:pt x="155667" y="333439"/>
                  </a:lnTo>
                  <a:lnTo>
                    <a:pt x="160949" y="333719"/>
                  </a:lnTo>
                  <a:lnTo>
                    <a:pt x="166238" y="333832"/>
                  </a:lnTo>
                  <a:lnTo>
                    <a:pt x="171528" y="333777"/>
                  </a:lnTo>
                  <a:lnTo>
                    <a:pt x="176813" y="333555"/>
                  </a:lnTo>
                  <a:lnTo>
                    <a:pt x="182088" y="333165"/>
                  </a:lnTo>
                  <a:lnTo>
                    <a:pt x="187349" y="332609"/>
                  </a:lnTo>
                  <a:lnTo>
                    <a:pt x="192589" y="331887"/>
                  </a:lnTo>
                  <a:lnTo>
                    <a:pt x="197804" y="330999"/>
                  </a:lnTo>
                  <a:lnTo>
                    <a:pt x="202989" y="329947"/>
                  </a:lnTo>
                  <a:lnTo>
                    <a:pt x="208137" y="328731"/>
                  </a:lnTo>
                  <a:lnTo>
                    <a:pt x="213244" y="327353"/>
                  </a:lnTo>
                  <a:lnTo>
                    <a:pt x="218306" y="325814"/>
                  </a:lnTo>
                  <a:lnTo>
                    <a:pt x="223315" y="324116"/>
                  </a:lnTo>
                  <a:lnTo>
                    <a:pt x="228269" y="322260"/>
                  </a:lnTo>
                  <a:lnTo>
                    <a:pt x="233162" y="320248"/>
                  </a:lnTo>
                  <a:lnTo>
                    <a:pt x="237988" y="318083"/>
                  </a:lnTo>
                  <a:lnTo>
                    <a:pt x="242743" y="315765"/>
                  </a:lnTo>
                  <a:lnTo>
                    <a:pt x="247423" y="313299"/>
                  </a:lnTo>
                  <a:lnTo>
                    <a:pt x="252023" y="310686"/>
                  </a:lnTo>
                  <a:lnTo>
                    <a:pt x="256537" y="307928"/>
                  </a:lnTo>
                  <a:lnTo>
                    <a:pt x="260962" y="305029"/>
                  </a:lnTo>
                  <a:lnTo>
                    <a:pt x="265293" y="301991"/>
                  </a:lnTo>
                  <a:lnTo>
                    <a:pt x="269525" y="298818"/>
                  </a:lnTo>
                  <a:lnTo>
                    <a:pt x="273655" y="295513"/>
                  </a:lnTo>
                  <a:lnTo>
                    <a:pt x="277679" y="292078"/>
                  </a:lnTo>
                  <a:lnTo>
                    <a:pt x="281592" y="288518"/>
                  </a:lnTo>
                  <a:lnTo>
                    <a:pt x="285390" y="284836"/>
                  </a:lnTo>
                  <a:lnTo>
                    <a:pt x="289070" y="281036"/>
                  </a:lnTo>
                  <a:lnTo>
                    <a:pt x="292627" y="277121"/>
                  </a:lnTo>
                  <a:lnTo>
                    <a:pt x="296059" y="273095"/>
                  </a:lnTo>
                  <a:lnTo>
                    <a:pt x="299362" y="268963"/>
                  </a:lnTo>
                  <a:lnTo>
                    <a:pt x="302533" y="264729"/>
                  </a:lnTo>
                  <a:lnTo>
                    <a:pt x="305568" y="260396"/>
                  </a:lnTo>
                  <a:lnTo>
                    <a:pt x="308464" y="255969"/>
                  </a:lnTo>
                  <a:lnTo>
                    <a:pt x="311219" y="251453"/>
                  </a:lnTo>
                  <a:lnTo>
                    <a:pt x="313830" y="246852"/>
                  </a:lnTo>
                  <a:lnTo>
                    <a:pt x="316293" y="242171"/>
                  </a:lnTo>
                  <a:lnTo>
                    <a:pt x="318608" y="237414"/>
                  </a:lnTo>
                  <a:lnTo>
                    <a:pt x="320770" y="232587"/>
                  </a:lnTo>
                  <a:lnTo>
                    <a:pt x="322779" y="227693"/>
                  </a:lnTo>
                  <a:lnTo>
                    <a:pt x="324632" y="222738"/>
                  </a:lnTo>
                  <a:lnTo>
                    <a:pt x="326327" y="217727"/>
                  </a:lnTo>
                  <a:lnTo>
                    <a:pt x="327863" y="212665"/>
                  </a:lnTo>
                  <a:lnTo>
                    <a:pt x="329238" y="207557"/>
                  </a:lnTo>
                  <a:lnTo>
                    <a:pt x="330451" y="202408"/>
                  </a:lnTo>
                  <a:lnTo>
                    <a:pt x="331500" y="197223"/>
                  </a:lnTo>
                  <a:lnTo>
                    <a:pt x="332384" y="192007"/>
                  </a:lnTo>
                  <a:lnTo>
                    <a:pt x="333104" y="186767"/>
                  </a:lnTo>
                  <a:lnTo>
                    <a:pt x="333656" y="181506"/>
                  </a:lnTo>
                  <a:lnTo>
                    <a:pt x="334043" y="176230"/>
                  </a:lnTo>
                  <a:lnTo>
                    <a:pt x="334262" y="170944"/>
                  </a:lnTo>
                  <a:lnTo>
                    <a:pt x="334313" y="165655"/>
                  </a:lnTo>
                  <a:lnTo>
                    <a:pt x="334198" y="160366"/>
                  </a:lnTo>
                  <a:lnTo>
                    <a:pt x="333915" y="155084"/>
                  </a:lnTo>
                  <a:lnTo>
                    <a:pt x="333465" y="149813"/>
                  </a:lnTo>
                  <a:lnTo>
                    <a:pt x="332848" y="144559"/>
                  </a:lnTo>
                  <a:lnTo>
                    <a:pt x="332066" y="139327"/>
                  </a:lnTo>
                  <a:lnTo>
                    <a:pt x="331118" y="134123"/>
                  </a:lnTo>
                  <a:lnTo>
                    <a:pt x="330006" y="128951"/>
                  </a:lnTo>
                  <a:lnTo>
                    <a:pt x="328731" y="123817"/>
                  </a:lnTo>
                  <a:lnTo>
                    <a:pt x="327294" y="118726"/>
                  </a:lnTo>
                  <a:lnTo>
                    <a:pt x="325697" y="113683"/>
                  </a:lnTo>
                  <a:lnTo>
                    <a:pt x="323942" y="108693"/>
                  </a:lnTo>
                  <a:lnTo>
                    <a:pt x="322029" y="103761"/>
                  </a:lnTo>
                  <a:lnTo>
                    <a:pt x="319961" y="98892"/>
                  </a:lnTo>
                  <a:lnTo>
                    <a:pt x="317740" y="94090"/>
                  </a:lnTo>
                  <a:lnTo>
                    <a:pt x="315368" y="89362"/>
                  </a:lnTo>
                  <a:lnTo>
                    <a:pt x="312848" y="84711"/>
                  </a:lnTo>
                  <a:lnTo>
                    <a:pt x="310182" y="80142"/>
                  </a:lnTo>
                  <a:lnTo>
                    <a:pt x="307372" y="75660"/>
                  </a:lnTo>
                  <a:lnTo>
                    <a:pt x="304423" y="71268"/>
                  </a:lnTo>
                  <a:lnTo>
                    <a:pt x="301335" y="66973"/>
                  </a:lnTo>
                  <a:lnTo>
                    <a:pt x="298114" y="62777"/>
                  </a:lnTo>
                  <a:lnTo>
                    <a:pt x="294761" y="58685"/>
                  </a:lnTo>
                  <a:lnTo>
                    <a:pt x="291281" y="54701"/>
                  </a:lnTo>
                  <a:lnTo>
                    <a:pt x="287676" y="50830"/>
                  </a:lnTo>
                  <a:lnTo>
                    <a:pt x="283950" y="47074"/>
                  </a:lnTo>
                  <a:lnTo>
                    <a:pt x="280108" y="43438"/>
                  </a:lnTo>
                  <a:lnTo>
                    <a:pt x="276152" y="39926"/>
                  </a:lnTo>
                  <a:lnTo>
                    <a:pt x="272087" y="36540"/>
                  </a:lnTo>
                  <a:lnTo>
                    <a:pt x="267918" y="33285"/>
                  </a:lnTo>
                  <a:lnTo>
                    <a:pt x="263647" y="30164"/>
                  </a:lnTo>
                  <a:lnTo>
                    <a:pt x="259280" y="27179"/>
                  </a:lnTo>
                  <a:lnTo>
                    <a:pt x="254820" y="24334"/>
                  </a:lnTo>
                  <a:lnTo>
                    <a:pt x="250272" y="21631"/>
                  </a:lnTo>
                  <a:lnTo>
                    <a:pt x="245642" y="19073"/>
                  </a:lnTo>
                  <a:lnTo>
                    <a:pt x="240933" y="16664"/>
                  </a:lnTo>
                  <a:lnTo>
                    <a:pt x="236149" y="14404"/>
                  </a:lnTo>
                  <a:lnTo>
                    <a:pt x="231297" y="12297"/>
                  </a:lnTo>
                  <a:lnTo>
                    <a:pt x="226381" y="10345"/>
                  </a:lnTo>
                  <a:lnTo>
                    <a:pt x="221405" y="8549"/>
                  </a:lnTo>
                  <a:lnTo>
                    <a:pt x="216375" y="6911"/>
                  </a:lnTo>
                  <a:lnTo>
                    <a:pt x="211295" y="5434"/>
                  </a:lnTo>
                  <a:lnTo>
                    <a:pt x="206172" y="4118"/>
                  </a:lnTo>
                  <a:lnTo>
                    <a:pt x="201009" y="2964"/>
                  </a:lnTo>
                  <a:lnTo>
                    <a:pt x="195812" y="1975"/>
                  </a:lnTo>
                  <a:lnTo>
                    <a:pt x="190587" y="1151"/>
                  </a:lnTo>
                  <a:lnTo>
                    <a:pt x="185338" y="492"/>
                  </a:lnTo>
                  <a:lnTo>
                    <a:pt x="180071" y="0"/>
                  </a:lnTo>
                  <a:lnTo>
                    <a:pt x="167149" y="1666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83779" y="3170392"/>
              <a:ext cx="12922" cy="167167"/>
            </a:xfrm>
            <a:custGeom>
              <a:avLst/>
              <a:pathLst>
                <a:path w="12922" h="167167">
                  <a:moveTo>
                    <a:pt x="12922" y="5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60427" y="2655501"/>
              <a:ext cx="163067" cy="167167"/>
            </a:xfrm>
            <a:custGeom>
              <a:avLst/>
              <a:pathLst>
                <a:path w="163067" h="167167">
                  <a:moveTo>
                    <a:pt x="163067" y="0"/>
                  </a:moveTo>
                  <a:lnTo>
                    <a:pt x="157569" y="90"/>
                  </a:lnTo>
                  <a:lnTo>
                    <a:pt x="152076" y="361"/>
                  </a:lnTo>
                  <a:lnTo>
                    <a:pt x="146595" y="813"/>
                  </a:lnTo>
                  <a:lnTo>
                    <a:pt x="141132" y="1445"/>
                  </a:lnTo>
                  <a:lnTo>
                    <a:pt x="135693" y="2256"/>
                  </a:lnTo>
                  <a:lnTo>
                    <a:pt x="130283" y="3246"/>
                  </a:lnTo>
                  <a:lnTo>
                    <a:pt x="124909" y="4413"/>
                  </a:lnTo>
                  <a:lnTo>
                    <a:pt x="119576" y="5756"/>
                  </a:lnTo>
                  <a:lnTo>
                    <a:pt x="114290" y="7274"/>
                  </a:lnTo>
                  <a:lnTo>
                    <a:pt x="109057" y="8965"/>
                  </a:lnTo>
                  <a:lnTo>
                    <a:pt x="103883" y="10827"/>
                  </a:lnTo>
                  <a:lnTo>
                    <a:pt x="98772" y="12859"/>
                  </a:lnTo>
                  <a:lnTo>
                    <a:pt x="93731" y="15057"/>
                  </a:lnTo>
                  <a:lnTo>
                    <a:pt x="88765" y="17420"/>
                  </a:lnTo>
                  <a:lnTo>
                    <a:pt x="83880" y="19945"/>
                  </a:lnTo>
                  <a:lnTo>
                    <a:pt x="79080" y="22630"/>
                  </a:lnTo>
                  <a:lnTo>
                    <a:pt x="74371" y="25470"/>
                  </a:lnTo>
                  <a:lnTo>
                    <a:pt x="69758" y="28465"/>
                  </a:lnTo>
                  <a:lnTo>
                    <a:pt x="65246" y="31609"/>
                  </a:lnTo>
                  <a:lnTo>
                    <a:pt x="60840" y="34900"/>
                  </a:lnTo>
                  <a:lnTo>
                    <a:pt x="56545" y="38334"/>
                  </a:lnTo>
                  <a:lnTo>
                    <a:pt x="52365" y="41908"/>
                  </a:lnTo>
                  <a:lnTo>
                    <a:pt x="48304" y="45617"/>
                  </a:lnTo>
                  <a:lnTo>
                    <a:pt x="44368" y="49458"/>
                  </a:lnTo>
                  <a:lnTo>
                    <a:pt x="40561" y="53426"/>
                  </a:lnTo>
                  <a:lnTo>
                    <a:pt x="36886" y="57517"/>
                  </a:lnTo>
                  <a:lnTo>
                    <a:pt x="33347" y="61727"/>
                  </a:lnTo>
                  <a:lnTo>
                    <a:pt x="29949" y="66051"/>
                  </a:lnTo>
                  <a:lnTo>
                    <a:pt x="26695" y="70484"/>
                  </a:lnTo>
                  <a:lnTo>
                    <a:pt x="23589" y="75022"/>
                  </a:lnTo>
                  <a:lnTo>
                    <a:pt x="20633" y="79660"/>
                  </a:lnTo>
                  <a:lnTo>
                    <a:pt x="17832" y="84393"/>
                  </a:lnTo>
                  <a:lnTo>
                    <a:pt x="15188" y="89215"/>
                  </a:lnTo>
                  <a:lnTo>
                    <a:pt x="12704" y="94121"/>
                  </a:lnTo>
                  <a:lnTo>
                    <a:pt x="10382" y="99107"/>
                  </a:lnTo>
                  <a:lnTo>
                    <a:pt x="8226" y="104166"/>
                  </a:lnTo>
                  <a:lnTo>
                    <a:pt x="6238" y="109293"/>
                  </a:lnTo>
                  <a:lnTo>
                    <a:pt x="4419" y="114483"/>
                  </a:lnTo>
                  <a:lnTo>
                    <a:pt x="2772" y="119730"/>
                  </a:lnTo>
                  <a:lnTo>
                    <a:pt x="1298" y="125028"/>
                  </a:lnTo>
                  <a:lnTo>
                    <a:pt x="0" y="130372"/>
                  </a:lnTo>
                  <a:lnTo>
                    <a:pt x="1630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0427" y="2785874"/>
              <a:ext cx="163067" cy="36794"/>
            </a:xfrm>
            <a:custGeom>
              <a:avLst/>
              <a:pathLst>
                <a:path w="163067" h="36794">
                  <a:moveTo>
                    <a:pt x="0" y="0"/>
                  </a:moveTo>
                  <a:lnTo>
                    <a:pt x="163067" y="367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6327" y="2714289"/>
              <a:ext cx="334331" cy="275533"/>
            </a:xfrm>
            <a:custGeom>
              <a:avLst/>
              <a:pathLst>
                <a:path w="334331" h="275533">
                  <a:moveTo>
                    <a:pt x="4099" y="71584"/>
                  </a:moveTo>
                  <a:lnTo>
                    <a:pt x="3012" y="76786"/>
                  </a:lnTo>
                  <a:lnTo>
                    <a:pt x="2091" y="82019"/>
                  </a:lnTo>
                  <a:lnTo>
                    <a:pt x="1336" y="87279"/>
                  </a:lnTo>
                  <a:lnTo>
                    <a:pt x="750" y="92560"/>
                  </a:lnTo>
                  <a:lnTo>
                    <a:pt x="331" y="97858"/>
                  </a:lnTo>
                  <a:lnTo>
                    <a:pt x="81" y="103165"/>
                  </a:lnTo>
                  <a:lnTo>
                    <a:pt x="0" y="108479"/>
                  </a:lnTo>
                  <a:lnTo>
                    <a:pt x="87" y="113792"/>
                  </a:lnTo>
                  <a:lnTo>
                    <a:pt x="344" y="119099"/>
                  </a:lnTo>
                  <a:lnTo>
                    <a:pt x="769" y="124396"/>
                  </a:lnTo>
                  <a:lnTo>
                    <a:pt x="1362" y="129676"/>
                  </a:lnTo>
                  <a:lnTo>
                    <a:pt x="2122" y="134935"/>
                  </a:lnTo>
                  <a:lnTo>
                    <a:pt x="3050" y="140168"/>
                  </a:lnTo>
                  <a:lnTo>
                    <a:pt x="4143" y="145368"/>
                  </a:lnTo>
                  <a:lnTo>
                    <a:pt x="5401" y="150530"/>
                  </a:lnTo>
                  <a:lnTo>
                    <a:pt x="6822" y="155650"/>
                  </a:lnTo>
                  <a:lnTo>
                    <a:pt x="8406" y="160723"/>
                  </a:lnTo>
                  <a:lnTo>
                    <a:pt x="10150" y="165742"/>
                  </a:lnTo>
                  <a:lnTo>
                    <a:pt x="12052" y="170704"/>
                  </a:lnTo>
                  <a:lnTo>
                    <a:pt x="14111" y="175602"/>
                  </a:lnTo>
                  <a:lnTo>
                    <a:pt x="16325" y="180433"/>
                  </a:lnTo>
                  <a:lnTo>
                    <a:pt x="18692" y="185191"/>
                  </a:lnTo>
                  <a:lnTo>
                    <a:pt x="21208" y="189871"/>
                  </a:lnTo>
                  <a:lnTo>
                    <a:pt x="23872" y="194469"/>
                  </a:lnTo>
                  <a:lnTo>
                    <a:pt x="26680" y="198980"/>
                  </a:lnTo>
                  <a:lnTo>
                    <a:pt x="29631" y="203399"/>
                  </a:lnTo>
                  <a:lnTo>
                    <a:pt x="32720" y="207722"/>
                  </a:lnTo>
                  <a:lnTo>
                    <a:pt x="35946" y="211945"/>
                  </a:lnTo>
                  <a:lnTo>
                    <a:pt x="39303" y="216063"/>
                  </a:lnTo>
                  <a:lnTo>
                    <a:pt x="42791" y="220073"/>
                  </a:lnTo>
                  <a:lnTo>
                    <a:pt x="46403" y="223969"/>
                  </a:lnTo>
                  <a:lnTo>
                    <a:pt x="50138" y="227749"/>
                  </a:lnTo>
                  <a:lnTo>
                    <a:pt x="53991" y="231408"/>
                  </a:lnTo>
                  <a:lnTo>
                    <a:pt x="57959" y="234943"/>
                  </a:lnTo>
                  <a:lnTo>
                    <a:pt x="62036" y="238350"/>
                  </a:lnTo>
                  <a:lnTo>
                    <a:pt x="66220" y="241626"/>
                  </a:lnTo>
                  <a:lnTo>
                    <a:pt x="70506" y="244767"/>
                  </a:lnTo>
                  <a:lnTo>
                    <a:pt x="74890" y="247770"/>
                  </a:lnTo>
                  <a:lnTo>
                    <a:pt x="79367" y="250633"/>
                  </a:lnTo>
                  <a:lnTo>
                    <a:pt x="83933" y="253351"/>
                  </a:lnTo>
                  <a:lnTo>
                    <a:pt x="88582" y="255924"/>
                  </a:lnTo>
                  <a:lnTo>
                    <a:pt x="93311" y="258347"/>
                  </a:lnTo>
                  <a:lnTo>
                    <a:pt x="98115" y="260618"/>
                  </a:lnTo>
                  <a:lnTo>
                    <a:pt x="102989" y="262736"/>
                  </a:lnTo>
                  <a:lnTo>
                    <a:pt x="107927" y="264698"/>
                  </a:lnTo>
                  <a:lnTo>
                    <a:pt x="112925" y="266502"/>
                  </a:lnTo>
                  <a:lnTo>
                    <a:pt x="117978" y="268146"/>
                  </a:lnTo>
                  <a:lnTo>
                    <a:pt x="123081" y="269628"/>
                  </a:lnTo>
                  <a:lnTo>
                    <a:pt x="128228" y="270948"/>
                  </a:lnTo>
                  <a:lnTo>
                    <a:pt x="133415" y="272104"/>
                  </a:lnTo>
                  <a:lnTo>
                    <a:pt x="138635" y="273094"/>
                  </a:lnTo>
                  <a:lnTo>
                    <a:pt x="143885" y="273917"/>
                  </a:lnTo>
                  <a:lnTo>
                    <a:pt x="149158" y="274574"/>
                  </a:lnTo>
                  <a:lnTo>
                    <a:pt x="154449" y="275062"/>
                  </a:lnTo>
                  <a:lnTo>
                    <a:pt x="159753" y="275382"/>
                  </a:lnTo>
                  <a:lnTo>
                    <a:pt x="165065" y="275533"/>
                  </a:lnTo>
                  <a:lnTo>
                    <a:pt x="170379" y="275516"/>
                  </a:lnTo>
                  <a:lnTo>
                    <a:pt x="175689" y="275329"/>
                  </a:lnTo>
                  <a:lnTo>
                    <a:pt x="180991" y="274974"/>
                  </a:lnTo>
                  <a:lnTo>
                    <a:pt x="186279" y="274450"/>
                  </a:lnTo>
                  <a:lnTo>
                    <a:pt x="191548" y="273759"/>
                  </a:lnTo>
                  <a:lnTo>
                    <a:pt x="196791" y="272901"/>
                  </a:lnTo>
                  <a:lnTo>
                    <a:pt x="202005" y="271876"/>
                  </a:lnTo>
                  <a:lnTo>
                    <a:pt x="207184" y="270686"/>
                  </a:lnTo>
                  <a:lnTo>
                    <a:pt x="212323" y="269332"/>
                  </a:lnTo>
                  <a:lnTo>
                    <a:pt x="217415" y="267816"/>
                  </a:lnTo>
                  <a:lnTo>
                    <a:pt x="222457" y="266138"/>
                  </a:lnTo>
                  <a:lnTo>
                    <a:pt x="227444" y="264301"/>
                  </a:lnTo>
                  <a:lnTo>
                    <a:pt x="232369" y="262307"/>
                  </a:lnTo>
                  <a:lnTo>
                    <a:pt x="237228" y="260156"/>
                  </a:lnTo>
                  <a:lnTo>
                    <a:pt x="242017" y="257853"/>
                  </a:lnTo>
                  <a:lnTo>
                    <a:pt x="246730" y="255399"/>
                  </a:lnTo>
                  <a:lnTo>
                    <a:pt x="251362" y="252796"/>
                  </a:lnTo>
                  <a:lnTo>
                    <a:pt x="255909" y="250047"/>
                  </a:lnTo>
                  <a:lnTo>
                    <a:pt x="260367" y="247155"/>
                  </a:lnTo>
                  <a:lnTo>
                    <a:pt x="264731" y="244122"/>
                  </a:lnTo>
                  <a:lnTo>
                    <a:pt x="268996" y="240953"/>
                  </a:lnTo>
                  <a:lnTo>
                    <a:pt x="273158" y="237649"/>
                  </a:lnTo>
                  <a:lnTo>
                    <a:pt x="277213" y="234215"/>
                  </a:lnTo>
                  <a:lnTo>
                    <a:pt x="281157" y="230654"/>
                  </a:lnTo>
                  <a:lnTo>
                    <a:pt x="284986" y="226970"/>
                  </a:lnTo>
                  <a:lnTo>
                    <a:pt x="288695" y="223165"/>
                  </a:lnTo>
                  <a:lnTo>
                    <a:pt x="292282" y="219244"/>
                  </a:lnTo>
                  <a:lnTo>
                    <a:pt x="295743" y="215212"/>
                  </a:lnTo>
                  <a:lnTo>
                    <a:pt x="299073" y="211071"/>
                  </a:lnTo>
                  <a:lnTo>
                    <a:pt x="302270" y="206827"/>
                  </a:lnTo>
                  <a:lnTo>
                    <a:pt x="305331" y="202483"/>
                  </a:lnTo>
                  <a:lnTo>
                    <a:pt x="308252" y="198045"/>
                  </a:lnTo>
                  <a:lnTo>
                    <a:pt x="311031" y="193515"/>
                  </a:lnTo>
                  <a:lnTo>
                    <a:pt x="313664" y="188900"/>
                  </a:lnTo>
                  <a:lnTo>
                    <a:pt x="316149" y="184203"/>
                  </a:lnTo>
                  <a:lnTo>
                    <a:pt x="318484" y="179430"/>
                  </a:lnTo>
                  <a:lnTo>
                    <a:pt x="320665" y="174584"/>
                  </a:lnTo>
                  <a:lnTo>
                    <a:pt x="322692" y="169672"/>
                  </a:lnTo>
                  <a:lnTo>
                    <a:pt x="324562" y="164698"/>
                  </a:lnTo>
                  <a:lnTo>
                    <a:pt x="326272" y="159667"/>
                  </a:lnTo>
                  <a:lnTo>
                    <a:pt x="327822" y="154585"/>
                  </a:lnTo>
                  <a:lnTo>
                    <a:pt x="329209" y="149455"/>
                  </a:lnTo>
                  <a:lnTo>
                    <a:pt x="330433" y="144284"/>
                  </a:lnTo>
                  <a:lnTo>
                    <a:pt x="331492" y="139077"/>
                  </a:lnTo>
                  <a:lnTo>
                    <a:pt x="332384" y="133839"/>
                  </a:lnTo>
                  <a:lnTo>
                    <a:pt x="333110" y="128575"/>
                  </a:lnTo>
                  <a:lnTo>
                    <a:pt x="333668" y="123291"/>
                  </a:lnTo>
                  <a:lnTo>
                    <a:pt x="334058" y="117991"/>
                  </a:lnTo>
                  <a:lnTo>
                    <a:pt x="334279" y="112682"/>
                  </a:lnTo>
                  <a:lnTo>
                    <a:pt x="334331" y="107369"/>
                  </a:lnTo>
                  <a:lnTo>
                    <a:pt x="334215" y="102056"/>
                  </a:lnTo>
                  <a:lnTo>
                    <a:pt x="333929" y="96750"/>
                  </a:lnTo>
                  <a:lnTo>
                    <a:pt x="333476" y="91456"/>
                  </a:lnTo>
                  <a:lnTo>
                    <a:pt x="332854" y="86178"/>
                  </a:lnTo>
                  <a:lnTo>
                    <a:pt x="332064" y="80924"/>
                  </a:lnTo>
                  <a:lnTo>
                    <a:pt x="331108" y="75697"/>
                  </a:lnTo>
                  <a:lnTo>
                    <a:pt x="329987" y="70503"/>
                  </a:lnTo>
                  <a:lnTo>
                    <a:pt x="328701" y="65347"/>
                  </a:lnTo>
                  <a:lnTo>
                    <a:pt x="327251" y="60234"/>
                  </a:lnTo>
                  <a:lnTo>
                    <a:pt x="325640" y="55171"/>
                  </a:lnTo>
                  <a:lnTo>
                    <a:pt x="323869" y="50161"/>
                  </a:lnTo>
                  <a:lnTo>
                    <a:pt x="321940" y="45210"/>
                  </a:lnTo>
                  <a:lnTo>
                    <a:pt x="319854" y="40323"/>
                  </a:lnTo>
                  <a:lnTo>
                    <a:pt x="317614" y="35504"/>
                  </a:lnTo>
                  <a:lnTo>
                    <a:pt x="315221" y="30759"/>
                  </a:lnTo>
                  <a:lnTo>
                    <a:pt x="312680" y="26093"/>
                  </a:lnTo>
                  <a:lnTo>
                    <a:pt x="309991" y="21510"/>
                  </a:lnTo>
                  <a:lnTo>
                    <a:pt x="307158" y="17014"/>
                  </a:lnTo>
                  <a:lnTo>
                    <a:pt x="304183" y="12611"/>
                  </a:lnTo>
                  <a:lnTo>
                    <a:pt x="301070" y="8305"/>
                  </a:lnTo>
                  <a:lnTo>
                    <a:pt x="297822" y="4099"/>
                  </a:lnTo>
                  <a:lnTo>
                    <a:pt x="294442" y="0"/>
                  </a:lnTo>
                  <a:lnTo>
                    <a:pt x="167167" y="1083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923495" y="2655501"/>
              <a:ext cx="127274" cy="167167"/>
            </a:xfrm>
            <a:custGeom>
              <a:avLst/>
              <a:pathLst>
                <a:path w="127274" h="167167">
                  <a:moveTo>
                    <a:pt x="127274" y="58787"/>
                  </a:moveTo>
                  <a:lnTo>
                    <a:pt x="123597" y="54612"/>
                  </a:lnTo>
                  <a:lnTo>
                    <a:pt x="119783" y="50561"/>
                  </a:lnTo>
                  <a:lnTo>
                    <a:pt x="115836" y="46639"/>
                  </a:lnTo>
                  <a:lnTo>
                    <a:pt x="111761" y="42851"/>
                  </a:lnTo>
                  <a:lnTo>
                    <a:pt x="107562" y="39201"/>
                  </a:lnTo>
                  <a:lnTo>
                    <a:pt x="103244" y="35692"/>
                  </a:lnTo>
                  <a:lnTo>
                    <a:pt x="98811" y="32329"/>
                  </a:lnTo>
                  <a:lnTo>
                    <a:pt x="94269" y="29116"/>
                  </a:lnTo>
                  <a:lnTo>
                    <a:pt x="89623" y="26055"/>
                  </a:lnTo>
                  <a:lnTo>
                    <a:pt x="84877" y="23150"/>
                  </a:lnTo>
                  <a:lnTo>
                    <a:pt x="80037" y="20406"/>
                  </a:lnTo>
                  <a:lnTo>
                    <a:pt x="75109" y="17823"/>
                  </a:lnTo>
                  <a:lnTo>
                    <a:pt x="70097" y="15406"/>
                  </a:lnTo>
                  <a:lnTo>
                    <a:pt x="65008" y="13158"/>
                  </a:lnTo>
                  <a:lnTo>
                    <a:pt x="59847" y="11080"/>
                  </a:lnTo>
                  <a:lnTo>
                    <a:pt x="54619" y="9174"/>
                  </a:lnTo>
                  <a:lnTo>
                    <a:pt x="49331" y="7444"/>
                  </a:lnTo>
                  <a:lnTo>
                    <a:pt x="43989" y="5891"/>
                  </a:lnTo>
                  <a:lnTo>
                    <a:pt x="38597" y="4516"/>
                  </a:lnTo>
                  <a:lnTo>
                    <a:pt x="33163" y="3322"/>
                  </a:lnTo>
                  <a:lnTo>
                    <a:pt x="27692" y="2309"/>
                  </a:lnTo>
                  <a:lnTo>
                    <a:pt x="22190" y="1479"/>
                  </a:lnTo>
                  <a:lnTo>
                    <a:pt x="16664" y="832"/>
                  </a:lnTo>
                  <a:lnTo>
                    <a:pt x="11120" y="370"/>
                  </a:lnTo>
                  <a:lnTo>
                    <a:pt x="556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80049" y="2168369"/>
              <a:ext cx="65843" cy="167167"/>
            </a:xfrm>
            <a:custGeom>
              <a:avLst/>
              <a:pathLst>
                <a:path w="65843" h="167167">
                  <a:moveTo>
                    <a:pt x="65843" y="0"/>
                  </a:moveTo>
                  <a:lnTo>
                    <a:pt x="59692" y="113"/>
                  </a:lnTo>
                  <a:lnTo>
                    <a:pt x="53549" y="452"/>
                  </a:lnTo>
                  <a:lnTo>
                    <a:pt x="47423" y="1017"/>
                  </a:lnTo>
                  <a:lnTo>
                    <a:pt x="41322" y="1808"/>
                  </a:lnTo>
                  <a:lnTo>
                    <a:pt x="35254" y="2822"/>
                  </a:lnTo>
                  <a:lnTo>
                    <a:pt x="29228" y="4059"/>
                  </a:lnTo>
                  <a:lnTo>
                    <a:pt x="23251" y="5517"/>
                  </a:lnTo>
                  <a:lnTo>
                    <a:pt x="17331" y="7193"/>
                  </a:lnTo>
                  <a:lnTo>
                    <a:pt x="11478" y="9087"/>
                  </a:lnTo>
                  <a:lnTo>
                    <a:pt x="5698" y="11194"/>
                  </a:lnTo>
                  <a:lnTo>
                    <a:pt x="0" y="13513"/>
                  </a:lnTo>
                  <a:lnTo>
                    <a:pt x="6584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0049" y="2181882"/>
              <a:ext cx="65843" cy="153654"/>
            </a:xfrm>
            <a:custGeom>
              <a:avLst/>
              <a:pathLst>
                <a:path w="65843" h="153654">
                  <a:moveTo>
                    <a:pt x="0" y="0"/>
                  </a:moveTo>
                  <a:lnTo>
                    <a:pt x="65843" y="1536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578740" y="2181882"/>
              <a:ext cx="251466" cy="320801"/>
            </a:xfrm>
            <a:custGeom>
              <a:avLst/>
              <a:pathLst>
                <a:path w="251466" h="320801">
                  <a:moveTo>
                    <a:pt x="101308" y="0"/>
                  </a:moveTo>
                  <a:lnTo>
                    <a:pt x="96424" y="2186"/>
                  </a:lnTo>
                  <a:lnTo>
                    <a:pt x="91612" y="4527"/>
                  </a:lnTo>
                  <a:lnTo>
                    <a:pt x="86877" y="7022"/>
                  </a:lnTo>
                  <a:lnTo>
                    <a:pt x="82225" y="9666"/>
                  </a:lnTo>
                  <a:lnTo>
                    <a:pt x="77660" y="12458"/>
                  </a:lnTo>
                  <a:lnTo>
                    <a:pt x="73186" y="15395"/>
                  </a:lnTo>
                  <a:lnTo>
                    <a:pt x="68809" y="18474"/>
                  </a:lnTo>
                  <a:lnTo>
                    <a:pt x="64532" y="21691"/>
                  </a:lnTo>
                  <a:lnTo>
                    <a:pt x="60361" y="25043"/>
                  </a:lnTo>
                  <a:lnTo>
                    <a:pt x="56299" y="28527"/>
                  </a:lnTo>
                  <a:lnTo>
                    <a:pt x="52351" y="32139"/>
                  </a:lnTo>
                  <a:lnTo>
                    <a:pt x="48520" y="35876"/>
                  </a:lnTo>
                  <a:lnTo>
                    <a:pt x="44811" y="39734"/>
                  </a:lnTo>
                  <a:lnTo>
                    <a:pt x="41227" y="43708"/>
                  </a:lnTo>
                  <a:lnTo>
                    <a:pt x="37773" y="47795"/>
                  </a:lnTo>
                  <a:lnTo>
                    <a:pt x="34451" y="51990"/>
                  </a:lnTo>
                  <a:lnTo>
                    <a:pt x="31265" y="56290"/>
                  </a:lnTo>
                  <a:lnTo>
                    <a:pt x="28218" y="60690"/>
                  </a:lnTo>
                  <a:lnTo>
                    <a:pt x="25313" y="65184"/>
                  </a:lnTo>
                  <a:lnTo>
                    <a:pt x="22554" y="69770"/>
                  </a:lnTo>
                  <a:lnTo>
                    <a:pt x="19943" y="74441"/>
                  </a:lnTo>
                  <a:lnTo>
                    <a:pt x="17483" y="79193"/>
                  </a:lnTo>
                  <a:lnTo>
                    <a:pt x="15177" y="84022"/>
                  </a:lnTo>
                  <a:lnTo>
                    <a:pt x="13026" y="88922"/>
                  </a:lnTo>
                  <a:lnTo>
                    <a:pt x="11033" y="93889"/>
                  </a:lnTo>
                  <a:lnTo>
                    <a:pt x="9200" y="98916"/>
                  </a:lnTo>
                  <a:lnTo>
                    <a:pt x="7529" y="104000"/>
                  </a:lnTo>
                  <a:lnTo>
                    <a:pt x="6021" y="109135"/>
                  </a:lnTo>
                  <a:lnTo>
                    <a:pt x="4679" y="114315"/>
                  </a:lnTo>
                  <a:lnTo>
                    <a:pt x="3503" y="119536"/>
                  </a:lnTo>
                  <a:lnTo>
                    <a:pt x="2495" y="124791"/>
                  </a:lnTo>
                  <a:lnTo>
                    <a:pt x="1655" y="130077"/>
                  </a:lnTo>
                  <a:lnTo>
                    <a:pt x="985" y="135386"/>
                  </a:lnTo>
                  <a:lnTo>
                    <a:pt x="486" y="140714"/>
                  </a:lnTo>
                  <a:lnTo>
                    <a:pt x="157" y="146055"/>
                  </a:lnTo>
                  <a:lnTo>
                    <a:pt x="0" y="151404"/>
                  </a:lnTo>
                  <a:lnTo>
                    <a:pt x="13" y="156756"/>
                  </a:lnTo>
                  <a:lnTo>
                    <a:pt x="198" y="162104"/>
                  </a:lnTo>
                  <a:lnTo>
                    <a:pt x="554" y="167444"/>
                  </a:lnTo>
                  <a:lnTo>
                    <a:pt x="1081" y="172769"/>
                  </a:lnTo>
                  <a:lnTo>
                    <a:pt x="1778" y="178075"/>
                  </a:lnTo>
                  <a:lnTo>
                    <a:pt x="2644" y="183356"/>
                  </a:lnTo>
                  <a:lnTo>
                    <a:pt x="3679" y="188606"/>
                  </a:lnTo>
                  <a:lnTo>
                    <a:pt x="4882" y="193821"/>
                  </a:lnTo>
                  <a:lnTo>
                    <a:pt x="6251" y="198994"/>
                  </a:lnTo>
                  <a:lnTo>
                    <a:pt x="7784" y="204121"/>
                  </a:lnTo>
                  <a:lnTo>
                    <a:pt x="9481" y="209196"/>
                  </a:lnTo>
                  <a:lnTo>
                    <a:pt x="11340" y="214214"/>
                  </a:lnTo>
                  <a:lnTo>
                    <a:pt x="13358" y="219171"/>
                  </a:lnTo>
                  <a:lnTo>
                    <a:pt x="15534" y="224060"/>
                  </a:lnTo>
                  <a:lnTo>
                    <a:pt x="17865" y="228877"/>
                  </a:lnTo>
                  <a:lnTo>
                    <a:pt x="20350" y="233617"/>
                  </a:lnTo>
                  <a:lnTo>
                    <a:pt x="22984" y="238274"/>
                  </a:lnTo>
                  <a:lnTo>
                    <a:pt x="25767" y="242846"/>
                  </a:lnTo>
                  <a:lnTo>
                    <a:pt x="28694" y="247325"/>
                  </a:lnTo>
                  <a:lnTo>
                    <a:pt x="31763" y="251709"/>
                  </a:lnTo>
                  <a:lnTo>
                    <a:pt x="34971" y="255993"/>
                  </a:lnTo>
                  <a:lnTo>
                    <a:pt x="38315" y="260171"/>
                  </a:lnTo>
                  <a:lnTo>
                    <a:pt x="41790" y="264240"/>
                  </a:lnTo>
                  <a:lnTo>
                    <a:pt x="45394" y="268196"/>
                  </a:lnTo>
                  <a:lnTo>
                    <a:pt x="49123" y="272035"/>
                  </a:lnTo>
                  <a:lnTo>
                    <a:pt x="52972" y="275752"/>
                  </a:lnTo>
                  <a:lnTo>
                    <a:pt x="56939" y="279344"/>
                  </a:lnTo>
                  <a:lnTo>
                    <a:pt x="61019" y="282807"/>
                  </a:lnTo>
                  <a:lnTo>
                    <a:pt x="65207" y="286138"/>
                  </a:lnTo>
                  <a:lnTo>
                    <a:pt x="69500" y="289334"/>
                  </a:lnTo>
                  <a:lnTo>
                    <a:pt x="73893" y="292390"/>
                  </a:lnTo>
                  <a:lnTo>
                    <a:pt x="78381" y="295304"/>
                  </a:lnTo>
                  <a:lnTo>
                    <a:pt x="82961" y="298072"/>
                  </a:lnTo>
                  <a:lnTo>
                    <a:pt x="87627" y="300693"/>
                  </a:lnTo>
                  <a:lnTo>
                    <a:pt x="92374" y="303163"/>
                  </a:lnTo>
                  <a:lnTo>
                    <a:pt x="97198" y="305480"/>
                  </a:lnTo>
                  <a:lnTo>
                    <a:pt x="102093" y="307642"/>
                  </a:lnTo>
                  <a:lnTo>
                    <a:pt x="107055" y="309645"/>
                  </a:lnTo>
                  <a:lnTo>
                    <a:pt x="112079" y="311489"/>
                  </a:lnTo>
                  <a:lnTo>
                    <a:pt x="117160" y="313171"/>
                  </a:lnTo>
                  <a:lnTo>
                    <a:pt x="122291" y="314689"/>
                  </a:lnTo>
                  <a:lnTo>
                    <a:pt x="127468" y="316043"/>
                  </a:lnTo>
                  <a:lnTo>
                    <a:pt x="132687" y="317230"/>
                  </a:lnTo>
                  <a:lnTo>
                    <a:pt x="137940" y="318249"/>
                  </a:lnTo>
                  <a:lnTo>
                    <a:pt x="143223" y="319100"/>
                  </a:lnTo>
                  <a:lnTo>
                    <a:pt x="148531" y="319781"/>
                  </a:lnTo>
                  <a:lnTo>
                    <a:pt x="153858" y="320292"/>
                  </a:lnTo>
                  <a:lnTo>
                    <a:pt x="159199" y="320632"/>
                  </a:lnTo>
                  <a:lnTo>
                    <a:pt x="164548" y="320801"/>
                  </a:lnTo>
                  <a:lnTo>
                    <a:pt x="169899" y="320798"/>
                  </a:lnTo>
                  <a:lnTo>
                    <a:pt x="175248" y="320625"/>
                  </a:lnTo>
                  <a:lnTo>
                    <a:pt x="180588" y="320280"/>
                  </a:lnTo>
                  <a:lnTo>
                    <a:pt x="185914" y="319765"/>
                  </a:lnTo>
                  <a:lnTo>
                    <a:pt x="191222" y="319079"/>
                  </a:lnTo>
                  <a:lnTo>
                    <a:pt x="196504" y="318224"/>
                  </a:lnTo>
                  <a:lnTo>
                    <a:pt x="201757" y="317200"/>
                  </a:lnTo>
                  <a:lnTo>
                    <a:pt x="206974" y="316009"/>
                  </a:lnTo>
                  <a:lnTo>
                    <a:pt x="212150" y="314651"/>
                  </a:lnTo>
                  <a:lnTo>
                    <a:pt x="217281" y="313128"/>
                  </a:lnTo>
                  <a:lnTo>
                    <a:pt x="222359" y="311442"/>
                  </a:lnTo>
                  <a:lnTo>
                    <a:pt x="227382" y="309594"/>
                  </a:lnTo>
                  <a:lnTo>
                    <a:pt x="232342" y="307586"/>
                  </a:lnTo>
                  <a:lnTo>
                    <a:pt x="237236" y="305420"/>
                  </a:lnTo>
                  <a:lnTo>
                    <a:pt x="242058" y="303099"/>
                  </a:lnTo>
                  <a:lnTo>
                    <a:pt x="246803" y="300625"/>
                  </a:lnTo>
                  <a:lnTo>
                    <a:pt x="251466" y="298000"/>
                  </a:lnTo>
                  <a:lnTo>
                    <a:pt x="167152" y="1536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745892" y="2168369"/>
              <a:ext cx="167160" cy="311514"/>
            </a:xfrm>
            <a:custGeom>
              <a:avLst/>
              <a:pathLst>
                <a:path w="167160" h="311514">
                  <a:moveTo>
                    <a:pt x="84314" y="311514"/>
                  </a:moveTo>
                  <a:lnTo>
                    <a:pt x="88870" y="308754"/>
                  </a:lnTo>
                  <a:lnTo>
                    <a:pt x="93336" y="305851"/>
                  </a:lnTo>
                  <a:lnTo>
                    <a:pt x="97707" y="302807"/>
                  </a:lnTo>
                  <a:lnTo>
                    <a:pt x="101979" y="299625"/>
                  </a:lnTo>
                  <a:lnTo>
                    <a:pt x="106147" y="296309"/>
                  </a:lnTo>
                  <a:lnTo>
                    <a:pt x="110208" y="292861"/>
                  </a:lnTo>
                  <a:lnTo>
                    <a:pt x="114156" y="289286"/>
                  </a:lnTo>
                  <a:lnTo>
                    <a:pt x="117989" y="285587"/>
                  </a:lnTo>
                  <a:lnTo>
                    <a:pt x="121702" y="281768"/>
                  </a:lnTo>
                  <a:lnTo>
                    <a:pt x="125291" y="277833"/>
                  </a:lnTo>
                  <a:lnTo>
                    <a:pt x="128754" y="273785"/>
                  </a:lnTo>
                  <a:lnTo>
                    <a:pt x="132085" y="269629"/>
                  </a:lnTo>
                  <a:lnTo>
                    <a:pt x="135282" y="265368"/>
                  </a:lnTo>
                  <a:lnTo>
                    <a:pt x="138342" y="261008"/>
                  </a:lnTo>
                  <a:lnTo>
                    <a:pt x="141262" y="256553"/>
                  </a:lnTo>
                  <a:lnTo>
                    <a:pt x="144038" y="252007"/>
                  </a:lnTo>
                  <a:lnTo>
                    <a:pt x="146668" y="247375"/>
                  </a:lnTo>
                  <a:lnTo>
                    <a:pt x="149149" y="242662"/>
                  </a:lnTo>
                  <a:lnTo>
                    <a:pt x="151478" y="237871"/>
                  </a:lnTo>
                  <a:lnTo>
                    <a:pt x="153654" y="233009"/>
                  </a:lnTo>
                  <a:lnTo>
                    <a:pt x="155674" y="228081"/>
                  </a:lnTo>
                  <a:lnTo>
                    <a:pt x="157535" y="223090"/>
                  </a:lnTo>
                  <a:lnTo>
                    <a:pt x="159237" y="218043"/>
                  </a:lnTo>
                  <a:lnTo>
                    <a:pt x="160777" y="212943"/>
                  </a:lnTo>
                  <a:lnTo>
                    <a:pt x="162154" y="207798"/>
                  </a:lnTo>
                  <a:lnTo>
                    <a:pt x="163366" y="202611"/>
                  </a:lnTo>
                  <a:lnTo>
                    <a:pt x="164412" y="197388"/>
                  </a:lnTo>
                  <a:lnTo>
                    <a:pt x="165292" y="192135"/>
                  </a:lnTo>
                  <a:lnTo>
                    <a:pt x="166003" y="186856"/>
                  </a:lnTo>
                  <a:lnTo>
                    <a:pt x="166546" y="181557"/>
                  </a:lnTo>
                  <a:lnTo>
                    <a:pt x="166920" y="176244"/>
                  </a:lnTo>
                  <a:lnTo>
                    <a:pt x="167125" y="170921"/>
                  </a:lnTo>
                  <a:lnTo>
                    <a:pt x="167160" y="165595"/>
                  </a:lnTo>
                  <a:lnTo>
                    <a:pt x="167025" y="160270"/>
                  </a:lnTo>
                  <a:lnTo>
                    <a:pt x="166720" y="154952"/>
                  </a:lnTo>
                  <a:lnTo>
                    <a:pt x="166246" y="149646"/>
                  </a:lnTo>
                  <a:lnTo>
                    <a:pt x="165604" y="144359"/>
                  </a:lnTo>
                  <a:lnTo>
                    <a:pt x="164793" y="139094"/>
                  </a:lnTo>
                  <a:lnTo>
                    <a:pt x="163815" y="133858"/>
                  </a:lnTo>
                  <a:lnTo>
                    <a:pt x="162670" y="128656"/>
                  </a:lnTo>
                  <a:lnTo>
                    <a:pt x="161361" y="123493"/>
                  </a:lnTo>
                  <a:lnTo>
                    <a:pt x="159888" y="118374"/>
                  </a:lnTo>
                  <a:lnTo>
                    <a:pt x="158252" y="113305"/>
                  </a:lnTo>
                  <a:lnTo>
                    <a:pt x="156456" y="108290"/>
                  </a:lnTo>
                  <a:lnTo>
                    <a:pt x="154500" y="103336"/>
                  </a:lnTo>
                  <a:lnTo>
                    <a:pt x="152388" y="98446"/>
                  </a:lnTo>
                  <a:lnTo>
                    <a:pt x="150121" y="93625"/>
                  </a:lnTo>
                  <a:lnTo>
                    <a:pt x="147702" y="88880"/>
                  </a:lnTo>
                  <a:lnTo>
                    <a:pt x="145133" y="84214"/>
                  </a:lnTo>
                  <a:lnTo>
                    <a:pt x="142417" y="79632"/>
                  </a:lnTo>
                  <a:lnTo>
                    <a:pt x="139555" y="75139"/>
                  </a:lnTo>
                  <a:lnTo>
                    <a:pt x="136553" y="70740"/>
                  </a:lnTo>
                  <a:lnTo>
                    <a:pt x="133411" y="66438"/>
                  </a:lnTo>
                  <a:lnTo>
                    <a:pt x="130134" y="62239"/>
                  </a:lnTo>
                  <a:lnTo>
                    <a:pt x="126725" y="58146"/>
                  </a:lnTo>
                  <a:lnTo>
                    <a:pt x="123187" y="54164"/>
                  </a:lnTo>
                  <a:lnTo>
                    <a:pt x="119525" y="50297"/>
                  </a:lnTo>
                  <a:lnTo>
                    <a:pt x="115740" y="46548"/>
                  </a:lnTo>
                  <a:lnTo>
                    <a:pt x="111839" y="42922"/>
                  </a:lnTo>
                  <a:lnTo>
                    <a:pt x="107824" y="39421"/>
                  </a:lnTo>
                  <a:lnTo>
                    <a:pt x="103699" y="36051"/>
                  </a:lnTo>
                  <a:lnTo>
                    <a:pt x="99469" y="32814"/>
                  </a:lnTo>
                  <a:lnTo>
                    <a:pt x="95138" y="29713"/>
                  </a:lnTo>
                  <a:lnTo>
                    <a:pt x="90711" y="26752"/>
                  </a:lnTo>
                  <a:lnTo>
                    <a:pt x="86191" y="23933"/>
                  </a:lnTo>
                  <a:lnTo>
                    <a:pt x="81584" y="21260"/>
                  </a:lnTo>
                  <a:lnTo>
                    <a:pt x="76894" y="18734"/>
                  </a:lnTo>
                  <a:lnTo>
                    <a:pt x="72126" y="16360"/>
                  </a:lnTo>
                  <a:lnTo>
                    <a:pt x="67284" y="14139"/>
                  </a:lnTo>
                  <a:lnTo>
                    <a:pt x="62375" y="12073"/>
                  </a:lnTo>
                  <a:lnTo>
                    <a:pt x="57402" y="10164"/>
                  </a:lnTo>
                  <a:lnTo>
                    <a:pt x="52371" y="8415"/>
                  </a:lnTo>
                  <a:lnTo>
                    <a:pt x="47286" y="6827"/>
                  </a:lnTo>
                  <a:lnTo>
                    <a:pt x="42154" y="5402"/>
                  </a:lnTo>
                  <a:lnTo>
                    <a:pt x="36979" y="4141"/>
                  </a:lnTo>
                  <a:lnTo>
                    <a:pt x="31766" y="3046"/>
                  </a:lnTo>
                  <a:lnTo>
                    <a:pt x="26521" y="2117"/>
                  </a:lnTo>
                  <a:lnTo>
                    <a:pt x="21249" y="1356"/>
                  </a:lnTo>
                  <a:lnTo>
                    <a:pt x="15956" y="763"/>
                  </a:lnTo>
                  <a:lnTo>
                    <a:pt x="10646" y="339"/>
                  </a:lnTo>
                  <a:lnTo>
                    <a:pt x="5325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08840" y="1735255"/>
              <a:ext cx="51706" cy="167167"/>
            </a:xfrm>
            <a:custGeom>
              <a:avLst/>
              <a:pathLst>
                <a:path w="51706" h="167167">
                  <a:moveTo>
                    <a:pt x="51706" y="0"/>
                  </a:moveTo>
                  <a:lnTo>
                    <a:pt x="45866" y="102"/>
                  </a:lnTo>
                  <a:lnTo>
                    <a:pt x="40034" y="408"/>
                  </a:lnTo>
                  <a:lnTo>
                    <a:pt x="34215" y="917"/>
                  </a:lnTo>
                  <a:lnTo>
                    <a:pt x="28418" y="1630"/>
                  </a:lnTo>
                  <a:lnTo>
                    <a:pt x="22650" y="2544"/>
                  </a:lnTo>
                  <a:lnTo>
                    <a:pt x="16916" y="3660"/>
                  </a:lnTo>
                  <a:lnTo>
                    <a:pt x="11226" y="4975"/>
                  </a:lnTo>
                  <a:lnTo>
                    <a:pt x="5584" y="6488"/>
                  </a:lnTo>
                  <a:lnTo>
                    <a:pt x="0" y="8197"/>
                  </a:lnTo>
                  <a:lnTo>
                    <a:pt x="5170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8840" y="1743453"/>
              <a:ext cx="51706" cy="158969"/>
            </a:xfrm>
            <a:custGeom>
              <a:avLst/>
              <a:pathLst>
                <a:path w="51706" h="158969">
                  <a:moveTo>
                    <a:pt x="0" y="0"/>
                  </a:moveTo>
                  <a:lnTo>
                    <a:pt x="51706" y="1589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293392" y="1743453"/>
              <a:ext cx="334311" cy="326135"/>
            </a:xfrm>
            <a:custGeom>
              <a:avLst/>
              <a:pathLst>
                <a:path w="334311" h="326135">
                  <a:moveTo>
                    <a:pt x="115447" y="0"/>
                  </a:moveTo>
                  <a:lnTo>
                    <a:pt x="110432" y="1719"/>
                  </a:lnTo>
                  <a:lnTo>
                    <a:pt x="105473" y="3597"/>
                  </a:lnTo>
                  <a:lnTo>
                    <a:pt x="100577" y="5632"/>
                  </a:lnTo>
                  <a:lnTo>
                    <a:pt x="95747" y="7820"/>
                  </a:lnTo>
                  <a:lnTo>
                    <a:pt x="90990" y="10161"/>
                  </a:lnTo>
                  <a:lnTo>
                    <a:pt x="86309" y="12651"/>
                  </a:lnTo>
                  <a:lnTo>
                    <a:pt x="81709" y="15289"/>
                  </a:lnTo>
                  <a:lnTo>
                    <a:pt x="77196" y="18071"/>
                  </a:lnTo>
                  <a:lnTo>
                    <a:pt x="72772" y="20994"/>
                  </a:lnTo>
                  <a:lnTo>
                    <a:pt x="68444" y="24057"/>
                  </a:lnTo>
                  <a:lnTo>
                    <a:pt x="64215" y="27255"/>
                  </a:lnTo>
                  <a:lnTo>
                    <a:pt x="60090" y="30586"/>
                  </a:lnTo>
                  <a:lnTo>
                    <a:pt x="56072" y="34046"/>
                  </a:lnTo>
                  <a:lnTo>
                    <a:pt x="52166" y="37632"/>
                  </a:lnTo>
                  <a:lnTo>
                    <a:pt x="48376" y="41339"/>
                  </a:lnTo>
                  <a:lnTo>
                    <a:pt x="44705" y="45166"/>
                  </a:lnTo>
                  <a:lnTo>
                    <a:pt x="41158" y="49106"/>
                  </a:lnTo>
                  <a:lnTo>
                    <a:pt x="37737" y="53157"/>
                  </a:lnTo>
                  <a:lnTo>
                    <a:pt x="34446" y="57315"/>
                  </a:lnTo>
                  <a:lnTo>
                    <a:pt x="31289" y="61575"/>
                  </a:lnTo>
                  <a:lnTo>
                    <a:pt x="28269" y="65932"/>
                  </a:lnTo>
                  <a:lnTo>
                    <a:pt x="25388" y="70384"/>
                  </a:lnTo>
                  <a:lnTo>
                    <a:pt x="22650" y="74924"/>
                  </a:lnTo>
                  <a:lnTo>
                    <a:pt x="20057" y="79549"/>
                  </a:lnTo>
                  <a:lnTo>
                    <a:pt x="17613" y="84254"/>
                  </a:lnTo>
                  <a:lnTo>
                    <a:pt x="15318" y="89034"/>
                  </a:lnTo>
                  <a:lnTo>
                    <a:pt x="13177" y="93885"/>
                  </a:lnTo>
                  <a:lnTo>
                    <a:pt x="11190" y="98801"/>
                  </a:lnTo>
                  <a:lnTo>
                    <a:pt x="9361" y="103777"/>
                  </a:lnTo>
                  <a:lnTo>
                    <a:pt x="7690" y="108809"/>
                  </a:lnTo>
                  <a:lnTo>
                    <a:pt x="6179" y="113892"/>
                  </a:lnTo>
                  <a:lnTo>
                    <a:pt x="4830" y="119019"/>
                  </a:lnTo>
                  <a:lnTo>
                    <a:pt x="3645" y="124187"/>
                  </a:lnTo>
                  <a:lnTo>
                    <a:pt x="2624" y="129390"/>
                  </a:lnTo>
                  <a:lnTo>
                    <a:pt x="1769" y="134623"/>
                  </a:lnTo>
                  <a:lnTo>
                    <a:pt x="1080" y="139880"/>
                  </a:lnTo>
                  <a:lnTo>
                    <a:pt x="558" y="145157"/>
                  </a:lnTo>
                  <a:lnTo>
                    <a:pt x="204" y="150447"/>
                  </a:lnTo>
                  <a:lnTo>
                    <a:pt x="18" y="155746"/>
                  </a:lnTo>
                  <a:lnTo>
                    <a:pt x="0" y="161048"/>
                  </a:lnTo>
                  <a:lnTo>
                    <a:pt x="150" y="166348"/>
                  </a:lnTo>
                  <a:lnTo>
                    <a:pt x="468" y="171641"/>
                  </a:lnTo>
                  <a:lnTo>
                    <a:pt x="953" y="176921"/>
                  </a:lnTo>
                  <a:lnTo>
                    <a:pt x="1606" y="182183"/>
                  </a:lnTo>
                  <a:lnTo>
                    <a:pt x="2426" y="187421"/>
                  </a:lnTo>
                  <a:lnTo>
                    <a:pt x="3411" y="192631"/>
                  </a:lnTo>
                  <a:lnTo>
                    <a:pt x="4561" y="197807"/>
                  </a:lnTo>
                  <a:lnTo>
                    <a:pt x="5874" y="202944"/>
                  </a:lnTo>
                  <a:lnTo>
                    <a:pt x="7350" y="208036"/>
                  </a:lnTo>
                  <a:lnTo>
                    <a:pt x="8986" y="213080"/>
                  </a:lnTo>
                  <a:lnTo>
                    <a:pt x="10782" y="218069"/>
                  </a:lnTo>
                  <a:lnTo>
                    <a:pt x="12735" y="222998"/>
                  </a:lnTo>
                  <a:lnTo>
                    <a:pt x="14843" y="227863"/>
                  </a:lnTo>
                  <a:lnTo>
                    <a:pt x="17105" y="232659"/>
                  </a:lnTo>
                  <a:lnTo>
                    <a:pt x="19517" y="237380"/>
                  </a:lnTo>
                  <a:lnTo>
                    <a:pt x="22078" y="242023"/>
                  </a:lnTo>
                  <a:lnTo>
                    <a:pt x="24785" y="246582"/>
                  </a:lnTo>
                  <a:lnTo>
                    <a:pt x="27635" y="251053"/>
                  </a:lnTo>
                  <a:lnTo>
                    <a:pt x="30626" y="255431"/>
                  </a:lnTo>
                  <a:lnTo>
                    <a:pt x="33754" y="259713"/>
                  </a:lnTo>
                  <a:lnTo>
                    <a:pt x="37016" y="263893"/>
                  </a:lnTo>
                  <a:lnTo>
                    <a:pt x="40409" y="267967"/>
                  </a:lnTo>
                  <a:lnTo>
                    <a:pt x="43929" y="271932"/>
                  </a:lnTo>
                  <a:lnTo>
                    <a:pt x="47574" y="275783"/>
                  </a:lnTo>
                  <a:lnTo>
                    <a:pt x="51338" y="279517"/>
                  </a:lnTo>
                  <a:lnTo>
                    <a:pt x="55220" y="283129"/>
                  </a:lnTo>
                  <a:lnTo>
                    <a:pt x="59213" y="286616"/>
                  </a:lnTo>
                  <a:lnTo>
                    <a:pt x="63316" y="289975"/>
                  </a:lnTo>
                  <a:lnTo>
                    <a:pt x="67523" y="293203"/>
                  </a:lnTo>
                  <a:lnTo>
                    <a:pt x="71830" y="296295"/>
                  </a:lnTo>
                  <a:lnTo>
                    <a:pt x="76233" y="299249"/>
                  </a:lnTo>
                  <a:lnTo>
                    <a:pt x="80728" y="302062"/>
                  </a:lnTo>
                  <a:lnTo>
                    <a:pt x="85309" y="304731"/>
                  </a:lnTo>
                  <a:lnTo>
                    <a:pt x="89973" y="307253"/>
                  </a:lnTo>
                  <a:lnTo>
                    <a:pt x="94714" y="309626"/>
                  </a:lnTo>
                  <a:lnTo>
                    <a:pt x="99529" y="311847"/>
                  </a:lnTo>
                  <a:lnTo>
                    <a:pt x="104411" y="313915"/>
                  </a:lnTo>
                  <a:lnTo>
                    <a:pt x="109357" y="315827"/>
                  </a:lnTo>
                  <a:lnTo>
                    <a:pt x="114360" y="317581"/>
                  </a:lnTo>
                  <a:lnTo>
                    <a:pt x="119417" y="319176"/>
                  </a:lnTo>
                  <a:lnTo>
                    <a:pt x="124522" y="320609"/>
                  </a:lnTo>
                  <a:lnTo>
                    <a:pt x="129669" y="321880"/>
                  </a:lnTo>
                  <a:lnTo>
                    <a:pt x="134855" y="322987"/>
                  </a:lnTo>
                  <a:lnTo>
                    <a:pt x="140073" y="323928"/>
                  </a:lnTo>
                  <a:lnTo>
                    <a:pt x="145318" y="324704"/>
                  </a:lnTo>
                  <a:lnTo>
                    <a:pt x="150585" y="325313"/>
                  </a:lnTo>
                  <a:lnTo>
                    <a:pt x="155869" y="325755"/>
                  </a:lnTo>
                  <a:lnTo>
                    <a:pt x="161164" y="326029"/>
                  </a:lnTo>
                  <a:lnTo>
                    <a:pt x="166465" y="326135"/>
                  </a:lnTo>
                  <a:lnTo>
                    <a:pt x="171767" y="326073"/>
                  </a:lnTo>
                  <a:lnTo>
                    <a:pt x="177064" y="325843"/>
                  </a:lnTo>
                  <a:lnTo>
                    <a:pt x="182351" y="325444"/>
                  </a:lnTo>
                  <a:lnTo>
                    <a:pt x="187623" y="324879"/>
                  </a:lnTo>
                  <a:lnTo>
                    <a:pt x="192874" y="324146"/>
                  </a:lnTo>
                  <a:lnTo>
                    <a:pt x="198100" y="323247"/>
                  </a:lnTo>
                  <a:lnTo>
                    <a:pt x="203294" y="322183"/>
                  </a:lnTo>
                  <a:lnTo>
                    <a:pt x="208452" y="320955"/>
                  </a:lnTo>
                  <a:lnTo>
                    <a:pt x="213568" y="319564"/>
                  </a:lnTo>
                  <a:lnTo>
                    <a:pt x="218638" y="318011"/>
                  </a:lnTo>
                  <a:lnTo>
                    <a:pt x="223656" y="316298"/>
                  </a:lnTo>
                  <a:lnTo>
                    <a:pt x="228617" y="314427"/>
                  </a:lnTo>
                  <a:lnTo>
                    <a:pt x="233516" y="312400"/>
                  </a:lnTo>
                  <a:lnTo>
                    <a:pt x="238349" y="310218"/>
                  </a:lnTo>
                  <a:lnTo>
                    <a:pt x="243110" y="307884"/>
                  </a:lnTo>
                  <a:lnTo>
                    <a:pt x="247794" y="305400"/>
                  </a:lnTo>
                  <a:lnTo>
                    <a:pt x="252397" y="302769"/>
                  </a:lnTo>
                  <a:lnTo>
                    <a:pt x="256915" y="299994"/>
                  </a:lnTo>
                  <a:lnTo>
                    <a:pt x="261342" y="297076"/>
                  </a:lnTo>
                  <a:lnTo>
                    <a:pt x="265675" y="294020"/>
                  </a:lnTo>
                  <a:lnTo>
                    <a:pt x="269908" y="290827"/>
                  </a:lnTo>
                  <a:lnTo>
                    <a:pt x="274038" y="287502"/>
                  </a:lnTo>
                  <a:lnTo>
                    <a:pt x="278061" y="284048"/>
                  </a:lnTo>
                  <a:lnTo>
                    <a:pt x="281972" y="280468"/>
                  </a:lnTo>
                  <a:lnTo>
                    <a:pt x="285767" y="276765"/>
                  </a:lnTo>
                  <a:lnTo>
                    <a:pt x="289443" y="272944"/>
                  </a:lnTo>
                  <a:lnTo>
                    <a:pt x="292996" y="269009"/>
                  </a:lnTo>
                  <a:lnTo>
                    <a:pt x="296423" y="264962"/>
                  </a:lnTo>
                  <a:lnTo>
                    <a:pt x="299719" y="260809"/>
                  </a:lnTo>
                  <a:lnTo>
                    <a:pt x="302882" y="256554"/>
                  </a:lnTo>
                  <a:lnTo>
                    <a:pt x="305909" y="252201"/>
                  </a:lnTo>
                  <a:lnTo>
                    <a:pt x="308796" y="247753"/>
                  </a:lnTo>
                  <a:lnTo>
                    <a:pt x="311540" y="243217"/>
                  </a:lnTo>
                  <a:lnTo>
                    <a:pt x="314139" y="238595"/>
                  </a:lnTo>
                  <a:lnTo>
                    <a:pt x="316591" y="233894"/>
                  </a:lnTo>
                  <a:lnTo>
                    <a:pt x="318892" y="229117"/>
                  </a:lnTo>
                  <a:lnTo>
                    <a:pt x="321040" y="224269"/>
                  </a:lnTo>
                  <a:lnTo>
                    <a:pt x="323033" y="219356"/>
                  </a:lnTo>
                  <a:lnTo>
                    <a:pt x="324870" y="214382"/>
                  </a:lnTo>
                  <a:lnTo>
                    <a:pt x="326548" y="209353"/>
                  </a:lnTo>
                  <a:lnTo>
                    <a:pt x="328066" y="204272"/>
                  </a:lnTo>
                  <a:lnTo>
                    <a:pt x="329422" y="199146"/>
                  </a:lnTo>
                  <a:lnTo>
                    <a:pt x="330614" y="193980"/>
                  </a:lnTo>
                  <a:lnTo>
                    <a:pt x="331642" y="188778"/>
                  </a:lnTo>
                  <a:lnTo>
                    <a:pt x="332505" y="183547"/>
                  </a:lnTo>
                  <a:lnTo>
                    <a:pt x="333201" y="178291"/>
                  </a:lnTo>
                  <a:lnTo>
                    <a:pt x="333730" y="173015"/>
                  </a:lnTo>
                  <a:lnTo>
                    <a:pt x="334092" y="167725"/>
                  </a:lnTo>
                  <a:lnTo>
                    <a:pt x="334286" y="162427"/>
                  </a:lnTo>
                  <a:lnTo>
                    <a:pt x="334311" y="157124"/>
                  </a:lnTo>
                  <a:lnTo>
                    <a:pt x="334169" y="151824"/>
                  </a:lnTo>
                  <a:lnTo>
                    <a:pt x="333858" y="146531"/>
                  </a:lnTo>
                  <a:lnTo>
                    <a:pt x="333380" y="141251"/>
                  </a:lnTo>
                  <a:lnTo>
                    <a:pt x="332734" y="135988"/>
                  </a:lnTo>
                  <a:lnTo>
                    <a:pt x="331922" y="130748"/>
                  </a:lnTo>
                  <a:lnTo>
                    <a:pt x="330944" y="125537"/>
                  </a:lnTo>
                  <a:lnTo>
                    <a:pt x="329802" y="120359"/>
                  </a:lnTo>
                  <a:lnTo>
                    <a:pt x="328495" y="115221"/>
                  </a:lnTo>
                  <a:lnTo>
                    <a:pt x="327027" y="110126"/>
                  </a:lnTo>
                  <a:lnTo>
                    <a:pt x="325397" y="105080"/>
                  </a:lnTo>
                  <a:lnTo>
                    <a:pt x="323609" y="100089"/>
                  </a:lnTo>
                  <a:lnTo>
                    <a:pt x="321663" y="95157"/>
                  </a:lnTo>
                  <a:lnTo>
                    <a:pt x="319561" y="90289"/>
                  </a:lnTo>
                  <a:lnTo>
                    <a:pt x="317306" y="85490"/>
                  </a:lnTo>
                  <a:lnTo>
                    <a:pt x="314901" y="80765"/>
                  </a:lnTo>
                  <a:lnTo>
                    <a:pt x="312346" y="76119"/>
                  </a:lnTo>
                  <a:lnTo>
                    <a:pt x="309646" y="71556"/>
                  </a:lnTo>
                  <a:lnTo>
                    <a:pt x="306802" y="67081"/>
                  </a:lnTo>
                  <a:lnTo>
                    <a:pt x="303817" y="62698"/>
                  </a:lnTo>
                  <a:lnTo>
                    <a:pt x="300695" y="58413"/>
                  </a:lnTo>
                  <a:lnTo>
                    <a:pt x="297439" y="54228"/>
                  </a:lnTo>
                  <a:lnTo>
                    <a:pt x="294052" y="50149"/>
                  </a:lnTo>
                  <a:lnTo>
                    <a:pt x="290537" y="46179"/>
                  </a:lnTo>
                  <a:lnTo>
                    <a:pt x="286898" y="42323"/>
                  </a:lnTo>
                  <a:lnTo>
                    <a:pt x="283138" y="38584"/>
                  </a:lnTo>
                  <a:lnTo>
                    <a:pt x="279262" y="34966"/>
                  </a:lnTo>
                  <a:lnTo>
                    <a:pt x="275273" y="31473"/>
                  </a:lnTo>
                  <a:lnTo>
                    <a:pt x="271176" y="28109"/>
                  </a:lnTo>
                  <a:lnTo>
                    <a:pt x="266973" y="24876"/>
                  </a:lnTo>
                  <a:lnTo>
                    <a:pt x="262670" y="21777"/>
                  </a:lnTo>
                  <a:lnTo>
                    <a:pt x="258271" y="18817"/>
                  </a:lnTo>
                  <a:lnTo>
                    <a:pt x="253781" y="15998"/>
                  </a:lnTo>
                  <a:lnTo>
                    <a:pt x="167154" y="1589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60546" y="1735255"/>
              <a:ext cx="86626" cy="167167"/>
            </a:xfrm>
            <a:custGeom>
              <a:avLst/>
              <a:pathLst>
                <a:path w="86626" h="167167">
                  <a:moveTo>
                    <a:pt x="86626" y="24196"/>
                  </a:moveTo>
                  <a:lnTo>
                    <a:pt x="81709" y="21330"/>
                  </a:lnTo>
                  <a:lnTo>
                    <a:pt x="76698" y="18633"/>
                  </a:lnTo>
                  <a:lnTo>
                    <a:pt x="71597" y="16108"/>
                  </a:ln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915687" y="1379510"/>
              <a:ext cx="290664" cy="334332"/>
            </a:xfrm>
            <a:custGeom>
              <a:avLst/>
              <a:pathLst>
                <a:path w="290664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7" y="759"/>
                  </a:lnTo>
                  <a:lnTo>
                    <a:pt x="145956" y="1349"/>
                  </a:lnTo>
                  <a:lnTo>
                    <a:pt x="140698" y="2106"/>
                  </a:lnTo>
                  <a:lnTo>
                    <a:pt x="135466" y="3030"/>
                  </a:lnTo>
                  <a:lnTo>
                    <a:pt x="130266" y="4120"/>
                  </a:lnTo>
                  <a:lnTo>
                    <a:pt x="125103" y="5374"/>
                  </a:lnTo>
                  <a:lnTo>
                    <a:pt x="119983" y="6792"/>
                  </a:lnTo>
                  <a:lnTo>
                    <a:pt x="114910" y="8372"/>
                  </a:lnTo>
                  <a:lnTo>
                    <a:pt x="109890" y="10113"/>
                  </a:lnTo>
                  <a:lnTo>
                    <a:pt x="104928" y="12012"/>
                  </a:lnTo>
                  <a:lnTo>
                    <a:pt x="100029" y="14067"/>
                  </a:lnTo>
                  <a:lnTo>
                    <a:pt x="95198" y="16278"/>
                  </a:lnTo>
                  <a:lnTo>
                    <a:pt x="90439" y="18641"/>
                  </a:lnTo>
                  <a:lnTo>
                    <a:pt x="85758" y="21153"/>
                  </a:lnTo>
                  <a:lnTo>
                    <a:pt x="81159" y="23814"/>
                  </a:lnTo>
                  <a:lnTo>
                    <a:pt x="76647" y="26619"/>
                  </a:lnTo>
                  <a:lnTo>
                    <a:pt x="72226" y="29566"/>
                  </a:lnTo>
                  <a:lnTo>
                    <a:pt x="67901" y="32652"/>
                  </a:lnTo>
                  <a:lnTo>
                    <a:pt x="63677" y="35874"/>
                  </a:lnTo>
                  <a:lnTo>
                    <a:pt x="59557" y="39228"/>
                  </a:lnTo>
                  <a:lnTo>
                    <a:pt x="55546" y="42712"/>
                  </a:lnTo>
                  <a:lnTo>
                    <a:pt x="51647" y="46322"/>
                  </a:lnTo>
                  <a:lnTo>
                    <a:pt x="47865" y="50053"/>
                  </a:lnTo>
                  <a:lnTo>
                    <a:pt x="44204" y="53903"/>
                  </a:lnTo>
                  <a:lnTo>
                    <a:pt x="40666" y="57867"/>
                  </a:lnTo>
                  <a:lnTo>
                    <a:pt x="37257" y="61942"/>
                  </a:lnTo>
                  <a:lnTo>
                    <a:pt x="33979" y="66123"/>
                  </a:lnTo>
                  <a:lnTo>
                    <a:pt x="30835" y="70406"/>
                  </a:lnTo>
                  <a:lnTo>
                    <a:pt x="27829" y="74787"/>
                  </a:lnTo>
                  <a:lnTo>
                    <a:pt x="24964" y="79261"/>
                  </a:lnTo>
                  <a:lnTo>
                    <a:pt x="22242" y="83824"/>
                  </a:lnTo>
                  <a:lnTo>
                    <a:pt x="19667" y="88471"/>
                  </a:lnTo>
                  <a:lnTo>
                    <a:pt x="17240" y="93198"/>
                  </a:lnTo>
                  <a:lnTo>
                    <a:pt x="14965" y="97999"/>
                  </a:lnTo>
                  <a:lnTo>
                    <a:pt x="12844" y="102870"/>
                  </a:lnTo>
                  <a:lnTo>
                    <a:pt x="10879" y="107806"/>
                  </a:lnTo>
                  <a:lnTo>
                    <a:pt x="9071" y="112802"/>
                  </a:lnTo>
                  <a:lnTo>
                    <a:pt x="7424" y="117853"/>
                  </a:lnTo>
                  <a:lnTo>
                    <a:pt x="5937" y="122954"/>
                  </a:lnTo>
                  <a:lnTo>
                    <a:pt x="4614" y="128100"/>
                  </a:lnTo>
                  <a:lnTo>
                    <a:pt x="3454" y="133284"/>
                  </a:lnTo>
                  <a:lnTo>
                    <a:pt x="2460" y="138504"/>
                  </a:lnTo>
                  <a:lnTo>
                    <a:pt x="1633" y="143752"/>
                  </a:lnTo>
                  <a:lnTo>
                    <a:pt x="972" y="149023"/>
                  </a:lnTo>
                  <a:lnTo>
                    <a:pt x="479" y="154313"/>
                  </a:lnTo>
                  <a:lnTo>
                    <a:pt x="155" y="159617"/>
                  </a:lnTo>
                  <a:lnTo>
                    <a:pt x="0" y="164927"/>
                  </a:lnTo>
                  <a:lnTo>
                    <a:pt x="13" y="170240"/>
                  </a:lnTo>
                  <a:lnTo>
                    <a:pt x="195" y="175550"/>
                  </a:lnTo>
                  <a:lnTo>
                    <a:pt x="546" y="180851"/>
                  </a:lnTo>
                  <a:lnTo>
                    <a:pt x="1065" y="186139"/>
                  </a:lnTo>
                  <a:lnTo>
                    <a:pt x="1751" y="191407"/>
                  </a:lnTo>
                  <a:lnTo>
                    <a:pt x="2605" y="196651"/>
                  </a:lnTo>
                  <a:lnTo>
                    <a:pt x="3625" y="201865"/>
                  </a:lnTo>
                  <a:lnTo>
                    <a:pt x="4811" y="207044"/>
                  </a:lnTo>
                  <a:lnTo>
                    <a:pt x="6160" y="212183"/>
                  </a:lnTo>
                  <a:lnTo>
                    <a:pt x="7672" y="217277"/>
                  </a:lnTo>
                  <a:lnTo>
                    <a:pt x="9345" y="222319"/>
                  </a:lnTo>
                  <a:lnTo>
                    <a:pt x="11177" y="227306"/>
                  </a:lnTo>
                  <a:lnTo>
                    <a:pt x="13167" y="232233"/>
                  </a:lnTo>
                  <a:lnTo>
                    <a:pt x="15312" y="237093"/>
                  </a:lnTo>
                  <a:lnTo>
                    <a:pt x="17611" y="241883"/>
                  </a:lnTo>
                  <a:lnTo>
                    <a:pt x="20061" y="246597"/>
                  </a:lnTo>
                  <a:lnTo>
                    <a:pt x="22659" y="251232"/>
                  </a:lnTo>
                  <a:lnTo>
                    <a:pt x="25404" y="255781"/>
                  </a:lnTo>
                  <a:lnTo>
                    <a:pt x="28291" y="260241"/>
                  </a:lnTo>
                  <a:lnTo>
                    <a:pt x="31319" y="264606"/>
                  </a:lnTo>
                  <a:lnTo>
                    <a:pt x="34484" y="268874"/>
                  </a:lnTo>
                  <a:lnTo>
                    <a:pt x="37783" y="273038"/>
                  </a:lnTo>
                  <a:lnTo>
                    <a:pt x="41213" y="277096"/>
                  </a:lnTo>
                  <a:lnTo>
                    <a:pt x="44770" y="281042"/>
                  </a:lnTo>
                  <a:lnTo>
                    <a:pt x="48451" y="284874"/>
                  </a:lnTo>
                  <a:lnTo>
                    <a:pt x="52251" y="288587"/>
                  </a:lnTo>
                  <a:lnTo>
                    <a:pt x="56168" y="292177"/>
                  </a:lnTo>
                  <a:lnTo>
                    <a:pt x="60196" y="295640"/>
                  </a:lnTo>
                  <a:lnTo>
                    <a:pt x="64333" y="298974"/>
                  </a:lnTo>
                  <a:lnTo>
                    <a:pt x="68574" y="302175"/>
                  </a:lnTo>
                  <a:lnTo>
                    <a:pt x="72914" y="305240"/>
                  </a:lnTo>
                  <a:lnTo>
                    <a:pt x="77349" y="308165"/>
                  </a:lnTo>
                  <a:lnTo>
                    <a:pt x="81875" y="310947"/>
                  </a:lnTo>
                  <a:lnTo>
                    <a:pt x="86487" y="313585"/>
                  </a:lnTo>
                  <a:lnTo>
                    <a:pt x="91181" y="316074"/>
                  </a:lnTo>
                  <a:lnTo>
                    <a:pt x="95951" y="318413"/>
                  </a:lnTo>
                  <a:lnTo>
                    <a:pt x="100793" y="320599"/>
                  </a:lnTo>
                  <a:lnTo>
                    <a:pt x="105703" y="322631"/>
                  </a:lnTo>
                  <a:lnTo>
                    <a:pt x="110674" y="324505"/>
                  </a:lnTo>
                  <a:lnTo>
                    <a:pt x="115703" y="326220"/>
                  </a:lnTo>
                  <a:lnTo>
                    <a:pt x="120783" y="327775"/>
                  </a:lnTo>
                  <a:lnTo>
                    <a:pt x="125910" y="329167"/>
                  </a:lnTo>
                  <a:lnTo>
                    <a:pt x="131079" y="330396"/>
                  </a:lnTo>
                  <a:lnTo>
                    <a:pt x="136285" y="331460"/>
                  </a:lnTo>
                  <a:lnTo>
                    <a:pt x="141521" y="332358"/>
                  </a:lnTo>
                  <a:lnTo>
                    <a:pt x="146784" y="333089"/>
                  </a:lnTo>
                  <a:lnTo>
                    <a:pt x="152067" y="333652"/>
                  </a:lnTo>
                  <a:lnTo>
                    <a:pt x="157365" y="334048"/>
                  </a:lnTo>
                  <a:lnTo>
                    <a:pt x="162673" y="334274"/>
                  </a:lnTo>
                  <a:lnTo>
                    <a:pt x="167986" y="334332"/>
                  </a:lnTo>
                  <a:lnTo>
                    <a:pt x="173297" y="334221"/>
                  </a:lnTo>
                  <a:lnTo>
                    <a:pt x="178603" y="333942"/>
                  </a:lnTo>
                  <a:lnTo>
                    <a:pt x="183897" y="333494"/>
                  </a:lnTo>
                  <a:lnTo>
                    <a:pt x="189174" y="332877"/>
                  </a:lnTo>
                  <a:lnTo>
                    <a:pt x="194429" y="332094"/>
                  </a:lnTo>
                  <a:lnTo>
                    <a:pt x="199656" y="331144"/>
                  </a:lnTo>
                  <a:lnTo>
                    <a:pt x="204851" y="330028"/>
                  </a:lnTo>
                  <a:lnTo>
                    <a:pt x="210007" y="328748"/>
                  </a:lnTo>
                  <a:lnTo>
                    <a:pt x="215120" y="327304"/>
                  </a:lnTo>
                  <a:lnTo>
                    <a:pt x="220185" y="325699"/>
                  </a:lnTo>
                  <a:lnTo>
                    <a:pt x="225196" y="323934"/>
                  </a:lnTo>
                  <a:lnTo>
                    <a:pt x="230149" y="322010"/>
                  </a:lnTo>
                  <a:lnTo>
                    <a:pt x="235037" y="319930"/>
                  </a:lnTo>
                  <a:lnTo>
                    <a:pt x="239858" y="317695"/>
                  </a:lnTo>
                  <a:lnTo>
                    <a:pt x="244604" y="315309"/>
                  </a:lnTo>
                  <a:lnTo>
                    <a:pt x="249273" y="312773"/>
                  </a:lnTo>
                  <a:lnTo>
                    <a:pt x="253859" y="310090"/>
                  </a:lnTo>
                  <a:lnTo>
                    <a:pt x="258357" y="307262"/>
                  </a:lnTo>
                  <a:lnTo>
                    <a:pt x="262763" y="304293"/>
                  </a:lnTo>
                  <a:lnTo>
                    <a:pt x="267072" y="301185"/>
                  </a:lnTo>
                  <a:lnTo>
                    <a:pt x="271280" y="297942"/>
                  </a:lnTo>
                  <a:lnTo>
                    <a:pt x="275384" y="294567"/>
                  </a:lnTo>
                  <a:lnTo>
                    <a:pt x="279378" y="291064"/>
                  </a:lnTo>
                  <a:lnTo>
                    <a:pt x="283258" y="287435"/>
                  </a:lnTo>
                  <a:lnTo>
                    <a:pt x="287021" y="283684"/>
                  </a:lnTo>
                  <a:lnTo>
                    <a:pt x="290664" y="27981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23511" cy="112649"/>
            </a:xfrm>
            <a:custGeom>
              <a:avLst/>
              <a:pathLst>
                <a:path w="123511" h="112649">
                  <a:moveTo>
                    <a:pt x="123511" y="1126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23720" cy="112649"/>
            </a:xfrm>
            <a:custGeom>
              <a:avLst/>
              <a:pathLst>
                <a:path w="123720" h="112649">
                  <a:moveTo>
                    <a:pt x="123511" y="112649"/>
                  </a:moveTo>
                  <a:lnTo>
                    <a:pt x="123720" y="112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379510"/>
              <a:ext cx="167167" cy="279587"/>
            </a:xfrm>
            <a:custGeom>
              <a:avLst/>
              <a:pathLst>
                <a:path w="167167" h="279587">
                  <a:moveTo>
                    <a:pt x="123720" y="279587"/>
                  </a:moveTo>
                  <a:lnTo>
                    <a:pt x="127260" y="275563"/>
                  </a:lnTo>
                  <a:lnTo>
                    <a:pt x="130669" y="271428"/>
                  </a:lnTo>
                  <a:lnTo>
                    <a:pt x="133944" y="267186"/>
                  </a:lnTo>
                  <a:lnTo>
                    <a:pt x="137082" y="262841"/>
                  </a:lnTo>
                  <a:lnTo>
                    <a:pt x="140078" y="258397"/>
                  </a:lnTo>
                  <a:lnTo>
                    <a:pt x="142930" y="253860"/>
                  </a:lnTo>
                  <a:lnTo>
                    <a:pt x="145636" y="249234"/>
                  </a:lnTo>
                  <a:lnTo>
                    <a:pt x="148192" y="244523"/>
                  </a:lnTo>
                  <a:lnTo>
                    <a:pt x="150595" y="239733"/>
                  </a:lnTo>
                  <a:lnTo>
                    <a:pt x="152844" y="234868"/>
                  </a:lnTo>
                  <a:lnTo>
                    <a:pt x="154936" y="229934"/>
                  </a:lnTo>
                  <a:lnTo>
                    <a:pt x="156868" y="224935"/>
                  </a:lnTo>
                  <a:lnTo>
                    <a:pt x="158639" y="219877"/>
                  </a:lnTo>
                  <a:lnTo>
                    <a:pt x="160247" y="214765"/>
                  </a:lnTo>
                  <a:lnTo>
                    <a:pt x="161691" y="209604"/>
                  </a:lnTo>
                  <a:lnTo>
                    <a:pt x="162968" y="204399"/>
                  </a:lnTo>
                  <a:lnTo>
                    <a:pt x="164078" y="199156"/>
                  </a:lnTo>
                  <a:lnTo>
                    <a:pt x="165019" y="193880"/>
                  </a:lnTo>
                  <a:lnTo>
                    <a:pt x="165790" y="188576"/>
                  </a:lnTo>
                  <a:lnTo>
                    <a:pt x="166391" y="183251"/>
                  </a:lnTo>
                  <a:lnTo>
                    <a:pt x="166821" y="177909"/>
                  </a:lnTo>
                  <a:lnTo>
                    <a:pt x="167080" y="172556"/>
                  </a:lnTo>
                  <a:lnTo>
                    <a:pt x="167167" y="167197"/>
                  </a:lnTo>
                  <a:lnTo>
                    <a:pt x="167082" y="161839"/>
                  </a:lnTo>
                  <a:lnTo>
                    <a:pt x="166825" y="156485"/>
                  </a:lnTo>
                  <a:lnTo>
                    <a:pt x="166397" y="151143"/>
                  </a:lnTo>
                  <a:lnTo>
                    <a:pt x="165798" y="145818"/>
                  </a:lnTo>
                  <a:lnTo>
                    <a:pt x="165028" y="140514"/>
                  </a:lnTo>
                  <a:lnTo>
                    <a:pt x="164089" y="135237"/>
                  </a:lnTo>
                  <a:lnTo>
                    <a:pt x="162981" y="129994"/>
                  </a:lnTo>
                  <a:lnTo>
                    <a:pt x="161706" y="124789"/>
                  </a:lnTo>
                  <a:lnTo>
                    <a:pt x="160265" y="119627"/>
                  </a:lnTo>
                  <a:lnTo>
                    <a:pt x="158658" y="114514"/>
                  </a:lnTo>
                  <a:lnTo>
                    <a:pt x="156889" y="109455"/>
                  </a:lnTo>
                  <a:lnTo>
                    <a:pt x="154958" y="104456"/>
                  </a:lnTo>
                  <a:lnTo>
                    <a:pt x="152868" y="99521"/>
                  </a:lnTo>
                  <a:lnTo>
                    <a:pt x="150622" y="94655"/>
                  </a:lnTo>
                  <a:lnTo>
                    <a:pt x="148220" y="89864"/>
                  </a:lnTo>
                  <a:lnTo>
                    <a:pt x="145666" y="85153"/>
                  </a:lnTo>
                  <a:lnTo>
                    <a:pt x="142962" y="80525"/>
                  </a:lnTo>
                  <a:lnTo>
                    <a:pt x="140111" y="75987"/>
                  </a:lnTo>
                  <a:lnTo>
                    <a:pt x="137116" y="71543"/>
                  </a:lnTo>
                  <a:lnTo>
                    <a:pt x="133980" y="67197"/>
                  </a:lnTo>
                  <a:lnTo>
                    <a:pt x="130707" y="62953"/>
                  </a:lnTo>
                  <a:lnTo>
                    <a:pt x="127299" y="58817"/>
                  </a:lnTo>
                  <a:lnTo>
                    <a:pt x="123761" y="54792"/>
                  </a:lnTo>
                  <a:lnTo>
                    <a:pt x="120095" y="50883"/>
                  </a:lnTo>
                  <a:lnTo>
                    <a:pt x="116306" y="47093"/>
                  </a:lnTo>
                  <a:lnTo>
                    <a:pt x="112397" y="43426"/>
                  </a:lnTo>
                  <a:lnTo>
                    <a:pt x="108373" y="39887"/>
                  </a:lnTo>
                  <a:lnTo>
                    <a:pt x="104237" y="36478"/>
                  </a:lnTo>
                  <a:lnTo>
                    <a:pt x="99994" y="33204"/>
                  </a:lnTo>
                  <a:lnTo>
                    <a:pt x="95648" y="30068"/>
                  </a:lnTo>
                  <a:lnTo>
                    <a:pt x="91204" y="27072"/>
                  </a:lnTo>
                  <a:lnTo>
                    <a:pt x="86667" y="24220"/>
                  </a:lnTo>
                  <a:lnTo>
                    <a:pt x="82040" y="21516"/>
                  </a:lnTo>
                  <a:lnTo>
                    <a:pt x="77329" y="18961"/>
                  </a:lnTo>
                  <a:lnTo>
                    <a:pt x="72539" y="16558"/>
                  </a:lnTo>
                  <a:lnTo>
                    <a:pt x="67673" y="14310"/>
                  </a:lnTo>
                  <a:lnTo>
                    <a:pt x="62739" y="12219"/>
                  </a:lnTo>
                  <a:lnTo>
                    <a:pt x="57740" y="10288"/>
                  </a:lnTo>
                  <a:lnTo>
                    <a:pt x="52681" y="8518"/>
                  </a:lnTo>
                  <a:lnTo>
                    <a:pt x="47569" y="6910"/>
                  </a:lnTo>
                  <a:lnTo>
                    <a:pt x="42407" y="5468"/>
                  </a:lnTo>
                  <a:lnTo>
                    <a:pt x="37202" y="4192"/>
                  </a:lnTo>
                  <a:lnTo>
                    <a:pt x="31959" y="3083"/>
                  </a:lnTo>
                  <a:lnTo>
                    <a:pt x="26682" y="2143"/>
                  </a:lnTo>
                  <a:lnTo>
                    <a:pt x="21379" y="1372"/>
                  </a:lnTo>
                  <a:lnTo>
                    <a:pt x="16053" y="772"/>
                  </a:lnTo>
                  <a:lnTo>
                    <a:pt x="10711" y="343"/>
                  </a:lnTo>
                  <a:lnTo>
                    <a:pt x="535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465987" y="1120312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8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6" y="4110"/>
                  </a:lnTo>
                  <a:lnTo>
                    <a:pt x="125149" y="5361"/>
                  </a:lnTo>
                  <a:lnTo>
                    <a:pt x="120034" y="6776"/>
                  </a:lnTo>
                  <a:lnTo>
                    <a:pt x="114967" y="8352"/>
                  </a:lnTo>
                  <a:lnTo>
                    <a:pt x="109953" y="10088"/>
                  </a:lnTo>
                  <a:lnTo>
                    <a:pt x="104996" y="11983"/>
                  </a:lnTo>
                  <a:lnTo>
                    <a:pt x="100102" y="14033"/>
                  </a:lnTo>
                  <a:lnTo>
                    <a:pt x="95276" y="16239"/>
                  </a:lnTo>
                  <a:lnTo>
                    <a:pt x="90521" y="18596"/>
                  </a:lnTo>
                  <a:lnTo>
                    <a:pt x="85844" y="21103"/>
                  </a:lnTo>
                  <a:lnTo>
                    <a:pt x="81249" y="23757"/>
                  </a:lnTo>
                  <a:lnTo>
                    <a:pt x="76741" y="26555"/>
                  </a:lnTo>
                  <a:lnTo>
                    <a:pt x="72324" y="29496"/>
                  </a:lnTo>
                  <a:lnTo>
                    <a:pt x="68002" y="32575"/>
                  </a:lnTo>
                  <a:lnTo>
                    <a:pt x="63780" y="35789"/>
                  </a:lnTo>
                  <a:lnTo>
                    <a:pt x="59662" y="39136"/>
                  </a:lnTo>
                  <a:lnTo>
                    <a:pt x="55653" y="42612"/>
                  </a:lnTo>
                  <a:lnTo>
                    <a:pt x="51755" y="46214"/>
                  </a:lnTo>
                  <a:lnTo>
                    <a:pt x="47975" y="49937"/>
                  </a:lnTo>
                  <a:lnTo>
                    <a:pt x="44314" y="53779"/>
                  </a:lnTo>
                  <a:lnTo>
                    <a:pt x="40777" y="57735"/>
                  </a:lnTo>
                  <a:lnTo>
                    <a:pt x="37367" y="61801"/>
                  </a:lnTo>
                  <a:lnTo>
                    <a:pt x="34088" y="65973"/>
                  </a:lnTo>
                  <a:lnTo>
                    <a:pt x="30944" y="70247"/>
                  </a:lnTo>
                  <a:lnTo>
                    <a:pt x="27936" y="74619"/>
                  </a:lnTo>
                  <a:lnTo>
                    <a:pt x="25069" y="79084"/>
                  </a:lnTo>
                  <a:lnTo>
                    <a:pt x="22345" y="83638"/>
                  </a:lnTo>
                  <a:lnTo>
                    <a:pt x="19766" y="88276"/>
                  </a:lnTo>
                  <a:lnTo>
                    <a:pt x="17337" y="92993"/>
                  </a:lnTo>
                  <a:lnTo>
                    <a:pt x="15058" y="97786"/>
                  </a:lnTo>
                  <a:lnTo>
                    <a:pt x="12932" y="102648"/>
                  </a:lnTo>
                  <a:lnTo>
                    <a:pt x="10962" y="107575"/>
                  </a:lnTo>
                  <a:lnTo>
                    <a:pt x="9150" y="112562"/>
                  </a:lnTo>
                  <a:lnTo>
                    <a:pt x="7496" y="117604"/>
                  </a:lnTo>
                  <a:lnTo>
                    <a:pt x="6003" y="122697"/>
                  </a:lnTo>
                  <a:lnTo>
                    <a:pt x="4673" y="127834"/>
                  </a:lnTo>
                  <a:lnTo>
                    <a:pt x="3507" y="133010"/>
                  </a:lnTo>
                  <a:lnTo>
                    <a:pt x="2505" y="138221"/>
                  </a:lnTo>
                  <a:lnTo>
                    <a:pt x="1669" y="143462"/>
                  </a:lnTo>
                  <a:lnTo>
                    <a:pt x="1000" y="148726"/>
                  </a:lnTo>
                  <a:lnTo>
                    <a:pt x="499" y="154008"/>
                  </a:lnTo>
                  <a:lnTo>
                    <a:pt x="165" y="159304"/>
                  </a:lnTo>
                  <a:lnTo>
                    <a:pt x="0" y="164608"/>
                  </a:lnTo>
                  <a:lnTo>
                    <a:pt x="3" y="169915"/>
                  </a:lnTo>
                  <a:lnTo>
                    <a:pt x="174" y="175218"/>
                  </a:lnTo>
                  <a:lnTo>
                    <a:pt x="514" y="180514"/>
                  </a:lnTo>
                  <a:lnTo>
                    <a:pt x="1021" y="185796"/>
                  </a:lnTo>
                  <a:lnTo>
                    <a:pt x="1696" y="191059"/>
                  </a:lnTo>
                  <a:lnTo>
                    <a:pt x="2538" y="196299"/>
                  </a:lnTo>
                  <a:lnTo>
                    <a:pt x="3545" y="201509"/>
                  </a:lnTo>
                  <a:lnTo>
                    <a:pt x="4718" y="206684"/>
                  </a:lnTo>
                  <a:lnTo>
                    <a:pt x="6054" y="211819"/>
                  </a:lnTo>
                  <a:lnTo>
                    <a:pt x="7552" y="216910"/>
                  </a:lnTo>
                  <a:lnTo>
                    <a:pt x="9212" y="221950"/>
                  </a:lnTo>
                  <a:lnTo>
                    <a:pt x="11030" y="226936"/>
                  </a:lnTo>
                  <a:lnTo>
                    <a:pt x="13006" y="231860"/>
                  </a:lnTo>
                  <a:lnTo>
                    <a:pt x="15137" y="236720"/>
                  </a:lnTo>
                  <a:lnTo>
                    <a:pt x="17421" y="241510"/>
                  </a:lnTo>
                  <a:lnTo>
                    <a:pt x="19856" y="246225"/>
                  </a:lnTo>
                  <a:lnTo>
                    <a:pt x="22439" y="250860"/>
                  </a:lnTo>
                  <a:lnTo>
                    <a:pt x="25168" y="255411"/>
                  </a:lnTo>
                  <a:lnTo>
                    <a:pt x="28041" y="259872"/>
                  </a:lnTo>
                  <a:lnTo>
                    <a:pt x="31053" y="264241"/>
                  </a:lnTo>
                  <a:lnTo>
                    <a:pt x="34203" y="268512"/>
                  </a:lnTo>
                  <a:lnTo>
                    <a:pt x="37486" y="272680"/>
                  </a:lnTo>
                  <a:lnTo>
                    <a:pt x="40901" y="276742"/>
                  </a:lnTo>
                  <a:lnTo>
                    <a:pt x="44442" y="280694"/>
                  </a:lnTo>
                  <a:lnTo>
                    <a:pt x="48107" y="284531"/>
                  </a:lnTo>
                  <a:lnTo>
                    <a:pt x="51892" y="288251"/>
                  </a:lnTo>
                  <a:lnTo>
                    <a:pt x="55794" y="291848"/>
                  </a:lnTo>
                  <a:lnTo>
                    <a:pt x="59807" y="295319"/>
                  </a:lnTo>
                  <a:lnTo>
                    <a:pt x="63928" y="298661"/>
                  </a:lnTo>
                  <a:lnTo>
                    <a:pt x="68154" y="301871"/>
                  </a:lnTo>
                  <a:lnTo>
                    <a:pt x="72479" y="304945"/>
                  </a:lnTo>
                  <a:lnTo>
                    <a:pt x="76900" y="307881"/>
                  </a:lnTo>
                  <a:lnTo>
                    <a:pt x="81412" y="310674"/>
                  </a:lnTo>
                  <a:lnTo>
                    <a:pt x="86010" y="313323"/>
                  </a:lnTo>
                  <a:lnTo>
                    <a:pt x="90689" y="315825"/>
                  </a:lnTo>
                  <a:lnTo>
                    <a:pt x="95446" y="318177"/>
                  </a:lnTo>
                  <a:lnTo>
                    <a:pt x="100275" y="320376"/>
                  </a:lnTo>
                  <a:lnTo>
                    <a:pt x="105172" y="322422"/>
                  </a:lnTo>
                  <a:lnTo>
                    <a:pt x="110131" y="324310"/>
                  </a:lnTo>
                  <a:lnTo>
                    <a:pt x="115147" y="326041"/>
                  </a:lnTo>
                  <a:lnTo>
                    <a:pt x="120216" y="327611"/>
                  </a:lnTo>
                  <a:lnTo>
                    <a:pt x="125332" y="329020"/>
                  </a:lnTo>
                  <a:lnTo>
                    <a:pt x="130490" y="330266"/>
                  </a:lnTo>
                  <a:lnTo>
                    <a:pt x="135685" y="331347"/>
                  </a:lnTo>
                  <a:lnTo>
                    <a:pt x="140912" y="332263"/>
                  </a:lnTo>
                  <a:lnTo>
                    <a:pt x="146165" y="333012"/>
                  </a:lnTo>
                  <a:lnTo>
                    <a:pt x="151440" y="333595"/>
                  </a:lnTo>
                  <a:lnTo>
                    <a:pt x="156730" y="334009"/>
                  </a:lnTo>
                  <a:lnTo>
                    <a:pt x="162031" y="334256"/>
                  </a:lnTo>
                  <a:lnTo>
                    <a:pt x="167336" y="334334"/>
                  </a:lnTo>
                  <a:lnTo>
                    <a:pt x="172642" y="334244"/>
                  </a:lnTo>
                  <a:lnTo>
                    <a:pt x="177942" y="333985"/>
                  </a:lnTo>
                  <a:lnTo>
                    <a:pt x="183232" y="333559"/>
                  </a:lnTo>
                  <a:lnTo>
                    <a:pt x="188505" y="332964"/>
                  </a:lnTo>
                  <a:lnTo>
                    <a:pt x="193756" y="332203"/>
                  </a:lnTo>
                  <a:lnTo>
                    <a:pt x="198981" y="331275"/>
                  </a:lnTo>
                  <a:lnTo>
                    <a:pt x="204174" y="330182"/>
                  </a:lnTo>
                  <a:lnTo>
                    <a:pt x="209329" y="328925"/>
                  </a:lnTo>
                  <a:lnTo>
                    <a:pt x="214442" y="327505"/>
                  </a:lnTo>
                  <a:lnTo>
                    <a:pt x="219507" y="325923"/>
                  </a:lnTo>
                  <a:lnTo>
                    <a:pt x="224519" y="324181"/>
                  </a:lnTo>
                  <a:lnTo>
                    <a:pt x="229474" y="322281"/>
                  </a:lnTo>
                  <a:lnTo>
                    <a:pt x="234366" y="320225"/>
                  </a:lnTo>
                  <a:lnTo>
                    <a:pt x="239190" y="318014"/>
                  </a:lnTo>
                  <a:lnTo>
                    <a:pt x="243941" y="315651"/>
                  </a:lnTo>
                  <a:lnTo>
                    <a:pt x="248615" y="313139"/>
                  </a:lnTo>
                  <a:lnTo>
                    <a:pt x="253207" y="310480"/>
                  </a:lnTo>
                  <a:lnTo>
                    <a:pt x="257713" y="307676"/>
                  </a:lnTo>
                  <a:lnTo>
                    <a:pt x="262127" y="304731"/>
                  </a:lnTo>
                  <a:lnTo>
                    <a:pt x="266445" y="301647"/>
                  </a:lnTo>
                  <a:lnTo>
                    <a:pt x="270663" y="298428"/>
                  </a:lnTo>
                  <a:lnTo>
                    <a:pt x="274777" y="295076"/>
                  </a:lnTo>
                  <a:lnTo>
                    <a:pt x="278783" y="291595"/>
                  </a:lnTo>
                  <a:lnTo>
                    <a:pt x="282676" y="287989"/>
                  </a:lnTo>
                  <a:lnTo>
                    <a:pt x="286453" y="284262"/>
                  </a:lnTo>
                  <a:lnTo>
                    <a:pt x="290109" y="280416"/>
                  </a:lnTo>
                  <a:lnTo>
                    <a:pt x="293642" y="276456"/>
                  </a:lnTo>
                  <a:lnTo>
                    <a:pt x="297047" y="272386"/>
                  </a:lnTo>
                  <a:lnTo>
                    <a:pt x="300321" y="268211"/>
                  </a:lnTo>
                  <a:lnTo>
                    <a:pt x="303461" y="263933"/>
                  </a:lnTo>
                  <a:lnTo>
                    <a:pt x="306463" y="259558"/>
                  </a:lnTo>
                  <a:lnTo>
                    <a:pt x="309326" y="255089"/>
                  </a:lnTo>
                  <a:lnTo>
                    <a:pt x="312044" y="250532"/>
                  </a:lnTo>
                  <a:lnTo>
                    <a:pt x="314617" y="245891"/>
                  </a:lnTo>
                  <a:lnTo>
                    <a:pt x="317042" y="241171"/>
                  </a:lnTo>
                  <a:lnTo>
                    <a:pt x="319315" y="236376"/>
                  </a:lnTo>
                  <a:lnTo>
                    <a:pt x="321435" y="231512"/>
                  </a:lnTo>
                  <a:lnTo>
                    <a:pt x="323400" y="226582"/>
                  </a:lnTo>
                  <a:lnTo>
                    <a:pt x="325207" y="221593"/>
                  </a:lnTo>
                  <a:lnTo>
                    <a:pt x="326855" y="216549"/>
                  </a:lnTo>
                  <a:lnTo>
                    <a:pt x="328341" y="211455"/>
                  </a:lnTo>
                  <a:lnTo>
                    <a:pt x="329666" y="206316"/>
                  </a:lnTo>
                  <a:lnTo>
                    <a:pt x="330827" y="201138"/>
                  </a:lnTo>
                  <a:lnTo>
                    <a:pt x="331822" y="195926"/>
                  </a:lnTo>
                  <a:lnTo>
                    <a:pt x="332652" y="190685"/>
                  </a:lnTo>
                  <a:lnTo>
                    <a:pt x="333315" y="185420"/>
                  </a:lnTo>
                  <a:lnTo>
                    <a:pt x="333811" y="180137"/>
                  </a:lnTo>
                  <a:lnTo>
                    <a:pt x="334139" y="174841"/>
                  </a:lnTo>
                  <a:lnTo>
                    <a:pt x="334298" y="169537"/>
                  </a:lnTo>
                  <a:lnTo>
                    <a:pt x="334289" y="164230"/>
                  </a:lnTo>
                  <a:lnTo>
                    <a:pt x="334112" y="158927"/>
                  </a:lnTo>
                  <a:lnTo>
                    <a:pt x="333766" y="153631"/>
                  </a:lnTo>
                  <a:lnTo>
                    <a:pt x="333252" y="148350"/>
                  </a:lnTo>
                  <a:lnTo>
                    <a:pt x="332571" y="143087"/>
                  </a:lnTo>
                  <a:lnTo>
                    <a:pt x="331724" y="137849"/>
                  </a:lnTo>
                  <a:lnTo>
                    <a:pt x="330710" y="132640"/>
                  </a:lnTo>
                  <a:lnTo>
                    <a:pt x="329532" y="127466"/>
                  </a:lnTo>
                  <a:lnTo>
                    <a:pt x="328190" y="122332"/>
                  </a:lnTo>
                  <a:lnTo>
                    <a:pt x="326686" y="117243"/>
                  </a:lnTo>
                  <a:lnTo>
                    <a:pt x="325021" y="112205"/>
                  </a:lnTo>
                  <a:lnTo>
                    <a:pt x="323197" y="107222"/>
                  </a:lnTo>
                  <a:lnTo>
                    <a:pt x="321216" y="102299"/>
                  </a:lnTo>
                  <a:lnTo>
                    <a:pt x="319079" y="97442"/>
                  </a:lnTo>
                  <a:lnTo>
                    <a:pt x="316790" y="92655"/>
                  </a:lnTo>
                  <a:lnTo>
                    <a:pt x="314349" y="87943"/>
                  </a:lnTo>
                  <a:lnTo>
                    <a:pt x="311761" y="83310"/>
                  </a:lnTo>
                  <a:lnTo>
                    <a:pt x="309026" y="78763"/>
                  </a:lnTo>
                  <a:lnTo>
                    <a:pt x="306149" y="74304"/>
                  </a:lnTo>
                  <a:lnTo>
                    <a:pt x="303132" y="69939"/>
                  </a:lnTo>
                  <a:lnTo>
                    <a:pt x="299977" y="65672"/>
                  </a:lnTo>
                  <a:lnTo>
                    <a:pt x="296689" y="61507"/>
                  </a:lnTo>
                  <a:lnTo>
                    <a:pt x="293270" y="57449"/>
                  </a:lnTo>
                  <a:lnTo>
                    <a:pt x="289724" y="53501"/>
                  </a:lnTo>
                  <a:lnTo>
                    <a:pt x="286055" y="49668"/>
                  </a:lnTo>
                  <a:lnTo>
                    <a:pt x="282265" y="45953"/>
                  </a:lnTo>
                  <a:lnTo>
                    <a:pt x="278360" y="42360"/>
                  </a:lnTo>
                  <a:lnTo>
                    <a:pt x="274343" y="38893"/>
                  </a:lnTo>
                  <a:lnTo>
                    <a:pt x="270217" y="35556"/>
                  </a:lnTo>
                  <a:lnTo>
                    <a:pt x="265988" y="32351"/>
                  </a:lnTo>
                  <a:lnTo>
                    <a:pt x="261660" y="29281"/>
                  </a:lnTo>
                  <a:lnTo>
                    <a:pt x="257236" y="26351"/>
                  </a:lnTo>
                  <a:lnTo>
                    <a:pt x="252721" y="23563"/>
                  </a:lnTo>
                  <a:lnTo>
                    <a:pt x="248120" y="20919"/>
                  </a:lnTo>
                  <a:lnTo>
                    <a:pt x="243437" y="18423"/>
                  </a:lnTo>
                  <a:lnTo>
                    <a:pt x="238678" y="16076"/>
                  </a:lnTo>
                  <a:lnTo>
                    <a:pt x="233846" y="13882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4195"/>
              <a:ext cx="66698" cy="153284"/>
            </a:xfrm>
            <a:custGeom>
              <a:avLst/>
              <a:pathLst>
                <a:path w="66698" h="153284">
                  <a:moveTo>
                    <a:pt x="66698" y="0"/>
                  </a:moveTo>
                  <a:lnTo>
                    <a:pt x="0" y="153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4030"/>
              <a:ext cx="66698" cy="153449"/>
            </a:xfrm>
            <a:custGeom>
              <a:avLst/>
              <a:pathLst>
                <a:path w="66698" h="153449">
                  <a:moveTo>
                    <a:pt x="66698" y="164"/>
                  </a:moveTo>
                  <a:lnTo>
                    <a:pt x="66318" y="0"/>
                  </a:lnTo>
                  <a:lnTo>
                    <a:pt x="0" y="1534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20312"/>
              <a:ext cx="66318" cy="167167"/>
            </a:xfrm>
            <a:custGeom>
              <a:avLst/>
              <a:pathLst>
                <a:path w="66318" h="167167">
                  <a:moveTo>
                    <a:pt x="66318" y="13717"/>
                  </a:moveTo>
                  <a:lnTo>
                    <a:pt x="60583" y="11364"/>
                  </a:lnTo>
                  <a:lnTo>
                    <a:pt x="54765" y="9225"/>
                  </a:lnTo>
                  <a:lnTo>
                    <a:pt x="48871" y="7303"/>
                  </a:lnTo>
                  <a:lnTo>
                    <a:pt x="42910" y="5601"/>
                  </a:lnTo>
                  <a:lnTo>
                    <a:pt x="36890" y="4121"/>
                  </a:lnTo>
                  <a:lnTo>
                    <a:pt x="30820" y="2865"/>
                  </a:lnTo>
                  <a:lnTo>
                    <a:pt x="24707" y="1835"/>
                  </a:lnTo>
                  <a:lnTo>
                    <a:pt x="18560" y="1033"/>
                  </a:lnTo>
                  <a:lnTo>
                    <a:pt x="12387" y="459"/>
                  </a:lnTo>
                  <a:lnTo>
                    <a:pt x="6198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68518" y="971635"/>
              <a:ext cx="334325" cy="334325"/>
            </a:xfrm>
            <a:custGeom>
              <a:avLst/>
              <a:pathLst>
                <a:path w="334325" h="334325">
                  <a:moveTo>
                    <a:pt x="167157" y="0"/>
                  </a:moveTo>
                  <a:lnTo>
                    <a:pt x="161871" y="83"/>
                  </a:lnTo>
                  <a:lnTo>
                    <a:pt x="156590" y="334"/>
                  </a:lnTo>
                  <a:lnTo>
                    <a:pt x="151319" y="751"/>
                  </a:lnTo>
                  <a:lnTo>
                    <a:pt x="146065" y="1336"/>
                  </a:lnTo>
                  <a:lnTo>
                    <a:pt x="140831" y="2086"/>
                  </a:lnTo>
                  <a:lnTo>
                    <a:pt x="135624" y="3001"/>
                  </a:lnTo>
                  <a:lnTo>
                    <a:pt x="130448" y="4080"/>
                  </a:lnTo>
                  <a:lnTo>
                    <a:pt x="125309" y="5322"/>
                  </a:lnTo>
                  <a:lnTo>
                    <a:pt x="120212" y="6727"/>
                  </a:lnTo>
                  <a:lnTo>
                    <a:pt x="115162" y="8292"/>
                  </a:lnTo>
                  <a:lnTo>
                    <a:pt x="110164" y="10015"/>
                  </a:lnTo>
                  <a:lnTo>
                    <a:pt x="105222" y="11896"/>
                  </a:lnTo>
                  <a:lnTo>
                    <a:pt x="100343" y="13932"/>
                  </a:lnTo>
                  <a:lnTo>
                    <a:pt x="95531" y="16122"/>
                  </a:lnTo>
                  <a:lnTo>
                    <a:pt x="90790" y="18463"/>
                  </a:lnTo>
                  <a:lnTo>
                    <a:pt x="86126" y="20952"/>
                  </a:lnTo>
                  <a:lnTo>
                    <a:pt x="81542" y="23588"/>
                  </a:lnTo>
                  <a:lnTo>
                    <a:pt x="77045" y="26367"/>
                  </a:lnTo>
                  <a:lnTo>
                    <a:pt x="72637" y="29287"/>
                  </a:lnTo>
                  <a:lnTo>
                    <a:pt x="68324" y="32345"/>
                  </a:lnTo>
                  <a:lnTo>
                    <a:pt x="64110" y="35538"/>
                  </a:lnTo>
                  <a:lnTo>
                    <a:pt x="59999" y="38862"/>
                  </a:lnTo>
                  <a:lnTo>
                    <a:pt x="55995" y="42315"/>
                  </a:lnTo>
                  <a:lnTo>
                    <a:pt x="52103" y="45893"/>
                  </a:lnTo>
                  <a:lnTo>
                    <a:pt x="48325" y="49592"/>
                  </a:lnTo>
                  <a:lnTo>
                    <a:pt x="44666" y="53409"/>
                  </a:lnTo>
                  <a:lnTo>
                    <a:pt x="41130" y="57339"/>
                  </a:lnTo>
                  <a:lnTo>
                    <a:pt x="37720" y="61380"/>
                  </a:lnTo>
                  <a:lnTo>
                    <a:pt x="34440" y="65526"/>
                  </a:lnTo>
                  <a:lnTo>
                    <a:pt x="31292" y="69774"/>
                  </a:lnTo>
                  <a:lnTo>
                    <a:pt x="28280" y="74119"/>
                  </a:lnTo>
                  <a:lnTo>
                    <a:pt x="25407" y="78557"/>
                  </a:lnTo>
                  <a:lnTo>
                    <a:pt x="22675" y="83084"/>
                  </a:lnTo>
                  <a:lnTo>
                    <a:pt x="20089" y="87695"/>
                  </a:lnTo>
                  <a:lnTo>
                    <a:pt x="17649" y="92386"/>
                  </a:lnTo>
                  <a:lnTo>
                    <a:pt x="15359" y="97151"/>
                  </a:lnTo>
                  <a:lnTo>
                    <a:pt x="13221" y="101987"/>
                  </a:lnTo>
                  <a:lnTo>
                    <a:pt x="11237" y="106887"/>
                  </a:lnTo>
                  <a:lnTo>
                    <a:pt x="9408" y="111848"/>
                  </a:lnTo>
                  <a:lnTo>
                    <a:pt x="7738" y="116864"/>
                  </a:lnTo>
                  <a:lnTo>
                    <a:pt x="6227" y="121931"/>
                  </a:lnTo>
                  <a:lnTo>
                    <a:pt x="4877" y="127043"/>
                  </a:lnTo>
                  <a:lnTo>
                    <a:pt x="3689" y="132195"/>
                  </a:lnTo>
                  <a:lnTo>
                    <a:pt x="2665" y="137382"/>
                  </a:lnTo>
                  <a:lnTo>
                    <a:pt x="1805" y="142598"/>
                  </a:lnTo>
                  <a:lnTo>
                    <a:pt x="1111" y="147840"/>
                  </a:lnTo>
                  <a:lnTo>
                    <a:pt x="583" y="153100"/>
                  </a:lnTo>
                  <a:lnTo>
                    <a:pt x="221" y="158375"/>
                  </a:lnTo>
                  <a:lnTo>
                    <a:pt x="27" y="163659"/>
                  </a:lnTo>
                  <a:lnTo>
                    <a:pt x="0" y="168946"/>
                  </a:lnTo>
                  <a:lnTo>
                    <a:pt x="139" y="174231"/>
                  </a:lnTo>
                  <a:lnTo>
                    <a:pt x="446" y="179509"/>
                  </a:lnTo>
                  <a:lnTo>
                    <a:pt x="920" y="184775"/>
                  </a:lnTo>
                  <a:lnTo>
                    <a:pt x="1560" y="190023"/>
                  </a:lnTo>
                  <a:lnTo>
                    <a:pt x="2366" y="195248"/>
                  </a:lnTo>
                  <a:lnTo>
                    <a:pt x="3336" y="200445"/>
                  </a:lnTo>
                  <a:lnTo>
                    <a:pt x="4470" y="205609"/>
                  </a:lnTo>
                  <a:lnTo>
                    <a:pt x="5767" y="210735"/>
                  </a:lnTo>
                  <a:lnTo>
                    <a:pt x="7226" y="215817"/>
                  </a:lnTo>
                  <a:lnTo>
                    <a:pt x="8844" y="220850"/>
                  </a:lnTo>
                  <a:lnTo>
                    <a:pt x="10621" y="225830"/>
                  </a:lnTo>
                  <a:lnTo>
                    <a:pt x="12555" y="230751"/>
                  </a:lnTo>
                  <a:lnTo>
                    <a:pt x="14643" y="235608"/>
                  </a:lnTo>
                  <a:lnTo>
                    <a:pt x="16883" y="240397"/>
                  </a:lnTo>
                  <a:lnTo>
                    <a:pt x="19274" y="245112"/>
                  </a:lnTo>
                  <a:lnTo>
                    <a:pt x="21813" y="249750"/>
                  </a:lnTo>
                  <a:lnTo>
                    <a:pt x="24497" y="254305"/>
                  </a:lnTo>
                  <a:lnTo>
                    <a:pt x="27324" y="258773"/>
                  </a:lnTo>
                  <a:lnTo>
                    <a:pt x="30291" y="263149"/>
                  </a:lnTo>
                  <a:lnTo>
                    <a:pt x="33395" y="267429"/>
                  </a:lnTo>
                  <a:lnTo>
                    <a:pt x="36632" y="271609"/>
                  </a:lnTo>
                  <a:lnTo>
                    <a:pt x="40000" y="275684"/>
                  </a:lnTo>
                  <a:lnTo>
                    <a:pt x="43496" y="279651"/>
                  </a:lnTo>
                  <a:lnTo>
                    <a:pt x="47115" y="283506"/>
                  </a:lnTo>
                  <a:lnTo>
                    <a:pt x="50854" y="287244"/>
                  </a:lnTo>
                  <a:lnTo>
                    <a:pt x="54709" y="290861"/>
                  </a:lnTo>
                  <a:lnTo>
                    <a:pt x="58677" y="294356"/>
                  </a:lnTo>
                  <a:lnTo>
                    <a:pt x="62753" y="297722"/>
                  </a:lnTo>
                  <a:lnTo>
                    <a:pt x="66934" y="300959"/>
                  </a:lnTo>
                  <a:lnTo>
                    <a:pt x="71215" y="304061"/>
                  </a:lnTo>
                  <a:lnTo>
                    <a:pt x="75592" y="307027"/>
                  </a:lnTo>
                  <a:lnTo>
                    <a:pt x="80061" y="309852"/>
                  </a:lnTo>
                  <a:lnTo>
                    <a:pt x="84617" y="312535"/>
                  </a:lnTo>
                  <a:lnTo>
                    <a:pt x="89255" y="315073"/>
                  </a:lnTo>
                  <a:lnTo>
                    <a:pt x="93971" y="317462"/>
                  </a:lnTo>
                  <a:lnTo>
                    <a:pt x="98761" y="319702"/>
                  </a:lnTo>
                  <a:lnTo>
                    <a:pt x="103619" y="321788"/>
                  </a:lnTo>
                  <a:lnTo>
                    <a:pt x="108540" y="323720"/>
                  </a:lnTo>
                  <a:lnTo>
                    <a:pt x="113520" y="325496"/>
                  </a:lnTo>
                  <a:lnTo>
                    <a:pt x="118554" y="327113"/>
                  </a:lnTo>
                  <a:lnTo>
                    <a:pt x="123636" y="328570"/>
                  </a:lnTo>
                  <a:lnTo>
                    <a:pt x="128762" y="329865"/>
                  </a:lnTo>
                  <a:lnTo>
                    <a:pt x="133926" y="330998"/>
                  </a:lnTo>
                  <a:lnTo>
                    <a:pt x="139124" y="331967"/>
                  </a:lnTo>
                  <a:lnTo>
                    <a:pt x="144350" y="332771"/>
                  </a:lnTo>
                  <a:lnTo>
                    <a:pt x="149598" y="333410"/>
                  </a:lnTo>
                  <a:lnTo>
                    <a:pt x="154864" y="333882"/>
                  </a:lnTo>
                  <a:lnTo>
                    <a:pt x="160142" y="334187"/>
                  </a:lnTo>
                  <a:lnTo>
                    <a:pt x="165427" y="334325"/>
                  </a:lnTo>
                  <a:lnTo>
                    <a:pt x="170714" y="334297"/>
                  </a:lnTo>
                  <a:lnTo>
                    <a:pt x="175998" y="334100"/>
                  </a:lnTo>
                  <a:lnTo>
                    <a:pt x="181272" y="333737"/>
                  </a:lnTo>
                  <a:lnTo>
                    <a:pt x="186533" y="333208"/>
                  </a:lnTo>
                  <a:lnTo>
                    <a:pt x="191774" y="332512"/>
                  </a:lnTo>
                  <a:lnTo>
                    <a:pt x="196990" y="331651"/>
                  </a:lnTo>
                  <a:lnTo>
                    <a:pt x="202177" y="330625"/>
                  </a:lnTo>
                  <a:lnTo>
                    <a:pt x="207329" y="329436"/>
                  </a:lnTo>
                  <a:lnTo>
                    <a:pt x="212440" y="328084"/>
                  </a:lnTo>
                  <a:lnTo>
                    <a:pt x="217506" y="326572"/>
                  </a:lnTo>
                  <a:lnTo>
                    <a:pt x="222522" y="324900"/>
                  </a:lnTo>
                  <a:lnTo>
                    <a:pt x="227482" y="323070"/>
                  </a:lnTo>
                  <a:lnTo>
                    <a:pt x="232382" y="321085"/>
                  </a:lnTo>
                  <a:lnTo>
                    <a:pt x="237217" y="318945"/>
                  </a:lnTo>
                  <a:lnTo>
                    <a:pt x="241982" y="316654"/>
                  </a:lnTo>
                  <a:lnTo>
                    <a:pt x="246672" y="314213"/>
                  </a:lnTo>
                  <a:lnTo>
                    <a:pt x="251282" y="311625"/>
                  </a:lnTo>
                  <a:lnTo>
                    <a:pt x="255808" y="308892"/>
                  </a:lnTo>
                  <a:lnTo>
                    <a:pt x="260246" y="306018"/>
                  </a:lnTo>
                  <a:lnTo>
                    <a:pt x="264590" y="303004"/>
                  </a:lnTo>
                  <a:lnTo>
                    <a:pt x="268837" y="299855"/>
                  </a:lnTo>
                  <a:lnTo>
                    <a:pt x="272982" y="296574"/>
                  </a:lnTo>
                  <a:lnTo>
                    <a:pt x="277022" y="293162"/>
                  </a:lnTo>
                  <a:lnTo>
                    <a:pt x="280951" y="289625"/>
                  </a:lnTo>
                  <a:lnTo>
                    <a:pt x="284767" y="285965"/>
                  </a:lnTo>
                  <a:lnTo>
                    <a:pt x="288465" y="282187"/>
                  </a:lnTo>
                  <a:lnTo>
                    <a:pt x="292041" y="278293"/>
                  </a:lnTo>
                  <a:lnTo>
                    <a:pt x="295493" y="274288"/>
                  </a:lnTo>
                  <a:lnTo>
                    <a:pt x="298816" y="270176"/>
                  </a:lnTo>
                  <a:lnTo>
                    <a:pt x="302008" y="265961"/>
                  </a:lnTo>
                  <a:lnTo>
                    <a:pt x="305065" y="261647"/>
                  </a:lnTo>
                  <a:lnTo>
                    <a:pt x="307984" y="257239"/>
                  </a:lnTo>
                  <a:lnTo>
                    <a:pt x="310762" y="252740"/>
                  </a:lnTo>
                  <a:lnTo>
                    <a:pt x="313396" y="248156"/>
                  </a:lnTo>
                  <a:lnTo>
                    <a:pt x="315884" y="243491"/>
                  </a:lnTo>
                  <a:lnTo>
                    <a:pt x="318223" y="238750"/>
                  </a:lnTo>
                  <a:lnTo>
                    <a:pt x="320411" y="233937"/>
                  </a:lnTo>
                  <a:lnTo>
                    <a:pt x="322446" y="229057"/>
                  </a:lnTo>
                  <a:lnTo>
                    <a:pt x="324326" y="224115"/>
                  </a:lnTo>
                  <a:lnTo>
                    <a:pt x="326048" y="219117"/>
                  </a:lnTo>
                  <a:lnTo>
                    <a:pt x="327611" y="214066"/>
                  </a:lnTo>
                  <a:lnTo>
                    <a:pt x="329014" y="208968"/>
                  </a:lnTo>
                  <a:lnTo>
                    <a:pt x="330255" y="203829"/>
                  </a:lnTo>
                  <a:lnTo>
                    <a:pt x="331333" y="198653"/>
                  </a:lnTo>
                  <a:lnTo>
                    <a:pt x="332247" y="193445"/>
                  </a:lnTo>
                  <a:lnTo>
                    <a:pt x="332995" y="188212"/>
                  </a:lnTo>
                  <a:lnTo>
                    <a:pt x="333578" y="182957"/>
                  </a:lnTo>
                  <a:lnTo>
                    <a:pt x="333994" y="177686"/>
                  </a:lnTo>
                  <a:lnTo>
                    <a:pt x="334243" y="172405"/>
                  </a:lnTo>
                  <a:lnTo>
                    <a:pt x="334325" y="167118"/>
                  </a:lnTo>
                  <a:lnTo>
                    <a:pt x="334240" y="161832"/>
                  </a:lnTo>
                  <a:lnTo>
                    <a:pt x="333987" y="156551"/>
                  </a:lnTo>
                  <a:lnTo>
                    <a:pt x="333568" y="151281"/>
                  </a:lnTo>
                  <a:lnTo>
                    <a:pt x="332983" y="146026"/>
                  </a:lnTo>
                  <a:lnTo>
                    <a:pt x="332231" y="140793"/>
                  </a:lnTo>
                  <a:lnTo>
                    <a:pt x="331315" y="135586"/>
                  </a:lnTo>
                  <a:lnTo>
                    <a:pt x="330234" y="130410"/>
                  </a:lnTo>
                  <a:lnTo>
                    <a:pt x="328990" y="125272"/>
                  </a:lnTo>
                  <a:lnTo>
                    <a:pt x="327584" y="120175"/>
                  </a:lnTo>
                  <a:lnTo>
                    <a:pt x="326018" y="115125"/>
                  </a:lnTo>
                  <a:lnTo>
                    <a:pt x="324293" y="11012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81763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80985"/>
              <a:ext cx="157135" cy="57817"/>
            </a:xfrm>
            <a:custGeom>
              <a:avLst/>
              <a:pathLst>
                <a:path w="157135" h="57817">
                  <a:moveTo>
                    <a:pt x="157135" y="777"/>
                  </a:moveTo>
                  <a:lnTo>
                    <a:pt x="156850" y="0"/>
                  </a:lnTo>
                  <a:lnTo>
                    <a:pt x="0" y="578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971635"/>
              <a:ext cx="156850" cy="167167"/>
            </a:xfrm>
            <a:custGeom>
              <a:avLst/>
              <a:pathLst>
                <a:path w="156850" h="167167">
                  <a:moveTo>
                    <a:pt x="156850" y="109350"/>
                  </a:moveTo>
                  <a:lnTo>
                    <a:pt x="154863" y="104220"/>
                  </a:lnTo>
                  <a:lnTo>
                    <a:pt x="152708" y="99159"/>
                  </a:lnTo>
                  <a:lnTo>
                    <a:pt x="150388" y="94171"/>
                  </a:lnTo>
                  <a:lnTo>
                    <a:pt x="147904" y="89262"/>
                  </a:lnTo>
                  <a:lnTo>
                    <a:pt x="145261" y="84438"/>
                  </a:lnTo>
                  <a:lnTo>
                    <a:pt x="142460" y="79703"/>
                  </a:lnTo>
                  <a:lnTo>
                    <a:pt x="139505" y="75063"/>
                  </a:lnTo>
                  <a:lnTo>
                    <a:pt x="136399" y="70523"/>
                  </a:lnTo>
                  <a:lnTo>
                    <a:pt x="133145" y="66087"/>
                  </a:lnTo>
                  <a:lnTo>
                    <a:pt x="129748" y="61761"/>
                  </a:lnTo>
                  <a:lnTo>
                    <a:pt x="126209" y="57549"/>
                  </a:lnTo>
                  <a:lnTo>
                    <a:pt x="122534" y="53456"/>
                  </a:lnTo>
                  <a:lnTo>
                    <a:pt x="118726" y="49485"/>
                  </a:lnTo>
                  <a:lnTo>
                    <a:pt x="114790" y="45643"/>
                  </a:lnTo>
                  <a:lnTo>
                    <a:pt x="110729" y="41932"/>
                  </a:lnTo>
                  <a:lnTo>
                    <a:pt x="106548" y="38356"/>
                  </a:lnTo>
                  <a:lnTo>
                    <a:pt x="102253" y="34920"/>
                  </a:lnTo>
                  <a:lnTo>
                    <a:pt x="97846" y="31627"/>
                  </a:lnTo>
                  <a:lnTo>
                    <a:pt x="93333" y="28481"/>
                  </a:lnTo>
                  <a:lnTo>
                    <a:pt x="88719" y="25485"/>
                  </a:lnTo>
                  <a:lnTo>
                    <a:pt x="84010" y="22643"/>
                  </a:lnTo>
                  <a:lnTo>
                    <a:pt x="79209" y="19957"/>
                  </a:lnTo>
                  <a:lnTo>
                    <a:pt x="74322" y="17430"/>
                  </a:lnTo>
                  <a:lnTo>
                    <a:pt x="69355" y="15066"/>
                  </a:lnTo>
                  <a:lnTo>
                    <a:pt x="64313" y="12866"/>
                  </a:lnTo>
                  <a:lnTo>
                    <a:pt x="59201" y="10834"/>
                  </a:lnTo>
                  <a:lnTo>
                    <a:pt x="54025" y="8970"/>
                  </a:lnTo>
                  <a:lnTo>
                    <a:pt x="48791" y="7278"/>
                  </a:lnTo>
                  <a:lnTo>
                    <a:pt x="43504" y="5760"/>
                  </a:lnTo>
                  <a:lnTo>
                    <a:pt x="38169" y="4416"/>
                  </a:lnTo>
                  <a:lnTo>
                    <a:pt x="32793" y="3248"/>
                  </a:lnTo>
                  <a:lnTo>
                    <a:pt x="27382" y="2257"/>
                  </a:lnTo>
                  <a:lnTo>
                    <a:pt x="21941" y="1446"/>
                  </a:lnTo>
                  <a:lnTo>
                    <a:pt x="16477" y="814"/>
                  </a:lnTo>
                  <a:lnTo>
                    <a:pt x="10994" y="361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538292" y="941493"/>
              <a:ext cx="78987" cy="167167"/>
            </a:xfrm>
            <a:custGeom>
              <a:avLst/>
              <a:pathLst>
                <a:path w="78987" h="167167">
                  <a:moveTo>
                    <a:pt x="78987" y="0"/>
                  </a:moveTo>
                  <a:lnTo>
                    <a:pt x="73112" y="103"/>
                  </a:lnTo>
                  <a:lnTo>
                    <a:pt x="67244" y="412"/>
                  </a:lnTo>
                  <a:lnTo>
                    <a:pt x="61391" y="928"/>
                  </a:lnTo>
                  <a:lnTo>
                    <a:pt x="55559" y="1649"/>
                  </a:lnTo>
                  <a:lnTo>
                    <a:pt x="49757" y="2575"/>
                  </a:lnTo>
                  <a:lnTo>
                    <a:pt x="43990" y="3704"/>
                  </a:lnTo>
                  <a:lnTo>
                    <a:pt x="38267" y="5035"/>
                  </a:lnTo>
                  <a:lnTo>
                    <a:pt x="32594" y="6566"/>
                  </a:lnTo>
                  <a:lnTo>
                    <a:pt x="26978" y="8296"/>
                  </a:lnTo>
                  <a:lnTo>
                    <a:pt x="21427" y="10222"/>
                  </a:lnTo>
                  <a:lnTo>
                    <a:pt x="15946" y="12342"/>
                  </a:lnTo>
                  <a:lnTo>
                    <a:pt x="10544" y="14653"/>
                  </a:lnTo>
                  <a:lnTo>
                    <a:pt x="5226" y="17153"/>
                  </a:lnTo>
                  <a:lnTo>
                    <a:pt x="0" y="19838"/>
                  </a:lnTo>
                  <a:lnTo>
                    <a:pt x="7898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38292" y="961331"/>
              <a:ext cx="78987" cy="147329"/>
            </a:xfrm>
            <a:custGeom>
              <a:avLst/>
              <a:pathLst>
                <a:path w="78987" h="147329">
                  <a:moveTo>
                    <a:pt x="0" y="0"/>
                  </a:moveTo>
                  <a:lnTo>
                    <a:pt x="78987" y="1473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50112" y="961331"/>
              <a:ext cx="334334" cy="314477"/>
            </a:xfrm>
            <a:custGeom>
              <a:avLst/>
              <a:pathLst>
                <a:path w="334334" h="314477">
                  <a:moveTo>
                    <a:pt x="88179" y="0"/>
                  </a:moveTo>
                  <a:lnTo>
                    <a:pt x="83546" y="2579"/>
                  </a:lnTo>
                  <a:lnTo>
                    <a:pt x="78997" y="5304"/>
                  </a:lnTo>
                  <a:lnTo>
                    <a:pt x="74537" y="8172"/>
                  </a:lnTo>
                  <a:lnTo>
                    <a:pt x="70170" y="11180"/>
                  </a:lnTo>
                  <a:lnTo>
                    <a:pt x="65901" y="14325"/>
                  </a:lnTo>
                  <a:lnTo>
                    <a:pt x="61733" y="17604"/>
                  </a:lnTo>
                  <a:lnTo>
                    <a:pt x="57672" y="21013"/>
                  </a:lnTo>
                  <a:lnTo>
                    <a:pt x="53720" y="24549"/>
                  </a:lnTo>
                  <a:lnTo>
                    <a:pt x="49883" y="28209"/>
                  </a:lnTo>
                  <a:lnTo>
                    <a:pt x="46164" y="31989"/>
                  </a:lnTo>
                  <a:lnTo>
                    <a:pt x="42567" y="35885"/>
                  </a:lnTo>
                  <a:lnTo>
                    <a:pt x="39095" y="39893"/>
                  </a:lnTo>
                  <a:lnTo>
                    <a:pt x="35752" y="44009"/>
                  </a:lnTo>
                  <a:lnTo>
                    <a:pt x="32541" y="48229"/>
                  </a:lnTo>
                  <a:lnTo>
                    <a:pt x="29465" y="52549"/>
                  </a:lnTo>
                  <a:lnTo>
                    <a:pt x="26528" y="56964"/>
                  </a:lnTo>
                  <a:lnTo>
                    <a:pt x="23733" y="61470"/>
                  </a:lnTo>
                  <a:lnTo>
                    <a:pt x="21082" y="66063"/>
                  </a:lnTo>
                  <a:lnTo>
                    <a:pt x="18578" y="70737"/>
                  </a:lnTo>
                  <a:lnTo>
                    <a:pt x="16224" y="75488"/>
                  </a:lnTo>
                  <a:lnTo>
                    <a:pt x="14021" y="80312"/>
                  </a:lnTo>
                  <a:lnTo>
                    <a:pt x="11972" y="85203"/>
                  </a:lnTo>
                  <a:lnTo>
                    <a:pt x="10080" y="90157"/>
                  </a:lnTo>
                  <a:lnTo>
                    <a:pt x="8346" y="95168"/>
                  </a:lnTo>
                  <a:lnTo>
                    <a:pt x="6771" y="100231"/>
                  </a:lnTo>
                  <a:lnTo>
                    <a:pt x="5358" y="105342"/>
                  </a:lnTo>
                  <a:lnTo>
                    <a:pt x="4108" y="110495"/>
                  </a:lnTo>
                  <a:lnTo>
                    <a:pt x="3022" y="115686"/>
                  </a:lnTo>
                  <a:lnTo>
                    <a:pt x="2101" y="120908"/>
                  </a:lnTo>
                  <a:lnTo>
                    <a:pt x="1346" y="126157"/>
                  </a:lnTo>
                  <a:lnTo>
                    <a:pt x="758" y="131427"/>
                  </a:lnTo>
                  <a:lnTo>
                    <a:pt x="337" y="136713"/>
                  </a:lnTo>
                  <a:lnTo>
                    <a:pt x="84" y="142009"/>
                  </a:lnTo>
                  <a:lnTo>
                    <a:pt x="0" y="147311"/>
                  </a:lnTo>
                  <a:lnTo>
                    <a:pt x="83" y="152613"/>
                  </a:lnTo>
                  <a:lnTo>
                    <a:pt x="335" y="157910"/>
                  </a:lnTo>
                  <a:lnTo>
                    <a:pt x="754" y="163196"/>
                  </a:lnTo>
                  <a:lnTo>
                    <a:pt x="1341" y="168466"/>
                  </a:lnTo>
                  <a:lnTo>
                    <a:pt x="2095" y="173715"/>
                  </a:lnTo>
                  <a:lnTo>
                    <a:pt x="3015" y="178938"/>
                  </a:lnTo>
                  <a:lnTo>
                    <a:pt x="4100" y="184128"/>
                  </a:lnTo>
                  <a:lnTo>
                    <a:pt x="5349" y="189282"/>
                  </a:lnTo>
                  <a:lnTo>
                    <a:pt x="6761" y="194393"/>
                  </a:lnTo>
                  <a:lnTo>
                    <a:pt x="8335" y="199457"/>
                  </a:lnTo>
                  <a:lnTo>
                    <a:pt x="10068" y="204468"/>
                  </a:lnTo>
                  <a:lnTo>
                    <a:pt x="11959" y="209422"/>
                  </a:lnTo>
                  <a:lnTo>
                    <a:pt x="14007" y="214314"/>
                  </a:lnTo>
                  <a:lnTo>
                    <a:pt x="16209" y="219138"/>
                  </a:lnTo>
                  <a:lnTo>
                    <a:pt x="18562" y="223890"/>
                  </a:lnTo>
                  <a:lnTo>
                    <a:pt x="21065" y="228564"/>
                  </a:lnTo>
                  <a:lnTo>
                    <a:pt x="23715" y="233157"/>
                  </a:lnTo>
                  <a:lnTo>
                    <a:pt x="26510" y="237664"/>
                  </a:lnTo>
                  <a:lnTo>
                    <a:pt x="29446" y="242080"/>
                  </a:lnTo>
                  <a:lnTo>
                    <a:pt x="32520" y="246400"/>
                  </a:lnTo>
                  <a:lnTo>
                    <a:pt x="35730" y="250621"/>
                  </a:lnTo>
                  <a:lnTo>
                    <a:pt x="39072" y="254738"/>
                  </a:lnTo>
                  <a:lnTo>
                    <a:pt x="42543" y="258747"/>
                  </a:lnTo>
                  <a:lnTo>
                    <a:pt x="46140" y="262643"/>
                  </a:lnTo>
                  <a:lnTo>
                    <a:pt x="49858" y="266424"/>
                  </a:lnTo>
                  <a:lnTo>
                    <a:pt x="53695" y="270085"/>
                  </a:lnTo>
                  <a:lnTo>
                    <a:pt x="57645" y="273622"/>
                  </a:lnTo>
                  <a:lnTo>
                    <a:pt x="61706" y="277032"/>
                  </a:lnTo>
                  <a:lnTo>
                    <a:pt x="65873" y="280312"/>
                  </a:lnTo>
                  <a:lnTo>
                    <a:pt x="70142" y="283458"/>
                  </a:lnTo>
                  <a:lnTo>
                    <a:pt x="74508" y="286466"/>
                  </a:lnTo>
                  <a:lnTo>
                    <a:pt x="78968" y="289335"/>
                  </a:lnTo>
                  <a:lnTo>
                    <a:pt x="83516" y="292061"/>
                  </a:lnTo>
                  <a:lnTo>
                    <a:pt x="88149" y="294642"/>
                  </a:lnTo>
                  <a:lnTo>
                    <a:pt x="92861" y="297074"/>
                  </a:lnTo>
                  <a:lnTo>
                    <a:pt x="97648" y="299355"/>
                  </a:lnTo>
                  <a:lnTo>
                    <a:pt x="102504" y="301484"/>
                  </a:lnTo>
                  <a:lnTo>
                    <a:pt x="107426" y="303457"/>
                  </a:lnTo>
                  <a:lnTo>
                    <a:pt x="112408" y="305273"/>
                  </a:lnTo>
                  <a:lnTo>
                    <a:pt x="117445" y="306931"/>
                  </a:lnTo>
                  <a:lnTo>
                    <a:pt x="122532" y="308427"/>
                  </a:lnTo>
                  <a:lnTo>
                    <a:pt x="127664" y="309762"/>
                  </a:lnTo>
                  <a:lnTo>
                    <a:pt x="132836" y="310933"/>
                  </a:lnTo>
                  <a:lnTo>
                    <a:pt x="138043" y="311940"/>
                  </a:lnTo>
                  <a:lnTo>
                    <a:pt x="143278" y="312781"/>
                  </a:lnTo>
                  <a:lnTo>
                    <a:pt x="148538" y="313455"/>
                  </a:lnTo>
                  <a:lnTo>
                    <a:pt x="153816" y="313962"/>
                  </a:lnTo>
                  <a:lnTo>
                    <a:pt x="159108" y="314302"/>
                  </a:lnTo>
                  <a:lnTo>
                    <a:pt x="164408" y="314473"/>
                  </a:lnTo>
                  <a:lnTo>
                    <a:pt x="169711" y="314477"/>
                  </a:lnTo>
                  <a:lnTo>
                    <a:pt x="175011" y="314312"/>
                  </a:lnTo>
                  <a:lnTo>
                    <a:pt x="180303" y="313979"/>
                  </a:lnTo>
                  <a:lnTo>
                    <a:pt x="185582" y="313479"/>
                  </a:lnTo>
                  <a:lnTo>
                    <a:pt x="190843" y="312811"/>
                  </a:lnTo>
                  <a:lnTo>
                    <a:pt x="196079" y="311977"/>
                  </a:lnTo>
                  <a:lnTo>
                    <a:pt x="201287" y="310977"/>
                  </a:lnTo>
                  <a:lnTo>
                    <a:pt x="206460" y="309813"/>
                  </a:lnTo>
                  <a:lnTo>
                    <a:pt x="211594" y="308485"/>
                  </a:lnTo>
                  <a:lnTo>
                    <a:pt x="216683" y="306994"/>
                  </a:lnTo>
                  <a:lnTo>
                    <a:pt x="221722" y="305344"/>
                  </a:lnTo>
                  <a:lnTo>
                    <a:pt x="226707" y="303534"/>
                  </a:lnTo>
                  <a:lnTo>
                    <a:pt x="231631" y="301567"/>
                  </a:lnTo>
                  <a:lnTo>
                    <a:pt x="236491" y="299445"/>
                  </a:lnTo>
                  <a:lnTo>
                    <a:pt x="241280" y="297169"/>
                  </a:lnTo>
                  <a:lnTo>
                    <a:pt x="245996" y="294743"/>
                  </a:lnTo>
                  <a:lnTo>
                    <a:pt x="250631" y="292169"/>
                  </a:lnTo>
                  <a:lnTo>
                    <a:pt x="255183" y="289449"/>
                  </a:lnTo>
                  <a:lnTo>
                    <a:pt x="259647" y="286586"/>
                  </a:lnTo>
                  <a:lnTo>
                    <a:pt x="264017" y="283582"/>
                  </a:lnTo>
                  <a:lnTo>
                    <a:pt x="268290" y="280442"/>
                  </a:lnTo>
                  <a:lnTo>
                    <a:pt x="272461" y="277168"/>
                  </a:lnTo>
                  <a:lnTo>
                    <a:pt x="276526" y="273763"/>
                  </a:lnTo>
                  <a:lnTo>
                    <a:pt x="280481" y="270231"/>
                  </a:lnTo>
                  <a:lnTo>
                    <a:pt x="284322" y="266575"/>
                  </a:lnTo>
                  <a:lnTo>
                    <a:pt x="288045" y="262799"/>
                  </a:lnTo>
                  <a:lnTo>
                    <a:pt x="291647" y="258907"/>
                  </a:lnTo>
                  <a:lnTo>
                    <a:pt x="295123" y="254903"/>
                  </a:lnTo>
                  <a:lnTo>
                    <a:pt x="298471" y="250790"/>
                  </a:lnTo>
                  <a:lnTo>
                    <a:pt x="301686" y="246574"/>
                  </a:lnTo>
                  <a:lnTo>
                    <a:pt x="304766" y="242257"/>
                  </a:lnTo>
                  <a:lnTo>
                    <a:pt x="307708" y="237845"/>
                  </a:lnTo>
                  <a:lnTo>
                    <a:pt x="310508" y="233342"/>
                  </a:lnTo>
                  <a:lnTo>
                    <a:pt x="313164" y="228752"/>
                  </a:lnTo>
                  <a:lnTo>
                    <a:pt x="315673" y="224081"/>
                  </a:lnTo>
                  <a:lnTo>
                    <a:pt x="318033" y="219332"/>
                  </a:lnTo>
                  <a:lnTo>
                    <a:pt x="320241" y="214511"/>
                  </a:lnTo>
                  <a:lnTo>
                    <a:pt x="322294" y="209622"/>
                  </a:lnTo>
                  <a:lnTo>
                    <a:pt x="324192" y="204670"/>
                  </a:lnTo>
                  <a:lnTo>
                    <a:pt x="325932" y="199661"/>
                  </a:lnTo>
                  <a:lnTo>
                    <a:pt x="327512" y="194599"/>
                  </a:lnTo>
                  <a:lnTo>
                    <a:pt x="328930" y="189490"/>
                  </a:lnTo>
                  <a:lnTo>
                    <a:pt x="330186" y="184338"/>
                  </a:lnTo>
                  <a:lnTo>
                    <a:pt x="331278" y="179149"/>
                  </a:lnTo>
                  <a:lnTo>
                    <a:pt x="332205" y="173928"/>
                  </a:lnTo>
                  <a:lnTo>
                    <a:pt x="332965" y="168680"/>
                  </a:lnTo>
                  <a:lnTo>
                    <a:pt x="333559" y="163410"/>
                  </a:lnTo>
                  <a:lnTo>
                    <a:pt x="333985" y="158125"/>
                  </a:lnTo>
                  <a:lnTo>
                    <a:pt x="334244" y="152828"/>
                  </a:lnTo>
                  <a:lnTo>
                    <a:pt x="334334" y="147527"/>
                  </a:lnTo>
                  <a:lnTo>
                    <a:pt x="334256" y="142224"/>
                  </a:lnTo>
                  <a:lnTo>
                    <a:pt x="334010" y="136927"/>
                  </a:lnTo>
                  <a:lnTo>
                    <a:pt x="333597" y="131641"/>
                  </a:lnTo>
                  <a:lnTo>
                    <a:pt x="333015" y="126370"/>
                  </a:lnTo>
                  <a:lnTo>
                    <a:pt x="332267" y="121120"/>
                  </a:lnTo>
                  <a:lnTo>
                    <a:pt x="331353" y="115897"/>
                  </a:lnTo>
                  <a:lnTo>
                    <a:pt x="330273" y="110705"/>
                  </a:lnTo>
                  <a:lnTo>
                    <a:pt x="329030" y="105551"/>
                  </a:lnTo>
                  <a:lnTo>
                    <a:pt x="327623" y="100438"/>
                  </a:lnTo>
                  <a:lnTo>
                    <a:pt x="326055" y="95372"/>
                  </a:lnTo>
                  <a:lnTo>
                    <a:pt x="324327" y="90359"/>
                  </a:lnTo>
                  <a:lnTo>
                    <a:pt x="322441" y="85403"/>
                  </a:lnTo>
                  <a:lnTo>
                    <a:pt x="320399" y="80509"/>
                  </a:lnTo>
                  <a:lnTo>
                    <a:pt x="318203" y="75683"/>
                  </a:lnTo>
                  <a:lnTo>
                    <a:pt x="315854" y="70928"/>
                  </a:lnTo>
                  <a:lnTo>
                    <a:pt x="313356" y="66251"/>
                  </a:lnTo>
                  <a:lnTo>
                    <a:pt x="310711" y="61655"/>
                  </a:lnTo>
                  <a:lnTo>
                    <a:pt x="307922" y="57145"/>
                  </a:lnTo>
                  <a:lnTo>
                    <a:pt x="167167" y="147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617280" y="941493"/>
              <a:ext cx="140754" cy="167167"/>
            </a:xfrm>
            <a:custGeom>
              <a:avLst/>
              <a:pathLst>
                <a:path w="140754" h="167167">
                  <a:moveTo>
                    <a:pt x="140754" y="76983"/>
                  </a:moveTo>
                  <a:lnTo>
                    <a:pt x="137667" y="72338"/>
                  </a:lnTo>
                  <a:lnTo>
                    <a:pt x="134427" y="67798"/>
                  </a:lnTo>
                  <a:lnTo>
                    <a:pt x="131038" y="63369"/>
                  </a:lnTo>
                  <a:lnTo>
                    <a:pt x="127502" y="59055"/>
                  </a:lnTo>
                  <a:lnTo>
                    <a:pt x="123824" y="54862"/>
                  </a:lnTo>
                  <a:lnTo>
                    <a:pt x="120009" y="50794"/>
                  </a:lnTo>
                  <a:lnTo>
                    <a:pt x="116060" y="46855"/>
                  </a:lnTo>
                  <a:lnTo>
                    <a:pt x="111982" y="43050"/>
                  </a:lnTo>
                  <a:lnTo>
                    <a:pt x="107779" y="39384"/>
                  </a:lnTo>
                  <a:lnTo>
                    <a:pt x="103456" y="35859"/>
                  </a:lnTo>
                  <a:lnTo>
                    <a:pt x="99018" y="32481"/>
                  </a:lnTo>
                  <a:lnTo>
                    <a:pt x="94470" y="29253"/>
                  </a:lnTo>
                  <a:lnTo>
                    <a:pt x="89817" y="26178"/>
                  </a:lnTo>
                  <a:lnTo>
                    <a:pt x="85063" y="23260"/>
                  </a:lnTo>
                  <a:lnTo>
                    <a:pt x="80215" y="20503"/>
                  </a:lnTo>
                  <a:lnTo>
                    <a:pt x="75278" y="17909"/>
                  </a:lnTo>
                  <a:lnTo>
                    <a:pt x="70257" y="15480"/>
                  </a:lnTo>
                  <a:lnTo>
                    <a:pt x="65158" y="13221"/>
                  </a:lnTo>
                  <a:lnTo>
                    <a:pt x="59986" y="11133"/>
                  </a:lnTo>
                  <a:lnTo>
                    <a:pt x="54747" y="9219"/>
                  </a:lnTo>
                  <a:lnTo>
                    <a:pt x="49448" y="7480"/>
                  </a:lnTo>
                  <a:lnTo>
                    <a:pt x="44093" y="5920"/>
                  </a:lnTo>
                  <a:lnTo>
                    <a:pt x="38689" y="4538"/>
                  </a:lnTo>
                  <a:lnTo>
                    <a:pt x="33243" y="3338"/>
                  </a:lnTo>
                  <a:lnTo>
                    <a:pt x="27759" y="2320"/>
                  </a:lnTo>
                  <a:lnTo>
                    <a:pt x="22244" y="1486"/>
                  </a:lnTo>
                  <a:lnTo>
                    <a:pt x="16705" y="836"/>
                  </a:lnTo>
                  <a:lnTo>
                    <a:pt x="11147" y="372"/>
                  </a:lnTo>
                  <a:lnTo>
                    <a:pt x="557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010164" y="1031511"/>
              <a:ext cx="95730" cy="167167"/>
            </a:xfrm>
            <a:custGeom>
              <a:avLst/>
              <a:pathLst>
                <a:path w="95730" h="167167">
                  <a:moveTo>
                    <a:pt x="95730" y="0"/>
                  </a:moveTo>
                  <a:lnTo>
                    <a:pt x="90068" y="95"/>
                  </a:lnTo>
                  <a:lnTo>
                    <a:pt x="84413" y="383"/>
                  </a:lnTo>
                  <a:lnTo>
                    <a:pt x="78771" y="862"/>
                  </a:lnTo>
                  <a:lnTo>
                    <a:pt x="73148" y="1532"/>
                  </a:lnTo>
                  <a:lnTo>
                    <a:pt x="67551" y="2392"/>
                  </a:lnTo>
                  <a:lnTo>
                    <a:pt x="61986" y="3440"/>
                  </a:lnTo>
                  <a:lnTo>
                    <a:pt x="56461" y="4677"/>
                  </a:lnTo>
                  <a:lnTo>
                    <a:pt x="50980" y="6100"/>
                  </a:lnTo>
                  <a:lnTo>
                    <a:pt x="45551" y="7708"/>
                  </a:lnTo>
                  <a:lnTo>
                    <a:pt x="40179" y="9499"/>
                  </a:lnTo>
                  <a:lnTo>
                    <a:pt x="34871" y="11471"/>
                  </a:lnTo>
                  <a:lnTo>
                    <a:pt x="29632" y="13622"/>
                  </a:lnTo>
                  <a:lnTo>
                    <a:pt x="24470" y="15949"/>
                  </a:lnTo>
                  <a:lnTo>
                    <a:pt x="19389" y="18449"/>
                  </a:lnTo>
                  <a:lnTo>
                    <a:pt x="14396" y="21120"/>
                  </a:lnTo>
                  <a:lnTo>
                    <a:pt x="9497" y="23958"/>
                  </a:lnTo>
                  <a:lnTo>
                    <a:pt x="4696" y="26961"/>
                  </a:lnTo>
                  <a:lnTo>
                    <a:pt x="0" y="30124"/>
                  </a:lnTo>
                  <a:lnTo>
                    <a:pt x="9573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4010164" y="1061636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38730" y="1061636"/>
              <a:ext cx="167164" cy="258334"/>
            </a:xfrm>
            <a:custGeom>
              <a:avLst/>
              <a:pathLst>
                <a:path w="167164" h="258334">
                  <a:moveTo>
                    <a:pt x="71434" y="0"/>
                  </a:moveTo>
                  <a:lnTo>
                    <a:pt x="67067" y="3156"/>
                  </a:lnTo>
                  <a:lnTo>
                    <a:pt x="62804" y="6452"/>
                  </a:lnTo>
                  <a:lnTo>
                    <a:pt x="58649" y="9883"/>
                  </a:lnTo>
                  <a:lnTo>
                    <a:pt x="54607" y="13446"/>
                  </a:lnTo>
                  <a:lnTo>
                    <a:pt x="50682" y="17138"/>
                  </a:lnTo>
                  <a:lnTo>
                    <a:pt x="46878" y="20954"/>
                  </a:lnTo>
                  <a:lnTo>
                    <a:pt x="43199" y="24892"/>
                  </a:lnTo>
                  <a:lnTo>
                    <a:pt x="39649" y="28945"/>
                  </a:lnTo>
                  <a:lnTo>
                    <a:pt x="36232" y="33111"/>
                  </a:lnTo>
                  <a:lnTo>
                    <a:pt x="32950" y="37385"/>
                  </a:lnTo>
                  <a:lnTo>
                    <a:pt x="29808" y="41762"/>
                  </a:lnTo>
                  <a:lnTo>
                    <a:pt x="26809" y="46238"/>
                  </a:lnTo>
                  <a:lnTo>
                    <a:pt x="23955" y="50809"/>
                  </a:lnTo>
                  <a:lnTo>
                    <a:pt x="21250" y="55469"/>
                  </a:lnTo>
                  <a:lnTo>
                    <a:pt x="18697" y="60215"/>
                  </a:lnTo>
                  <a:lnTo>
                    <a:pt x="16298" y="65039"/>
                  </a:lnTo>
                  <a:lnTo>
                    <a:pt x="14056" y="69939"/>
                  </a:lnTo>
                  <a:lnTo>
                    <a:pt x="11973" y="74908"/>
                  </a:lnTo>
                  <a:lnTo>
                    <a:pt x="10051" y="79942"/>
                  </a:lnTo>
                  <a:lnTo>
                    <a:pt x="8292" y="85036"/>
                  </a:lnTo>
                  <a:lnTo>
                    <a:pt x="6698" y="90183"/>
                  </a:lnTo>
                  <a:lnTo>
                    <a:pt x="5272" y="95379"/>
                  </a:lnTo>
                  <a:lnTo>
                    <a:pt x="4013" y="100618"/>
                  </a:lnTo>
                  <a:lnTo>
                    <a:pt x="2924" y="105896"/>
                  </a:lnTo>
                  <a:lnTo>
                    <a:pt x="2005" y="111205"/>
                  </a:lnTo>
                  <a:lnTo>
                    <a:pt x="1258" y="116541"/>
                  </a:lnTo>
                  <a:lnTo>
                    <a:pt x="684" y="121899"/>
                  </a:lnTo>
                  <a:lnTo>
                    <a:pt x="282" y="127272"/>
                  </a:lnTo>
                  <a:lnTo>
                    <a:pt x="54" y="132656"/>
                  </a:lnTo>
                  <a:lnTo>
                    <a:pt x="0" y="138044"/>
                  </a:lnTo>
                  <a:lnTo>
                    <a:pt x="119" y="143431"/>
                  </a:lnTo>
                  <a:lnTo>
                    <a:pt x="411" y="148811"/>
                  </a:lnTo>
                  <a:lnTo>
                    <a:pt x="877" y="154180"/>
                  </a:lnTo>
                  <a:lnTo>
                    <a:pt x="1516" y="159530"/>
                  </a:lnTo>
                  <a:lnTo>
                    <a:pt x="2327" y="164857"/>
                  </a:lnTo>
                  <a:lnTo>
                    <a:pt x="3309" y="170155"/>
                  </a:lnTo>
                  <a:lnTo>
                    <a:pt x="4461" y="175419"/>
                  </a:lnTo>
                  <a:lnTo>
                    <a:pt x="5783" y="180643"/>
                  </a:lnTo>
                  <a:lnTo>
                    <a:pt x="7272" y="185821"/>
                  </a:lnTo>
                  <a:lnTo>
                    <a:pt x="8927" y="190949"/>
                  </a:lnTo>
                  <a:lnTo>
                    <a:pt x="10746" y="196021"/>
                  </a:lnTo>
                  <a:lnTo>
                    <a:pt x="12728" y="201032"/>
                  </a:lnTo>
                  <a:lnTo>
                    <a:pt x="14871" y="205976"/>
                  </a:lnTo>
                  <a:lnTo>
                    <a:pt x="17172" y="210848"/>
                  </a:lnTo>
                  <a:lnTo>
                    <a:pt x="19628" y="215644"/>
                  </a:lnTo>
                  <a:lnTo>
                    <a:pt x="22238" y="220358"/>
                  </a:lnTo>
                  <a:lnTo>
                    <a:pt x="24999" y="224985"/>
                  </a:lnTo>
                  <a:lnTo>
                    <a:pt x="27907" y="229522"/>
                  </a:lnTo>
                  <a:lnTo>
                    <a:pt x="30960" y="233962"/>
                  </a:lnTo>
                  <a:lnTo>
                    <a:pt x="34154" y="238301"/>
                  </a:lnTo>
                  <a:lnTo>
                    <a:pt x="37487" y="242535"/>
                  </a:lnTo>
                  <a:lnTo>
                    <a:pt x="40954" y="246660"/>
                  </a:lnTo>
                  <a:lnTo>
                    <a:pt x="44553" y="250671"/>
                  </a:lnTo>
                  <a:lnTo>
                    <a:pt x="48279" y="254563"/>
                  </a:lnTo>
                  <a:lnTo>
                    <a:pt x="52128" y="258334"/>
                  </a:lnTo>
                  <a:lnTo>
                    <a:pt x="167164" y="13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0858" y="1031511"/>
              <a:ext cx="282185" cy="334334"/>
            </a:xfrm>
            <a:custGeom>
              <a:avLst/>
              <a:pathLst>
                <a:path w="282185" h="334334">
                  <a:moveTo>
                    <a:pt x="0" y="288459"/>
                  </a:moveTo>
                  <a:lnTo>
                    <a:pt x="3903" y="292045"/>
                  </a:lnTo>
                  <a:lnTo>
                    <a:pt x="7918" y="295506"/>
                  </a:lnTo>
                  <a:lnTo>
                    <a:pt x="12041" y="298838"/>
                  </a:lnTo>
                  <a:lnTo>
                    <a:pt x="16268" y="302037"/>
                  </a:lnTo>
                  <a:lnTo>
                    <a:pt x="20594" y="305101"/>
                  </a:lnTo>
                  <a:lnTo>
                    <a:pt x="25015" y="308026"/>
                  </a:lnTo>
                  <a:lnTo>
                    <a:pt x="29526" y="310809"/>
                  </a:lnTo>
                  <a:lnTo>
                    <a:pt x="34123" y="313448"/>
                  </a:lnTo>
                  <a:lnTo>
                    <a:pt x="38802" y="315940"/>
                  </a:lnTo>
                  <a:lnTo>
                    <a:pt x="43557" y="318282"/>
                  </a:lnTo>
                  <a:lnTo>
                    <a:pt x="48385" y="320473"/>
                  </a:lnTo>
                  <a:lnTo>
                    <a:pt x="53279" y="322509"/>
                  </a:lnTo>
                  <a:lnTo>
                    <a:pt x="58235" y="324389"/>
                  </a:lnTo>
                  <a:lnTo>
                    <a:pt x="63249" y="326111"/>
                  </a:lnTo>
                  <a:lnTo>
                    <a:pt x="68314" y="327673"/>
                  </a:lnTo>
                  <a:lnTo>
                    <a:pt x="73427" y="329073"/>
                  </a:lnTo>
                  <a:lnTo>
                    <a:pt x="78581" y="330311"/>
                  </a:lnTo>
                  <a:lnTo>
                    <a:pt x="83772" y="331385"/>
                  </a:lnTo>
                  <a:lnTo>
                    <a:pt x="88995" y="332294"/>
                  </a:lnTo>
                  <a:lnTo>
                    <a:pt x="94243" y="333036"/>
                  </a:lnTo>
                  <a:lnTo>
                    <a:pt x="99513" y="333612"/>
                  </a:lnTo>
                  <a:lnTo>
                    <a:pt x="104798" y="334021"/>
                  </a:lnTo>
                  <a:lnTo>
                    <a:pt x="110094" y="334261"/>
                  </a:lnTo>
                  <a:lnTo>
                    <a:pt x="115394" y="334334"/>
                  </a:lnTo>
                  <a:lnTo>
                    <a:pt x="120694" y="334239"/>
                  </a:lnTo>
                  <a:lnTo>
                    <a:pt x="125988" y="333975"/>
                  </a:lnTo>
                  <a:lnTo>
                    <a:pt x="131272" y="333544"/>
                  </a:lnTo>
                  <a:lnTo>
                    <a:pt x="136539" y="332946"/>
                  </a:lnTo>
                  <a:lnTo>
                    <a:pt x="141784" y="332180"/>
                  </a:lnTo>
                  <a:lnTo>
                    <a:pt x="147003" y="331249"/>
                  </a:lnTo>
                  <a:lnTo>
                    <a:pt x="152189" y="330153"/>
                  </a:lnTo>
                  <a:lnTo>
                    <a:pt x="157338" y="328893"/>
                  </a:lnTo>
                  <a:lnTo>
                    <a:pt x="162445" y="327471"/>
                  </a:lnTo>
                  <a:lnTo>
                    <a:pt x="167503" y="325887"/>
                  </a:lnTo>
                  <a:lnTo>
                    <a:pt x="172509" y="324144"/>
                  </a:lnTo>
                  <a:lnTo>
                    <a:pt x="177458" y="322243"/>
                  </a:lnTo>
                  <a:lnTo>
                    <a:pt x="182343" y="320185"/>
                  </a:lnTo>
                  <a:lnTo>
                    <a:pt x="187161" y="317974"/>
                  </a:lnTo>
                  <a:lnTo>
                    <a:pt x="191906" y="315612"/>
                  </a:lnTo>
                  <a:lnTo>
                    <a:pt x="196574" y="313100"/>
                  </a:lnTo>
                  <a:lnTo>
                    <a:pt x="201160" y="310441"/>
                  </a:lnTo>
                  <a:lnTo>
                    <a:pt x="205660" y="307638"/>
                  </a:lnTo>
                  <a:lnTo>
                    <a:pt x="210068" y="304694"/>
                  </a:lnTo>
                  <a:lnTo>
                    <a:pt x="214381" y="301612"/>
                  </a:lnTo>
                  <a:lnTo>
                    <a:pt x="218593" y="298395"/>
                  </a:lnTo>
                  <a:lnTo>
                    <a:pt x="222702" y="295045"/>
                  </a:lnTo>
                  <a:lnTo>
                    <a:pt x="226703" y="291567"/>
                  </a:lnTo>
                  <a:lnTo>
                    <a:pt x="230591" y="287964"/>
                  </a:lnTo>
                  <a:lnTo>
                    <a:pt x="234363" y="284240"/>
                  </a:lnTo>
                  <a:lnTo>
                    <a:pt x="238015" y="280397"/>
                  </a:lnTo>
                  <a:lnTo>
                    <a:pt x="241543" y="276441"/>
                  </a:lnTo>
                  <a:lnTo>
                    <a:pt x="244944" y="272375"/>
                  </a:lnTo>
                  <a:lnTo>
                    <a:pt x="248214" y="268203"/>
                  </a:lnTo>
                  <a:lnTo>
                    <a:pt x="251351" y="263930"/>
                  </a:lnTo>
                  <a:lnTo>
                    <a:pt x="254350" y="259559"/>
                  </a:lnTo>
                  <a:lnTo>
                    <a:pt x="257210" y="255096"/>
                  </a:lnTo>
                  <a:lnTo>
                    <a:pt x="259926" y="250544"/>
                  </a:lnTo>
                  <a:lnTo>
                    <a:pt x="262497" y="245908"/>
                  </a:lnTo>
                  <a:lnTo>
                    <a:pt x="264919" y="241193"/>
                  </a:lnTo>
                  <a:lnTo>
                    <a:pt x="267191" y="236403"/>
                  </a:lnTo>
                  <a:lnTo>
                    <a:pt x="269310" y="231544"/>
                  </a:lnTo>
                  <a:lnTo>
                    <a:pt x="271273" y="226620"/>
                  </a:lnTo>
                  <a:lnTo>
                    <a:pt x="273080" y="221637"/>
                  </a:lnTo>
                  <a:lnTo>
                    <a:pt x="274727" y="216598"/>
                  </a:lnTo>
                  <a:lnTo>
                    <a:pt x="276214" y="211510"/>
                  </a:lnTo>
                  <a:lnTo>
                    <a:pt x="277539" y="206378"/>
                  </a:lnTo>
                  <a:lnTo>
                    <a:pt x="278701" y="201205"/>
                  </a:lnTo>
                  <a:lnTo>
                    <a:pt x="279698" y="195999"/>
                  </a:lnTo>
                  <a:lnTo>
                    <a:pt x="280529" y="190764"/>
                  </a:lnTo>
                  <a:lnTo>
                    <a:pt x="281194" y="185505"/>
                  </a:lnTo>
                  <a:lnTo>
                    <a:pt x="281692" y="180227"/>
                  </a:lnTo>
                  <a:lnTo>
                    <a:pt x="282022" y="174937"/>
                  </a:lnTo>
                  <a:lnTo>
                    <a:pt x="282185" y="169638"/>
                  </a:lnTo>
                  <a:lnTo>
                    <a:pt x="282179" y="164337"/>
                  </a:lnTo>
                  <a:lnTo>
                    <a:pt x="282005" y="159039"/>
                  </a:lnTo>
                  <a:lnTo>
                    <a:pt x="281664" y="153749"/>
                  </a:lnTo>
                  <a:lnTo>
                    <a:pt x="281154" y="148473"/>
                  </a:lnTo>
                  <a:lnTo>
                    <a:pt x="280478" y="143215"/>
                  </a:lnTo>
                  <a:lnTo>
                    <a:pt x="279636" y="137982"/>
                  </a:lnTo>
                  <a:lnTo>
                    <a:pt x="278628" y="132778"/>
                  </a:lnTo>
                  <a:lnTo>
                    <a:pt x="277455" y="127608"/>
                  </a:lnTo>
                  <a:lnTo>
                    <a:pt x="276119" y="122478"/>
                  </a:lnTo>
                  <a:lnTo>
                    <a:pt x="274621" y="117393"/>
                  </a:lnTo>
                  <a:lnTo>
                    <a:pt x="272963" y="112358"/>
                  </a:lnTo>
                  <a:lnTo>
                    <a:pt x="271146" y="107379"/>
                  </a:lnTo>
                  <a:lnTo>
                    <a:pt x="269171" y="102459"/>
                  </a:lnTo>
                  <a:lnTo>
                    <a:pt x="267042" y="97605"/>
                  </a:lnTo>
                  <a:lnTo>
                    <a:pt x="264760" y="92820"/>
                  </a:lnTo>
                  <a:lnTo>
                    <a:pt x="262328" y="88110"/>
                  </a:lnTo>
                  <a:lnTo>
                    <a:pt x="259747" y="83480"/>
                  </a:lnTo>
                  <a:lnTo>
                    <a:pt x="257021" y="78934"/>
                  </a:lnTo>
                  <a:lnTo>
                    <a:pt x="254152" y="74476"/>
                  </a:lnTo>
                  <a:lnTo>
                    <a:pt x="251143" y="70112"/>
                  </a:lnTo>
                  <a:lnTo>
                    <a:pt x="247997" y="65845"/>
                  </a:lnTo>
                  <a:lnTo>
                    <a:pt x="244718" y="61680"/>
                  </a:lnTo>
                  <a:lnTo>
                    <a:pt x="241308" y="57622"/>
                  </a:lnTo>
                  <a:lnTo>
                    <a:pt x="237771" y="53673"/>
                  </a:lnTo>
                  <a:lnTo>
                    <a:pt x="234111" y="49839"/>
                  </a:lnTo>
                  <a:lnTo>
                    <a:pt x="230331" y="46122"/>
                  </a:lnTo>
                  <a:lnTo>
                    <a:pt x="226436" y="42527"/>
                  </a:lnTo>
                  <a:lnTo>
                    <a:pt x="222428" y="39058"/>
                  </a:lnTo>
                  <a:lnTo>
                    <a:pt x="218312" y="35717"/>
                  </a:lnTo>
                  <a:lnTo>
                    <a:pt x="214092" y="32509"/>
                  </a:lnTo>
                  <a:lnTo>
                    <a:pt x="209773" y="29436"/>
                  </a:lnTo>
                  <a:lnTo>
                    <a:pt x="205358" y="26502"/>
                  </a:lnTo>
                  <a:lnTo>
                    <a:pt x="200853" y="23708"/>
                  </a:lnTo>
                  <a:lnTo>
                    <a:pt x="196261" y="21060"/>
                  </a:lnTo>
                  <a:lnTo>
                    <a:pt x="191588" y="18558"/>
                  </a:lnTo>
                  <a:lnTo>
                    <a:pt x="186838" y="16205"/>
                  </a:lnTo>
                  <a:lnTo>
                    <a:pt x="182015" y="14005"/>
                  </a:lnTo>
                  <a:lnTo>
                    <a:pt x="177125" y="11958"/>
                  </a:lnTo>
                  <a:lnTo>
                    <a:pt x="172173" y="10067"/>
                  </a:lnTo>
                  <a:lnTo>
                    <a:pt x="167163" y="8335"/>
                  </a:lnTo>
                  <a:lnTo>
                    <a:pt x="162101" y="6762"/>
                  </a:lnTo>
                  <a:lnTo>
                    <a:pt x="156991" y="5350"/>
                  </a:lnTo>
                  <a:lnTo>
                    <a:pt x="151840" y="4101"/>
                  </a:lnTo>
                  <a:lnTo>
                    <a:pt x="146651" y="3016"/>
                  </a:lnTo>
                  <a:lnTo>
                    <a:pt x="141430" y="2096"/>
                  </a:lnTo>
                  <a:lnTo>
                    <a:pt x="136183" y="1343"/>
                  </a:lnTo>
                  <a:lnTo>
                    <a:pt x="130915" y="755"/>
                  </a:lnTo>
                  <a:lnTo>
                    <a:pt x="125631" y="336"/>
                  </a:lnTo>
                  <a:lnTo>
                    <a:pt x="120336" y="84"/>
                  </a:lnTo>
                  <a:lnTo>
                    <a:pt x="115036" y="0"/>
                  </a:lnTo>
                  <a:lnTo>
                    <a:pt x="1150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461931" y="1236837"/>
              <a:ext cx="174192" cy="334326"/>
            </a:xfrm>
            <a:custGeom>
              <a:avLst/>
              <a:pathLst>
                <a:path w="174192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6" y="1353"/>
                  </a:lnTo>
                  <a:lnTo>
                    <a:pt x="140659" y="2113"/>
                  </a:lnTo>
                  <a:lnTo>
                    <a:pt x="135419" y="3040"/>
                  </a:lnTo>
                  <a:lnTo>
                    <a:pt x="130210" y="4134"/>
                  </a:lnTo>
                  <a:lnTo>
                    <a:pt x="125039" y="5392"/>
                  </a:lnTo>
                  <a:lnTo>
                    <a:pt x="119911" y="6815"/>
                  </a:lnTo>
                  <a:lnTo>
                    <a:pt x="114831" y="8400"/>
                  </a:lnTo>
                  <a:lnTo>
                    <a:pt x="109804" y="10146"/>
                  </a:lnTo>
                  <a:lnTo>
                    <a:pt x="104834" y="12051"/>
                  </a:lnTo>
                  <a:lnTo>
                    <a:pt x="99928" y="14114"/>
                  </a:lnTo>
                  <a:lnTo>
                    <a:pt x="95091" y="16331"/>
                  </a:lnTo>
                  <a:lnTo>
                    <a:pt x="90326" y="18702"/>
                  </a:lnTo>
                  <a:lnTo>
                    <a:pt x="85639" y="21223"/>
                  </a:lnTo>
                  <a:lnTo>
                    <a:pt x="81035" y="23892"/>
                  </a:lnTo>
                  <a:lnTo>
                    <a:pt x="76518" y="26706"/>
                  </a:lnTo>
                  <a:lnTo>
                    <a:pt x="72092" y="29662"/>
                  </a:lnTo>
                  <a:lnTo>
                    <a:pt x="67764" y="32758"/>
                  </a:lnTo>
                  <a:lnTo>
                    <a:pt x="63535" y="35990"/>
                  </a:lnTo>
                  <a:lnTo>
                    <a:pt x="59412" y="39355"/>
                  </a:lnTo>
                  <a:lnTo>
                    <a:pt x="55399" y="42849"/>
                  </a:lnTo>
                  <a:lnTo>
                    <a:pt x="51498" y="46469"/>
                  </a:lnTo>
                  <a:lnTo>
                    <a:pt x="47715" y="50212"/>
                  </a:lnTo>
                  <a:lnTo>
                    <a:pt x="44052" y="54073"/>
                  </a:lnTo>
                  <a:lnTo>
                    <a:pt x="40515" y="58049"/>
                  </a:lnTo>
                  <a:lnTo>
                    <a:pt x="37106" y="62136"/>
                  </a:lnTo>
                  <a:lnTo>
                    <a:pt x="33828" y="66329"/>
                  </a:lnTo>
                  <a:lnTo>
                    <a:pt x="30686" y="70624"/>
                  </a:lnTo>
                  <a:lnTo>
                    <a:pt x="27682" y="75017"/>
                  </a:lnTo>
                  <a:lnTo>
                    <a:pt x="24819" y="79503"/>
                  </a:lnTo>
                  <a:lnTo>
                    <a:pt x="22101" y="84079"/>
                  </a:lnTo>
                  <a:lnTo>
                    <a:pt x="19530" y="88738"/>
                  </a:lnTo>
                  <a:lnTo>
                    <a:pt x="17108" y="93477"/>
                  </a:lnTo>
                  <a:lnTo>
                    <a:pt x="14838" y="98291"/>
                  </a:lnTo>
                  <a:lnTo>
                    <a:pt x="12723" y="103174"/>
                  </a:lnTo>
                  <a:lnTo>
                    <a:pt x="10764" y="108122"/>
                  </a:lnTo>
                  <a:lnTo>
                    <a:pt x="8964" y="113131"/>
                  </a:lnTo>
                  <a:lnTo>
                    <a:pt x="7324" y="118194"/>
                  </a:lnTo>
                  <a:lnTo>
                    <a:pt x="5846" y="123306"/>
                  </a:lnTo>
                  <a:lnTo>
                    <a:pt x="4532" y="128463"/>
                  </a:lnTo>
                  <a:lnTo>
                    <a:pt x="3382" y="133659"/>
                  </a:lnTo>
                  <a:lnTo>
                    <a:pt x="2399" y="138889"/>
                  </a:lnTo>
                  <a:lnTo>
                    <a:pt x="1582" y="144148"/>
                  </a:lnTo>
                  <a:lnTo>
                    <a:pt x="933" y="149430"/>
                  </a:lnTo>
                  <a:lnTo>
                    <a:pt x="453" y="154731"/>
                  </a:lnTo>
                  <a:lnTo>
                    <a:pt x="142" y="160043"/>
                  </a:lnTo>
                  <a:lnTo>
                    <a:pt x="0" y="165363"/>
                  </a:lnTo>
                  <a:lnTo>
                    <a:pt x="27" y="170685"/>
                  </a:lnTo>
                  <a:lnTo>
                    <a:pt x="223" y="176003"/>
                  </a:lnTo>
                  <a:lnTo>
                    <a:pt x="589" y="181313"/>
                  </a:lnTo>
                  <a:lnTo>
                    <a:pt x="1124" y="186608"/>
                  </a:lnTo>
                  <a:lnTo>
                    <a:pt x="1827" y="191883"/>
                  </a:lnTo>
                  <a:lnTo>
                    <a:pt x="2698" y="197133"/>
                  </a:lnTo>
                  <a:lnTo>
                    <a:pt x="3735" y="202353"/>
                  </a:lnTo>
                  <a:lnTo>
                    <a:pt x="4938" y="207537"/>
                  </a:lnTo>
                  <a:lnTo>
                    <a:pt x="6305" y="212680"/>
                  </a:lnTo>
                  <a:lnTo>
                    <a:pt x="7835" y="217777"/>
                  </a:lnTo>
                  <a:lnTo>
                    <a:pt x="9527" y="222823"/>
                  </a:lnTo>
                  <a:lnTo>
                    <a:pt x="11378" y="227812"/>
                  </a:lnTo>
                  <a:lnTo>
                    <a:pt x="13388" y="232740"/>
                  </a:lnTo>
                  <a:lnTo>
                    <a:pt x="15553" y="237602"/>
                  </a:lnTo>
                  <a:lnTo>
                    <a:pt x="17872" y="242392"/>
                  </a:lnTo>
                  <a:lnTo>
                    <a:pt x="20342" y="247106"/>
                  </a:lnTo>
                  <a:lnTo>
                    <a:pt x="22961" y="251739"/>
                  </a:lnTo>
                  <a:lnTo>
                    <a:pt x="25726" y="256286"/>
                  </a:lnTo>
                  <a:lnTo>
                    <a:pt x="28634" y="260743"/>
                  </a:lnTo>
                  <a:lnTo>
                    <a:pt x="31683" y="265105"/>
                  </a:lnTo>
                  <a:lnTo>
                    <a:pt x="34869" y="269367"/>
                  </a:lnTo>
                  <a:lnTo>
                    <a:pt x="38190" y="273526"/>
                  </a:lnTo>
                  <a:lnTo>
                    <a:pt x="41641" y="277578"/>
                  </a:lnTo>
                  <a:lnTo>
                    <a:pt x="45219" y="281517"/>
                  </a:lnTo>
                  <a:lnTo>
                    <a:pt x="48921" y="285341"/>
                  </a:lnTo>
                  <a:lnTo>
                    <a:pt x="52742" y="289044"/>
                  </a:lnTo>
                  <a:lnTo>
                    <a:pt x="56680" y="292625"/>
                  </a:lnTo>
                  <a:lnTo>
                    <a:pt x="60729" y="296078"/>
                  </a:lnTo>
                  <a:lnTo>
                    <a:pt x="64886" y="299400"/>
                  </a:lnTo>
                  <a:lnTo>
                    <a:pt x="69147" y="302589"/>
                  </a:lnTo>
                  <a:lnTo>
                    <a:pt x="73508" y="305640"/>
                  </a:lnTo>
                  <a:lnTo>
                    <a:pt x="77963" y="308551"/>
                  </a:lnTo>
                  <a:lnTo>
                    <a:pt x="82509" y="311318"/>
                  </a:lnTo>
                  <a:lnTo>
                    <a:pt x="87140" y="313940"/>
                  </a:lnTo>
                  <a:lnTo>
                    <a:pt x="91853" y="316412"/>
                  </a:lnTo>
                  <a:lnTo>
                    <a:pt x="96642" y="318734"/>
                  </a:lnTo>
                  <a:lnTo>
                    <a:pt x="101502" y="320902"/>
                  </a:lnTo>
                  <a:lnTo>
                    <a:pt x="106429" y="322914"/>
                  </a:lnTo>
                  <a:lnTo>
                    <a:pt x="111417" y="324768"/>
                  </a:lnTo>
                  <a:lnTo>
                    <a:pt x="116462" y="326462"/>
                  </a:lnTo>
                  <a:lnTo>
                    <a:pt x="121558" y="327995"/>
                  </a:lnTo>
                  <a:lnTo>
                    <a:pt x="126701" y="329365"/>
                  </a:lnTo>
                  <a:lnTo>
                    <a:pt x="131884" y="330571"/>
                  </a:lnTo>
                  <a:lnTo>
                    <a:pt x="137104" y="331611"/>
                  </a:lnTo>
                  <a:lnTo>
                    <a:pt x="142353" y="332484"/>
                  </a:lnTo>
                  <a:lnTo>
                    <a:pt x="147628" y="333190"/>
                  </a:lnTo>
                  <a:lnTo>
                    <a:pt x="152923" y="333727"/>
                  </a:lnTo>
                  <a:lnTo>
                    <a:pt x="158232" y="334096"/>
                  </a:lnTo>
                  <a:lnTo>
                    <a:pt x="163550" y="334295"/>
                  </a:lnTo>
                  <a:lnTo>
                    <a:pt x="168872" y="334326"/>
                  </a:lnTo>
                  <a:lnTo>
                    <a:pt x="174192" y="334186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629088" y="1404005"/>
              <a:ext cx="7034" cy="167019"/>
            </a:xfrm>
            <a:custGeom>
              <a:avLst/>
              <a:pathLst>
                <a:path w="7034" h="167019">
                  <a:moveTo>
                    <a:pt x="7034" y="16701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629088" y="1239636"/>
              <a:ext cx="167159" cy="331388"/>
            </a:xfrm>
            <a:custGeom>
              <a:avLst/>
              <a:pathLst>
                <a:path w="167159" h="331388">
                  <a:moveTo>
                    <a:pt x="7034" y="331388"/>
                  </a:moveTo>
                  <a:lnTo>
                    <a:pt x="12382" y="331077"/>
                  </a:lnTo>
                  <a:lnTo>
                    <a:pt x="17717" y="330594"/>
                  </a:lnTo>
                  <a:lnTo>
                    <a:pt x="23034" y="329941"/>
                  </a:lnTo>
                  <a:lnTo>
                    <a:pt x="28328" y="329118"/>
                  </a:lnTo>
                  <a:lnTo>
                    <a:pt x="33592" y="328126"/>
                  </a:lnTo>
                  <a:lnTo>
                    <a:pt x="38822" y="326966"/>
                  </a:lnTo>
                  <a:lnTo>
                    <a:pt x="44012" y="325638"/>
                  </a:lnTo>
                  <a:lnTo>
                    <a:pt x="49156" y="324145"/>
                  </a:lnTo>
                  <a:lnTo>
                    <a:pt x="54251" y="322488"/>
                  </a:lnTo>
                  <a:lnTo>
                    <a:pt x="59289" y="320669"/>
                  </a:lnTo>
                  <a:lnTo>
                    <a:pt x="64267" y="318689"/>
                  </a:lnTo>
                  <a:lnTo>
                    <a:pt x="69178" y="316550"/>
                  </a:lnTo>
                  <a:lnTo>
                    <a:pt x="74019" y="314255"/>
                  </a:lnTo>
                  <a:lnTo>
                    <a:pt x="78783" y="311807"/>
                  </a:lnTo>
                  <a:lnTo>
                    <a:pt x="83467" y="309207"/>
                  </a:lnTo>
                  <a:lnTo>
                    <a:pt x="88065" y="306458"/>
                  </a:lnTo>
                  <a:lnTo>
                    <a:pt x="92573" y="303563"/>
                  </a:lnTo>
                  <a:lnTo>
                    <a:pt x="96985" y="300526"/>
                  </a:lnTo>
                  <a:lnTo>
                    <a:pt x="101298" y="297348"/>
                  </a:lnTo>
                  <a:lnTo>
                    <a:pt x="105507" y="294034"/>
                  </a:lnTo>
                  <a:lnTo>
                    <a:pt x="109607" y="290587"/>
                  </a:lnTo>
                  <a:lnTo>
                    <a:pt x="113595" y="287010"/>
                  </a:lnTo>
                  <a:lnTo>
                    <a:pt x="117466" y="283307"/>
                  </a:lnTo>
                  <a:lnTo>
                    <a:pt x="121217" y="279483"/>
                  </a:lnTo>
                  <a:lnTo>
                    <a:pt x="124843" y="275539"/>
                  </a:lnTo>
                  <a:lnTo>
                    <a:pt x="128341" y="271482"/>
                  </a:lnTo>
                  <a:lnTo>
                    <a:pt x="131707" y="267315"/>
                  </a:lnTo>
                  <a:lnTo>
                    <a:pt x="134938" y="263042"/>
                  </a:lnTo>
                  <a:lnTo>
                    <a:pt x="138031" y="258668"/>
                  </a:lnTo>
                  <a:lnTo>
                    <a:pt x="140981" y="254197"/>
                  </a:lnTo>
                  <a:lnTo>
                    <a:pt x="143787" y="249633"/>
                  </a:lnTo>
                  <a:lnTo>
                    <a:pt x="146445" y="244982"/>
                  </a:lnTo>
                  <a:lnTo>
                    <a:pt x="148953" y="240249"/>
                  </a:lnTo>
                  <a:lnTo>
                    <a:pt x="151308" y="235437"/>
                  </a:lnTo>
                  <a:lnTo>
                    <a:pt x="153507" y="230552"/>
                  </a:lnTo>
                  <a:lnTo>
                    <a:pt x="155549" y="225600"/>
                  </a:lnTo>
                  <a:lnTo>
                    <a:pt x="157431" y="220584"/>
                  </a:lnTo>
                  <a:lnTo>
                    <a:pt x="159152" y="215511"/>
                  </a:lnTo>
                  <a:lnTo>
                    <a:pt x="160709" y="210385"/>
                  </a:lnTo>
                  <a:lnTo>
                    <a:pt x="162101" y="205212"/>
                  </a:lnTo>
                  <a:lnTo>
                    <a:pt x="163326" y="199997"/>
                  </a:lnTo>
                  <a:lnTo>
                    <a:pt x="164384" y="194746"/>
                  </a:lnTo>
                  <a:lnTo>
                    <a:pt x="165273" y="189463"/>
                  </a:lnTo>
                  <a:lnTo>
                    <a:pt x="165992" y="184155"/>
                  </a:lnTo>
                  <a:lnTo>
                    <a:pt x="166541" y="178826"/>
                  </a:lnTo>
                  <a:lnTo>
                    <a:pt x="166918" y="173482"/>
                  </a:lnTo>
                  <a:lnTo>
                    <a:pt x="167125" y="168129"/>
                  </a:lnTo>
                  <a:lnTo>
                    <a:pt x="167159" y="162773"/>
                  </a:lnTo>
                  <a:lnTo>
                    <a:pt x="167022" y="157417"/>
                  </a:lnTo>
                  <a:lnTo>
                    <a:pt x="166714" y="152069"/>
                  </a:lnTo>
                  <a:lnTo>
                    <a:pt x="166234" y="146734"/>
                  </a:lnTo>
                  <a:lnTo>
                    <a:pt x="165584" y="141416"/>
                  </a:lnTo>
                  <a:lnTo>
                    <a:pt x="164763" y="136123"/>
                  </a:lnTo>
                  <a:lnTo>
                    <a:pt x="163774" y="130858"/>
                  </a:lnTo>
                  <a:lnTo>
                    <a:pt x="162616" y="125628"/>
                  </a:lnTo>
                  <a:lnTo>
                    <a:pt x="161291" y="120437"/>
                  </a:lnTo>
                  <a:lnTo>
                    <a:pt x="159801" y="115292"/>
                  </a:lnTo>
                  <a:lnTo>
                    <a:pt x="158146" y="110197"/>
                  </a:lnTo>
                  <a:lnTo>
                    <a:pt x="156329" y="105157"/>
                  </a:lnTo>
                  <a:lnTo>
                    <a:pt x="154352" y="100178"/>
                  </a:lnTo>
                  <a:lnTo>
                    <a:pt x="152216" y="95266"/>
                  </a:lnTo>
                  <a:lnTo>
                    <a:pt x="149923" y="90424"/>
                  </a:lnTo>
                  <a:lnTo>
                    <a:pt x="147477" y="85658"/>
                  </a:lnTo>
                  <a:lnTo>
                    <a:pt x="144879" y="80973"/>
                  </a:lnTo>
                  <a:lnTo>
                    <a:pt x="142133" y="76374"/>
                  </a:lnTo>
                  <a:lnTo>
                    <a:pt x="139240" y="71865"/>
                  </a:lnTo>
                  <a:lnTo>
                    <a:pt x="136205" y="67451"/>
                  </a:lnTo>
                  <a:lnTo>
                    <a:pt x="133030" y="63137"/>
                  </a:lnTo>
                  <a:lnTo>
                    <a:pt x="129718" y="58926"/>
                  </a:lnTo>
                  <a:lnTo>
                    <a:pt x="126273" y="54824"/>
                  </a:lnTo>
                  <a:lnTo>
                    <a:pt x="122698" y="50834"/>
                  </a:lnTo>
                  <a:lnTo>
                    <a:pt x="118997" y="46961"/>
                  </a:lnTo>
                  <a:lnTo>
                    <a:pt x="115174" y="43208"/>
                  </a:lnTo>
                  <a:lnTo>
                    <a:pt x="111233" y="39580"/>
                  </a:lnTo>
                  <a:lnTo>
                    <a:pt x="107177" y="36080"/>
                  </a:lnTo>
                  <a:lnTo>
                    <a:pt x="103012" y="32712"/>
                  </a:lnTo>
                  <a:lnTo>
                    <a:pt x="98740" y="29479"/>
                  </a:lnTo>
                  <a:lnTo>
                    <a:pt x="94368" y="26384"/>
                  </a:lnTo>
                  <a:lnTo>
                    <a:pt x="89898" y="23432"/>
                  </a:lnTo>
                  <a:lnTo>
                    <a:pt x="85336" y="20623"/>
                  </a:lnTo>
                  <a:lnTo>
                    <a:pt x="80686" y="17963"/>
                  </a:lnTo>
                  <a:lnTo>
                    <a:pt x="75954" y="15453"/>
                  </a:lnTo>
                  <a:lnTo>
                    <a:pt x="71144" y="13096"/>
                  </a:lnTo>
                  <a:lnTo>
                    <a:pt x="66260" y="10894"/>
                  </a:lnTo>
                  <a:lnTo>
                    <a:pt x="61308" y="8849"/>
                  </a:lnTo>
                  <a:lnTo>
                    <a:pt x="56294" y="6965"/>
                  </a:lnTo>
                  <a:lnTo>
                    <a:pt x="51222" y="5242"/>
                  </a:lnTo>
                  <a:lnTo>
                    <a:pt x="46097" y="3682"/>
                  </a:lnTo>
                  <a:lnTo>
                    <a:pt x="40924" y="2288"/>
                  </a:lnTo>
                  <a:lnTo>
                    <a:pt x="35710" y="1060"/>
                  </a:lnTo>
                  <a:lnTo>
                    <a:pt x="30459" y="0"/>
                  </a:lnTo>
                  <a:lnTo>
                    <a:pt x="0" y="1643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629088" y="1236837"/>
              <a:ext cx="30459" cy="167167"/>
            </a:xfrm>
            <a:custGeom>
              <a:avLst/>
              <a:pathLst>
                <a:path w="30459" h="167167">
                  <a:moveTo>
                    <a:pt x="30459" y="2798"/>
                  </a:moveTo>
                  <a:lnTo>
                    <a:pt x="22900" y="1576"/>
                  </a:lnTo>
                  <a:lnTo>
                    <a:pt x="15293" y="701"/>
                  </a:lnTo>
                  <a:lnTo>
                    <a:pt x="7655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93905" y="1546402"/>
              <a:ext cx="118661" cy="167167"/>
            </a:xfrm>
            <a:custGeom>
              <a:avLst/>
              <a:pathLst>
                <a:path w="118661" h="167167">
                  <a:moveTo>
                    <a:pt x="118661" y="0"/>
                  </a:moveTo>
                  <a:lnTo>
                    <a:pt x="113165" y="90"/>
                  </a:lnTo>
                  <a:lnTo>
                    <a:pt x="107674" y="361"/>
                  </a:lnTo>
                  <a:lnTo>
                    <a:pt x="102195" y="812"/>
                  </a:lnTo>
                  <a:lnTo>
                    <a:pt x="96735" y="1444"/>
                  </a:lnTo>
                  <a:lnTo>
                    <a:pt x="91297" y="2254"/>
                  </a:lnTo>
                  <a:lnTo>
                    <a:pt x="85890" y="3243"/>
                  </a:lnTo>
                  <a:lnTo>
                    <a:pt x="80518" y="4409"/>
                  </a:lnTo>
                  <a:lnTo>
                    <a:pt x="75187" y="5752"/>
                  </a:lnTo>
                  <a:lnTo>
                    <a:pt x="69903" y="7268"/>
                  </a:lnTo>
                  <a:lnTo>
                    <a:pt x="64672" y="8958"/>
                  </a:lnTo>
                  <a:lnTo>
                    <a:pt x="59499" y="10819"/>
                  </a:lnTo>
                  <a:lnTo>
                    <a:pt x="54390" y="12848"/>
                  </a:lnTo>
                  <a:lnTo>
                    <a:pt x="49351" y="15045"/>
                  </a:lnTo>
                  <a:lnTo>
                    <a:pt x="44387" y="17406"/>
                  </a:lnTo>
                  <a:lnTo>
                    <a:pt x="39503" y="19929"/>
                  </a:lnTo>
                  <a:lnTo>
                    <a:pt x="34704" y="22612"/>
                  </a:lnTo>
                  <a:lnTo>
                    <a:pt x="29997" y="25450"/>
                  </a:lnTo>
                  <a:lnTo>
                    <a:pt x="25385" y="28442"/>
                  </a:lnTo>
                  <a:lnTo>
                    <a:pt x="20874" y="31584"/>
                  </a:lnTo>
                  <a:lnTo>
                    <a:pt x="16469" y="34873"/>
                  </a:lnTo>
                  <a:lnTo>
                    <a:pt x="12174" y="38305"/>
                  </a:lnTo>
                  <a:lnTo>
                    <a:pt x="7995" y="41875"/>
                  </a:lnTo>
                  <a:lnTo>
                    <a:pt x="3935" y="45582"/>
                  </a:lnTo>
                  <a:lnTo>
                    <a:pt x="0" y="49420"/>
                  </a:lnTo>
                  <a:lnTo>
                    <a:pt x="1186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93905" y="1595822"/>
              <a:ext cx="118661" cy="117747"/>
            </a:xfrm>
            <a:custGeom>
              <a:avLst/>
              <a:pathLst>
                <a:path w="118661" h="117747">
                  <a:moveTo>
                    <a:pt x="0" y="0"/>
                  </a:moveTo>
                  <a:lnTo>
                    <a:pt x="118661" y="117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45414" y="1575236"/>
              <a:ext cx="334308" cy="305500"/>
            </a:xfrm>
            <a:custGeom>
              <a:avLst/>
              <a:pathLst>
                <a:path w="334308" h="305500">
                  <a:moveTo>
                    <a:pt x="48490" y="20586"/>
                  </a:moveTo>
                  <a:lnTo>
                    <a:pt x="44806" y="24419"/>
                  </a:lnTo>
                  <a:lnTo>
                    <a:pt x="41245" y="28367"/>
                  </a:lnTo>
                  <a:lnTo>
                    <a:pt x="37812" y="32426"/>
                  </a:lnTo>
                  <a:lnTo>
                    <a:pt x="34510" y="36592"/>
                  </a:lnTo>
                  <a:lnTo>
                    <a:pt x="31342" y="40862"/>
                  </a:lnTo>
                  <a:lnTo>
                    <a:pt x="28311" y="45230"/>
                  </a:lnTo>
                  <a:lnTo>
                    <a:pt x="25421" y="49692"/>
                  </a:lnTo>
                  <a:lnTo>
                    <a:pt x="22674" y="54243"/>
                  </a:lnTo>
                  <a:lnTo>
                    <a:pt x="20073" y="58880"/>
                  </a:lnTo>
                  <a:lnTo>
                    <a:pt x="17621" y="63597"/>
                  </a:lnTo>
                  <a:lnTo>
                    <a:pt x="15320" y="68390"/>
                  </a:lnTo>
                  <a:lnTo>
                    <a:pt x="13173" y="73253"/>
                  </a:lnTo>
                  <a:lnTo>
                    <a:pt x="11181" y="78182"/>
                  </a:lnTo>
                  <a:lnTo>
                    <a:pt x="9347" y="83172"/>
                  </a:lnTo>
                  <a:lnTo>
                    <a:pt x="7673" y="88218"/>
                  </a:lnTo>
                  <a:lnTo>
                    <a:pt x="6160" y="93315"/>
                  </a:lnTo>
                  <a:lnTo>
                    <a:pt x="4810" y="98457"/>
                  </a:lnTo>
                  <a:lnTo>
                    <a:pt x="3624" y="103639"/>
                  </a:lnTo>
                  <a:lnTo>
                    <a:pt x="2603" y="108857"/>
                  </a:lnTo>
                  <a:lnTo>
                    <a:pt x="1749" y="114104"/>
                  </a:lnTo>
                  <a:lnTo>
                    <a:pt x="1063" y="119376"/>
                  </a:lnTo>
                  <a:lnTo>
                    <a:pt x="544" y="124667"/>
                  </a:lnTo>
                  <a:lnTo>
                    <a:pt x="193" y="129971"/>
                  </a:lnTo>
                  <a:lnTo>
                    <a:pt x="12" y="135285"/>
                  </a:lnTo>
                  <a:lnTo>
                    <a:pt x="0" y="140601"/>
                  </a:lnTo>
                  <a:lnTo>
                    <a:pt x="156" y="145915"/>
                  </a:lnTo>
                  <a:lnTo>
                    <a:pt x="482" y="151221"/>
                  </a:lnTo>
                  <a:lnTo>
                    <a:pt x="976" y="156515"/>
                  </a:lnTo>
                  <a:lnTo>
                    <a:pt x="1638" y="161790"/>
                  </a:lnTo>
                  <a:lnTo>
                    <a:pt x="2468" y="167041"/>
                  </a:lnTo>
                  <a:lnTo>
                    <a:pt x="3464" y="172263"/>
                  </a:lnTo>
                  <a:lnTo>
                    <a:pt x="4625" y="177451"/>
                  </a:lnTo>
                  <a:lnTo>
                    <a:pt x="5951" y="182599"/>
                  </a:lnTo>
                  <a:lnTo>
                    <a:pt x="7441" y="187703"/>
                  </a:lnTo>
                  <a:lnTo>
                    <a:pt x="9091" y="192756"/>
                  </a:lnTo>
                  <a:lnTo>
                    <a:pt x="10902" y="197755"/>
                  </a:lnTo>
                  <a:lnTo>
                    <a:pt x="12870" y="202693"/>
                  </a:lnTo>
                  <a:lnTo>
                    <a:pt x="14995" y="207567"/>
                  </a:lnTo>
                  <a:lnTo>
                    <a:pt x="17273" y="212370"/>
                  </a:lnTo>
                  <a:lnTo>
                    <a:pt x="19703" y="217098"/>
                  </a:lnTo>
                  <a:lnTo>
                    <a:pt x="22283" y="221747"/>
                  </a:lnTo>
                  <a:lnTo>
                    <a:pt x="25008" y="226312"/>
                  </a:lnTo>
                  <a:lnTo>
                    <a:pt x="27878" y="230787"/>
                  </a:lnTo>
                  <a:lnTo>
                    <a:pt x="30888" y="235169"/>
                  </a:lnTo>
                  <a:lnTo>
                    <a:pt x="34036" y="239453"/>
                  </a:lnTo>
                  <a:lnTo>
                    <a:pt x="37319" y="243635"/>
                  </a:lnTo>
                  <a:lnTo>
                    <a:pt x="40733" y="247710"/>
                  </a:lnTo>
                  <a:lnTo>
                    <a:pt x="44275" y="251675"/>
                  </a:lnTo>
                  <a:lnTo>
                    <a:pt x="47941" y="255525"/>
                  </a:lnTo>
                  <a:lnTo>
                    <a:pt x="51728" y="259256"/>
                  </a:lnTo>
                  <a:lnTo>
                    <a:pt x="55632" y="262865"/>
                  </a:lnTo>
                  <a:lnTo>
                    <a:pt x="59648" y="266348"/>
                  </a:lnTo>
                  <a:lnTo>
                    <a:pt x="63773" y="269702"/>
                  </a:lnTo>
                  <a:lnTo>
                    <a:pt x="68003" y="272923"/>
                  </a:lnTo>
                  <a:lnTo>
                    <a:pt x="72332" y="276008"/>
                  </a:lnTo>
                  <a:lnTo>
                    <a:pt x="76758" y="278953"/>
                  </a:lnTo>
                  <a:lnTo>
                    <a:pt x="81275" y="281756"/>
                  </a:lnTo>
                  <a:lnTo>
                    <a:pt x="85879" y="284415"/>
                  </a:lnTo>
                  <a:lnTo>
                    <a:pt x="90566" y="286925"/>
                  </a:lnTo>
                  <a:lnTo>
                    <a:pt x="95329" y="289285"/>
                  </a:lnTo>
                  <a:lnTo>
                    <a:pt x="100166" y="291493"/>
                  </a:lnTo>
                  <a:lnTo>
                    <a:pt x="105070" y="293545"/>
                  </a:lnTo>
                  <a:lnTo>
                    <a:pt x="110037" y="295441"/>
                  </a:lnTo>
                  <a:lnTo>
                    <a:pt x="115062" y="297178"/>
                  </a:lnTo>
                  <a:lnTo>
                    <a:pt x="120139" y="298754"/>
                  </a:lnTo>
                  <a:lnTo>
                    <a:pt x="125264" y="300167"/>
                  </a:lnTo>
                  <a:lnTo>
                    <a:pt x="130431" y="301418"/>
                  </a:lnTo>
                  <a:lnTo>
                    <a:pt x="135635" y="302503"/>
                  </a:lnTo>
                  <a:lnTo>
                    <a:pt x="140872" y="303422"/>
                  </a:lnTo>
                  <a:lnTo>
                    <a:pt x="146135" y="304174"/>
                  </a:lnTo>
                  <a:lnTo>
                    <a:pt x="151419" y="304759"/>
                  </a:lnTo>
                  <a:lnTo>
                    <a:pt x="156719" y="305175"/>
                  </a:lnTo>
                  <a:lnTo>
                    <a:pt x="162029" y="305422"/>
                  </a:lnTo>
                  <a:lnTo>
                    <a:pt x="167345" y="305500"/>
                  </a:lnTo>
                  <a:lnTo>
                    <a:pt x="172661" y="305410"/>
                  </a:lnTo>
                  <a:lnTo>
                    <a:pt x="177971" y="305150"/>
                  </a:lnTo>
                  <a:lnTo>
                    <a:pt x="183270" y="304722"/>
                  </a:lnTo>
                  <a:lnTo>
                    <a:pt x="188552" y="304125"/>
                  </a:lnTo>
                  <a:lnTo>
                    <a:pt x="193814" y="303361"/>
                  </a:lnTo>
                  <a:lnTo>
                    <a:pt x="199048" y="302429"/>
                  </a:lnTo>
                  <a:lnTo>
                    <a:pt x="204250" y="301332"/>
                  </a:lnTo>
                  <a:lnTo>
                    <a:pt x="209414" y="300070"/>
                  </a:lnTo>
                  <a:lnTo>
                    <a:pt x="214536" y="298644"/>
                  </a:lnTo>
                  <a:lnTo>
                    <a:pt x="219609" y="297057"/>
                  </a:lnTo>
                  <a:lnTo>
                    <a:pt x="224630" y="295308"/>
                  </a:lnTo>
                  <a:lnTo>
                    <a:pt x="229592" y="293401"/>
                  </a:lnTo>
                  <a:lnTo>
                    <a:pt x="234492" y="291337"/>
                  </a:lnTo>
                  <a:lnTo>
                    <a:pt x="239323" y="289119"/>
                  </a:lnTo>
                  <a:lnTo>
                    <a:pt x="244081" y="286747"/>
                  </a:lnTo>
                  <a:lnTo>
                    <a:pt x="248762" y="284226"/>
                  </a:lnTo>
                  <a:lnTo>
                    <a:pt x="253360" y="281557"/>
                  </a:lnTo>
                  <a:lnTo>
                    <a:pt x="257870" y="278743"/>
                  </a:lnTo>
                  <a:lnTo>
                    <a:pt x="262289" y="275788"/>
                  </a:lnTo>
                  <a:lnTo>
                    <a:pt x="266612" y="272693"/>
                  </a:lnTo>
                  <a:lnTo>
                    <a:pt x="270834" y="269462"/>
                  </a:lnTo>
                  <a:lnTo>
                    <a:pt x="274951" y="266099"/>
                  </a:lnTo>
                  <a:lnTo>
                    <a:pt x="278960" y="262607"/>
                  </a:lnTo>
                  <a:lnTo>
                    <a:pt x="282855" y="258988"/>
                  </a:lnTo>
                  <a:lnTo>
                    <a:pt x="286633" y="255248"/>
                  </a:lnTo>
                  <a:lnTo>
                    <a:pt x="290290" y="251390"/>
                  </a:lnTo>
                  <a:lnTo>
                    <a:pt x="293823" y="247417"/>
                  </a:lnTo>
                  <a:lnTo>
                    <a:pt x="297228" y="243334"/>
                  </a:lnTo>
                  <a:lnTo>
                    <a:pt x="300501" y="239145"/>
                  </a:lnTo>
                  <a:lnTo>
                    <a:pt x="303639" y="234853"/>
                  </a:lnTo>
                  <a:lnTo>
                    <a:pt x="306639" y="230464"/>
                  </a:lnTo>
                  <a:lnTo>
                    <a:pt x="309498" y="225982"/>
                  </a:lnTo>
                  <a:lnTo>
                    <a:pt x="312213" y="221412"/>
                  </a:lnTo>
                  <a:lnTo>
                    <a:pt x="314782" y="216757"/>
                  </a:lnTo>
                  <a:lnTo>
                    <a:pt x="317201" y="212023"/>
                  </a:lnTo>
                  <a:lnTo>
                    <a:pt x="319468" y="207214"/>
                  </a:lnTo>
                  <a:lnTo>
                    <a:pt x="321581" y="202336"/>
                  </a:lnTo>
                  <a:lnTo>
                    <a:pt x="323539" y="197393"/>
                  </a:lnTo>
                  <a:lnTo>
                    <a:pt x="325337" y="192390"/>
                  </a:lnTo>
                  <a:lnTo>
                    <a:pt x="326976" y="187333"/>
                  </a:lnTo>
                  <a:lnTo>
                    <a:pt x="328454" y="182226"/>
                  </a:lnTo>
                  <a:lnTo>
                    <a:pt x="329768" y="177074"/>
                  </a:lnTo>
                  <a:lnTo>
                    <a:pt x="330918" y="171884"/>
                  </a:lnTo>
                  <a:lnTo>
                    <a:pt x="331902" y="166659"/>
                  </a:lnTo>
                  <a:lnTo>
                    <a:pt x="332719" y="161406"/>
                  </a:lnTo>
                  <a:lnTo>
                    <a:pt x="333369" y="156130"/>
                  </a:lnTo>
                  <a:lnTo>
                    <a:pt x="333851" y="150835"/>
                  </a:lnTo>
                  <a:lnTo>
                    <a:pt x="334164" y="145528"/>
                  </a:lnTo>
                  <a:lnTo>
                    <a:pt x="334308" y="140214"/>
                  </a:lnTo>
                  <a:lnTo>
                    <a:pt x="334284" y="134898"/>
                  </a:lnTo>
                  <a:lnTo>
                    <a:pt x="334090" y="129585"/>
                  </a:lnTo>
                  <a:lnTo>
                    <a:pt x="333727" y="124281"/>
                  </a:lnTo>
                  <a:lnTo>
                    <a:pt x="333196" y="118991"/>
                  </a:lnTo>
                  <a:lnTo>
                    <a:pt x="332497" y="113721"/>
                  </a:lnTo>
                  <a:lnTo>
                    <a:pt x="331631" y="108476"/>
                  </a:lnTo>
                  <a:lnTo>
                    <a:pt x="330598" y="103261"/>
                  </a:lnTo>
                  <a:lnTo>
                    <a:pt x="329400" y="98081"/>
                  </a:lnTo>
                  <a:lnTo>
                    <a:pt x="328038" y="92942"/>
                  </a:lnTo>
                  <a:lnTo>
                    <a:pt x="326514" y="87849"/>
                  </a:lnTo>
                  <a:lnTo>
                    <a:pt x="324828" y="82807"/>
                  </a:lnTo>
                  <a:lnTo>
                    <a:pt x="322982" y="77821"/>
                  </a:lnTo>
                  <a:lnTo>
                    <a:pt x="320979" y="72897"/>
                  </a:lnTo>
                  <a:lnTo>
                    <a:pt x="318821" y="68038"/>
                  </a:lnTo>
                  <a:lnTo>
                    <a:pt x="316509" y="63251"/>
                  </a:lnTo>
                  <a:lnTo>
                    <a:pt x="314046" y="58540"/>
                  </a:lnTo>
                  <a:lnTo>
                    <a:pt x="311434" y="53909"/>
                  </a:lnTo>
                  <a:lnTo>
                    <a:pt x="308677" y="49364"/>
                  </a:lnTo>
                  <a:lnTo>
                    <a:pt x="305776" y="44908"/>
                  </a:lnTo>
                  <a:lnTo>
                    <a:pt x="302735" y="40548"/>
                  </a:lnTo>
                  <a:lnTo>
                    <a:pt x="299557" y="36286"/>
                  </a:lnTo>
                  <a:lnTo>
                    <a:pt x="296245" y="32127"/>
                  </a:lnTo>
                  <a:lnTo>
                    <a:pt x="292803" y="28076"/>
                  </a:lnTo>
                  <a:lnTo>
                    <a:pt x="289233" y="24136"/>
                  </a:lnTo>
                  <a:lnTo>
                    <a:pt x="285540" y="20312"/>
                  </a:lnTo>
                  <a:lnTo>
                    <a:pt x="281728" y="16607"/>
                  </a:lnTo>
                  <a:lnTo>
                    <a:pt x="277799" y="13025"/>
                  </a:lnTo>
                  <a:lnTo>
                    <a:pt x="273758" y="9570"/>
                  </a:lnTo>
                  <a:lnTo>
                    <a:pt x="269610" y="6245"/>
                  </a:lnTo>
                  <a:lnTo>
                    <a:pt x="265358" y="3054"/>
                  </a:lnTo>
                  <a:lnTo>
                    <a:pt x="261007" y="0"/>
                  </a:lnTo>
                  <a:lnTo>
                    <a:pt x="167152" y="1383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212566" y="1546402"/>
              <a:ext cx="93855" cy="167167"/>
            </a:xfrm>
            <a:custGeom>
              <a:avLst/>
              <a:pathLst>
                <a:path w="93855" h="167167">
                  <a:moveTo>
                    <a:pt x="93855" y="28833"/>
                  </a:moveTo>
                  <a:lnTo>
                    <a:pt x="88947" y="25628"/>
                  </a:lnTo>
                  <a:lnTo>
                    <a:pt x="83930" y="22596"/>
                  </a:lnTo>
                  <a:lnTo>
                    <a:pt x="78810" y="19743"/>
                  </a:lnTo>
                  <a:lnTo>
                    <a:pt x="73593" y="17070"/>
                  </a:lnTo>
                  <a:lnTo>
                    <a:pt x="68285" y="14583"/>
                  </a:lnTo>
                  <a:lnTo>
                    <a:pt x="62894" y="12282"/>
                  </a:lnTo>
                  <a:lnTo>
                    <a:pt x="57425" y="10173"/>
                  </a:lnTo>
                  <a:lnTo>
                    <a:pt x="51886" y="8256"/>
                  </a:lnTo>
                  <a:lnTo>
                    <a:pt x="46283" y="6534"/>
                  </a:lnTo>
                  <a:lnTo>
                    <a:pt x="40622" y="5010"/>
                  </a:lnTo>
                  <a:lnTo>
                    <a:pt x="34912" y="3686"/>
                  </a:lnTo>
                  <a:lnTo>
                    <a:pt x="29159" y="2562"/>
                  </a:lnTo>
                  <a:lnTo>
                    <a:pt x="23371" y="1641"/>
                  </a:lnTo>
                  <a:lnTo>
                    <a:pt x="17553" y="924"/>
                  </a:lnTo>
                  <a:lnTo>
                    <a:pt x="11714" y="410"/>
                  </a:lnTo>
                  <a:lnTo>
                    <a:pt x="5860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91803" y="1943516"/>
              <a:ext cx="86980" cy="167167"/>
            </a:xfrm>
            <a:custGeom>
              <a:avLst/>
              <a:pathLst>
                <a:path w="86980" h="167167">
                  <a:moveTo>
                    <a:pt x="86980" y="0"/>
                  </a:moveTo>
                  <a:lnTo>
                    <a:pt x="81264" y="97"/>
                  </a:lnTo>
                  <a:lnTo>
                    <a:pt x="75554" y="390"/>
                  </a:lnTo>
                  <a:lnTo>
                    <a:pt x="69858" y="879"/>
                  </a:lnTo>
                  <a:lnTo>
                    <a:pt x="64182" y="1561"/>
                  </a:lnTo>
                  <a:lnTo>
                    <a:pt x="58532" y="2438"/>
                  </a:lnTo>
                  <a:lnTo>
                    <a:pt x="52916" y="3507"/>
                  </a:lnTo>
                  <a:lnTo>
                    <a:pt x="47340" y="4767"/>
                  </a:lnTo>
                  <a:lnTo>
                    <a:pt x="41809" y="6218"/>
                  </a:lnTo>
                  <a:lnTo>
                    <a:pt x="36332" y="7857"/>
                  </a:lnTo>
                  <a:lnTo>
                    <a:pt x="30914" y="9682"/>
                  </a:lnTo>
                  <a:lnTo>
                    <a:pt x="25562" y="11691"/>
                  </a:lnTo>
                  <a:lnTo>
                    <a:pt x="20281" y="13882"/>
                  </a:lnTo>
                  <a:lnTo>
                    <a:pt x="15079" y="16253"/>
                  </a:lnTo>
                  <a:lnTo>
                    <a:pt x="9960" y="18799"/>
                  </a:lnTo>
                  <a:lnTo>
                    <a:pt x="4932" y="21520"/>
                  </a:lnTo>
                  <a:lnTo>
                    <a:pt x="0" y="24411"/>
                  </a:lnTo>
                  <a:lnTo>
                    <a:pt x="8698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1803" y="1967927"/>
              <a:ext cx="86980" cy="142756"/>
            </a:xfrm>
            <a:custGeom>
              <a:avLst/>
              <a:pathLst>
                <a:path w="86980" h="142756">
                  <a:moveTo>
                    <a:pt x="0" y="0"/>
                  </a:moveTo>
                  <a:lnTo>
                    <a:pt x="86980" y="1427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1714" y="1967981"/>
              <a:ext cx="87068" cy="142702"/>
            </a:xfrm>
            <a:custGeom>
              <a:avLst/>
              <a:pathLst>
                <a:path w="87068" h="142702">
                  <a:moveTo>
                    <a:pt x="0" y="0"/>
                  </a:moveTo>
                  <a:lnTo>
                    <a:pt x="87068" y="142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11622" y="1943516"/>
              <a:ext cx="334312" cy="334333"/>
            </a:xfrm>
            <a:custGeom>
              <a:avLst/>
              <a:pathLst>
                <a:path w="334312" h="334333">
                  <a:moveTo>
                    <a:pt x="80091" y="24465"/>
                  </a:moveTo>
                  <a:lnTo>
                    <a:pt x="75614" y="27295"/>
                  </a:lnTo>
                  <a:lnTo>
                    <a:pt x="71229" y="30265"/>
                  </a:lnTo>
                  <a:lnTo>
                    <a:pt x="66939" y="33373"/>
                  </a:lnTo>
                  <a:lnTo>
                    <a:pt x="62751" y="36616"/>
                  </a:lnTo>
                  <a:lnTo>
                    <a:pt x="58667" y="39989"/>
                  </a:lnTo>
                  <a:lnTo>
                    <a:pt x="54693" y="43490"/>
                  </a:lnTo>
                  <a:lnTo>
                    <a:pt x="50831" y="47115"/>
                  </a:lnTo>
                  <a:lnTo>
                    <a:pt x="47086" y="50861"/>
                  </a:lnTo>
                  <a:lnTo>
                    <a:pt x="43461" y="54724"/>
                  </a:lnTo>
                  <a:lnTo>
                    <a:pt x="39961" y="58699"/>
                  </a:lnTo>
                  <a:lnTo>
                    <a:pt x="36588" y="62783"/>
                  </a:lnTo>
                  <a:lnTo>
                    <a:pt x="33347" y="66973"/>
                  </a:lnTo>
                  <a:lnTo>
                    <a:pt x="30240" y="71262"/>
                  </a:lnTo>
                  <a:lnTo>
                    <a:pt x="27270" y="75648"/>
                  </a:lnTo>
                  <a:lnTo>
                    <a:pt x="24441" y="80126"/>
                  </a:lnTo>
                  <a:lnTo>
                    <a:pt x="21755" y="84691"/>
                  </a:lnTo>
                  <a:lnTo>
                    <a:pt x="19215" y="89340"/>
                  </a:lnTo>
                  <a:lnTo>
                    <a:pt x="16823" y="94066"/>
                  </a:lnTo>
                  <a:lnTo>
                    <a:pt x="14583" y="98865"/>
                  </a:lnTo>
                  <a:lnTo>
                    <a:pt x="12496" y="103734"/>
                  </a:lnTo>
                  <a:lnTo>
                    <a:pt x="10564" y="108665"/>
                  </a:lnTo>
                  <a:lnTo>
                    <a:pt x="8789" y="113656"/>
                  </a:lnTo>
                  <a:lnTo>
                    <a:pt x="7173" y="118700"/>
                  </a:lnTo>
                  <a:lnTo>
                    <a:pt x="5718" y="123793"/>
                  </a:lnTo>
                  <a:lnTo>
                    <a:pt x="4425" y="128930"/>
                  </a:lnTo>
                  <a:lnTo>
                    <a:pt x="3295" y="134105"/>
                  </a:lnTo>
                  <a:lnTo>
                    <a:pt x="2330" y="139313"/>
                  </a:lnTo>
                  <a:lnTo>
                    <a:pt x="1530" y="144549"/>
                  </a:lnTo>
                  <a:lnTo>
                    <a:pt x="897" y="149808"/>
                  </a:lnTo>
                  <a:lnTo>
                    <a:pt x="430" y="155084"/>
                  </a:lnTo>
                  <a:lnTo>
                    <a:pt x="131" y="160372"/>
                  </a:lnTo>
                  <a:lnTo>
                    <a:pt x="0" y="165668"/>
                  </a:lnTo>
                  <a:lnTo>
                    <a:pt x="36" y="170964"/>
                  </a:lnTo>
                  <a:lnTo>
                    <a:pt x="240" y="176257"/>
                  </a:lnTo>
                  <a:lnTo>
                    <a:pt x="612" y="181541"/>
                  </a:lnTo>
                  <a:lnTo>
                    <a:pt x="1151" y="186810"/>
                  </a:lnTo>
                  <a:lnTo>
                    <a:pt x="1857" y="192060"/>
                  </a:lnTo>
                  <a:lnTo>
                    <a:pt x="2728" y="197284"/>
                  </a:lnTo>
                  <a:lnTo>
                    <a:pt x="3765" y="202479"/>
                  </a:lnTo>
                  <a:lnTo>
                    <a:pt x="4966" y="207638"/>
                  </a:lnTo>
                  <a:lnTo>
                    <a:pt x="6329" y="212756"/>
                  </a:lnTo>
                  <a:lnTo>
                    <a:pt x="7854" y="217828"/>
                  </a:lnTo>
                  <a:lnTo>
                    <a:pt x="9539" y="222850"/>
                  </a:lnTo>
                  <a:lnTo>
                    <a:pt x="11383" y="227816"/>
                  </a:lnTo>
                  <a:lnTo>
                    <a:pt x="13382" y="232721"/>
                  </a:lnTo>
                  <a:lnTo>
                    <a:pt x="15536" y="237560"/>
                  </a:lnTo>
                  <a:lnTo>
                    <a:pt x="17843" y="242328"/>
                  </a:lnTo>
                  <a:lnTo>
                    <a:pt x="20299" y="247021"/>
                  </a:lnTo>
                  <a:lnTo>
                    <a:pt x="22902" y="251634"/>
                  </a:lnTo>
                  <a:lnTo>
                    <a:pt x="25651" y="256162"/>
                  </a:lnTo>
                  <a:lnTo>
                    <a:pt x="28541" y="260600"/>
                  </a:lnTo>
                  <a:lnTo>
                    <a:pt x="31571" y="264945"/>
                  </a:lnTo>
                  <a:lnTo>
                    <a:pt x="34737" y="269192"/>
                  </a:lnTo>
                  <a:lnTo>
                    <a:pt x="38036" y="273336"/>
                  </a:lnTo>
                  <a:lnTo>
                    <a:pt x="41464" y="277373"/>
                  </a:lnTo>
                  <a:lnTo>
                    <a:pt x="45019" y="281300"/>
                  </a:lnTo>
                  <a:lnTo>
                    <a:pt x="48696" y="285113"/>
                  </a:lnTo>
                  <a:lnTo>
                    <a:pt x="52492" y="288807"/>
                  </a:lnTo>
                  <a:lnTo>
                    <a:pt x="56404" y="292378"/>
                  </a:lnTo>
                  <a:lnTo>
                    <a:pt x="60426" y="295824"/>
                  </a:lnTo>
                  <a:lnTo>
                    <a:pt x="64556" y="299141"/>
                  </a:lnTo>
                  <a:lnTo>
                    <a:pt x="68788" y="302326"/>
                  </a:lnTo>
                  <a:lnTo>
                    <a:pt x="73120" y="305375"/>
                  </a:lnTo>
                  <a:lnTo>
                    <a:pt x="77546" y="308285"/>
                  </a:lnTo>
                  <a:lnTo>
                    <a:pt x="82061" y="311053"/>
                  </a:lnTo>
                  <a:lnTo>
                    <a:pt x="86663" y="313677"/>
                  </a:lnTo>
                  <a:lnTo>
                    <a:pt x="91345" y="316153"/>
                  </a:lnTo>
                  <a:lnTo>
                    <a:pt x="96103" y="318481"/>
                  </a:lnTo>
                  <a:lnTo>
                    <a:pt x="100933" y="320656"/>
                  </a:lnTo>
                  <a:lnTo>
                    <a:pt x="105829" y="322677"/>
                  </a:lnTo>
                  <a:lnTo>
                    <a:pt x="110786" y="324542"/>
                  </a:lnTo>
                  <a:lnTo>
                    <a:pt x="115800" y="326249"/>
                  </a:lnTo>
                  <a:lnTo>
                    <a:pt x="120866" y="327796"/>
                  </a:lnTo>
                  <a:lnTo>
                    <a:pt x="125978" y="329182"/>
                  </a:lnTo>
                  <a:lnTo>
                    <a:pt x="131132" y="330406"/>
                  </a:lnTo>
                  <a:lnTo>
                    <a:pt x="136322" y="331465"/>
                  </a:lnTo>
                  <a:lnTo>
                    <a:pt x="141543" y="332360"/>
                  </a:lnTo>
                  <a:lnTo>
                    <a:pt x="146789" y="333089"/>
                  </a:lnTo>
                  <a:lnTo>
                    <a:pt x="152056" y="333651"/>
                  </a:lnTo>
                  <a:lnTo>
                    <a:pt x="157338" y="334046"/>
                  </a:lnTo>
                  <a:lnTo>
                    <a:pt x="162630" y="334273"/>
                  </a:lnTo>
                  <a:lnTo>
                    <a:pt x="167926" y="334333"/>
                  </a:lnTo>
                  <a:lnTo>
                    <a:pt x="173222" y="334224"/>
                  </a:lnTo>
                  <a:lnTo>
                    <a:pt x="178512" y="333949"/>
                  </a:lnTo>
                  <a:lnTo>
                    <a:pt x="183790" y="333505"/>
                  </a:lnTo>
                  <a:lnTo>
                    <a:pt x="189051" y="332895"/>
                  </a:lnTo>
                  <a:lnTo>
                    <a:pt x="194291" y="332118"/>
                  </a:lnTo>
                  <a:lnTo>
                    <a:pt x="199503" y="331176"/>
                  </a:lnTo>
                  <a:lnTo>
                    <a:pt x="204683" y="330069"/>
                  </a:lnTo>
                  <a:lnTo>
                    <a:pt x="209825" y="328798"/>
                  </a:lnTo>
                  <a:lnTo>
                    <a:pt x="214925" y="327365"/>
                  </a:lnTo>
                  <a:lnTo>
                    <a:pt x="219976" y="325772"/>
                  </a:lnTo>
                  <a:lnTo>
                    <a:pt x="224974" y="324019"/>
                  </a:lnTo>
                  <a:lnTo>
                    <a:pt x="229915" y="322108"/>
                  </a:lnTo>
                  <a:lnTo>
                    <a:pt x="234792" y="320042"/>
                  </a:lnTo>
                  <a:lnTo>
                    <a:pt x="239601" y="317823"/>
                  </a:lnTo>
                  <a:lnTo>
                    <a:pt x="244338" y="315452"/>
                  </a:lnTo>
                  <a:lnTo>
                    <a:pt x="248997" y="312933"/>
                  </a:lnTo>
                  <a:lnTo>
                    <a:pt x="253574" y="310267"/>
                  </a:lnTo>
                  <a:lnTo>
                    <a:pt x="258064" y="307457"/>
                  </a:lnTo>
                  <a:lnTo>
                    <a:pt x="262463" y="304507"/>
                  </a:lnTo>
                  <a:lnTo>
                    <a:pt x="266767" y="301419"/>
                  </a:lnTo>
                  <a:lnTo>
                    <a:pt x="270970" y="298195"/>
                  </a:lnTo>
                  <a:lnTo>
                    <a:pt x="275069" y="294841"/>
                  </a:lnTo>
                  <a:lnTo>
                    <a:pt x="279060" y="291358"/>
                  </a:lnTo>
                  <a:lnTo>
                    <a:pt x="282938" y="287750"/>
                  </a:lnTo>
                  <a:lnTo>
                    <a:pt x="286700" y="284022"/>
                  </a:lnTo>
                  <a:lnTo>
                    <a:pt x="290343" y="280176"/>
                  </a:lnTo>
                  <a:lnTo>
                    <a:pt x="293861" y="276217"/>
                  </a:lnTo>
                  <a:lnTo>
                    <a:pt x="297252" y="272148"/>
                  </a:lnTo>
                  <a:lnTo>
                    <a:pt x="300513" y="267974"/>
                  </a:lnTo>
                  <a:lnTo>
                    <a:pt x="303640" y="263698"/>
                  </a:lnTo>
                  <a:lnTo>
                    <a:pt x="306630" y="259326"/>
                  </a:lnTo>
                  <a:lnTo>
                    <a:pt x="309479" y="254861"/>
                  </a:lnTo>
                  <a:lnTo>
                    <a:pt x="312186" y="250308"/>
                  </a:lnTo>
                  <a:lnTo>
                    <a:pt x="314747" y="245672"/>
                  </a:lnTo>
                  <a:lnTo>
                    <a:pt x="317160" y="240956"/>
                  </a:lnTo>
                  <a:lnTo>
                    <a:pt x="319423" y="236167"/>
                  </a:lnTo>
                  <a:lnTo>
                    <a:pt x="321533" y="231308"/>
                  </a:lnTo>
                  <a:lnTo>
                    <a:pt x="323487" y="226385"/>
                  </a:lnTo>
                  <a:lnTo>
                    <a:pt x="325285" y="221403"/>
                  </a:lnTo>
                  <a:lnTo>
                    <a:pt x="326924" y="216366"/>
                  </a:lnTo>
                  <a:lnTo>
                    <a:pt x="328402" y="211280"/>
                  </a:lnTo>
                  <a:lnTo>
                    <a:pt x="329719" y="206149"/>
                  </a:lnTo>
                  <a:lnTo>
                    <a:pt x="330872" y="200980"/>
                  </a:lnTo>
                  <a:lnTo>
                    <a:pt x="331861" y="195776"/>
                  </a:lnTo>
                  <a:lnTo>
                    <a:pt x="332685" y="190544"/>
                  </a:lnTo>
                  <a:lnTo>
                    <a:pt x="333343" y="185288"/>
                  </a:lnTo>
                  <a:lnTo>
                    <a:pt x="333833" y="180014"/>
                  </a:lnTo>
                  <a:lnTo>
                    <a:pt x="334157" y="174727"/>
                  </a:lnTo>
                  <a:lnTo>
                    <a:pt x="334312" y="169432"/>
                  </a:lnTo>
                  <a:lnTo>
                    <a:pt x="334300" y="164136"/>
                  </a:lnTo>
                  <a:lnTo>
                    <a:pt x="334120" y="158842"/>
                  </a:lnTo>
                  <a:lnTo>
                    <a:pt x="333773" y="153556"/>
                  </a:lnTo>
                  <a:lnTo>
                    <a:pt x="333258" y="148285"/>
                  </a:lnTo>
                  <a:lnTo>
                    <a:pt x="332576" y="143032"/>
                  </a:lnTo>
                  <a:lnTo>
                    <a:pt x="331729" y="137803"/>
                  </a:lnTo>
                  <a:lnTo>
                    <a:pt x="330716" y="132604"/>
                  </a:lnTo>
                  <a:lnTo>
                    <a:pt x="329539" y="127440"/>
                  </a:lnTo>
                  <a:lnTo>
                    <a:pt x="328198" y="122315"/>
                  </a:lnTo>
                  <a:lnTo>
                    <a:pt x="326697" y="117236"/>
                  </a:lnTo>
                  <a:lnTo>
                    <a:pt x="325035" y="112207"/>
                  </a:lnTo>
                  <a:lnTo>
                    <a:pt x="323214" y="107233"/>
                  </a:lnTo>
                  <a:lnTo>
                    <a:pt x="321237" y="102319"/>
                  </a:lnTo>
                  <a:lnTo>
                    <a:pt x="319105" y="97470"/>
                  </a:lnTo>
                  <a:lnTo>
                    <a:pt x="316821" y="92691"/>
                  </a:lnTo>
                  <a:lnTo>
                    <a:pt x="314386" y="87987"/>
                  </a:lnTo>
                  <a:lnTo>
                    <a:pt x="311804" y="83362"/>
                  </a:lnTo>
                  <a:lnTo>
                    <a:pt x="309076" y="78822"/>
                  </a:lnTo>
                  <a:lnTo>
                    <a:pt x="306206" y="74370"/>
                  </a:lnTo>
                  <a:lnTo>
                    <a:pt x="303196" y="70011"/>
                  </a:lnTo>
                  <a:lnTo>
                    <a:pt x="300050" y="65750"/>
                  </a:lnTo>
                  <a:lnTo>
                    <a:pt x="296770" y="61591"/>
                  </a:lnTo>
                  <a:lnTo>
                    <a:pt x="293360" y="57538"/>
                  </a:lnTo>
                  <a:lnTo>
                    <a:pt x="289823" y="53595"/>
                  </a:lnTo>
                  <a:lnTo>
                    <a:pt x="286164" y="49765"/>
                  </a:lnTo>
                  <a:lnTo>
                    <a:pt x="282384" y="46054"/>
                  </a:lnTo>
                  <a:lnTo>
                    <a:pt x="278490" y="42464"/>
                  </a:lnTo>
                  <a:lnTo>
                    <a:pt x="274483" y="39000"/>
                  </a:lnTo>
                  <a:lnTo>
                    <a:pt x="270368" y="35664"/>
                  </a:lnTo>
                  <a:lnTo>
                    <a:pt x="266150" y="32460"/>
                  </a:lnTo>
                  <a:lnTo>
                    <a:pt x="261833" y="29392"/>
                  </a:lnTo>
                  <a:lnTo>
                    <a:pt x="257421" y="26461"/>
                  </a:lnTo>
                  <a:lnTo>
                    <a:pt x="252917" y="23673"/>
                  </a:lnTo>
                  <a:lnTo>
                    <a:pt x="248328" y="21028"/>
                  </a:lnTo>
                  <a:lnTo>
                    <a:pt x="243658" y="18529"/>
                  </a:lnTo>
                  <a:lnTo>
                    <a:pt x="238910" y="16180"/>
                  </a:lnTo>
                  <a:lnTo>
                    <a:pt x="234091" y="13983"/>
                  </a:lnTo>
                  <a:lnTo>
                    <a:pt x="229204" y="11940"/>
                  </a:lnTo>
                  <a:lnTo>
                    <a:pt x="224255" y="10052"/>
                  </a:lnTo>
                  <a:lnTo>
                    <a:pt x="219249" y="8322"/>
                  </a:lnTo>
                  <a:lnTo>
                    <a:pt x="214190" y="6751"/>
                  </a:lnTo>
                  <a:lnTo>
                    <a:pt x="209084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5" y="2093"/>
                  </a:lnTo>
                  <a:lnTo>
                    <a:pt x="188292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42846" y="2406772"/>
              <a:ext cx="102886" cy="167167"/>
            </a:xfrm>
            <a:custGeom>
              <a:avLst/>
              <a:pathLst>
                <a:path w="102886" h="167167">
                  <a:moveTo>
                    <a:pt x="102886" y="0"/>
                  </a:moveTo>
                  <a:lnTo>
                    <a:pt x="97346" y="91"/>
                  </a:lnTo>
                  <a:lnTo>
                    <a:pt x="91812" y="367"/>
                  </a:lnTo>
                  <a:lnTo>
                    <a:pt x="86289" y="825"/>
                  </a:lnTo>
                  <a:lnTo>
                    <a:pt x="80785" y="1467"/>
                  </a:lnTo>
                  <a:lnTo>
                    <a:pt x="75306" y="2290"/>
                  </a:lnTo>
                  <a:lnTo>
                    <a:pt x="69856" y="3295"/>
                  </a:lnTo>
                  <a:lnTo>
                    <a:pt x="64443" y="4480"/>
                  </a:lnTo>
                  <a:lnTo>
                    <a:pt x="59072" y="5843"/>
                  </a:lnTo>
                  <a:lnTo>
                    <a:pt x="53750" y="7384"/>
                  </a:lnTo>
                  <a:lnTo>
                    <a:pt x="48481" y="9100"/>
                  </a:lnTo>
                  <a:lnTo>
                    <a:pt x="43272" y="10990"/>
                  </a:lnTo>
                  <a:lnTo>
                    <a:pt x="38129" y="13052"/>
                  </a:lnTo>
                  <a:lnTo>
                    <a:pt x="33056" y="15283"/>
                  </a:lnTo>
                  <a:lnTo>
                    <a:pt x="28061" y="17681"/>
                  </a:lnTo>
                  <a:lnTo>
                    <a:pt x="23147" y="20243"/>
                  </a:lnTo>
                  <a:lnTo>
                    <a:pt x="18322" y="22966"/>
                  </a:lnTo>
                  <a:lnTo>
                    <a:pt x="13589" y="25848"/>
                  </a:lnTo>
                  <a:lnTo>
                    <a:pt x="8954" y="28886"/>
                  </a:lnTo>
                  <a:lnTo>
                    <a:pt x="4423" y="32075"/>
                  </a:lnTo>
                  <a:lnTo>
                    <a:pt x="0" y="35412"/>
                  </a:lnTo>
                  <a:lnTo>
                    <a:pt x="1028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2846" y="2442185"/>
              <a:ext cx="102886" cy="131754"/>
            </a:xfrm>
            <a:custGeom>
              <a:avLst/>
              <a:pathLst>
                <a:path w="102886" h="131754">
                  <a:moveTo>
                    <a:pt x="0" y="0"/>
                  </a:moveTo>
                  <a:lnTo>
                    <a:pt x="102886" y="1317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478572" y="2408675"/>
              <a:ext cx="334327" cy="332418"/>
            </a:xfrm>
            <a:custGeom>
              <a:avLst/>
              <a:pathLst>
                <a:path w="334327" h="332418">
                  <a:moveTo>
                    <a:pt x="64273" y="33509"/>
                  </a:moveTo>
                  <a:lnTo>
                    <a:pt x="60160" y="36827"/>
                  </a:lnTo>
                  <a:lnTo>
                    <a:pt x="56154" y="40273"/>
                  </a:lnTo>
                  <a:lnTo>
                    <a:pt x="52259" y="43845"/>
                  </a:lnTo>
                  <a:lnTo>
                    <a:pt x="48478" y="47537"/>
                  </a:lnTo>
                  <a:lnTo>
                    <a:pt x="44816" y="51347"/>
                  </a:lnTo>
                  <a:lnTo>
                    <a:pt x="41277" y="55271"/>
                  </a:lnTo>
                  <a:lnTo>
                    <a:pt x="37863" y="59305"/>
                  </a:lnTo>
                  <a:lnTo>
                    <a:pt x="34579" y="63445"/>
                  </a:lnTo>
                  <a:lnTo>
                    <a:pt x="31426" y="67686"/>
                  </a:lnTo>
                  <a:lnTo>
                    <a:pt x="28410" y="72026"/>
                  </a:lnTo>
                  <a:lnTo>
                    <a:pt x="25532" y="76458"/>
                  </a:lnTo>
                  <a:lnTo>
                    <a:pt x="22796" y="80979"/>
                  </a:lnTo>
                  <a:lnTo>
                    <a:pt x="20204" y="85584"/>
                  </a:lnTo>
                  <a:lnTo>
                    <a:pt x="17759" y="90269"/>
                  </a:lnTo>
                  <a:lnTo>
                    <a:pt x="15463" y="95029"/>
                  </a:lnTo>
                  <a:lnTo>
                    <a:pt x="13319" y="99859"/>
                  </a:lnTo>
                  <a:lnTo>
                    <a:pt x="11328" y="104754"/>
                  </a:lnTo>
                  <a:lnTo>
                    <a:pt x="9494" y="109710"/>
                  </a:lnTo>
                  <a:lnTo>
                    <a:pt x="7816" y="114721"/>
                  </a:lnTo>
                  <a:lnTo>
                    <a:pt x="6299" y="119783"/>
                  </a:lnTo>
                  <a:lnTo>
                    <a:pt x="4941" y="124890"/>
                  </a:lnTo>
                  <a:lnTo>
                    <a:pt x="3746" y="130038"/>
                  </a:lnTo>
                  <a:lnTo>
                    <a:pt x="2715" y="135221"/>
                  </a:lnTo>
                  <a:lnTo>
                    <a:pt x="1847" y="140434"/>
                  </a:lnTo>
                  <a:lnTo>
                    <a:pt x="1145" y="145671"/>
                  </a:lnTo>
                  <a:lnTo>
                    <a:pt x="609" y="150929"/>
                  </a:lnTo>
                  <a:lnTo>
                    <a:pt x="239" y="156200"/>
                  </a:lnTo>
                  <a:lnTo>
                    <a:pt x="36" y="161481"/>
                  </a:lnTo>
                  <a:lnTo>
                    <a:pt x="0" y="166765"/>
                  </a:lnTo>
                  <a:lnTo>
                    <a:pt x="130" y="172048"/>
                  </a:lnTo>
                  <a:lnTo>
                    <a:pt x="428" y="177324"/>
                  </a:lnTo>
                  <a:lnTo>
                    <a:pt x="893" y="182588"/>
                  </a:lnTo>
                  <a:lnTo>
                    <a:pt x="1524" y="187835"/>
                  </a:lnTo>
                  <a:lnTo>
                    <a:pt x="2320" y="193059"/>
                  </a:lnTo>
                  <a:lnTo>
                    <a:pt x="3281" y="198256"/>
                  </a:lnTo>
                  <a:lnTo>
                    <a:pt x="4405" y="203419"/>
                  </a:lnTo>
                  <a:lnTo>
                    <a:pt x="5693" y="208545"/>
                  </a:lnTo>
                  <a:lnTo>
                    <a:pt x="7142" y="213627"/>
                  </a:lnTo>
                  <a:lnTo>
                    <a:pt x="8750" y="218661"/>
                  </a:lnTo>
                  <a:lnTo>
                    <a:pt x="10517" y="223641"/>
                  </a:lnTo>
                  <a:lnTo>
                    <a:pt x="12441" y="228563"/>
                  </a:lnTo>
                  <a:lnTo>
                    <a:pt x="14519" y="233422"/>
                  </a:lnTo>
                  <a:lnTo>
                    <a:pt x="16749" y="238213"/>
                  </a:lnTo>
                  <a:lnTo>
                    <a:pt x="19130" y="242930"/>
                  </a:lnTo>
                  <a:lnTo>
                    <a:pt x="21659" y="247571"/>
                  </a:lnTo>
                  <a:lnTo>
                    <a:pt x="24334" y="252128"/>
                  </a:lnTo>
                  <a:lnTo>
                    <a:pt x="27151" y="256600"/>
                  </a:lnTo>
                  <a:lnTo>
                    <a:pt x="30107" y="260979"/>
                  </a:lnTo>
                  <a:lnTo>
                    <a:pt x="33201" y="265264"/>
                  </a:lnTo>
                  <a:lnTo>
                    <a:pt x="36429" y="269448"/>
                  </a:lnTo>
                  <a:lnTo>
                    <a:pt x="39788" y="273528"/>
                  </a:lnTo>
                  <a:lnTo>
                    <a:pt x="43273" y="277500"/>
                  </a:lnTo>
                  <a:lnTo>
                    <a:pt x="46883" y="281360"/>
                  </a:lnTo>
                  <a:lnTo>
                    <a:pt x="50612" y="285103"/>
                  </a:lnTo>
                  <a:lnTo>
                    <a:pt x="54459" y="288727"/>
                  </a:lnTo>
                  <a:lnTo>
                    <a:pt x="58417" y="292228"/>
                  </a:lnTo>
                  <a:lnTo>
                    <a:pt x="62485" y="295602"/>
                  </a:lnTo>
                  <a:lnTo>
                    <a:pt x="66657" y="298845"/>
                  </a:lnTo>
                  <a:lnTo>
                    <a:pt x="70929" y="301955"/>
                  </a:lnTo>
                  <a:lnTo>
                    <a:pt x="75298" y="304929"/>
                  </a:lnTo>
                  <a:lnTo>
                    <a:pt x="79759" y="307763"/>
                  </a:lnTo>
                  <a:lnTo>
                    <a:pt x="84306" y="310454"/>
                  </a:lnTo>
                  <a:lnTo>
                    <a:pt x="88937" y="313000"/>
                  </a:lnTo>
                  <a:lnTo>
                    <a:pt x="93646" y="315399"/>
                  </a:lnTo>
                  <a:lnTo>
                    <a:pt x="98428" y="317648"/>
                  </a:lnTo>
                  <a:lnTo>
                    <a:pt x="103279" y="319744"/>
                  </a:lnTo>
                  <a:lnTo>
                    <a:pt x="108194" y="321686"/>
                  </a:lnTo>
                  <a:lnTo>
                    <a:pt x="113168" y="323472"/>
                  </a:lnTo>
                  <a:lnTo>
                    <a:pt x="118195" y="325099"/>
                  </a:lnTo>
                  <a:lnTo>
                    <a:pt x="123272" y="326567"/>
                  </a:lnTo>
                  <a:lnTo>
                    <a:pt x="128392" y="327874"/>
                  </a:lnTo>
                  <a:lnTo>
                    <a:pt x="133552" y="329018"/>
                  </a:lnTo>
                  <a:lnTo>
                    <a:pt x="138744" y="329998"/>
                  </a:lnTo>
                  <a:lnTo>
                    <a:pt x="143966" y="330814"/>
                  </a:lnTo>
                  <a:lnTo>
                    <a:pt x="149210" y="331465"/>
                  </a:lnTo>
                  <a:lnTo>
                    <a:pt x="154472" y="331949"/>
                  </a:lnTo>
                  <a:lnTo>
                    <a:pt x="159747" y="332267"/>
                  </a:lnTo>
                  <a:lnTo>
                    <a:pt x="165030" y="332418"/>
                  </a:lnTo>
                  <a:lnTo>
                    <a:pt x="170314" y="332401"/>
                  </a:lnTo>
                  <a:lnTo>
                    <a:pt x="175595" y="332218"/>
                  </a:lnTo>
                  <a:lnTo>
                    <a:pt x="180868" y="331868"/>
                  </a:lnTo>
                  <a:lnTo>
                    <a:pt x="186128" y="331352"/>
                  </a:lnTo>
                  <a:lnTo>
                    <a:pt x="191368" y="330669"/>
                  </a:lnTo>
                  <a:lnTo>
                    <a:pt x="196584" y="329821"/>
                  </a:lnTo>
                  <a:lnTo>
                    <a:pt x="201771" y="328809"/>
                  </a:lnTo>
                  <a:lnTo>
                    <a:pt x="206923" y="327633"/>
                  </a:lnTo>
                  <a:lnTo>
                    <a:pt x="212035" y="326295"/>
                  </a:lnTo>
                  <a:lnTo>
                    <a:pt x="217103" y="324796"/>
                  </a:lnTo>
                  <a:lnTo>
                    <a:pt x="222120" y="323138"/>
                  </a:lnTo>
                  <a:lnTo>
                    <a:pt x="227083" y="321322"/>
                  </a:lnTo>
                  <a:lnTo>
                    <a:pt x="231986" y="319350"/>
                  </a:lnTo>
                  <a:lnTo>
                    <a:pt x="236824" y="317224"/>
                  </a:lnTo>
                  <a:lnTo>
                    <a:pt x="241592" y="314946"/>
                  </a:lnTo>
                  <a:lnTo>
                    <a:pt x="246286" y="312519"/>
                  </a:lnTo>
                  <a:lnTo>
                    <a:pt x="250901" y="309944"/>
                  </a:lnTo>
                  <a:lnTo>
                    <a:pt x="255433" y="307225"/>
                  </a:lnTo>
                  <a:lnTo>
                    <a:pt x="259876" y="304364"/>
                  </a:lnTo>
                  <a:lnTo>
                    <a:pt x="264226" y="301364"/>
                  </a:lnTo>
                  <a:lnTo>
                    <a:pt x="268479" y="298227"/>
                  </a:lnTo>
                  <a:lnTo>
                    <a:pt x="272632" y="294959"/>
                  </a:lnTo>
                  <a:lnTo>
                    <a:pt x="276678" y="291560"/>
                  </a:lnTo>
                  <a:lnTo>
                    <a:pt x="280616" y="288035"/>
                  </a:lnTo>
                  <a:lnTo>
                    <a:pt x="284439" y="284388"/>
                  </a:lnTo>
                  <a:lnTo>
                    <a:pt x="288146" y="280621"/>
                  </a:lnTo>
                  <a:lnTo>
                    <a:pt x="291732" y="276739"/>
                  </a:lnTo>
                  <a:lnTo>
                    <a:pt x="295193" y="272746"/>
                  </a:lnTo>
                  <a:lnTo>
                    <a:pt x="298527" y="268645"/>
                  </a:lnTo>
                  <a:lnTo>
                    <a:pt x="301729" y="264442"/>
                  </a:lnTo>
                  <a:lnTo>
                    <a:pt x="304796" y="260139"/>
                  </a:lnTo>
                  <a:lnTo>
                    <a:pt x="307726" y="255741"/>
                  </a:lnTo>
                  <a:lnTo>
                    <a:pt x="310516" y="251252"/>
                  </a:lnTo>
                  <a:lnTo>
                    <a:pt x="313162" y="246678"/>
                  </a:lnTo>
                  <a:lnTo>
                    <a:pt x="315663" y="242023"/>
                  </a:lnTo>
                  <a:lnTo>
                    <a:pt x="318015" y="237290"/>
                  </a:lnTo>
                  <a:lnTo>
                    <a:pt x="320216" y="232486"/>
                  </a:lnTo>
                  <a:lnTo>
                    <a:pt x="322264" y="227615"/>
                  </a:lnTo>
                  <a:lnTo>
                    <a:pt x="324158" y="222681"/>
                  </a:lnTo>
                  <a:lnTo>
                    <a:pt x="325894" y="217690"/>
                  </a:lnTo>
                  <a:lnTo>
                    <a:pt x="327472" y="212646"/>
                  </a:lnTo>
                  <a:lnTo>
                    <a:pt x="328889" y="207555"/>
                  </a:lnTo>
                  <a:lnTo>
                    <a:pt x="330145" y="202422"/>
                  </a:lnTo>
                  <a:lnTo>
                    <a:pt x="331239" y="197252"/>
                  </a:lnTo>
                  <a:lnTo>
                    <a:pt x="332168" y="192050"/>
                  </a:lnTo>
                  <a:lnTo>
                    <a:pt x="332932" y="186821"/>
                  </a:lnTo>
                  <a:lnTo>
                    <a:pt x="333530" y="181570"/>
                  </a:lnTo>
                  <a:lnTo>
                    <a:pt x="333963" y="176303"/>
                  </a:lnTo>
                  <a:lnTo>
                    <a:pt x="334228" y="171026"/>
                  </a:lnTo>
                  <a:lnTo>
                    <a:pt x="334327" y="165742"/>
                  </a:lnTo>
                  <a:lnTo>
                    <a:pt x="334259" y="160458"/>
                  </a:lnTo>
                  <a:lnTo>
                    <a:pt x="334023" y="155178"/>
                  </a:lnTo>
                  <a:lnTo>
                    <a:pt x="333621" y="149909"/>
                  </a:lnTo>
                  <a:lnTo>
                    <a:pt x="333052" y="144655"/>
                  </a:lnTo>
                  <a:lnTo>
                    <a:pt x="332318" y="139422"/>
                  </a:lnTo>
                  <a:lnTo>
                    <a:pt x="331419" y="134215"/>
                  </a:lnTo>
                  <a:lnTo>
                    <a:pt x="330355" y="129038"/>
                  </a:lnTo>
                  <a:lnTo>
                    <a:pt x="329129" y="123898"/>
                  </a:lnTo>
                  <a:lnTo>
                    <a:pt x="327740" y="118799"/>
                  </a:lnTo>
                  <a:lnTo>
                    <a:pt x="326191" y="113747"/>
                  </a:lnTo>
                  <a:lnTo>
                    <a:pt x="324484" y="108746"/>
                  </a:lnTo>
                  <a:lnTo>
                    <a:pt x="322619" y="103801"/>
                  </a:lnTo>
                  <a:lnTo>
                    <a:pt x="320598" y="98918"/>
                  </a:lnTo>
                  <a:lnTo>
                    <a:pt x="318424" y="94101"/>
                  </a:lnTo>
                  <a:lnTo>
                    <a:pt x="316100" y="89356"/>
                  </a:lnTo>
                  <a:lnTo>
                    <a:pt x="313626" y="84686"/>
                  </a:lnTo>
                  <a:lnTo>
                    <a:pt x="311006" y="80097"/>
                  </a:lnTo>
                  <a:lnTo>
                    <a:pt x="308242" y="75592"/>
                  </a:lnTo>
                  <a:lnTo>
                    <a:pt x="305337" y="71178"/>
                  </a:lnTo>
                  <a:lnTo>
                    <a:pt x="302294" y="66857"/>
                  </a:lnTo>
                  <a:lnTo>
                    <a:pt x="299116" y="62635"/>
                  </a:lnTo>
                  <a:lnTo>
                    <a:pt x="295806" y="58516"/>
                  </a:lnTo>
                  <a:lnTo>
                    <a:pt x="292368" y="54503"/>
                  </a:lnTo>
                  <a:lnTo>
                    <a:pt x="288804" y="50600"/>
                  </a:lnTo>
                  <a:lnTo>
                    <a:pt x="285119" y="46813"/>
                  </a:lnTo>
                  <a:lnTo>
                    <a:pt x="281316" y="43143"/>
                  </a:lnTo>
                  <a:lnTo>
                    <a:pt x="277399" y="39596"/>
                  </a:lnTo>
                  <a:lnTo>
                    <a:pt x="273372" y="36174"/>
                  </a:lnTo>
                  <a:lnTo>
                    <a:pt x="269238" y="32882"/>
                  </a:lnTo>
                  <a:lnTo>
                    <a:pt x="265003" y="29721"/>
                  </a:lnTo>
                  <a:lnTo>
                    <a:pt x="260670" y="26696"/>
                  </a:lnTo>
                  <a:lnTo>
                    <a:pt x="256243" y="23810"/>
                  </a:lnTo>
                  <a:lnTo>
                    <a:pt x="251728" y="21065"/>
                  </a:lnTo>
                  <a:lnTo>
                    <a:pt x="247128" y="18464"/>
                  </a:lnTo>
                  <a:lnTo>
                    <a:pt x="242447" y="16010"/>
                  </a:lnTo>
                  <a:lnTo>
                    <a:pt x="237692" y="13704"/>
                  </a:lnTo>
                  <a:lnTo>
                    <a:pt x="232866" y="11551"/>
                  </a:lnTo>
                  <a:lnTo>
                    <a:pt x="227975" y="9551"/>
                  </a:lnTo>
                  <a:lnTo>
                    <a:pt x="223023" y="7706"/>
                  </a:lnTo>
                  <a:lnTo>
                    <a:pt x="218015" y="6019"/>
                  </a:lnTo>
                  <a:lnTo>
                    <a:pt x="212956" y="4491"/>
                  </a:lnTo>
                  <a:lnTo>
                    <a:pt x="207851" y="3124"/>
                  </a:lnTo>
                  <a:lnTo>
                    <a:pt x="202706" y="1919"/>
                  </a:lnTo>
                  <a:lnTo>
                    <a:pt x="197525" y="877"/>
                  </a:lnTo>
                  <a:lnTo>
                    <a:pt x="192314" y="0"/>
                  </a:lnTo>
                  <a:lnTo>
                    <a:pt x="167160" y="1652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645733" y="2406772"/>
              <a:ext cx="25153" cy="167167"/>
            </a:xfrm>
            <a:custGeom>
              <a:avLst/>
              <a:pathLst>
                <a:path w="25153" h="167167">
                  <a:moveTo>
                    <a:pt x="25153" y="1903"/>
                  </a:moveTo>
                  <a:lnTo>
                    <a:pt x="16804" y="846"/>
                  </a:lnTo>
                  <a:lnTo>
                    <a:pt x="8412" y="2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358824" y="2911194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6" y="1352"/>
                  </a:lnTo>
                  <a:lnTo>
                    <a:pt x="140671" y="2111"/>
                  </a:lnTo>
                  <a:lnTo>
                    <a:pt x="135433" y="3037"/>
                  </a:lnTo>
                  <a:lnTo>
                    <a:pt x="130227" y="4129"/>
                  </a:lnTo>
                  <a:lnTo>
                    <a:pt x="125059" y="5387"/>
                  </a:lnTo>
                  <a:lnTo>
                    <a:pt x="119933" y="6808"/>
                  </a:lnTo>
                  <a:lnTo>
                    <a:pt x="114855" y="8392"/>
                  </a:lnTo>
                  <a:lnTo>
                    <a:pt x="109830" y="10136"/>
                  </a:lnTo>
                  <a:lnTo>
                    <a:pt x="104863" y="12039"/>
                  </a:lnTo>
                  <a:lnTo>
                    <a:pt x="99959" y="14100"/>
                  </a:lnTo>
                  <a:lnTo>
                    <a:pt x="95123" y="16315"/>
                  </a:lnTo>
                  <a:lnTo>
                    <a:pt x="90360" y="18683"/>
                  </a:lnTo>
                  <a:lnTo>
                    <a:pt x="85675" y="21202"/>
                  </a:lnTo>
                  <a:lnTo>
                    <a:pt x="81072" y="23868"/>
                  </a:lnTo>
                  <a:lnTo>
                    <a:pt x="76557" y="26679"/>
                  </a:lnTo>
                  <a:lnTo>
                    <a:pt x="72133" y="29633"/>
                  </a:lnTo>
                  <a:lnTo>
                    <a:pt x="67805" y="32726"/>
                  </a:lnTo>
                  <a:lnTo>
                    <a:pt x="63578" y="35955"/>
                  </a:lnTo>
                  <a:lnTo>
                    <a:pt x="59456" y="39316"/>
                  </a:lnTo>
                  <a:lnTo>
                    <a:pt x="55443" y="42808"/>
                  </a:lnTo>
                  <a:lnTo>
                    <a:pt x="51543" y="46425"/>
                  </a:lnTo>
                  <a:lnTo>
                    <a:pt x="47760" y="50164"/>
                  </a:lnTo>
                  <a:lnTo>
                    <a:pt x="44098" y="54022"/>
                  </a:lnTo>
                  <a:lnTo>
                    <a:pt x="40561" y="57994"/>
                  </a:lnTo>
                  <a:lnTo>
                    <a:pt x="37151" y="62077"/>
                  </a:lnTo>
                  <a:lnTo>
                    <a:pt x="33874" y="66267"/>
                  </a:lnTo>
                  <a:lnTo>
                    <a:pt x="30731" y="70558"/>
                  </a:lnTo>
                  <a:lnTo>
                    <a:pt x="27727" y="74947"/>
                  </a:lnTo>
                  <a:lnTo>
                    <a:pt x="24863" y="79430"/>
                  </a:lnTo>
                  <a:lnTo>
                    <a:pt x="22144" y="84002"/>
                  </a:lnTo>
                  <a:lnTo>
                    <a:pt x="19571" y="88657"/>
                  </a:lnTo>
                  <a:lnTo>
                    <a:pt x="17148" y="93393"/>
                  </a:lnTo>
                  <a:lnTo>
                    <a:pt x="14877" y="98202"/>
                  </a:lnTo>
                  <a:lnTo>
                    <a:pt x="12760" y="103082"/>
                  </a:lnTo>
                  <a:lnTo>
                    <a:pt x="10799" y="108027"/>
                  </a:lnTo>
                  <a:lnTo>
                    <a:pt x="8997" y="113031"/>
                  </a:lnTo>
                  <a:lnTo>
                    <a:pt x="7354" y="118091"/>
                  </a:lnTo>
                  <a:lnTo>
                    <a:pt x="5874" y="123200"/>
                  </a:lnTo>
                  <a:lnTo>
                    <a:pt x="4557" y="128353"/>
                  </a:lnTo>
                  <a:lnTo>
                    <a:pt x="3404" y="133546"/>
                  </a:lnTo>
                  <a:lnTo>
                    <a:pt x="2417" y="138773"/>
                  </a:lnTo>
                  <a:lnTo>
                    <a:pt x="1597" y="144028"/>
                  </a:lnTo>
                  <a:lnTo>
                    <a:pt x="945" y="149307"/>
                  </a:lnTo>
                  <a:lnTo>
                    <a:pt x="461" y="154604"/>
                  </a:lnTo>
                  <a:lnTo>
                    <a:pt x="146" y="159914"/>
                  </a:lnTo>
                  <a:lnTo>
                    <a:pt x="0" y="165231"/>
                  </a:lnTo>
                  <a:lnTo>
                    <a:pt x="23" y="170550"/>
                  </a:lnTo>
                  <a:lnTo>
                    <a:pt x="215" y="175866"/>
                  </a:lnTo>
                  <a:lnTo>
                    <a:pt x="576" y="181173"/>
                  </a:lnTo>
                  <a:lnTo>
                    <a:pt x="1106" y="186466"/>
                  </a:lnTo>
                  <a:lnTo>
                    <a:pt x="1804" y="191739"/>
                  </a:lnTo>
                  <a:lnTo>
                    <a:pt x="2670" y="196987"/>
                  </a:lnTo>
                  <a:lnTo>
                    <a:pt x="3702" y="202205"/>
                  </a:lnTo>
                  <a:lnTo>
                    <a:pt x="4899" y="207388"/>
                  </a:lnTo>
                  <a:lnTo>
                    <a:pt x="6261" y="212530"/>
                  </a:lnTo>
                  <a:lnTo>
                    <a:pt x="7786" y="217626"/>
                  </a:lnTo>
                  <a:lnTo>
                    <a:pt x="9472" y="222671"/>
                  </a:lnTo>
                  <a:lnTo>
                    <a:pt x="11317" y="227659"/>
                  </a:lnTo>
                  <a:lnTo>
                    <a:pt x="13321" y="232587"/>
                  </a:lnTo>
                  <a:lnTo>
                    <a:pt x="15480" y="237448"/>
                  </a:lnTo>
                  <a:lnTo>
                    <a:pt x="17793" y="242238"/>
                  </a:lnTo>
                  <a:lnTo>
                    <a:pt x="20257" y="246952"/>
                  </a:lnTo>
                  <a:lnTo>
                    <a:pt x="22870" y="251585"/>
                  </a:lnTo>
                  <a:lnTo>
                    <a:pt x="25628" y="256133"/>
                  </a:lnTo>
                  <a:lnTo>
                    <a:pt x="28531" y="260591"/>
                  </a:lnTo>
                  <a:lnTo>
                    <a:pt x="31573" y="264954"/>
                  </a:lnTo>
                  <a:lnTo>
                    <a:pt x="34753" y="269218"/>
                  </a:lnTo>
                  <a:lnTo>
                    <a:pt x="38067" y="273379"/>
                  </a:lnTo>
                  <a:lnTo>
                    <a:pt x="41511" y="277432"/>
                  </a:lnTo>
                  <a:lnTo>
                    <a:pt x="45083" y="281374"/>
                  </a:lnTo>
                  <a:lnTo>
                    <a:pt x="48778" y="285200"/>
                  </a:lnTo>
                  <a:lnTo>
                    <a:pt x="52593" y="288906"/>
                  </a:lnTo>
                  <a:lnTo>
                    <a:pt x="56525" y="292489"/>
                  </a:lnTo>
                  <a:lnTo>
                    <a:pt x="60568" y="295946"/>
                  </a:lnTo>
                  <a:lnTo>
                    <a:pt x="64719" y="299272"/>
                  </a:lnTo>
                  <a:lnTo>
                    <a:pt x="68974" y="302464"/>
                  </a:lnTo>
                  <a:lnTo>
                    <a:pt x="73328" y="305519"/>
                  </a:lnTo>
                  <a:lnTo>
                    <a:pt x="77777" y="308434"/>
                  </a:lnTo>
                  <a:lnTo>
                    <a:pt x="82317" y="311206"/>
                  </a:lnTo>
                  <a:lnTo>
                    <a:pt x="86942" y="313833"/>
                  </a:lnTo>
                  <a:lnTo>
                    <a:pt x="91649" y="316310"/>
                  </a:lnTo>
                  <a:lnTo>
                    <a:pt x="96433" y="318637"/>
                  </a:lnTo>
                  <a:lnTo>
                    <a:pt x="101287" y="320810"/>
                  </a:lnTo>
                  <a:lnTo>
                    <a:pt x="106209" y="322828"/>
                  </a:lnTo>
                  <a:lnTo>
                    <a:pt x="111192" y="324689"/>
                  </a:lnTo>
                  <a:lnTo>
                    <a:pt x="116232" y="326389"/>
                  </a:lnTo>
                  <a:lnTo>
                    <a:pt x="121324" y="327929"/>
                  </a:lnTo>
                  <a:lnTo>
                    <a:pt x="126462" y="329306"/>
                  </a:lnTo>
                  <a:lnTo>
                    <a:pt x="131641" y="330518"/>
                  </a:lnTo>
                  <a:lnTo>
                    <a:pt x="136856" y="331565"/>
                  </a:lnTo>
                  <a:lnTo>
                    <a:pt x="142102" y="332446"/>
                  </a:lnTo>
                  <a:lnTo>
                    <a:pt x="147373" y="333160"/>
                  </a:lnTo>
                  <a:lnTo>
                    <a:pt x="152664" y="333705"/>
                  </a:lnTo>
                  <a:lnTo>
                    <a:pt x="157970" y="334082"/>
                  </a:lnTo>
                  <a:lnTo>
                    <a:pt x="163285" y="334290"/>
                  </a:lnTo>
                  <a:lnTo>
                    <a:pt x="168604" y="334328"/>
                  </a:lnTo>
                  <a:lnTo>
                    <a:pt x="173921" y="334197"/>
                  </a:lnTo>
                  <a:lnTo>
                    <a:pt x="179232" y="333898"/>
                  </a:lnTo>
                  <a:lnTo>
                    <a:pt x="184531" y="333429"/>
                  </a:lnTo>
                  <a:lnTo>
                    <a:pt x="189811" y="332792"/>
                  </a:lnTo>
                  <a:lnTo>
                    <a:pt x="195069" y="331987"/>
                  </a:lnTo>
                  <a:lnTo>
                    <a:pt x="200299" y="331016"/>
                  </a:lnTo>
                  <a:lnTo>
                    <a:pt x="205495" y="329878"/>
                  </a:lnTo>
                  <a:lnTo>
                    <a:pt x="210653" y="328576"/>
                  </a:lnTo>
                  <a:lnTo>
                    <a:pt x="215766" y="327111"/>
                  </a:lnTo>
                  <a:lnTo>
                    <a:pt x="220830" y="325483"/>
                  </a:lnTo>
                  <a:lnTo>
                    <a:pt x="225840" y="323695"/>
                  </a:lnTo>
                  <a:lnTo>
                    <a:pt x="230790" y="321749"/>
                  </a:lnTo>
                  <a:lnTo>
                    <a:pt x="235676" y="319646"/>
                  </a:lnTo>
                  <a:lnTo>
                    <a:pt x="240492" y="317389"/>
                  </a:lnTo>
                  <a:lnTo>
                    <a:pt x="245235" y="314980"/>
                  </a:lnTo>
                  <a:lnTo>
                    <a:pt x="249898" y="312421"/>
                  </a:lnTo>
                  <a:lnTo>
                    <a:pt x="254477" y="309715"/>
                  </a:lnTo>
                  <a:lnTo>
                    <a:pt x="258968" y="306865"/>
                  </a:lnTo>
                  <a:lnTo>
                    <a:pt x="263366" y="303873"/>
                  </a:lnTo>
                  <a:lnTo>
                    <a:pt x="267667" y="300743"/>
                  </a:lnTo>
                  <a:lnTo>
                    <a:pt x="271866" y="297477"/>
                  </a:lnTo>
                  <a:lnTo>
                    <a:pt x="275959" y="294080"/>
                  </a:lnTo>
                  <a:lnTo>
                    <a:pt x="279941" y="290554"/>
                  </a:lnTo>
                  <a:lnTo>
                    <a:pt x="283810" y="286903"/>
                  </a:lnTo>
                  <a:lnTo>
                    <a:pt x="287560" y="283131"/>
                  </a:lnTo>
                  <a:lnTo>
                    <a:pt x="291189" y="279242"/>
                  </a:lnTo>
                  <a:lnTo>
                    <a:pt x="294692" y="275239"/>
                  </a:lnTo>
                  <a:lnTo>
                    <a:pt x="298065" y="271127"/>
                  </a:lnTo>
                  <a:lnTo>
                    <a:pt x="301307" y="266909"/>
                  </a:lnTo>
                  <a:lnTo>
                    <a:pt x="304412" y="262590"/>
                  </a:lnTo>
                  <a:lnTo>
                    <a:pt x="307379" y="258175"/>
                  </a:lnTo>
                  <a:lnTo>
                    <a:pt x="310203" y="253668"/>
                  </a:lnTo>
                  <a:lnTo>
                    <a:pt x="312883" y="249073"/>
                  </a:lnTo>
                  <a:lnTo>
                    <a:pt x="315415" y="244395"/>
                  </a:lnTo>
                  <a:lnTo>
                    <a:pt x="317797" y="239639"/>
                  </a:lnTo>
                  <a:lnTo>
                    <a:pt x="320026" y="234810"/>
                  </a:lnTo>
                  <a:lnTo>
                    <a:pt x="322101" y="229912"/>
                  </a:lnTo>
                  <a:lnTo>
                    <a:pt x="324019" y="224951"/>
                  </a:lnTo>
                  <a:lnTo>
                    <a:pt x="325778" y="219931"/>
                  </a:lnTo>
                  <a:lnTo>
                    <a:pt x="327376" y="214857"/>
                  </a:lnTo>
                  <a:lnTo>
                    <a:pt x="328812" y="209736"/>
                  </a:lnTo>
                  <a:lnTo>
                    <a:pt x="330085" y="204571"/>
                  </a:lnTo>
                  <a:lnTo>
                    <a:pt x="331192" y="199368"/>
                  </a:lnTo>
                  <a:lnTo>
                    <a:pt x="332134" y="194133"/>
                  </a:lnTo>
                  <a:lnTo>
                    <a:pt x="332908" y="188871"/>
                  </a:lnTo>
                  <a:lnTo>
                    <a:pt x="333515" y="183586"/>
                  </a:lnTo>
                  <a:lnTo>
                    <a:pt x="333953" y="178285"/>
                  </a:lnTo>
                  <a:lnTo>
                    <a:pt x="334222" y="172973"/>
                  </a:lnTo>
                  <a:lnTo>
                    <a:pt x="334322" y="167655"/>
                  </a:lnTo>
                  <a:lnTo>
                    <a:pt x="334253" y="162336"/>
                  </a:lnTo>
                  <a:lnTo>
                    <a:pt x="334015" y="157022"/>
                  </a:lnTo>
                  <a:lnTo>
                    <a:pt x="333608" y="15171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62913"/>
              <a:ext cx="166452" cy="15448"/>
            </a:xfrm>
            <a:custGeom>
              <a:avLst/>
              <a:pathLst>
                <a:path w="166452" h="15448">
                  <a:moveTo>
                    <a:pt x="166452" y="0"/>
                  </a:moveTo>
                  <a:lnTo>
                    <a:pt x="0" y="154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2924504"/>
              <a:ext cx="166452" cy="153857"/>
            </a:xfrm>
            <a:custGeom>
              <a:avLst/>
              <a:pathLst>
                <a:path w="166452" h="153857">
                  <a:moveTo>
                    <a:pt x="166452" y="138408"/>
                  </a:moveTo>
                  <a:lnTo>
                    <a:pt x="165859" y="132987"/>
                  </a:lnTo>
                  <a:lnTo>
                    <a:pt x="165090" y="127589"/>
                  </a:lnTo>
                  <a:lnTo>
                    <a:pt x="164146" y="122218"/>
                  </a:lnTo>
                  <a:lnTo>
                    <a:pt x="163026" y="116882"/>
                  </a:lnTo>
                  <a:lnTo>
                    <a:pt x="161734" y="111584"/>
                  </a:lnTo>
                  <a:lnTo>
                    <a:pt x="160269" y="106331"/>
                  </a:lnTo>
                  <a:lnTo>
                    <a:pt x="158634" y="101130"/>
                  </a:lnTo>
                  <a:lnTo>
                    <a:pt x="156830" y="95984"/>
                  </a:lnTo>
                  <a:lnTo>
                    <a:pt x="154859" y="90899"/>
                  </a:lnTo>
                  <a:lnTo>
                    <a:pt x="152723" y="85882"/>
                  </a:lnTo>
                  <a:lnTo>
                    <a:pt x="150425" y="80937"/>
                  </a:lnTo>
                  <a:lnTo>
                    <a:pt x="147966" y="76070"/>
                  </a:lnTo>
                  <a:lnTo>
                    <a:pt x="145350" y="71285"/>
                  </a:lnTo>
                  <a:lnTo>
                    <a:pt x="142580" y="66588"/>
                  </a:lnTo>
                  <a:lnTo>
                    <a:pt x="139658" y="61985"/>
                  </a:lnTo>
                  <a:lnTo>
                    <a:pt x="136587" y="57478"/>
                  </a:lnTo>
                  <a:lnTo>
                    <a:pt x="133371" y="53075"/>
                  </a:lnTo>
                  <a:lnTo>
                    <a:pt x="130013" y="48778"/>
                  </a:lnTo>
                  <a:lnTo>
                    <a:pt x="126517" y="44594"/>
                  </a:lnTo>
                  <a:lnTo>
                    <a:pt x="122886" y="40526"/>
                  </a:lnTo>
                  <a:lnTo>
                    <a:pt x="119124" y="36578"/>
                  </a:lnTo>
                  <a:lnTo>
                    <a:pt x="115236" y="32755"/>
                  </a:lnTo>
                  <a:lnTo>
                    <a:pt x="111225" y="29061"/>
                  </a:lnTo>
                  <a:lnTo>
                    <a:pt x="107095" y="25500"/>
                  </a:lnTo>
                  <a:lnTo>
                    <a:pt x="102852" y="22075"/>
                  </a:lnTo>
                  <a:lnTo>
                    <a:pt x="98499" y="18791"/>
                  </a:lnTo>
                  <a:lnTo>
                    <a:pt x="94041" y="15650"/>
                  </a:lnTo>
                  <a:lnTo>
                    <a:pt x="89484" y="12656"/>
                  </a:lnTo>
                  <a:lnTo>
                    <a:pt x="84831" y="9813"/>
                  </a:lnTo>
                  <a:lnTo>
                    <a:pt x="80087" y="7123"/>
                  </a:lnTo>
                  <a:lnTo>
                    <a:pt x="75259" y="4589"/>
                  </a:lnTo>
                  <a:lnTo>
                    <a:pt x="70351" y="2213"/>
                  </a:lnTo>
                  <a:lnTo>
                    <a:pt x="65367" y="0"/>
                  </a:lnTo>
                  <a:lnTo>
                    <a:pt x="0" y="1538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2911194"/>
              <a:ext cx="65367" cy="167167"/>
            </a:xfrm>
            <a:custGeom>
              <a:avLst/>
              <a:pathLst>
                <a:path w="65367" h="167167">
                  <a:moveTo>
                    <a:pt x="65367" y="13310"/>
                  </a:moveTo>
                  <a:lnTo>
                    <a:pt x="59706" y="11026"/>
                  </a:lnTo>
                  <a:lnTo>
                    <a:pt x="53964" y="8950"/>
                  </a:lnTo>
                  <a:lnTo>
                    <a:pt x="48151" y="7085"/>
                  </a:lnTo>
                  <a:lnTo>
                    <a:pt x="42274" y="5433"/>
                  </a:lnTo>
                  <a:lnTo>
                    <a:pt x="36340" y="3997"/>
                  </a:lnTo>
                  <a:lnTo>
                    <a:pt x="30357" y="2779"/>
                  </a:lnTo>
                  <a:lnTo>
                    <a:pt x="24335" y="1780"/>
                  </a:lnTo>
                  <a:lnTo>
                    <a:pt x="18279" y="1002"/>
                  </a:lnTo>
                  <a:lnTo>
                    <a:pt x="12200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358832" y="3429590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5" y="2098"/>
                  </a:lnTo>
                  <a:lnTo>
                    <a:pt x="135523" y="3018"/>
                  </a:lnTo>
                  <a:lnTo>
                    <a:pt x="130333" y="4104"/>
                  </a:lnTo>
                  <a:lnTo>
                    <a:pt x="125179" y="5353"/>
                  </a:lnTo>
                  <a:lnTo>
                    <a:pt x="120069" y="6766"/>
                  </a:lnTo>
                  <a:lnTo>
                    <a:pt x="115005" y="8340"/>
                  </a:lnTo>
                  <a:lnTo>
                    <a:pt x="109994" y="10073"/>
                  </a:lnTo>
                  <a:lnTo>
                    <a:pt x="105040" y="11965"/>
                  </a:lnTo>
                  <a:lnTo>
                    <a:pt x="100149" y="14013"/>
                  </a:lnTo>
                  <a:lnTo>
                    <a:pt x="95326" y="16215"/>
                  </a:lnTo>
                  <a:lnTo>
                    <a:pt x="90574" y="18569"/>
                  </a:lnTo>
                  <a:lnTo>
                    <a:pt x="85900" y="21072"/>
                  </a:lnTo>
                  <a:lnTo>
                    <a:pt x="81307" y="23722"/>
                  </a:lnTo>
                  <a:lnTo>
                    <a:pt x="76801" y="26517"/>
                  </a:lnTo>
                  <a:lnTo>
                    <a:pt x="72385" y="29453"/>
                  </a:lnTo>
                  <a:lnTo>
                    <a:pt x="68065" y="32528"/>
                  </a:lnTo>
                  <a:lnTo>
                    <a:pt x="63845" y="35738"/>
                  </a:lnTo>
                  <a:lnTo>
                    <a:pt x="59729" y="39080"/>
                  </a:lnTo>
                  <a:lnTo>
                    <a:pt x="55720" y="42552"/>
                  </a:lnTo>
                  <a:lnTo>
                    <a:pt x="51824" y="46148"/>
                  </a:lnTo>
                  <a:lnTo>
                    <a:pt x="48044" y="49867"/>
                  </a:lnTo>
                  <a:lnTo>
                    <a:pt x="44384" y="53703"/>
                  </a:lnTo>
                  <a:lnTo>
                    <a:pt x="40847" y="57654"/>
                  </a:lnTo>
                  <a:lnTo>
                    <a:pt x="37437" y="61715"/>
                  </a:lnTo>
                  <a:lnTo>
                    <a:pt x="34158" y="65882"/>
                  </a:lnTo>
                  <a:lnTo>
                    <a:pt x="31012" y="70151"/>
                  </a:lnTo>
                  <a:lnTo>
                    <a:pt x="28004" y="74517"/>
                  </a:lnTo>
                  <a:lnTo>
                    <a:pt x="25135" y="78977"/>
                  </a:lnTo>
                  <a:lnTo>
                    <a:pt x="22410" y="83525"/>
                  </a:lnTo>
                  <a:lnTo>
                    <a:pt x="19830" y="88158"/>
                  </a:lnTo>
                  <a:lnTo>
                    <a:pt x="17398" y="92870"/>
                  </a:lnTo>
                  <a:lnTo>
                    <a:pt x="15117" y="97656"/>
                  </a:lnTo>
                  <a:lnTo>
                    <a:pt x="12989" y="102513"/>
                  </a:lnTo>
                  <a:lnTo>
                    <a:pt x="11016" y="107435"/>
                  </a:lnTo>
                  <a:lnTo>
                    <a:pt x="9200" y="112417"/>
                  </a:lnTo>
                  <a:lnTo>
                    <a:pt x="7543" y="117454"/>
                  </a:lnTo>
                  <a:lnTo>
                    <a:pt x="6047" y="122541"/>
                  </a:lnTo>
                  <a:lnTo>
                    <a:pt x="4712" y="127673"/>
                  </a:lnTo>
                  <a:lnTo>
                    <a:pt x="3542" y="132844"/>
                  </a:lnTo>
                  <a:lnTo>
                    <a:pt x="2535" y="138050"/>
                  </a:lnTo>
                  <a:lnTo>
                    <a:pt x="1695" y="143286"/>
                  </a:lnTo>
                  <a:lnTo>
                    <a:pt x="1020" y="148545"/>
                  </a:lnTo>
                  <a:lnTo>
                    <a:pt x="513" y="153823"/>
                  </a:lnTo>
                  <a:lnTo>
                    <a:pt x="174" y="159115"/>
                  </a:lnTo>
                  <a:lnTo>
                    <a:pt x="3" y="164415"/>
                  </a:lnTo>
                  <a:lnTo>
                    <a:pt x="0" y="169717"/>
                  </a:lnTo>
                  <a:lnTo>
                    <a:pt x="164" y="175017"/>
                  </a:lnTo>
                  <a:lnTo>
                    <a:pt x="497" y="180309"/>
                  </a:lnTo>
                  <a:lnTo>
                    <a:pt x="998" y="185588"/>
                  </a:lnTo>
                  <a:lnTo>
                    <a:pt x="1666" y="190848"/>
                  </a:lnTo>
                  <a:lnTo>
                    <a:pt x="2500" y="196085"/>
                  </a:lnTo>
                  <a:lnTo>
                    <a:pt x="3500" y="201292"/>
                  </a:lnTo>
                  <a:lnTo>
                    <a:pt x="4665" y="206465"/>
                  </a:lnTo>
                  <a:lnTo>
                    <a:pt x="5993" y="211599"/>
                  </a:lnTo>
                  <a:lnTo>
                    <a:pt x="7483" y="216688"/>
                  </a:lnTo>
                  <a:lnTo>
                    <a:pt x="9134" y="221727"/>
                  </a:lnTo>
                  <a:lnTo>
                    <a:pt x="10944" y="226711"/>
                  </a:lnTo>
                  <a:lnTo>
                    <a:pt x="12911" y="231635"/>
                  </a:lnTo>
                  <a:lnTo>
                    <a:pt x="15033" y="236494"/>
                  </a:lnTo>
                  <a:lnTo>
                    <a:pt x="17309" y="241284"/>
                  </a:lnTo>
                  <a:lnTo>
                    <a:pt x="19735" y="245999"/>
                  </a:lnTo>
                  <a:lnTo>
                    <a:pt x="22309" y="250634"/>
                  </a:lnTo>
                  <a:lnTo>
                    <a:pt x="25029" y="255186"/>
                  </a:lnTo>
                  <a:lnTo>
                    <a:pt x="27892" y="259649"/>
                  </a:lnTo>
                  <a:lnTo>
                    <a:pt x="30895" y="264019"/>
                  </a:lnTo>
                  <a:lnTo>
                    <a:pt x="34036" y="268292"/>
                  </a:lnTo>
                  <a:lnTo>
                    <a:pt x="37310" y="272463"/>
                  </a:lnTo>
                  <a:lnTo>
                    <a:pt x="40715" y="276527"/>
                  </a:lnTo>
                  <a:lnTo>
                    <a:pt x="44247" y="280482"/>
                  </a:lnTo>
                  <a:lnTo>
                    <a:pt x="47903" y="284323"/>
                  </a:lnTo>
                  <a:lnTo>
                    <a:pt x="51678" y="288046"/>
                  </a:lnTo>
                  <a:lnTo>
                    <a:pt x="55570" y="291648"/>
                  </a:lnTo>
                  <a:lnTo>
                    <a:pt x="59574" y="295124"/>
                  </a:lnTo>
                  <a:lnTo>
                    <a:pt x="63687" y="298471"/>
                  </a:lnTo>
                  <a:lnTo>
                    <a:pt x="67903" y="301686"/>
                  </a:lnTo>
                  <a:lnTo>
                    <a:pt x="72219" y="304766"/>
                  </a:lnTo>
                  <a:lnTo>
                    <a:pt x="76631" y="307708"/>
                  </a:lnTo>
                  <a:lnTo>
                    <a:pt x="81134" y="310508"/>
                  </a:lnTo>
                  <a:lnTo>
                    <a:pt x="85723" y="313164"/>
                  </a:lnTo>
                  <a:lnTo>
                    <a:pt x="90395" y="315673"/>
                  </a:lnTo>
                  <a:lnTo>
                    <a:pt x="95143" y="318032"/>
                  </a:lnTo>
                  <a:lnTo>
                    <a:pt x="99964" y="320240"/>
                  </a:lnTo>
                  <a:lnTo>
                    <a:pt x="104853" y="322294"/>
                  </a:lnTo>
                  <a:lnTo>
                    <a:pt x="109804" y="324192"/>
                  </a:lnTo>
                  <a:lnTo>
                    <a:pt x="114813" y="325931"/>
                  </a:lnTo>
                  <a:lnTo>
                    <a:pt x="119875" y="327511"/>
                  </a:lnTo>
                  <a:lnTo>
                    <a:pt x="124984" y="328930"/>
                  </a:lnTo>
                  <a:lnTo>
                    <a:pt x="130136" y="330186"/>
                  </a:lnTo>
                  <a:lnTo>
                    <a:pt x="135325" y="331277"/>
                  </a:lnTo>
                  <a:lnTo>
                    <a:pt x="140546" y="332204"/>
                  </a:lnTo>
                  <a:lnTo>
                    <a:pt x="145793" y="332965"/>
                  </a:lnTo>
                  <a:lnTo>
                    <a:pt x="151063" y="333559"/>
                  </a:lnTo>
                  <a:lnTo>
                    <a:pt x="156348" y="333985"/>
                  </a:lnTo>
                  <a:lnTo>
                    <a:pt x="161644" y="334244"/>
                  </a:lnTo>
                  <a:lnTo>
                    <a:pt x="166946" y="334334"/>
                  </a:lnTo>
                  <a:lnTo>
                    <a:pt x="172248" y="334257"/>
                  </a:lnTo>
                  <a:lnTo>
                    <a:pt x="177545" y="334011"/>
                  </a:lnTo>
                  <a:lnTo>
                    <a:pt x="182831" y="333597"/>
                  </a:lnTo>
                  <a:lnTo>
                    <a:pt x="188101" y="333016"/>
                  </a:lnTo>
                  <a:lnTo>
                    <a:pt x="193351" y="332268"/>
                  </a:lnTo>
                  <a:lnTo>
                    <a:pt x="198574" y="331354"/>
                  </a:lnTo>
                  <a:lnTo>
                    <a:pt x="203766" y="330274"/>
                  </a:lnTo>
                  <a:lnTo>
                    <a:pt x="208920" y="329031"/>
                  </a:lnTo>
                  <a:lnTo>
                    <a:pt x="214033" y="327625"/>
                  </a:lnTo>
                  <a:lnTo>
                    <a:pt x="219098" y="326057"/>
                  </a:lnTo>
                  <a:lnTo>
                    <a:pt x="224111" y="324329"/>
                  </a:lnTo>
                  <a:lnTo>
                    <a:pt x="229067" y="322444"/>
                  </a:lnTo>
                  <a:lnTo>
                    <a:pt x="233961" y="320402"/>
                  </a:lnTo>
                  <a:lnTo>
                    <a:pt x="238787" y="318206"/>
                  </a:lnTo>
                  <a:lnTo>
                    <a:pt x="243542" y="315858"/>
                  </a:lnTo>
                  <a:lnTo>
                    <a:pt x="248219" y="313360"/>
                  </a:lnTo>
                  <a:lnTo>
                    <a:pt x="252815" y="310715"/>
                  </a:lnTo>
                  <a:lnTo>
                    <a:pt x="257324" y="307926"/>
                  </a:lnTo>
                  <a:lnTo>
                    <a:pt x="261743" y="304995"/>
                  </a:lnTo>
                  <a:lnTo>
                    <a:pt x="266067" y="301926"/>
                  </a:lnTo>
                  <a:lnTo>
                    <a:pt x="270291" y="298720"/>
                  </a:lnTo>
                  <a:lnTo>
                    <a:pt x="274412" y="295383"/>
                  </a:lnTo>
                  <a:lnTo>
                    <a:pt x="278424" y="291916"/>
                  </a:lnTo>
                  <a:lnTo>
                    <a:pt x="282325" y="288325"/>
                  </a:lnTo>
                  <a:lnTo>
                    <a:pt x="286109" y="284611"/>
                  </a:lnTo>
                  <a:lnTo>
                    <a:pt x="289774" y="280779"/>
                  </a:lnTo>
                  <a:lnTo>
                    <a:pt x="293316" y="276832"/>
                  </a:lnTo>
                  <a:lnTo>
                    <a:pt x="296731" y="272776"/>
                  </a:lnTo>
                  <a:lnTo>
                    <a:pt x="300015" y="268613"/>
                  </a:lnTo>
                  <a:lnTo>
                    <a:pt x="303165" y="264348"/>
                  </a:lnTo>
                  <a:lnTo>
                    <a:pt x="306179" y="259985"/>
                  </a:lnTo>
                  <a:lnTo>
                    <a:pt x="309053" y="255529"/>
                  </a:lnTo>
                  <a:lnTo>
                    <a:pt x="311784" y="250983"/>
                  </a:lnTo>
                  <a:lnTo>
                    <a:pt x="314370" y="246354"/>
                  </a:lnTo>
                  <a:lnTo>
                    <a:pt x="316807" y="241645"/>
                  </a:lnTo>
                  <a:lnTo>
                    <a:pt x="319094" y="236861"/>
                  </a:lnTo>
                  <a:lnTo>
                    <a:pt x="321228" y="232007"/>
                  </a:lnTo>
                  <a:lnTo>
                    <a:pt x="323207" y="227087"/>
                  </a:lnTo>
                  <a:lnTo>
                    <a:pt x="325029" y="222108"/>
                  </a:lnTo>
                  <a:lnTo>
                    <a:pt x="326692" y="217073"/>
                  </a:lnTo>
                  <a:lnTo>
                    <a:pt x="328194" y="211988"/>
                  </a:lnTo>
                  <a:lnTo>
                    <a:pt x="329535" y="206857"/>
                  </a:lnTo>
                  <a:lnTo>
                    <a:pt x="330712" y="201687"/>
                  </a:lnTo>
                  <a:lnTo>
                    <a:pt x="331724" y="196482"/>
                  </a:lnTo>
                  <a:lnTo>
                    <a:pt x="332571" y="191248"/>
                  </a:lnTo>
                  <a:lnTo>
                    <a:pt x="333252" y="185989"/>
                  </a:lnTo>
                  <a:lnTo>
                    <a:pt x="333765" y="180711"/>
                  </a:lnTo>
                  <a:lnTo>
                    <a:pt x="334111" y="175420"/>
                  </a:lnTo>
                  <a:lnTo>
                    <a:pt x="334289" y="170121"/>
                  </a:lnTo>
                  <a:lnTo>
                    <a:pt x="334298" y="164818"/>
                  </a:lnTo>
                  <a:lnTo>
                    <a:pt x="334140" y="159518"/>
                  </a:lnTo>
                  <a:lnTo>
                    <a:pt x="333813" y="154226"/>
                  </a:lnTo>
                  <a:lnTo>
                    <a:pt x="333319" y="148946"/>
                  </a:lnTo>
                  <a:lnTo>
                    <a:pt x="332657" y="143685"/>
                  </a:lnTo>
                  <a:lnTo>
                    <a:pt x="331829" y="138448"/>
                  </a:lnTo>
                  <a:lnTo>
                    <a:pt x="330836" y="133239"/>
                  </a:lnTo>
                  <a:lnTo>
                    <a:pt x="329677" y="128065"/>
                  </a:lnTo>
                  <a:lnTo>
                    <a:pt x="328355" y="122930"/>
                  </a:lnTo>
                  <a:lnTo>
                    <a:pt x="326871" y="117839"/>
                  </a:lnTo>
                  <a:lnTo>
                    <a:pt x="325227" y="112798"/>
                  </a:lnTo>
                  <a:lnTo>
                    <a:pt x="323423" y="107812"/>
                  </a:lnTo>
                  <a:lnTo>
                    <a:pt x="321462" y="102885"/>
                  </a:lnTo>
                  <a:lnTo>
                    <a:pt x="319345" y="98023"/>
                  </a:lnTo>
                  <a:lnTo>
                    <a:pt x="317076" y="93231"/>
                  </a:lnTo>
                  <a:lnTo>
                    <a:pt x="314655" y="88513"/>
                  </a:lnTo>
                  <a:lnTo>
                    <a:pt x="312087" y="83875"/>
                  </a:lnTo>
                  <a:lnTo>
                    <a:pt x="309372" y="79320"/>
                  </a:lnTo>
                  <a:lnTo>
                    <a:pt x="306514" y="74853"/>
                  </a:lnTo>
                  <a:lnTo>
                    <a:pt x="303516" y="70479"/>
                  </a:lnTo>
                  <a:lnTo>
                    <a:pt x="300381" y="66203"/>
                  </a:lnTo>
                  <a:lnTo>
                    <a:pt x="297112" y="62028"/>
                  </a:lnTo>
                  <a:lnTo>
                    <a:pt x="293712" y="57959"/>
                  </a:lnTo>
                  <a:lnTo>
                    <a:pt x="290185" y="54000"/>
                  </a:lnTo>
                  <a:lnTo>
                    <a:pt x="286534" y="50155"/>
                  </a:lnTo>
                  <a:lnTo>
                    <a:pt x="282763" y="46427"/>
                  </a:lnTo>
                  <a:lnTo>
                    <a:pt x="278875" y="42821"/>
                  </a:lnTo>
                  <a:lnTo>
                    <a:pt x="274875" y="39340"/>
                  </a:lnTo>
                  <a:lnTo>
                    <a:pt x="270767" y="3598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65578"/>
              <a:ext cx="103619" cy="131179"/>
            </a:xfrm>
            <a:custGeom>
              <a:avLst/>
              <a:pathLst>
                <a:path w="103619" h="131179">
                  <a:moveTo>
                    <a:pt x="103619" y="0"/>
                  </a:moveTo>
                  <a:lnTo>
                    <a:pt x="0" y="1311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6931"/>
              <a:ext cx="103619" cy="139826"/>
            </a:xfrm>
            <a:custGeom>
              <a:avLst/>
              <a:pathLst>
                <a:path w="103619" h="139826">
                  <a:moveTo>
                    <a:pt x="103619" y="8646"/>
                  </a:moveTo>
                  <a:lnTo>
                    <a:pt x="91616" y="0"/>
                  </a:lnTo>
                  <a:lnTo>
                    <a:pt x="0" y="1398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29590"/>
              <a:ext cx="91616" cy="167167"/>
            </a:xfrm>
            <a:custGeom>
              <a:avLst/>
              <a:pathLst>
                <a:path w="91616" h="167167">
                  <a:moveTo>
                    <a:pt x="91616" y="27341"/>
                  </a:moveTo>
                  <a:lnTo>
                    <a:pt x="86793" y="24297"/>
                  </a:lnTo>
                  <a:lnTo>
                    <a:pt x="81869" y="21419"/>
                  </a:lnTo>
                  <a:lnTo>
                    <a:pt x="76849" y="18711"/>
                  </a:lnTo>
                  <a:lnTo>
                    <a:pt x="71740" y="16176"/>
                  </a:lnTo>
                  <a:lnTo>
                    <a:pt x="66547" y="13817"/>
                  </a:lnTo>
                  <a:lnTo>
                    <a:pt x="61278" y="11636"/>
                  </a:lnTo>
                  <a:lnTo>
                    <a:pt x="55936" y="9636"/>
                  </a:lnTo>
                  <a:lnTo>
                    <a:pt x="50530" y="7819"/>
                  </a:lnTo>
                  <a:lnTo>
                    <a:pt x="45065" y="6188"/>
                  </a:lnTo>
                  <a:lnTo>
                    <a:pt x="39547" y="4745"/>
                  </a:lnTo>
                  <a:lnTo>
                    <a:pt x="33983" y="3490"/>
                  </a:lnTo>
                  <a:lnTo>
                    <a:pt x="28380" y="2426"/>
                  </a:lnTo>
                  <a:lnTo>
                    <a:pt x="22744" y="1554"/>
                  </a:lnTo>
                  <a:lnTo>
                    <a:pt x="17081" y="874"/>
                  </a:lnTo>
                  <a:lnTo>
                    <a:pt x="11398" y="389"/>
                  </a:lnTo>
                  <a:lnTo>
                    <a:pt x="5702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478583" y="3934012"/>
              <a:ext cx="334307" cy="334333"/>
            </a:xfrm>
            <a:custGeom>
              <a:avLst/>
              <a:pathLst>
                <a:path w="334307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6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6" y="3014"/>
                  </a:lnTo>
                  <a:lnTo>
                    <a:pt x="130359" y="4098"/>
                  </a:lnTo>
                  <a:lnTo>
                    <a:pt x="125209" y="5346"/>
                  </a:lnTo>
                  <a:lnTo>
                    <a:pt x="120101" y="6757"/>
                  </a:lnTo>
                  <a:lnTo>
                    <a:pt x="115041" y="8329"/>
                  </a:lnTo>
                  <a:lnTo>
                    <a:pt x="110032" y="10060"/>
                  </a:lnTo>
                  <a:lnTo>
                    <a:pt x="105082" y="11950"/>
                  </a:lnTo>
                  <a:lnTo>
                    <a:pt x="100193" y="13995"/>
                  </a:lnTo>
                  <a:lnTo>
                    <a:pt x="95372" y="16194"/>
                  </a:lnTo>
                  <a:lnTo>
                    <a:pt x="90623" y="18545"/>
                  </a:lnTo>
                  <a:lnTo>
                    <a:pt x="85951" y="21045"/>
                  </a:lnTo>
                  <a:lnTo>
                    <a:pt x="81360" y="23692"/>
                  </a:lnTo>
                  <a:lnTo>
                    <a:pt x="76856" y="26483"/>
                  </a:lnTo>
                  <a:lnTo>
                    <a:pt x="72442" y="29416"/>
                  </a:lnTo>
                  <a:lnTo>
                    <a:pt x="68124" y="32487"/>
                  </a:lnTo>
                  <a:lnTo>
                    <a:pt x="63905" y="35693"/>
                  </a:lnTo>
                  <a:lnTo>
                    <a:pt x="59790" y="39031"/>
                  </a:lnTo>
                  <a:lnTo>
                    <a:pt x="55782" y="42499"/>
                  </a:lnTo>
                  <a:lnTo>
                    <a:pt x="51887" y="46091"/>
                  </a:lnTo>
                  <a:lnTo>
                    <a:pt x="48107" y="49805"/>
                  </a:lnTo>
                  <a:lnTo>
                    <a:pt x="44447" y="53637"/>
                  </a:lnTo>
                  <a:lnTo>
                    <a:pt x="40911" y="57583"/>
                  </a:lnTo>
                  <a:lnTo>
                    <a:pt x="37501" y="61639"/>
                  </a:lnTo>
                  <a:lnTo>
                    <a:pt x="34221" y="65802"/>
                  </a:lnTo>
                  <a:lnTo>
                    <a:pt x="31075" y="70066"/>
                  </a:lnTo>
                  <a:lnTo>
                    <a:pt x="28066" y="74427"/>
                  </a:lnTo>
                  <a:lnTo>
                    <a:pt x="25197" y="78882"/>
                  </a:lnTo>
                  <a:lnTo>
                    <a:pt x="22470" y="83426"/>
                  </a:lnTo>
                  <a:lnTo>
                    <a:pt x="19888" y="88054"/>
                  </a:lnTo>
                  <a:lnTo>
                    <a:pt x="17455" y="92761"/>
                  </a:lnTo>
                  <a:lnTo>
                    <a:pt x="15172" y="97543"/>
                  </a:lnTo>
                  <a:lnTo>
                    <a:pt x="13041" y="102395"/>
                  </a:lnTo>
                  <a:lnTo>
                    <a:pt x="11066" y="107312"/>
                  </a:lnTo>
                  <a:lnTo>
                    <a:pt x="9247" y="112289"/>
                  </a:lnTo>
                  <a:lnTo>
                    <a:pt x="7587" y="117321"/>
                  </a:lnTo>
                  <a:lnTo>
                    <a:pt x="6087" y="122404"/>
                  </a:lnTo>
                  <a:lnTo>
                    <a:pt x="4749" y="127531"/>
                  </a:lnTo>
                  <a:lnTo>
                    <a:pt x="3575" y="132698"/>
                  </a:lnTo>
                  <a:lnTo>
                    <a:pt x="2564" y="137900"/>
                  </a:lnTo>
                  <a:lnTo>
                    <a:pt x="1720" y="143131"/>
                  </a:lnTo>
                  <a:lnTo>
                    <a:pt x="1041" y="148387"/>
                  </a:lnTo>
                  <a:lnTo>
                    <a:pt x="529" y="153661"/>
                  </a:lnTo>
                  <a:lnTo>
                    <a:pt x="185" y="158949"/>
                  </a:lnTo>
                  <a:lnTo>
                    <a:pt x="8" y="164245"/>
                  </a:lnTo>
                  <a:lnTo>
                    <a:pt x="0" y="169544"/>
                  </a:lnTo>
                  <a:lnTo>
                    <a:pt x="159" y="174841"/>
                  </a:lnTo>
                  <a:lnTo>
                    <a:pt x="486" y="180130"/>
                  </a:lnTo>
                  <a:lnTo>
                    <a:pt x="981" y="185405"/>
                  </a:lnTo>
                  <a:lnTo>
                    <a:pt x="1642" y="190663"/>
                  </a:lnTo>
                  <a:lnTo>
                    <a:pt x="2470" y="195897"/>
                  </a:lnTo>
                  <a:lnTo>
                    <a:pt x="3463" y="201102"/>
                  </a:lnTo>
                  <a:lnTo>
                    <a:pt x="4621" y="206273"/>
                  </a:lnTo>
                  <a:lnTo>
                    <a:pt x="5942" y="211405"/>
                  </a:lnTo>
                  <a:lnTo>
                    <a:pt x="7425" y="216492"/>
                  </a:lnTo>
                  <a:lnTo>
                    <a:pt x="9069" y="221530"/>
                  </a:lnTo>
                  <a:lnTo>
                    <a:pt x="10871" y="226513"/>
                  </a:lnTo>
                  <a:lnTo>
                    <a:pt x="12831" y="231436"/>
                  </a:lnTo>
                  <a:lnTo>
                    <a:pt x="14945" y="236295"/>
                  </a:lnTo>
                  <a:lnTo>
                    <a:pt x="17213" y="241085"/>
                  </a:lnTo>
                  <a:lnTo>
                    <a:pt x="19631" y="245800"/>
                  </a:lnTo>
                  <a:lnTo>
                    <a:pt x="22197" y="250436"/>
                  </a:lnTo>
                  <a:lnTo>
                    <a:pt x="24909" y="254988"/>
                  </a:lnTo>
                  <a:lnTo>
                    <a:pt x="27764" y="259452"/>
                  </a:lnTo>
                  <a:lnTo>
                    <a:pt x="30759" y="263824"/>
                  </a:lnTo>
                  <a:lnTo>
                    <a:pt x="33892" y="268098"/>
                  </a:lnTo>
                  <a:lnTo>
                    <a:pt x="37158" y="272271"/>
                  </a:lnTo>
                  <a:lnTo>
                    <a:pt x="40554" y="276338"/>
                  </a:lnTo>
                  <a:lnTo>
                    <a:pt x="44078" y="280296"/>
                  </a:lnTo>
                  <a:lnTo>
                    <a:pt x="47725" y="284140"/>
                  </a:lnTo>
                  <a:lnTo>
                    <a:pt x="51493" y="287866"/>
                  </a:lnTo>
                  <a:lnTo>
                    <a:pt x="55376" y="291472"/>
                  </a:lnTo>
                  <a:lnTo>
                    <a:pt x="59372" y="294952"/>
                  </a:lnTo>
                  <a:lnTo>
                    <a:pt x="63477" y="298304"/>
                  </a:lnTo>
                  <a:lnTo>
                    <a:pt x="67685" y="301524"/>
                  </a:lnTo>
                  <a:lnTo>
                    <a:pt x="71994" y="304609"/>
                  </a:lnTo>
                  <a:lnTo>
                    <a:pt x="76398" y="307556"/>
                  </a:lnTo>
                  <a:lnTo>
                    <a:pt x="80893" y="310361"/>
                  </a:lnTo>
                  <a:lnTo>
                    <a:pt x="85475" y="313023"/>
                  </a:lnTo>
                  <a:lnTo>
                    <a:pt x="90139" y="315539"/>
                  </a:lnTo>
                  <a:lnTo>
                    <a:pt x="94880" y="317905"/>
                  </a:lnTo>
                  <a:lnTo>
                    <a:pt x="99694" y="320120"/>
                  </a:lnTo>
                  <a:lnTo>
                    <a:pt x="104576" y="322181"/>
                  </a:lnTo>
                  <a:lnTo>
                    <a:pt x="109520" y="324087"/>
                  </a:lnTo>
                  <a:lnTo>
                    <a:pt x="114523" y="325834"/>
                  </a:lnTo>
                  <a:lnTo>
                    <a:pt x="119578" y="327423"/>
                  </a:lnTo>
                  <a:lnTo>
                    <a:pt x="124682" y="328850"/>
                  </a:lnTo>
                  <a:lnTo>
                    <a:pt x="129827" y="330115"/>
                  </a:lnTo>
                  <a:lnTo>
                    <a:pt x="135011" y="331216"/>
                  </a:lnTo>
                  <a:lnTo>
                    <a:pt x="140226" y="332152"/>
                  </a:lnTo>
                  <a:lnTo>
                    <a:pt x="145469" y="332922"/>
                  </a:lnTo>
                  <a:lnTo>
                    <a:pt x="150734" y="333526"/>
                  </a:lnTo>
                  <a:lnTo>
                    <a:pt x="156015" y="333963"/>
                  </a:lnTo>
                  <a:lnTo>
                    <a:pt x="161307" y="334232"/>
                  </a:lnTo>
                  <a:lnTo>
                    <a:pt x="166605" y="334333"/>
                  </a:lnTo>
                  <a:lnTo>
                    <a:pt x="171904" y="334267"/>
                  </a:lnTo>
                  <a:lnTo>
                    <a:pt x="177197" y="334032"/>
                  </a:lnTo>
                  <a:lnTo>
                    <a:pt x="182481" y="333630"/>
                  </a:lnTo>
                  <a:lnTo>
                    <a:pt x="187750" y="333060"/>
                  </a:lnTo>
                  <a:lnTo>
                    <a:pt x="192997" y="332324"/>
                  </a:lnTo>
                  <a:lnTo>
                    <a:pt x="198219" y="331422"/>
                  </a:lnTo>
                  <a:lnTo>
                    <a:pt x="203409" y="330355"/>
                  </a:lnTo>
                  <a:lnTo>
                    <a:pt x="208563" y="329123"/>
                  </a:lnTo>
                  <a:lnTo>
                    <a:pt x="213676" y="327729"/>
                  </a:lnTo>
                  <a:lnTo>
                    <a:pt x="218741" y="326174"/>
                  </a:lnTo>
                  <a:lnTo>
                    <a:pt x="223755" y="324459"/>
                  </a:lnTo>
                  <a:lnTo>
                    <a:pt x="228712" y="322586"/>
                  </a:lnTo>
                  <a:lnTo>
                    <a:pt x="233607" y="320557"/>
                  </a:lnTo>
                  <a:lnTo>
                    <a:pt x="238436" y="318373"/>
                  </a:lnTo>
                  <a:lnTo>
                    <a:pt x="243192" y="316038"/>
                  </a:lnTo>
                  <a:lnTo>
                    <a:pt x="247872" y="313553"/>
                  </a:lnTo>
                  <a:lnTo>
                    <a:pt x="252472" y="310921"/>
                  </a:lnTo>
                  <a:lnTo>
                    <a:pt x="256985" y="308144"/>
                  </a:lnTo>
                  <a:lnTo>
                    <a:pt x="261408" y="305226"/>
                  </a:lnTo>
                  <a:lnTo>
                    <a:pt x="265737" y="302169"/>
                  </a:lnTo>
                  <a:lnTo>
                    <a:pt x="269966" y="298977"/>
                  </a:lnTo>
                  <a:lnTo>
                    <a:pt x="274092" y="295652"/>
                  </a:lnTo>
                  <a:lnTo>
                    <a:pt x="278111" y="292198"/>
                  </a:lnTo>
                  <a:lnTo>
                    <a:pt x="282018" y="288618"/>
                  </a:lnTo>
                  <a:lnTo>
                    <a:pt x="285809" y="284916"/>
                  </a:lnTo>
                  <a:lnTo>
                    <a:pt x="289482" y="281096"/>
                  </a:lnTo>
                  <a:lnTo>
                    <a:pt x="293031" y="277162"/>
                  </a:lnTo>
                  <a:lnTo>
                    <a:pt x="296454" y="273117"/>
                  </a:lnTo>
                  <a:lnTo>
                    <a:pt x="299748" y="268965"/>
                  </a:lnTo>
                  <a:lnTo>
                    <a:pt x="302907" y="264711"/>
                  </a:lnTo>
                  <a:lnTo>
                    <a:pt x="305931" y="260359"/>
                  </a:lnTo>
                  <a:lnTo>
                    <a:pt x="308815" y="255914"/>
                  </a:lnTo>
                  <a:lnTo>
                    <a:pt x="311557" y="251379"/>
                  </a:lnTo>
                  <a:lnTo>
                    <a:pt x="314153" y="246760"/>
                  </a:lnTo>
                  <a:lnTo>
                    <a:pt x="316602" y="242061"/>
                  </a:lnTo>
                  <a:lnTo>
                    <a:pt x="318901" y="237286"/>
                  </a:lnTo>
                  <a:lnTo>
                    <a:pt x="321047" y="232441"/>
                  </a:lnTo>
                  <a:lnTo>
                    <a:pt x="323038" y="227531"/>
                  </a:lnTo>
                  <a:lnTo>
                    <a:pt x="324873" y="222559"/>
                  </a:lnTo>
                  <a:lnTo>
                    <a:pt x="326550" y="217533"/>
                  </a:lnTo>
                  <a:lnTo>
                    <a:pt x="328066" y="212455"/>
                  </a:lnTo>
                  <a:lnTo>
                    <a:pt x="329421" y="207332"/>
                  </a:lnTo>
                  <a:lnTo>
                    <a:pt x="330612" y="202169"/>
                  </a:lnTo>
                  <a:lnTo>
                    <a:pt x="331639" y="196970"/>
                  </a:lnTo>
                  <a:lnTo>
                    <a:pt x="332501" y="191742"/>
                  </a:lnTo>
                  <a:lnTo>
                    <a:pt x="333197" y="186489"/>
                  </a:lnTo>
                  <a:lnTo>
                    <a:pt x="333726" y="181216"/>
                  </a:lnTo>
                  <a:lnTo>
                    <a:pt x="334088" y="175929"/>
                  </a:lnTo>
                  <a:lnTo>
                    <a:pt x="334282" y="170634"/>
                  </a:lnTo>
                  <a:lnTo>
                    <a:pt x="334307" y="165335"/>
                  </a:lnTo>
                  <a:lnTo>
                    <a:pt x="334165" y="160038"/>
                  </a:lnTo>
                  <a:lnTo>
                    <a:pt x="333856" y="154748"/>
                  </a:lnTo>
                  <a:lnTo>
                    <a:pt x="333378" y="149470"/>
                  </a:lnTo>
                  <a:lnTo>
                    <a:pt x="332734" y="144211"/>
                  </a:lnTo>
                  <a:lnTo>
                    <a:pt x="331923" y="138974"/>
                  </a:lnTo>
                  <a:lnTo>
                    <a:pt x="330947" y="133766"/>
                  </a:lnTo>
                  <a:lnTo>
                    <a:pt x="329806" y="128591"/>
                  </a:lnTo>
                  <a:lnTo>
                    <a:pt x="328501" y="123455"/>
                  </a:lnTo>
                  <a:lnTo>
                    <a:pt x="327035" y="118363"/>
                  </a:lnTo>
                  <a:lnTo>
                    <a:pt x="325408" y="113320"/>
                  </a:lnTo>
                  <a:lnTo>
                    <a:pt x="323621" y="108331"/>
                  </a:lnTo>
                  <a:lnTo>
                    <a:pt x="321678" y="103401"/>
                  </a:lnTo>
                  <a:lnTo>
                    <a:pt x="319579" y="98535"/>
                  </a:lnTo>
                  <a:lnTo>
                    <a:pt x="317327" y="93739"/>
                  </a:lnTo>
                  <a:lnTo>
                    <a:pt x="314925" y="89016"/>
                  </a:lnTo>
                  <a:lnTo>
                    <a:pt x="312373" y="84371"/>
                  </a:lnTo>
                  <a:lnTo>
                    <a:pt x="309676" y="79810"/>
                  </a:lnTo>
                  <a:lnTo>
                    <a:pt x="306836" y="75336"/>
                  </a:lnTo>
                  <a:lnTo>
                    <a:pt x="303855" y="70955"/>
                  </a:lnTo>
                  <a:lnTo>
                    <a:pt x="300737" y="66671"/>
                  </a:lnTo>
                  <a:lnTo>
                    <a:pt x="297485" y="62487"/>
                  </a:lnTo>
                  <a:lnTo>
                    <a:pt x="294101" y="58409"/>
                  </a:lnTo>
                  <a:lnTo>
                    <a:pt x="290590" y="54440"/>
                  </a:lnTo>
                  <a:lnTo>
                    <a:pt x="286955" y="50584"/>
                  </a:lnTo>
                  <a:lnTo>
                    <a:pt x="283200" y="46845"/>
                  </a:lnTo>
                  <a:lnTo>
                    <a:pt x="279328" y="43227"/>
                  </a:lnTo>
                  <a:lnTo>
                    <a:pt x="275344" y="39734"/>
                  </a:lnTo>
                  <a:lnTo>
                    <a:pt x="271250" y="36369"/>
                  </a:lnTo>
                  <a:lnTo>
                    <a:pt x="267052" y="33135"/>
                  </a:lnTo>
                  <a:lnTo>
                    <a:pt x="262754" y="30036"/>
                  </a:lnTo>
                  <a:lnTo>
                    <a:pt x="258360" y="27075"/>
                  </a:lnTo>
                  <a:lnTo>
                    <a:pt x="253874" y="24254"/>
                  </a:lnTo>
                  <a:lnTo>
                    <a:pt x="249300" y="21578"/>
                  </a:lnTo>
                  <a:lnTo>
                    <a:pt x="244645" y="19047"/>
                  </a:lnTo>
                  <a:lnTo>
                    <a:pt x="239911" y="16665"/>
                  </a:lnTo>
                  <a:lnTo>
                    <a:pt x="235104" y="14435"/>
                  </a:lnTo>
                  <a:lnTo>
                    <a:pt x="230229" y="12358"/>
                  </a:lnTo>
                  <a:lnTo>
                    <a:pt x="225291" y="10436"/>
                  </a:lnTo>
                  <a:lnTo>
                    <a:pt x="220294" y="8672"/>
                  </a:lnTo>
                  <a:lnTo>
                    <a:pt x="215244" y="7067"/>
                  </a:lnTo>
                  <a:lnTo>
                    <a:pt x="210145" y="5623"/>
                  </a:lnTo>
                  <a:lnTo>
                    <a:pt x="205004" y="434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8355"/>
              <a:ext cx="37853" cy="162825"/>
            </a:xfrm>
            <a:custGeom>
              <a:avLst/>
              <a:pathLst>
                <a:path w="37853" h="162825">
                  <a:moveTo>
                    <a:pt x="37853" y="0"/>
                  </a:moveTo>
                  <a:lnTo>
                    <a:pt x="0" y="1628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7965"/>
              <a:ext cx="37853" cy="163214"/>
            </a:xfrm>
            <a:custGeom>
              <a:avLst/>
              <a:pathLst>
                <a:path w="37853" h="163214">
                  <a:moveTo>
                    <a:pt x="37853" y="389"/>
                  </a:moveTo>
                  <a:lnTo>
                    <a:pt x="36138" y="0"/>
                  </a:lnTo>
                  <a:lnTo>
                    <a:pt x="0" y="1632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12"/>
              <a:ext cx="36138" cy="167167"/>
            </a:xfrm>
            <a:custGeom>
              <a:avLst/>
              <a:pathLst>
                <a:path w="36138" h="167167">
                  <a:moveTo>
                    <a:pt x="36138" y="3952"/>
                  </a:moveTo>
                  <a:lnTo>
                    <a:pt x="28993" y="2533"/>
                  </a:lnTo>
                  <a:lnTo>
                    <a:pt x="21793" y="1426"/>
                  </a:lnTo>
                  <a:lnTo>
                    <a:pt x="14551" y="634"/>
                  </a:lnTo>
                  <a:lnTo>
                    <a:pt x="7282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711622" y="4397268"/>
              <a:ext cx="334325" cy="334316"/>
            </a:xfrm>
            <a:custGeom>
              <a:avLst/>
              <a:pathLst>
                <a:path w="334325" h="334316">
                  <a:moveTo>
                    <a:pt x="167161" y="0"/>
                  </a:moveTo>
                  <a:lnTo>
                    <a:pt x="161882" y="83"/>
                  </a:lnTo>
                  <a:lnTo>
                    <a:pt x="156609" y="333"/>
                  </a:lnTo>
                  <a:lnTo>
                    <a:pt x="151346" y="749"/>
                  </a:lnTo>
                  <a:lnTo>
                    <a:pt x="146098" y="1332"/>
                  </a:lnTo>
                  <a:lnTo>
                    <a:pt x="140872" y="2080"/>
                  </a:lnTo>
                  <a:lnTo>
                    <a:pt x="135672" y="2992"/>
                  </a:lnTo>
                  <a:lnTo>
                    <a:pt x="130503" y="4068"/>
                  </a:lnTo>
                  <a:lnTo>
                    <a:pt x="125371" y="5307"/>
                  </a:lnTo>
                  <a:lnTo>
                    <a:pt x="120281" y="6708"/>
                  </a:lnTo>
                  <a:lnTo>
                    <a:pt x="115237" y="8268"/>
                  </a:lnTo>
                  <a:lnTo>
                    <a:pt x="110245" y="9987"/>
                  </a:lnTo>
                  <a:lnTo>
                    <a:pt x="105310" y="11863"/>
                  </a:lnTo>
                  <a:lnTo>
                    <a:pt x="100437" y="13893"/>
                  </a:lnTo>
                  <a:lnTo>
                    <a:pt x="95630" y="16077"/>
                  </a:lnTo>
                  <a:lnTo>
                    <a:pt x="90894" y="18411"/>
                  </a:lnTo>
                  <a:lnTo>
                    <a:pt x="86235" y="20894"/>
                  </a:lnTo>
                  <a:lnTo>
                    <a:pt x="81656" y="23522"/>
                  </a:lnTo>
                  <a:lnTo>
                    <a:pt x="77163" y="26294"/>
                  </a:lnTo>
                  <a:lnTo>
                    <a:pt x="72759" y="29206"/>
                  </a:lnTo>
                  <a:lnTo>
                    <a:pt x="68450" y="32256"/>
                  </a:lnTo>
                  <a:lnTo>
                    <a:pt x="64239" y="35440"/>
                  </a:lnTo>
                  <a:lnTo>
                    <a:pt x="60130" y="38756"/>
                  </a:lnTo>
                  <a:lnTo>
                    <a:pt x="56129" y="42200"/>
                  </a:lnTo>
                  <a:lnTo>
                    <a:pt x="52238" y="45769"/>
                  </a:lnTo>
                  <a:lnTo>
                    <a:pt x="48461" y="49458"/>
                  </a:lnTo>
                  <a:lnTo>
                    <a:pt x="44804" y="53265"/>
                  </a:lnTo>
                  <a:lnTo>
                    <a:pt x="41268" y="57186"/>
                  </a:lnTo>
                  <a:lnTo>
                    <a:pt x="37858" y="61216"/>
                  </a:lnTo>
                  <a:lnTo>
                    <a:pt x="34576" y="65352"/>
                  </a:lnTo>
                  <a:lnTo>
                    <a:pt x="31427" y="69590"/>
                  </a:lnTo>
                  <a:lnTo>
                    <a:pt x="28414" y="73925"/>
                  </a:lnTo>
                  <a:lnTo>
                    <a:pt x="25538" y="78353"/>
                  </a:lnTo>
                  <a:lnTo>
                    <a:pt x="22804" y="82869"/>
                  </a:lnTo>
                  <a:lnTo>
                    <a:pt x="20214" y="87470"/>
                  </a:lnTo>
                  <a:lnTo>
                    <a:pt x="17771" y="92150"/>
                  </a:lnTo>
                  <a:lnTo>
                    <a:pt x="15477" y="96905"/>
                  </a:lnTo>
                  <a:lnTo>
                    <a:pt x="13333" y="101730"/>
                  </a:lnTo>
                  <a:lnTo>
                    <a:pt x="11344" y="106620"/>
                  </a:lnTo>
                  <a:lnTo>
                    <a:pt x="9510" y="111571"/>
                  </a:lnTo>
                  <a:lnTo>
                    <a:pt x="7833" y="116577"/>
                  </a:lnTo>
                  <a:lnTo>
                    <a:pt x="6314" y="121633"/>
                  </a:lnTo>
                  <a:lnTo>
                    <a:pt x="4957" y="126735"/>
                  </a:lnTo>
                  <a:lnTo>
                    <a:pt x="3761" y="131878"/>
                  </a:lnTo>
                  <a:lnTo>
                    <a:pt x="2728" y="137055"/>
                  </a:lnTo>
                  <a:lnTo>
                    <a:pt x="1859" y="142263"/>
                  </a:lnTo>
                  <a:lnTo>
                    <a:pt x="1155" y="147495"/>
                  </a:lnTo>
                  <a:lnTo>
                    <a:pt x="617" y="152747"/>
                  </a:lnTo>
                  <a:lnTo>
                    <a:pt x="244" y="158013"/>
                  </a:lnTo>
                  <a:lnTo>
                    <a:pt x="39" y="163289"/>
                  </a:lnTo>
                  <a:lnTo>
                    <a:pt x="0" y="168568"/>
                  </a:lnTo>
                  <a:lnTo>
                    <a:pt x="127" y="173846"/>
                  </a:lnTo>
                  <a:lnTo>
                    <a:pt x="421" y="179118"/>
                  </a:lnTo>
                  <a:lnTo>
                    <a:pt x="882" y="184377"/>
                  </a:lnTo>
                  <a:lnTo>
                    <a:pt x="1508" y="189619"/>
                  </a:lnTo>
                  <a:lnTo>
                    <a:pt x="2300" y="194839"/>
                  </a:lnTo>
                  <a:lnTo>
                    <a:pt x="3256" y="200031"/>
                  </a:lnTo>
                  <a:lnTo>
                    <a:pt x="4375" y="205191"/>
                  </a:lnTo>
                  <a:lnTo>
                    <a:pt x="5657" y="210312"/>
                  </a:lnTo>
                  <a:lnTo>
                    <a:pt x="7100" y="215391"/>
                  </a:lnTo>
                  <a:lnTo>
                    <a:pt x="8703" y="220421"/>
                  </a:lnTo>
                  <a:lnTo>
                    <a:pt x="10464" y="225398"/>
                  </a:lnTo>
                  <a:lnTo>
                    <a:pt x="12381" y="230318"/>
                  </a:lnTo>
                  <a:lnTo>
                    <a:pt x="14452" y="235174"/>
                  </a:lnTo>
                  <a:lnTo>
                    <a:pt x="16676" y="239962"/>
                  </a:lnTo>
                  <a:lnTo>
                    <a:pt x="19050" y="244678"/>
                  </a:lnTo>
                  <a:lnTo>
                    <a:pt x="21571" y="249316"/>
                  </a:lnTo>
                  <a:lnTo>
                    <a:pt x="24238" y="253873"/>
                  </a:lnTo>
                  <a:lnTo>
                    <a:pt x="27047" y="258343"/>
                  </a:lnTo>
                  <a:lnTo>
                    <a:pt x="29996" y="262722"/>
                  </a:lnTo>
                  <a:lnTo>
                    <a:pt x="33082" y="267006"/>
                  </a:lnTo>
                  <a:lnTo>
                    <a:pt x="36302" y="271190"/>
                  </a:lnTo>
                  <a:lnTo>
                    <a:pt x="39652" y="275270"/>
                  </a:lnTo>
                  <a:lnTo>
                    <a:pt x="43129" y="279243"/>
                  </a:lnTo>
                  <a:lnTo>
                    <a:pt x="46730" y="283104"/>
                  </a:lnTo>
                  <a:lnTo>
                    <a:pt x="50451" y="286849"/>
                  </a:lnTo>
                  <a:lnTo>
                    <a:pt x="54289" y="290475"/>
                  </a:lnTo>
                  <a:lnTo>
                    <a:pt x="58239" y="293978"/>
                  </a:lnTo>
                  <a:lnTo>
                    <a:pt x="62298" y="297354"/>
                  </a:lnTo>
                  <a:lnTo>
                    <a:pt x="66461" y="300601"/>
                  </a:lnTo>
                  <a:lnTo>
                    <a:pt x="70725" y="303714"/>
                  </a:lnTo>
                  <a:lnTo>
                    <a:pt x="75085" y="306691"/>
                  </a:lnTo>
                  <a:lnTo>
                    <a:pt x="79537" y="309529"/>
                  </a:lnTo>
                  <a:lnTo>
                    <a:pt x="84076" y="312225"/>
                  </a:lnTo>
                  <a:lnTo>
                    <a:pt x="88698" y="314776"/>
                  </a:lnTo>
                  <a:lnTo>
                    <a:pt x="93399" y="317181"/>
                  </a:lnTo>
                  <a:lnTo>
                    <a:pt x="98173" y="319435"/>
                  </a:lnTo>
                  <a:lnTo>
                    <a:pt x="103016" y="321538"/>
                  </a:lnTo>
                  <a:lnTo>
                    <a:pt x="107922" y="323486"/>
                  </a:lnTo>
                  <a:lnTo>
                    <a:pt x="112888" y="325279"/>
                  </a:lnTo>
                  <a:lnTo>
                    <a:pt x="117908" y="326914"/>
                  </a:lnTo>
                  <a:lnTo>
                    <a:pt x="122977" y="328390"/>
                  </a:lnTo>
                  <a:lnTo>
                    <a:pt x="128090" y="329704"/>
                  </a:lnTo>
                  <a:lnTo>
                    <a:pt x="133243" y="330857"/>
                  </a:lnTo>
                  <a:lnTo>
                    <a:pt x="138429" y="331847"/>
                  </a:lnTo>
                  <a:lnTo>
                    <a:pt x="143643" y="332672"/>
                  </a:lnTo>
                  <a:lnTo>
                    <a:pt x="148881" y="333332"/>
                  </a:lnTo>
                  <a:lnTo>
                    <a:pt x="154138" y="333826"/>
                  </a:lnTo>
                  <a:lnTo>
                    <a:pt x="159407" y="334154"/>
                  </a:lnTo>
                  <a:lnTo>
                    <a:pt x="164684" y="334316"/>
                  </a:lnTo>
                  <a:lnTo>
                    <a:pt x="169964" y="334311"/>
                  </a:lnTo>
                  <a:lnTo>
                    <a:pt x="175240" y="334139"/>
                  </a:lnTo>
                  <a:lnTo>
                    <a:pt x="180509" y="333801"/>
                  </a:lnTo>
                  <a:lnTo>
                    <a:pt x="185764" y="333296"/>
                  </a:lnTo>
                  <a:lnTo>
                    <a:pt x="191001" y="332626"/>
                  </a:lnTo>
                  <a:lnTo>
                    <a:pt x="196214" y="331790"/>
                  </a:lnTo>
                  <a:lnTo>
                    <a:pt x="201398" y="330791"/>
                  </a:lnTo>
                  <a:lnTo>
                    <a:pt x="206548" y="329628"/>
                  </a:lnTo>
                  <a:lnTo>
                    <a:pt x="211659" y="328303"/>
                  </a:lnTo>
                  <a:lnTo>
                    <a:pt x="216725" y="326818"/>
                  </a:lnTo>
                  <a:lnTo>
                    <a:pt x="221742" y="325173"/>
                  </a:lnTo>
                  <a:lnTo>
                    <a:pt x="226704" y="323371"/>
                  </a:lnTo>
                  <a:lnTo>
                    <a:pt x="231607" y="321412"/>
                  </a:lnTo>
                  <a:lnTo>
                    <a:pt x="236446" y="319300"/>
                  </a:lnTo>
                  <a:lnTo>
                    <a:pt x="241215" y="317037"/>
                  </a:lnTo>
                  <a:lnTo>
                    <a:pt x="245911" y="314623"/>
                  </a:lnTo>
                  <a:lnTo>
                    <a:pt x="250528" y="312063"/>
                  </a:lnTo>
                  <a:lnTo>
                    <a:pt x="255062" y="309358"/>
                  </a:lnTo>
                  <a:lnTo>
                    <a:pt x="259508" y="306512"/>
                  </a:lnTo>
                  <a:lnTo>
                    <a:pt x="263863" y="303526"/>
                  </a:lnTo>
                  <a:lnTo>
                    <a:pt x="268120" y="300404"/>
                  </a:lnTo>
                  <a:lnTo>
                    <a:pt x="272277" y="297150"/>
                  </a:lnTo>
                  <a:lnTo>
                    <a:pt x="276330" y="293765"/>
                  </a:lnTo>
                  <a:lnTo>
                    <a:pt x="280273" y="290255"/>
                  </a:lnTo>
                  <a:lnTo>
                    <a:pt x="284104" y="286622"/>
                  </a:lnTo>
                  <a:lnTo>
                    <a:pt x="287817" y="282869"/>
                  </a:lnTo>
                  <a:lnTo>
                    <a:pt x="291411" y="279001"/>
                  </a:lnTo>
                  <a:lnTo>
                    <a:pt x="294880" y="275022"/>
                  </a:lnTo>
                  <a:lnTo>
                    <a:pt x="298223" y="270935"/>
                  </a:lnTo>
                  <a:lnTo>
                    <a:pt x="301434" y="266745"/>
                  </a:lnTo>
                  <a:lnTo>
                    <a:pt x="304512" y="262455"/>
                  </a:lnTo>
                  <a:lnTo>
                    <a:pt x="307452" y="258070"/>
                  </a:lnTo>
                  <a:lnTo>
                    <a:pt x="310253" y="253594"/>
                  </a:lnTo>
                  <a:lnTo>
                    <a:pt x="312911" y="249033"/>
                  </a:lnTo>
                  <a:lnTo>
                    <a:pt x="315423" y="244389"/>
                  </a:lnTo>
                  <a:lnTo>
                    <a:pt x="317788" y="239669"/>
                  </a:lnTo>
                  <a:lnTo>
                    <a:pt x="320002" y="234876"/>
                  </a:lnTo>
                  <a:lnTo>
                    <a:pt x="322064" y="230016"/>
                  </a:lnTo>
                  <a:lnTo>
                    <a:pt x="323971" y="225093"/>
                  </a:lnTo>
                  <a:lnTo>
                    <a:pt x="325722" y="220112"/>
                  </a:lnTo>
                  <a:lnTo>
                    <a:pt x="327315" y="215079"/>
                  </a:lnTo>
                  <a:lnTo>
                    <a:pt x="328748" y="209998"/>
                  </a:lnTo>
                  <a:lnTo>
                    <a:pt x="330020" y="204874"/>
                  </a:lnTo>
                  <a:lnTo>
                    <a:pt x="331130" y="199712"/>
                  </a:lnTo>
                  <a:lnTo>
                    <a:pt x="332076" y="194518"/>
                  </a:lnTo>
                  <a:lnTo>
                    <a:pt x="332857" y="189297"/>
                  </a:lnTo>
                  <a:lnTo>
                    <a:pt x="333473" y="184053"/>
                  </a:lnTo>
                  <a:lnTo>
                    <a:pt x="333924" y="178793"/>
                  </a:lnTo>
                  <a:lnTo>
                    <a:pt x="334208" y="173521"/>
                  </a:lnTo>
                  <a:lnTo>
                    <a:pt x="334325" y="168243"/>
                  </a:lnTo>
                  <a:lnTo>
                    <a:pt x="334276" y="162963"/>
                  </a:lnTo>
                  <a:lnTo>
                    <a:pt x="334060" y="157688"/>
                  </a:lnTo>
                  <a:lnTo>
                    <a:pt x="333677" y="152423"/>
                  </a:lnTo>
                  <a:lnTo>
                    <a:pt x="333128" y="147172"/>
                  </a:lnTo>
                  <a:lnTo>
                    <a:pt x="332414" y="141941"/>
                  </a:lnTo>
                  <a:lnTo>
                    <a:pt x="331535" y="136735"/>
                  </a:lnTo>
                  <a:lnTo>
                    <a:pt x="330492" y="131559"/>
                  </a:lnTo>
                  <a:lnTo>
                    <a:pt x="329286" y="126419"/>
                  </a:lnTo>
                  <a:lnTo>
                    <a:pt x="327919" y="121320"/>
                  </a:lnTo>
                  <a:lnTo>
                    <a:pt x="326391" y="116267"/>
                  </a:lnTo>
                  <a:lnTo>
                    <a:pt x="324704" y="111264"/>
                  </a:lnTo>
                  <a:lnTo>
                    <a:pt x="322860" y="106317"/>
                  </a:lnTo>
                  <a:lnTo>
                    <a:pt x="320861" y="101430"/>
                  </a:lnTo>
                  <a:lnTo>
                    <a:pt x="318708" y="96609"/>
                  </a:lnTo>
                  <a:lnTo>
                    <a:pt x="316405" y="91859"/>
                  </a:lnTo>
                  <a:lnTo>
                    <a:pt x="313952" y="87184"/>
                  </a:lnTo>
                  <a:lnTo>
                    <a:pt x="311353" y="82588"/>
                  </a:lnTo>
                  <a:lnTo>
                    <a:pt x="308611" y="78077"/>
                  </a:lnTo>
                  <a:lnTo>
                    <a:pt x="305727" y="73655"/>
                  </a:lnTo>
                  <a:lnTo>
                    <a:pt x="302705" y="69326"/>
                  </a:lnTo>
                  <a:lnTo>
                    <a:pt x="299547" y="65094"/>
                  </a:lnTo>
                  <a:lnTo>
                    <a:pt x="296258" y="60965"/>
                  </a:lnTo>
                  <a:lnTo>
                    <a:pt x="292840" y="56941"/>
                  </a:lnTo>
                  <a:lnTo>
                    <a:pt x="289297" y="53027"/>
                  </a:lnTo>
                  <a:lnTo>
                    <a:pt x="285631" y="49227"/>
                  </a:lnTo>
                  <a:lnTo>
                    <a:pt x="281848" y="45545"/>
                  </a:lnTo>
                  <a:lnTo>
                    <a:pt x="277950" y="41984"/>
                  </a:lnTo>
                  <a:lnTo>
                    <a:pt x="273942" y="38548"/>
                  </a:lnTo>
                  <a:lnTo>
                    <a:pt x="269827" y="35240"/>
                  </a:lnTo>
                  <a:lnTo>
                    <a:pt x="265610" y="32064"/>
                  </a:lnTo>
                  <a:lnTo>
                    <a:pt x="261294" y="29022"/>
                  </a:lnTo>
                  <a:lnTo>
                    <a:pt x="256885" y="26119"/>
                  </a:lnTo>
                  <a:lnTo>
                    <a:pt x="252386" y="23356"/>
                  </a:lnTo>
                  <a:lnTo>
                    <a:pt x="247802" y="20736"/>
                  </a:lnTo>
                  <a:lnTo>
                    <a:pt x="243138" y="18263"/>
                  </a:lnTo>
                  <a:lnTo>
                    <a:pt x="238398" y="15938"/>
                  </a:lnTo>
                  <a:lnTo>
                    <a:pt x="233587" y="13764"/>
                  </a:lnTo>
                  <a:lnTo>
                    <a:pt x="228710" y="11743"/>
                  </a:lnTo>
                  <a:lnTo>
                    <a:pt x="223771" y="9876"/>
                  </a:lnTo>
                  <a:lnTo>
                    <a:pt x="218776" y="8167"/>
                  </a:lnTo>
                  <a:lnTo>
                    <a:pt x="213729" y="6617"/>
                  </a:lnTo>
                  <a:lnTo>
                    <a:pt x="208636" y="5226"/>
                  </a:lnTo>
                  <a:lnTo>
                    <a:pt x="203501" y="3997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401266"/>
              <a:ext cx="36340" cy="163169"/>
            </a:xfrm>
            <a:custGeom>
              <a:avLst/>
              <a:pathLst>
                <a:path w="36340" h="163169">
                  <a:moveTo>
                    <a:pt x="36340" y="0"/>
                  </a:moveTo>
                  <a:lnTo>
                    <a:pt x="0" y="1631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400892"/>
              <a:ext cx="36340" cy="163543"/>
            </a:xfrm>
            <a:custGeom>
              <a:avLst/>
              <a:pathLst>
                <a:path w="36340" h="163543">
                  <a:moveTo>
                    <a:pt x="36340" y="373"/>
                  </a:moveTo>
                  <a:lnTo>
                    <a:pt x="34621" y="0"/>
                  </a:lnTo>
                  <a:lnTo>
                    <a:pt x="0" y="1635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268"/>
              <a:ext cx="34621" cy="167167"/>
            </a:xfrm>
            <a:custGeom>
              <a:avLst/>
              <a:pathLst>
                <a:path w="34621" h="167167">
                  <a:moveTo>
                    <a:pt x="34621" y="3624"/>
                  </a:moveTo>
                  <a:lnTo>
                    <a:pt x="27769" y="2322"/>
                  </a:lnTo>
                  <a:lnTo>
                    <a:pt x="20869" y="1307"/>
                  </a:lnTo>
                  <a:lnTo>
                    <a:pt x="13933" y="581"/>
                  </a:lnTo>
                  <a:lnTo>
                    <a:pt x="6972" y="14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045411" y="4794382"/>
              <a:ext cx="167155" cy="213383"/>
            </a:xfrm>
            <a:custGeom>
              <a:avLst/>
              <a:pathLst>
                <a:path w="167155" h="213383">
                  <a:moveTo>
                    <a:pt x="167155" y="0"/>
                  </a:moveTo>
                  <a:lnTo>
                    <a:pt x="161727" y="88"/>
                  </a:lnTo>
                  <a:lnTo>
                    <a:pt x="156306" y="352"/>
                  </a:lnTo>
                  <a:lnTo>
                    <a:pt x="150896" y="792"/>
                  </a:lnTo>
                  <a:lnTo>
                    <a:pt x="145503" y="1408"/>
                  </a:lnTo>
                  <a:lnTo>
                    <a:pt x="140132" y="2198"/>
                  </a:lnTo>
                  <a:lnTo>
                    <a:pt x="134791" y="3162"/>
                  </a:lnTo>
                  <a:lnTo>
                    <a:pt x="129483" y="4299"/>
                  </a:lnTo>
                  <a:lnTo>
                    <a:pt x="124215" y="5608"/>
                  </a:lnTo>
                  <a:lnTo>
                    <a:pt x="118993" y="7088"/>
                  </a:lnTo>
                  <a:lnTo>
                    <a:pt x="113821" y="8736"/>
                  </a:lnTo>
                  <a:lnTo>
                    <a:pt x="108705" y="10551"/>
                  </a:lnTo>
                  <a:lnTo>
                    <a:pt x="103651" y="12531"/>
                  </a:lnTo>
                  <a:lnTo>
                    <a:pt x="98664" y="14674"/>
                  </a:lnTo>
                  <a:lnTo>
                    <a:pt x="93750" y="16978"/>
                  </a:lnTo>
                  <a:lnTo>
                    <a:pt x="88912" y="19441"/>
                  </a:lnTo>
                  <a:lnTo>
                    <a:pt x="84157" y="22059"/>
                  </a:lnTo>
                  <a:lnTo>
                    <a:pt x="79490" y="24830"/>
                  </a:lnTo>
                  <a:lnTo>
                    <a:pt x="74915" y="27751"/>
                  </a:lnTo>
                  <a:lnTo>
                    <a:pt x="70437" y="30819"/>
                  </a:lnTo>
                  <a:lnTo>
                    <a:pt x="66061" y="34031"/>
                  </a:lnTo>
                  <a:lnTo>
                    <a:pt x="61792" y="37383"/>
                  </a:lnTo>
                  <a:lnTo>
                    <a:pt x="57634" y="40873"/>
                  </a:lnTo>
                  <a:lnTo>
                    <a:pt x="53592" y="44495"/>
                  </a:lnTo>
                  <a:lnTo>
                    <a:pt x="49669" y="48247"/>
                  </a:lnTo>
                  <a:lnTo>
                    <a:pt x="45870" y="52124"/>
                  </a:lnTo>
                  <a:lnTo>
                    <a:pt x="42199" y="56122"/>
                  </a:lnTo>
                  <a:lnTo>
                    <a:pt x="38659" y="60237"/>
                  </a:lnTo>
                  <a:lnTo>
                    <a:pt x="35256" y="64466"/>
                  </a:lnTo>
                  <a:lnTo>
                    <a:pt x="31991" y="68802"/>
                  </a:lnTo>
                  <a:lnTo>
                    <a:pt x="28868" y="73242"/>
                  </a:lnTo>
                  <a:lnTo>
                    <a:pt x="25892" y="77781"/>
                  </a:lnTo>
                  <a:lnTo>
                    <a:pt x="23064" y="82415"/>
                  </a:lnTo>
                  <a:lnTo>
                    <a:pt x="20389" y="87137"/>
                  </a:lnTo>
                  <a:lnTo>
                    <a:pt x="17868" y="91945"/>
                  </a:lnTo>
                  <a:lnTo>
                    <a:pt x="15504" y="96831"/>
                  </a:lnTo>
                  <a:lnTo>
                    <a:pt x="13301" y="101792"/>
                  </a:lnTo>
                  <a:lnTo>
                    <a:pt x="11259" y="106821"/>
                  </a:lnTo>
                  <a:lnTo>
                    <a:pt x="9382" y="111914"/>
                  </a:lnTo>
                  <a:lnTo>
                    <a:pt x="7672" y="117066"/>
                  </a:lnTo>
                  <a:lnTo>
                    <a:pt x="6129" y="122270"/>
                  </a:lnTo>
                  <a:lnTo>
                    <a:pt x="4756" y="127522"/>
                  </a:lnTo>
                  <a:lnTo>
                    <a:pt x="3555" y="132815"/>
                  </a:lnTo>
                  <a:lnTo>
                    <a:pt x="2526" y="138145"/>
                  </a:lnTo>
                  <a:lnTo>
                    <a:pt x="1670" y="143505"/>
                  </a:lnTo>
                  <a:lnTo>
                    <a:pt x="989" y="148890"/>
                  </a:lnTo>
                  <a:lnTo>
                    <a:pt x="484" y="154294"/>
                  </a:lnTo>
                  <a:lnTo>
                    <a:pt x="153" y="159712"/>
                  </a:lnTo>
                  <a:lnTo>
                    <a:pt x="0" y="165138"/>
                  </a:lnTo>
                  <a:lnTo>
                    <a:pt x="22" y="170566"/>
                  </a:lnTo>
                  <a:lnTo>
                    <a:pt x="220" y="175991"/>
                  </a:lnTo>
                  <a:lnTo>
                    <a:pt x="595" y="181406"/>
                  </a:lnTo>
                  <a:lnTo>
                    <a:pt x="1145" y="186806"/>
                  </a:lnTo>
                  <a:lnTo>
                    <a:pt x="1870" y="192185"/>
                  </a:lnTo>
                  <a:lnTo>
                    <a:pt x="2769" y="197538"/>
                  </a:lnTo>
                  <a:lnTo>
                    <a:pt x="3842" y="202859"/>
                  </a:lnTo>
                  <a:lnTo>
                    <a:pt x="5087" y="208143"/>
                  </a:lnTo>
                  <a:lnTo>
                    <a:pt x="6503" y="21338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1914" y="4961550"/>
              <a:ext cx="160651" cy="46215"/>
            </a:xfrm>
            <a:custGeom>
              <a:avLst/>
              <a:pathLst>
                <a:path w="160651" h="46215">
                  <a:moveTo>
                    <a:pt x="0" y="46215"/>
                  </a:moveTo>
                  <a:lnTo>
                    <a:pt x="16065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1914" y="4961550"/>
              <a:ext cx="160651" cy="74436"/>
            </a:xfrm>
            <a:custGeom>
              <a:avLst/>
              <a:pathLst>
                <a:path w="160651" h="74436">
                  <a:moveTo>
                    <a:pt x="0" y="46215"/>
                  </a:moveTo>
                  <a:lnTo>
                    <a:pt x="2260" y="53450"/>
                  </a:lnTo>
                  <a:lnTo>
                    <a:pt x="4845" y="60575"/>
                  </a:lnTo>
                  <a:lnTo>
                    <a:pt x="7751" y="67575"/>
                  </a:lnTo>
                  <a:lnTo>
                    <a:pt x="10971" y="74436"/>
                  </a:lnTo>
                  <a:lnTo>
                    <a:pt x="16065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62886" y="4794382"/>
              <a:ext cx="316827" cy="334334"/>
            </a:xfrm>
            <a:custGeom>
              <a:avLst/>
              <a:pathLst>
                <a:path w="316827" h="334334">
                  <a:moveTo>
                    <a:pt x="0" y="241604"/>
                  </a:moveTo>
                  <a:lnTo>
                    <a:pt x="2436" y="246314"/>
                  </a:lnTo>
                  <a:lnTo>
                    <a:pt x="5020" y="250944"/>
                  </a:lnTo>
                  <a:lnTo>
                    <a:pt x="7750" y="255490"/>
                  </a:lnTo>
                  <a:lnTo>
                    <a:pt x="10623" y="259947"/>
                  </a:lnTo>
                  <a:lnTo>
                    <a:pt x="13636" y="264311"/>
                  </a:lnTo>
                  <a:lnTo>
                    <a:pt x="16785" y="268577"/>
                  </a:lnTo>
                  <a:lnTo>
                    <a:pt x="20069" y="272742"/>
                  </a:lnTo>
                  <a:lnTo>
                    <a:pt x="23483" y="276799"/>
                  </a:lnTo>
                  <a:lnTo>
                    <a:pt x="27023" y="280747"/>
                  </a:lnTo>
                  <a:lnTo>
                    <a:pt x="30688" y="284580"/>
                  </a:lnTo>
                  <a:lnTo>
                    <a:pt x="34472" y="288295"/>
                  </a:lnTo>
                  <a:lnTo>
                    <a:pt x="38372" y="291888"/>
                  </a:lnTo>
                  <a:lnTo>
                    <a:pt x="42383" y="295356"/>
                  </a:lnTo>
                  <a:lnTo>
                    <a:pt x="46503" y="298695"/>
                  </a:lnTo>
                  <a:lnTo>
                    <a:pt x="50727" y="301901"/>
                  </a:lnTo>
                  <a:lnTo>
                    <a:pt x="55050" y="304972"/>
                  </a:lnTo>
                  <a:lnTo>
                    <a:pt x="59469" y="307904"/>
                  </a:lnTo>
                  <a:lnTo>
                    <a:pt x="63978" y="310695"/>
                  </a:lnTo>
                  <a:lnTo>
                    <a:pt x="68574" y="313341"/>
                  </a:lnTo>
                  <a:lnTo>
                    <a:pt x="73251" y="315840"/>
                  </a:lnTo>
                  <a:lnTo>
                    <a:pt x="78005" y="318189"/>
                  </a:lnTo>
                  <a:lnTo>
                    <a:pt x="82831" y="320386"/>
                  </a:lnTo>
                  <a:lnTo>
                    <a:pt x="87724" y="322430"/>
                  </a:lnTo>
                  <a:lnTo>
                    <a:pt x="92680" y="324317"/>
                  </a:lnTo>
                  <a:lnTo>
                    <a:pt x="97693" y="326045"/>
                  </a:lnTo>
                  <a:lnTo>
                    <a:pt x="102759" y="327614"/>
                  </a:lnTo>
                  <a:lnTo>
                    <a:pt x="107871" y="329022"/>
                  </a:lnTo>
                  <a:lnTo>
                    <a:pt x="113026" y="330266"/>
                  </a:lnTo>
                  <a:lnTo>
                    <a:pt x="118218" y="331347"/>
                  </a:lnTo>
                  <a:lnTo>
                    <a:pt x="123441" y="332262"/>
                  </a:lnTo>
                  <a:lnTo>
                    <a:pt x="128690" y="333011"/>
                  </a:lnTo>
                  <a:lnTo>
                    <a:pt x="133961" y="333594"/>
                  </a:lnTo>
                  <a:lnTo>
                    <a:pt x="139248" y="334009"/>
                  </a:lnTo>
                  <a:lnTo>
                    <a:pt x="144545" y="334256"/>
                  </a:lnTo>
                  <a:lnTo>
                    <a:pt x="149847" y="334334"/>
                  </a:lnTo>
                  <a:lnTo>
                    <a:pt x="155149" y="334245"/>
                  </a:lnTo>
                  <a:lnTo>
                    <a:pt x="160446" y="333987"/>
                  </a:lnTo>
                  <a:lnTo>
                    <a:pt x="165732" y="333562"/>
                  </a:lnTo>
                  <a:lnTo>
                    <a:pt x="171001" y="332969"/>
                  </a:lnTo>
                  <a:lnTo>
                    <a:pt x="176249" y="332209"/>
                  </a:lnTo>
                  <a:lnTo>
                    <a:pt x="181471" y="331284"/>
                  </a:lnTo>
                  <a:lnTo>
                    <a:pt x="186660" y="330193"/>
                  </a:lnTo>
                  <a:lnTo>
                    <a:pt x="191812" y="328938"/>
                  </a:lnTo>
                  <a:lnTo>
                    <a:pt x="196922" y="327520"/>
                  </a:lnTo>
                  <a:lnTo>
                    <a:pt x="201985" y="325941"/>
                  </a:lnTo>
                  <a:lnTo>
                    <a:pt x="206994" y="324202"/>
                  </a:lnTo>
                  <a:lnTo>
                    <a:pt x="211946" y="322305"/>
                  </a:lnTo>
                  <a:lnTo>
                    <a:pt x="216835" y="320252"/>
                  </a:lnTo>
                  <a:lnTo>
                    <a:pt x="221657" y="318045"/>
                  </a:lnTo>
                  <a:lnTo>
                    <a:pt x="226407" y="315686"/>
                  </a:lnTo>
                  <a:lnTo>
                    <a:pt x="231079" y="313178"/>
                  </a:lnTo>
                  <a:lnTo>
                    <a:pt x="235669" y="310522"/>
                  </a:lnTo>
                  <a:lnTo>
                    <a:pt x="240172" y="307723"/>
                  </a:lnTo>
                  <a:lnTo>
                    <a:pt x="244585" y="304782"/>
                  </a:lnTo>
                  <a:lnTo>
                    <a:pt x="248902" y="301703"/>
                  </a:lnTo>
                  <a:lnTo>
                    <a:pt x="253119" y="298488"/>
                  </a:lnTo>
                  <a:lnTo>
                    <a:pt x="257233" y="295141"/>
                  </a:lnTo>
                  <a:lnTo>
                    <a:pt x="261238" y="291665"/>
                  </a:lnTo>
                  <a:lnTo>
                    <a:pt x="265130" y="288064"/>
                  </a:lnTo>
                  <a:lnTo>
                    <a:pt x="268907" y="284341"/>
                  </a:lnTo>
                  <a:lnTo>
                    <a:pt x="272563" y="280501"/>
                  </a:lnTo>
                  <a:lnTo>
                    <a:pt x="276096" y="276546"/>
                  </a:lnTo>
                  <a:lnTo>
                    <a:pt x="279502" y="272482"/>
                  </a:lnTo>
                  <a:lnTo>
                    <a:pt x="282777" y="268311"/>
                  </a:lnTo>
                  <a:lnTo>
                    <a:pt x="285918" y="264038"/>
                  </a:lnTo>
                  <a:lnTo>
                    <a:pt x="288922" y="259668"/>
                  </a:lnTo>
                  <a:lnTo>
                    <a:pt x="291786" y="255205"/>
                  </a:lnTo>
                  <a:lnTo>
                    <a:pt x="294507" y="250654"/>
                  </a:lnTo>
                  <a:lnTo>
                    <a:pt x="297082" y="246018"/>
                  </a:lnTo>
                  <a:lnTo>
                    <a:pt x="299509" y="241303"/>
                  </a:lnTo>
                  <a:lnTo>
                    <a:pt x="301785" y="236514"/>
                  </a:lnTo>
                  <a:lnTo>
                    <a:pt x="303908" y="231654"/>
                  </a:lnTo>
                  <a:lnTo>
                    <a:pt x="305876" y="226730"/>
                  </a:lnTo>
                  <a:lnTo>
                    <a:pt x="307686" y="221746"/>
                  </a:lnTo>
                  <a:lnTo>
                    <a:pt x="309338" y="216707"/>
                  </a:lnTo>
                  <a:lnTo>
                    <a:pt x="310829" y="211618"/>
                  </a:lnTo>
                  <a:lnTo>
                    <a:pt x="312158" y="206484"/>
                  </a:lnTo>
                  <a:lnTo>
                    <a:pt x="313323" y="201311"/>
                  </a:lnTo>
                  <a:lnTo>
                    <a:pt x="314324" y="196104"/>
                  </a:lnTo>
                  <a:lnTo>
                    <a:pt x="315159" y="190867"/>
                  </a:lnTo>
                  <a:lnTo>
                    <a:pt x="315827" y="185606"/>
                  </a:lnTo>
                  <a:lnTo>
                    <a:pt x="316328" y="180327"/>
                  </a:lnTo>
                  <a:lnTo>
                    <a:pt x="316662" y="175035"/>
                  </a:lnTo>
                  <a:lnTo>
                    <a:pt x="316827" y="169735"/>
                  </a:lnTo>
                  <a:lnTo>
                    <a:pt x="316825" y="164432"/>
                  </a:lnTo>
                  <a:lnTo>
                    <a:pt x="316654" y="159132"/>
                  </a:lnTo>
                  <a:lnTo>
                    <a:pt x="316315" y="153840"/>
                  </a:lnTo>
                  <a:lnTo>
                    <a:pt x="315808" y="148561"/>
                  </a:lnTo>
                  <a:lnTo>
                    <a:pt x="315135" y="143301"/>
                  </a:lnTo>
                  <a:lnTo>
                    <a:pt x="314294" y="138065"/>
                  </a:lnTo>
                  <a:lnTo>
                    <a:pt x="313289" y="132859"/>
                  </a:lnTo>
                  <a:lnTo>
                    <a:pt x="312118" y="127687"/>
                  </a:lnTo>
                  <a:lnTo>
                    <a:pt x="310784" y="122554"/>
                  </a:lnTo>
                  <a:lnTo>
                    <a:pt x="309288" y="117467"/>
                  </a:lnTo>
                  <a:lnTo>
                    <a:pt x="307631" y="112429"/>
                  </a:lnTo>
                  <a:lnTo>
                    <a:pt x="305816" y="107447"/>
                  </a:lnTo>
                  <a:lnTo>
                    <a:pt x="303843" y="102525"/>
                  </a:lnTo>
                  <a:lnTo>
                    <a:pt x="301715" y="97668"/>
                  </a:lnTo>
                  <a:lnTo>
                    <a:pt x="299434" y="92880"/>
                  </a:lnTo>
                  <a:lnTo>
                    <a:pt x="297003" y="88168"/>
                  </a:lnTo>
                  <a:lnTo>
                    <a:pt x="294423" y="83535"/>
                  </a:lnTo>
                  <a:lnTo>
                    <a:pt x="291697" y="78986"/>
                  </a:lnTo>
                  <a:lnTo>
                    <a:pt x="288829" y="74526"/>
                  </a:lnTo>
                  <a:lnTo>
                    <a:pt x="285821" y="70159"/>
                  </a:lnTo>
                  <a:lnTo>
                    <a:pt x="282675" y="65890"/>
                  </a:lnTo>
                  <a:lnTo>
                    <a:pt x="279396" y="61722"/>
                  </a:lnTo>
                  <a:lnTo>
                    <a:pt x="275986" y="57661"/>
                  </a:lnTo>
                  <a:lnTo>
                    <a:pt x="272450" y="53710"/>
                  </a:lnTo>
                  <a:lnTo>
                    <a:pt x="268789" y="49873"/>
                  </a:lnTo>
                  <a:lnTo>
                    <a:pt x="265009" y="46154"/>
                  </a:lnTo>
                  <a:lnTo>
                    <a:pt x="261113" y="42557"/>
                  </a:lnTo>
                  <a:lnTo>
                    <a:pt x="257104" y="39085"/>
                  </a:lnTo>
                  <a:lnTo>
                    <a:pt x="252988" y="35742"/>
                  </a:lnTo>
                  <a:lnTo>
                    <a:pt x="248767" y="32532"/>
                  </a:lnTo>
                  <a:lnTo>
                    <a:pt x="244447" y="29457"/>
                  </a:lnTo>
                  <a:lnTo>
                    <a:pt x="240032" y="26520"/>
                  </a:lnTo>
                  <a:lnTo>
                    <a:pt x="235525" y="23725"/>
                  </a:lnTo>
                  <a:lnTo>
                    <a:pt x="230932" y="21075"/>
                  </a:lnTo>
                  <a:lnTo>
                    <a:pt x="226258" y="18571"/>
                  </a:lnTo>
                  <a:lnTo>
                    <a:pt x="221506" y="16217"/>
                  </a:lnTo>
                  <a:lnTo>
                    <a:pt x="216682" y="14015"/>
                  </a:lnTo>
                  <a:lnTo>
                    <a:pt x="211791" y="11967"/>
                  </a:lnTo>
                  <a:lnTo>
                    <a:pt x="206837" y="10075"/>
                  </a:lnTo>
                  <a:lnTo>
                    <a:pt x="201825" y="8341"/>
                  </a:lnTo>
                  <a:lnTo>
                    <a:pt x="196762" y="6767"/>
                  </a:lnTo>
                  <a:lnTo>
                    <a:pt x="191650" y="5354"/>
                  </a:lnTo>
                  <a:lnTo>
                    <a:pt x="186497" y="4104"/>
                  </a:lnTo>
                  <a:lnTo>
                    <a:pt x="181306" y="3019"/>
                  </a:lnTo>
                  <a:lnTo>
                    <a:pt x="176084" y="2098"/>
                  </a:lnTo>
                  <a:lnTo>
                    <a:pt x="170835" y="1344"/>
                  </a:lnTo>
                  <a:lnTo>
                    <a:pt x="165565" y="756"/>
                  </a:lnTo>
                  <a:lnTo>
                    <a:pt x="160279" y="336"/>
                  </a:lnTo>
                  <a:lnTo>
                    <a:pt x="154982" y="84"/>
                  </a:lnTo>
                  <a:lnTo>
                    <a:pt x="149680" y="0"/>
                  </a:lnTo>
                  <a:lnTo>
                    <a:pt x="14968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8157" y="5103947"/>
              <a:ext cx="931" cy="167167"/>
            </a:xfrm>
            <a:custGeom>
              <a:avLst/>
              <a:pathLst>
                <a:path w="931" h="167167">
                  <a:moveTo>
                    <a:pt x="931" y="0"/>
                  </a:moveTo>
                  <a:lnTo>
                    <a:pt x="0" y="2"/>
                  </a:lnTo>
                  <a:lnTo>
                    <a:pt x="9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8157" y="5103949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461929" y="5103949"/>
              <a:ext cx="334320" cy="334328"/>
            </a:xfrm>
            <a:custGeom>
              <a:avLst/>
              <a:pathLst>
                <a:path w="334320" h="334328">
                  <a:moveTo>
                    <a:pt x="166228" y="0"/>
                  </a:moveTo>
                  <a:lnTo>
                    <a:pt x="160922" y="113"/>
                  </a:lnTo>
                  <a:lnTo>
                    <a:pt x="155623" y="395"/>
                  </a:lnTo>
                  <a:lnTo>
                    <a:pt x="150336" y="846"/>
                  </a:lnTo>
                  <a:lnTo>
                    <a:pt x="145065" y="1463"/>
                  </a:lnTo>
                  <a:lnTo>
                    <a:pt x="139817" y="2248"/>
                  </a:lnTo>
                  <a:lnTo>
                    <a:pt x="134597" y="3199"/>
                  </a:lnTo>
                  <a:lnTo>
                    <a:pt x="129409" y="4315"/>
                  </a:lnTo>
                  <a:lnTo>
                    <a:pt x="124259" y="5595"/>
                  </a:lnTo>
                  <a:lnTo>
                    <a:pt x="119152" y="7038"/>
                  </a:lnTo>
                  <a:lnTo>
                    <a:pt x="114094" y="8643"/>
                  </a:lnTo>
                  <a:lnTo>
                    <a:pt x="109090" y="10407"/>
                  </a:lnTo>
                  <a:lnTo>
                    <a:pt x="104143" y="12329"/>
                  </a:lnTo>
                  <a:lnTo>
                    <a:pt x="99261" y="14407"/>
                  </a:lnTo>
                  <a:lnTo>
                    <a:pt x="94446" y="16639"/>
                  </a:lnTo>
                  <a:lnTo>
                    <a:pt x="89705" y="19023"/>
                  </a:lnTo>
                  <a:lnTo>
                    <a:pt x="85042" y="21556"/>
                  </a:lnTo>
                  <a:lnTo>
                    <a:pt x="80462" y="24236"/>
                  </a:lnTo>
                  <a:lnTo>
                    <a:pt x="75969" y="27059"/>
                  </a:lnTo>
                  <a:lnTo>
                    <a:pt x="71568" y="30024"/>
                  </a:lnTo>
                  <a:lnTo>
                    <a:pt x="67264" y="33128"/>
                  </a:lnTo>
                  <a:lnTo>
                    <a:pt x="63060" y="36366"/>
                  </a:lnTo>
                  <a:lnTo>
                    <a:pt x="58961" y="39736"/>
                  </a:lnTo>
                  <a:lnTo>
                    <a:pt x="54971" y="43234"/>
                  </a:lnTo>
                  <a:lnTo>
                    <a:pt x="51094" y="46857"/>
                  </a:lnTo>
                  <a:lnTo>
                    <a:pt x="47334" y="50602"/>
                  </a:lnTo>
                  <a:lnTo>
                    <a:pt x="43694" y="54464"/>
                  </a:lnTo>
                  <a:lnTo>
                    <a:pt x="40179" y="58439"/>
                  </a:lnTo>
                  <a:lnTo>
                    <a:pt x="36792" y="62525"/>
                  </a:lnTo>
                  <a:lnTo>
                    <a:pt x="33537" y="66715"/>
                  </a:lnTo>
                  <a:lnTo>
                    <a:pt x="30416" y="71007"/>
                  </a:lnTo>
                  <a:lnTo>
                    <a:pt x="27433" y="75395"/>
                  </a:lnTo>
                  <a:lnTo>
                    <a:pt x="24590" y="79877"/>
                  </a:lnTo>
                  <a:lnTo>
                    <a:pt x="21892" y="84446"/>
                  </a:lnTo>
                  <a:lnTo>
                    <a:pt x="19339" y="89098"/>
                  </a:lnTo>
                  <a:lnTo>
                    <a:pt x="16936" y="93829"/>
                  </a:lnTo>
                  <a:lnTo>
                    <a:pt x="14684" y="98634"/>
                  </a:lnTo>
                  <a:lnTo>
                    <a:pt x="12586" y="103508"/>
                  </a:lnTo>
                  <a:lnTo>
                    <a:pt x="10643" y="108447"/>
                  </a:lnTo>
                  <a:lnTo>
                    <a:pt x="8859" y="113444"/>
                  </a:lnTo>
                  <a:lnTo>
                    <a:pt x="7233" y="118495"/>
                  </a:lnTo>
                  <a:lnTo>
                    <a:pt x="5769" y="123596"/>
                  </a:lnTo>
                  <a:lnTo>
                    <a:pt x="4467" y="128740"/>
                  </a:lnTo>
                  <a:lnTo>
                    <a:pt x="3330" y="133924"/>
                  </a:lnTo>
                  <a:lnTo>
                    <a:pt x="2357" y="139140"/>
                  </a:lnTo>
                  <a:lnTo>
                    <a:pt x="1551" y="144385"/>
                  </a:lnTo>
                  <a:lnTo>
                    <a:pt x="911" y="149653"/>
                  </a:lnTo>
                  <a:lnTo>
                    <a:pt x="439" y="154939"/>
                  </a:lnTo>
                  <a:lnTo>
                    <a:pt x="135" y="160236"/>
                  </a:lnTo>
                  <a:lnTo>
                    <a:pt x="0" y="165541"/>
                  </a:lnTo>
                  <a:lnTo>
                    <a:pt x="32" y="170848"/>
                  </a:lnTo>
                  <a:lnTo>
                    <a:pt x="233" y="176150"/>
                  </a:lnTo>
                  <a:lnTo>
                    <a:pt x="603" y="181444"/>
                  </a:lnTo>
                  <a:lnTo>
                    <a:pt x="1140" y="186723"/>
                  </a:lnTo>
                  <a:lnTo>
                    <a:pt x="1844" y="191983"/>
                  </a:lnTo>
                  <a:lnTo>
                    <a:pt x="2715" y="197217"/>
                  </a:lnTo>
                  <a:lnTo>
                    <a:pt x="3752" y="202422"/>
                  </a:lnTo>
                  <a:lnTo>
                    <a:pt x="4953" y="207590"/>
                  </a:lnTo>
                  <a:lnTo>
                    <a:pt x="6318" y="212718"/>
                  </a:lnTo>
                  <a:lnTo>
                    <a:pt x="7845" y="217801"/>
                  </a:lnTo>
                  <a:lnTo>
                    <a:pt x="9533" y="222832"/>
                  </a:lnTo>
                  <a:lnTo>
                    <a:pt x="11379" y="227807"/>
                  </a:lnTo>
                  <a:lnTo>
                    <a:pt x="13382" y="232721"/>
                  </a:lnTo>
                  <a:lnTo>
                    <a:pt x="15540" y="237568"/>
                  </a:lnTo>
                  <a:lnTo>
                    <a:pt x="17851" y="242345"/>
                  </a:lnTo>
                  <a:lnTo>
                    <a:pt x="20313" y="247046"/>
                  </a:lnTo>
                  <a:lnTo>
                    <a:pt x="22922" y="251667"/>
                  </a:lnTo>
                  <a:lnTo>
                    <a:pt x="25677" y="256203"/>
                  </a:lnTo>
                  <a:lnTo>
                    <a:pt x="28574" y="260648"/>
                  </a:lnTo>
                  <a:lnTo>
                    <a:pt x="31611" y="265000"/>
                  </a:lnTo>
                  <a:lnTo>
                    <a:pt x="34785" y="269253"/>
                  </a:lnTo>
                  <a:lnTo>
                    <a:pt x="38092" y="273403"/>
                  </a:lnTo>
                  <a:lnTo>
                    <a:pt x="41529" y="277446"/>
                  </a:lnTo>
                  <a:lnTo>
                    <a:pt x="45093" y="281378"/>
                  </a:lnTo>
                  <a:lnTo>
                    <a:pt x="48779" y="285195"/>
                  </a:lnTo>
                  <a:lnTo>
                    <a:pt x="52585" y="288893"/>
                  </a:lnTo>
                  <a:lnTo>
                    <a:pt x="56506" y="292468"/>
                  </a:lnTo>
                  <a:lnTo>
                    <a:pt x="60539" y="295917"/>
                  </a:lnTo>
                  <a:lnTo>
                    <a:pt x="64680" y="299236"/>
                  </a:lnTo>
                  <a:lnTo>
                    <a:pt x="68923" y="302422"/>
                  </a:lnTo>
                  <a:lnTo>
                    <a:pt x="73266" y="305472"/>
                  </a:lnTo>
                  <a:lnTo>
                    <a:pt x="77703" y="308382"/>
                  </a:lnTo>
                  <a:lnTo>
                    <a:pt x="82230" y="311151"/>
                  </a:lnTo>
                  <a:lnTo>
                    <a:pt x="86843" y="313774"/>
                  </a:lnTo>
                  <a:lnTo>
                    <a:pt x="91537" y="316249"/>
                  </a:lnTo>
                  <a:lnTo>
                    <a:pt x="96307" y="318574"/>
                  </a:lnTo>
                  <a:lnTo>
                    <a:pt x="101148" y="320747"/>
                  </a:lnTo>
                  <a:lnTo>
                    <a:pt x="106056" y="322765"/>
                  </a:lnTo>
                  <a:lnTo>
                    <a:pt x="111026" y="324626"/>
                  </a:lnTo>
                  <a:lnTo>
                    <a:pt x="116052" y="326328"/>
                  </a:lnTo>
                  <a:lnTo>
                    <a:pt x="121130" y="327870"/>
                  </a:lnTo>
                  <a:lnTo>
                    <a:pt x="126254" y="329250"/>
                  </a:lnTo>
                  <a:lnTo>
                    <a:pt x="131419" y="330466"/>
                  </a:lnTo>
                  <a:lnTo>
                    <a:pt x="136620" y="331519"/>
                  </a:lnTo>
                  <a:lnTo>
                    <a:pt x="141852" y="332405"/>
                  </a:lnTo>
                  <a:lnTo>
                    <a:pt x="147109" y="333125"/>
                  </a:lnTo>
                  <a:lnTo>
                    <a:pt x="152387" y="333678"/>
                  </a:lnTo>
                  <a:lnTo>
                    <a:pt x="157680" y="334063"/>
                  </a:lnTo>
                  <a:lnTo>
                    <a:pt x="162982" y="334280"/>
                  </a:lnTo>
                  <a:lnTo>
                    <a:pt x="168288" y="334328"/>
                  </a:lnTo>
                  <a:lnTo>
                    <a:pt x="173593" y="334208"/>
                  </a:lnTo>
                  <a:lnTo>
                    <a:pt x="178892" y="333920"/>
                  </a:lnTo>
                  <a:lnTo>
                    <a:pt x="184179" y="333463"/>
                  </a:lnTo>
                  <a:lnTo>
                    <a:pt x="189448" y="332839"/>
                  </a:lnTo>
                  <a:lnTo>
                    <a:pt x="194696" y="332048"/>
                  </a:lnTo>
                  <a:lnTo>
                    <a:pt x="199915" y="331091"/>
                  </a:lnTo>
                  <a:lnTo>
                    <a:pt x="205102" y="329969"/>
                  </a:lnTo>
                  <a:lnTo>
                    <a:pt x="210250" y="328683"/>
                  </a:lnTo>
                  <a:lnTo>
                    <a:pt x="215355" y="327233"/>
                  </a:lnTo>
                  <a:lnTo>
                    <a:pt x="220411" y="325623"/>
                  </a:lnTo>
                  <a:lnTo>
                    <a:pt x="225414" y="323853"/>
                  </a:lnTo>
                  <a:lnTo>
                    <a:pt x="230358" y="321925"/>
                  </a:lnTo>
                  <a:lnTo>
                    <a:pt x="235238" y="319841"/>
                  </a:lnTo>
                  <a:lnTo>
                    <a:pt x="240050" y="317603"/>
                  </a:lnTo>
                  <a:lnTo>
                    <a:pt x="244788" y="315214"/>
                  </a:lnTo>
                  <a:lnTo>
                    <a:pt x="249448" y="312676"/>
                  </a:lnTo>
                  <a:lnTo>
                    <a:pt x="254025" y="309990"/>
                  </a:lnTo>
                  <a:lnTo>
                    <a:pt x="258514" y="307161"/>
                  </a:lnTo>
                  <a:lnTo>
                    <a:pt x="262912" y="304191"/>
                  </a:lnTo>
                  <a:lnTo>
                    <a:pt x="267213" y="301083"/>
                  </a:lnTo>
                  <a:lnTo>
                    <a:pt x="271413" y="297840"/>
                  </a:lnTo>
                  <a:lnTo>
                    <a:pt x="275508" y="294465"/>
                  </a:lnTo>
                  <a:lnTo>
                    <a:pt x="279494" y="290962"/>
                  </a:lnTo>
                  <a:lnTo>
                    <a:pt x="283367" y="287334"/>
                  </a:lnTo>
                  <a:lnTo>
                    <a:pt x="287122" y="283585"/>
                  </a:lnTo>
                  <a:lnTo>
                    <a:pt x="290757" y="279719"/>
                  </a:lnTo>
                  <a:lnTo>
                    <a:pt x="294267" y="275739"/>
                  </a:lnTo>
                  <a:lnTo>
                    <a:pt x="297649" y="271650"/>
                  </a:lnTo>
                  <a:lnTo>
                    <a:pt x="300900" y="267456"/>
                  </a:lnTo>
                  <a:lnTo>
                    <a:pt x="304016" y="263160"/>
                  </a:lnTo>
                  <a:lnTo>
                    <a:pt x="306994" y="258768"/>
                  </a:lnTo>
                  <a:lnTo>
                    <a:pt x="309831" y="254283"/>
                  </a:lnTo>
                  <a:lnTo>
                    <a:pt x="312524" y="249711"/>
                  </a:lnTo>
                  <a:lnTo>
                    <a:pt x="315071" y="245056"/>
                  </a:lnTo>
                  <a:lnTo>
                    <a:pt x="317469" y="240322"/>
                  </a:lnTo>
                  <a:lnTo>
                    <a:pt x="319715" y="235514"/>
                  </a:lnTo>
                  <a:lnTo>
                    <a:pt x="321807" y="230638"/>
                  </a:lnTo>
                  <a:lnTo>
                    <a:pt x="323744" y="225697"/>
                  </a:lnTo>
                  <a:lnTo>
                    <a:pt x="325523" y="220698"/>
                  </a:lnTo>
                  <a:lnTo>
                    <a:pt x="327142" y="215644"/>
                  </a:lnTo>
                  <a:lnTo>
                    <a:pt x="328601" y="210542"/>
                  </a:lnTo>
                  <a:lnTo>
                    <a:pt x="329896" y="205396"/>
                  </a:lnTo>
                  <a:lnTo>
                    <a:pt x="331027" y="200211"/>
                  </a:lnTo>
                  <a:lnTo>
                    <a:pt x="331994" y="194994"/>
                  </a:lnTo>
                  <a:lnTo>
                    <a:pt x="332794" y="189748"/>
                  </a:lnTo>
                  <a:lnTo>
                    <a:pt x="333427" y="184479"/>
                  </a:lnTo>
                  <a:lnTo>
                    <a:pt x="333893" y="179193"/>
                  </a:lnTo>
                  <a:lnTo>
                    <a:pt x="334191" y="173895"/>
                  </a:lnTo>
                  <a:lnTo>
                    <a:pt x="334320" y="168590"/>
                  </a:lnTo>
                  <a:lnTo>
                    <a:pt x="334281" y="163284"/>
                  </a:lnTo>
                  <a:lnTo>
                    <a:pt x="334074" y="157981"/>
                  </a:lnTo>
                  <a:lnTo>
                    <a:pt x="333698" y="152688"/>
                  </a:lnTo>
                  <a:lnTo>
                    <a:pt x="333155" y="147409"/>
                  </a:lnTo>
                  <a:lnTo>
                    <a:pt x="332444" y="142150"/>
                  </a:lnTo>
                  <a:lnTo>
                    <a:pt x="331567" y="136917"/>
                  </a:lnTo>
                  <a:lnTo>
                    <a:pt x="330524" y="131714"/>
                  </a:lnTo>
                  <a:lnTo>
                    <a:pt x="329317" y="126547"/>
                  </a:lnTo>
                  <a:lnTo>
                    <a:pt x="327946" y="121420"/>
                  </a:lnTo>
                  <a:lnTo>
                    <a:pt x="326413" y="116340"/>
                  </a:lnTo>
                  <a:lnTo>
                    <a:pt x="324720" y="111311"/>
                  </a:lnTo>
                  <a:lnTo>
                    <a:pt x="322867" y="106338"/>
                  </a:lnTo>
                  <a:lnTo>
                    <a:pt x="320858" y="101426"/>
                  </a:lnTo>
                  <a:lnTo>
                    <a:pt x="318694" y="96581"/>
                  </a:lnTo>
                  <a:lnTo>
                    <a:pt x="316378" y="91807"/>
                  </a:lnTo>
                  <a:lnTo>
                    <a:pt x="313911" y="87109"/>
                  </a:lnTo>
                  <a:lnTo>
                    <a:pt x="311296" y="82491"/>
                  </a:lnTo>
                  <a:lnTo>
                    <a:pt x="308536" y="77959"/>
                  </a:lnTo>
                  <a:lnTo>
                    <a:pt x="305633" y="73517"/>
                  </a:lnTo>
                  <a:lnTo>
                    <a:pt x="302591" y="69169"/>
                  </a:lnTo>
                  <a:lnTo>
                    <a:pt x="299412" y="64919"/>
                  </a:lnTo>
                  <a:lnTo>
                    <a:pt x="296101" y="60773"/>
                  </a:lnTo>
                  <a:lnTo>
                    <a:pt x="292659" y="56734"/>
                  </a:lnTo>
                  <a:lnTo>
                    <a:pt x="289090" y="52807"/>
                  </a:lnTo>
                  <a:lnTo>
                    <a:pt x="285399" y="48994"/>
                  </a:lnTo>
                  <a:lnTo>
                    <a:pt x="281589" y="45301"/>
                  </a:lnTo>
                  <a:lnTo>
                    <a:pt x="277663" y="41730"/>
                  </a:lnTo>
                  <a:lnTo>
                    <a:pt x="273627" y="38286"/>
                  </a:lnTo>
                  <a:lnTo>
                    <a:pt x="269482" y="34972"/>
                  </a:lnTo>
                  <a:lnTo>
                    <a:pt x="265235" y="31791"/>
                  </a:lnTo>
                  <a:lnTo>
                    <a:pt x="260889" y="28746"/>
                  </a:lnTo>
                  <a:lnTo>
                    <a:pt x="256448" y="25841"/>
                  </a:lnTo>
                  <a:lnTo>
                    <a:pt x="251918" y="23078"/>
                  </a:lnTo>
                  <a:lnTo>
                    <a:pt x="247302" y="20460"/>
                  </a:lnTo>
                  <a:lnTo>
                    <a:pt x="242605" y="17990"/>
                  </a:lnTo>
                  <a:lnTo>
                    <a:pt x="237832" y="15671"/>
                  </a:lnTo>
                  <a:lnTo>
                    <a:pt x="232988" y="13504"/>
                  </a:lnTo>
                  <a:lnTo>
                    <a:pt x="228078" y="11492"/>
                  </a:lnTo>
                  <a:lnTo>
                    <a:pt x="223106" y="9637"/>
                  </a:lnTo>
                  <a:lnTo>
                    <a:pt x="218078" y="7941"/>
                  </a:lnTo>
                  <a:lnTo>
                    <a:pt x="167159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9088" y="5103947"/>
              <a:ext cx="50918" cy="167167"/>
            </a:xfrm>
            <a:custGeom>
              <a:avLst/>
              <a:pathLst>
                <a:path w="50918" h="167167">
                  <a:moveTo>
                    <a:pt x="50918" y="7943"/>
                  </a:moveTo>
                  <a:lnTo>
                    <a:pt x="44722" y="6093"/>
                  </a:lnTo>
                  <a:lnTo>
                    <a:pt x="38458" y="4483"/>
                  </a:lnTo>
                  <a:lnTo>
                    <a:pt x="32136" y="3118"/>
                  </a:lnTo>
                  <a:lnTo>
                    <a:pt x="25767" y="1997"/>
                  </a:lnTo>
                  <a:lnTo>
                    <a:pt x="19359" y="1124"/>
                  </a:lnTo>
                  <a:lnTo>
                    <a:pt x="12922" y="500"/>
                  </a:lnTo>
                  <a:lnTo>
                    <a:pt x="6466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3938731" y="5309273"/>
              <a:ext cx="167163" cy="231247"/>
            </a:xfrm>
            <a:custGeom>
              <a:avLst/>
              <a:pathLst>
                <a:path w="167163" h="231247">
                  <a:moveTo>
                    <a:pt x="167163" y="0"/>
                  </a:moveTo>
                  <a:lnTo>
                    <a:pt x="161781" y="86"/>
                  </a:lnTo>
                  <a:lnTo>
                    <a:pt x="156405" y="346"/>
                  </a:lnTo>
                  <a:lnTo>
                    <a:pt x="151040" y="779"/>
                  </a:lnTo>
                  <a:lnTo>
                    <a:pt x="145691" y="1384"/>
                  </a:lnTo>
                  <a:lnTo>
                    <a:pt x="140365" y="2161"/>
                  </a:lnTo>
                  <a:lnTo>
                    <a:pt x="135067" y="3110"/>
                  </a:lnTo>
                  <a:lnTo>
                    <a:pt x="129802" y="4228"/>
                  </a:lnTo>
                  <a:lnTo>
                    <a:pt x="124575" y="5515"/>
                  </a:lnTo>
                  <a:lnTo>
                    <a:pt x="119393" y="6970"/>
                  </a:lnTo>
                  <a:lnTo>
                    <a:pt x="114261" y="8591"/>
                  </a:lnTo>
                  <a:lnTo>
                    <a:pt x="109183" y="10376"/>
                  </a:lnTo>
                  <a:lnTo>
                    <a:pt x="104165" y="12324"/>
                  </a:lnTo>
                  <a:lnTo>
                    <a:pt x="99213" y="14433"/>
                  </a:lnTo>
                  <a:lnTo>
                    <a:pt x="94331" y="16700"/>
                  </a:lnTo>
                  <a:lnTo>
                    <a:pt x="89524" y="19122"/>
                  </a:lnTo>
                  <a:lnTo>
                    <a:pt x="84798" y="21699"/>
                  </a:lnTo>
                  <a:lnTo>
                    <a:pt x="80158" y="24426"/>
                  </a:lnTo>
                  <a:lnTo>
                    <a:pt x="75607" y="27301"/>
                  </a:lnTo>
                  <a:lnTo>
                    <a:pt x="71152" y="30321"/>
                  </a:lnTo>
                  <a:lnTo>
                    <a:pt x="66796" y="33483"/>
                  </a:lnTo>
                  <a:lnTo>
                    <a:pt x="62544" y="36783"/>
                  </a:lnTo>
                  <a:lnTo>
                    <a:pt x="58401" y="40219"/>
                  </a:lnTo>
                  <a:lnTo>
                    <a:pt x="54370" y="43786"/>
                  </a:lnTo>
                  <a:lnTo>
                    <a:pt x="50457" y="47482"/>
                  </a:lnTo>
                  <a:lnTo>
                    <a:pt x="46664" y="51301"/>
                  </a:lnTo>
                  <a:lnTo>
                    <a:pt x="42996" y="55240"/>
                  </a:lnTo>
                  <a:lnTo>
                    <a:pt x="39457" y="59296"/>
                  </a:lnTo>
                  <a:lnTo>
                    <a:pt x="36050" y="63463"/>
                  </a:lnTo>
                  <a:lnTo>
                    <a:pt x="32780" y="67738"/>
                  </a:lnTo>
                  <a:lnTo>
                    <a:pt x="29648" y="72116"/>
                  </a:lnTo>
                  <a:lnTo>
                    <a:pt x="26659" y="76592"/>
                  </a:lnTo>
                  <a:lnTo>
                    <a:pt x="23816" y="81163"/>
                  </a:lnTo>
                  <a:lnTo>
                    <a:pt x="21122" y="85822"/>
                  </a:lnTo>
                  <a:lnTo>
                    <a:pt x="18579" y="90566"/>
                  </a:lnTo>
                  <a:lnTo>
                    <a:pt x="16190" y="95389"/>
                  </a:lnTo>
                  <a:lnTo>
                    <a:pt x="13957" y="100287"/>
                  </a:lnTo>
                  <a:lnTo>
                    <a:pt x="11883" y="105254"/>
                  </a:lnTo>
                  <a:lnTo>
                    <a:pt x="9971" y="110285"/>
                  </a:lnTo>
                  <a:lnTo>
                    <a:pt x="8221" y="115375"/>
                  </a:lnTo>
                  <a:lnTo>
                    <a:pt x="6636" y="120519"/>
                  </a:lnTo>
                  <a:lnTo>
                    <a:pt x="5217" y="125712"/>
                  </a:lnTo>
                  <a:lnTo>
                    <a:pt x="3966" y="130947"/>
                  </a:lnTo>
                  <a:lnTo>
                    <a:pt x="2885" y="136220"/>
                  </a:lnTo>
                  <a:lnTo>
                    <a:pt x="1974" y="141524"/>
                  </a:lnTo>
                  <a:lnTo>
                    <a:pt x="1234" y="146856"/>
                  </a:lnTo>
                  <a:lnTo>
                    <a:pt x="666" y="152208"/>
                  </a:lnTo>
                  <a:lnTo>
                    <a:pt x="271" y="157576"/>
                  </a:lnTo>
                  <a:lnTo>
                    <a:pt x="48" y="162954"/>
                  </a:lnTo>
                  <a:lnTo>
                    <a:pt x="0" y="168337"/>
                  </a:lnTo>
                  <a:lnTo>
                    <a:pt x="124" y="173718"/>
                  </a:lnTo>
                  <a:lnTo>
                    <a:pt x="421" y="179092"/>
                  </a:lnTo>
                  <a:lnTo>
                    <a:pt x="892" y="184454"/>
                  </a:lnTo>
                  <a:lnTo>
                    <a:pt x="1534" y="189798"/>
                  </a:lnTo>
                  <a:lnTo>
                    <a:pt x="2349" y="195119"/>
                  </a:lnTo>
                  <a:lnTo>
                    <a:pt x="3334" y="200410"/>
                  </a:lnTo>
                  <a:lnTo>
                    <a:pt x="4489" y="205667"/>
                  </a:lnTo>
                  <a:lnTo>
                    <a:pt x="5813" y="210884"/>
                  </a:lnTo>
                  <a:lnTo>
                    <a:pt x="7304" y="216056"/>
                  </a:lnTo>
                  <a:lnTo>
                    <a:pt x="8961" y="221178"/>
                  </a:lnTo>
                  <a:lnTo>
                    <a:pt x="10782" y="226243"/>
                  </a:lnTo>
                  <a:lnTo>
                    <a:pt x="12765" y="231247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3951496" y="5309273"/>
              <a:ext cx="321547" cy="334334"/>
            </a:xfrm>
            <a:custGeom>
              <a:avLst/>
              <a:pathLst>
                <a:path w="321547" h="334334">
                  <a:moveTo>
                    <a:pt x="0" y="231247"/>
                  </a:moveTo>
                  <a:lnTo>
                    <a:pt x="2112" y="236117"/>
                  </a:lnTo>
                  <a:lnTo>
                    <a:pt x="4378" y="240917"/>
                  </a:lnTo>
                  <a:lnTo>
                    <a:pt x="6795" y="245644"/>
                  </a:lnTo>
                  <a:lnTo>
                    <a:pt x="9362" y="250291"/>
                  </a:lnTo>
                  <a:lnTo>
                    <a:pt x="12074" y="254854"/>
                  </a:lnTo>
                  <a:lnTo>
                    <a:pt x="14930" y="259329"/>
                  </a:lnTo>
                  <a:lnTo>
                    <a:pt x="17927" y="263711"/>
                  </a:lnTo>
                  <a:lnTo>
                    <a:pt x="21061" y="267995"/>
                  </a:lnTo>
                  <a:lnTo>
                    <a:pt x="24330" y="272178"/>
                  </a:lnTo>
                  <a:lnTo>
                    <a:pt x="27730" y="276255"/>
                  </a:lnTo>
                  <a:lnTo>
                    <a:pt x="31257" y="280222"/>
                  </a:lnTo>
                  <a:lnTo>
                    <a:pt x="34909" y="284075"/>
                  </a:lnTo>
                  <a:lnTo>
                    <a:pt x="38681" y="287810"/>
                  </a:lnTo>
                  <a:lnTo>
                    <a:pt x="42570" y="291423"/>
                  </a:lnTo>
                  <a:lnTo>
                    <a:pt x="46572" y="294911"/>
                  </a:lnTo>
                  <a:lnTo>
                    <a:pt x="50683" y="298271"/>
                  </a:lnTo>
                  <a:lnTo>
                    <a:pt x="54898" y="301498"/>
                  </a:lnTo>
                  <a:lnTo>
                    <a:pt x="59213" y="304589"/>
                  </a:lnTo>
                  <a:lnTo>
                    <a:pt x="63625" y="307542"/>
                  </a:lnTo>
                  <a:lnTo>
                    <a:pt x="68128" y="310354"/>
                  </a:lnTo>
                  <a:lnTo>
                    <a:pt x="72718" y="313021"/>
                  </a:lnTo>
                  <a:lnTo>
                    <a:pt x="77390" y="315541"/>
                  </a:lnTo>
                  <a:lnTo>
                    <a:pt x="82140" y="317911"/>
                  </a:lnTo>
                  <a:lnTo>
                    <a:pt x="86963" y="320129"/>
                  </a:lnTo>
                  <a:lnTo>
                    <a:pt x="91854" y="322193"/>
                  </a:lnTo>
                  <a:lnTo>
                    <a:pt x="96808" y="324101"/>
                  </a:lnTo>
                  <a:lnTo>
                    <a:pt x="101820" y="325851"/>
                  </a:lnTo>
                  <a:lnTo>
                    <a:pt x="106885" y="327440"/>
                  </a:lnTo>
                  <a:lnTo>
                    <a:pt x="111998" y="328868"/>
                  </a:lnTo>
                  <a:lnTo>
                    <a:pt x="117153" y="330133"/>
                  </a:lnTo>
                  <a:lnTo>
                    <a:pt x="122347" y="331233"/>
                  </a:lnTo>
                  <a:lnTo>
                    <a:pt x="127572" y="332168"/>
                  </a:lnTo>
                  <a:lnTo>
                    <a:pt x="132825" y="332937"/>
                  </a:lnTo>
                  <a:lnTo>
                    <a:pt x="138099" y="333538"/>
                  </a:lnTo>
                  <a:lnTo>
                    <a:pt x="143390" y="333972"/>
                  </a:lnTo>
                  <a:lnTo>
                    <a:pt x="148692" y="334237"/>
                  </a:lnTo>
                  <a:lnTo>
                    <a:pt x="154000" y="334334"/>
                  </a:lnTo>
                  <a:lnTo>
                    <a:pt x="159308" y="334262"/>
                  </a:lnTo>
                  <a:lnTo>
                    <a:pt x="164611" y="334022"/>
                  </a:lnTo>
                  <a:lnTo>
                    <a:pt x="169904" y="333614"/>
                  </a:lnTo>
                  <a:lnTo>
                    <a:pt x="175181" y="333037"/>
                  </a:lnTo>
                  <a:lnTo>
                    <a:pt x="180437" y="332294"/>
                  </a:lnTo>
                  <a:lnTo>
                    <a:pt x="185667" y="331384"/>
                  </a:lnTo>
                  <a:lnTo>
                    <a:pt x="190865" y="330308"/>
                  </a:lnTo>
                  <a:lnTo>
                    <a:pt x="196027" y="329068"/>
                  </a:lnTo>
                  <a:lnTo>
                    <a:pt x="201147" y="327664"/>
                  </a:lnTo>
                  <a:lnTo>
                    <a:pt x="206219" y="326099"/>
                  </a:lnTo>
                  <a:lnTo>
                    <a:pt x="211240" y="324374"/>
                  </a:lnTo>
                  <a:lnTo>
                    <a:pt x="216203" y="322489"/>
                  </a:lnTo>
                  <a:lnTo>
                    <a:pt x="221103" y="320449"/>
                  </a:lnTo>
                  <a:lnTo>
                    <a:pt x="225937" y="318253"/>
                  </a:lnTo>
                  <a:lnTo>
                    <a:pt x="230698" y="315906"/>
                  </a:lnTo>
                  <a:lnTo>
                    <a:pt x="235382" y="313408"/>
                  </a:lnTo>
                  <a:lnTo>
                    <a:pt x="239985" y="310763"/>
                  </a:lnTo>
                  <a:lnTo>
                    <a:pt x="244501" y="307973"/>
                  </a:lnTo>
                  <a:lnTo>
                    <a:pt x="248926" y="305041"/>
                  </a:lnTo>
                  <a:lnTo>
                    <a:pt x="253256" y="301970"/>
                  </a:lnTo>
                  <a:lnTo>
                    <a:pt x="257487" y="298763"/>
                  </a:lnTo>
                  <a:lnTo>
                    <a:pt x="261613" y="295423"/>
                  </a:lnTo>
                  <a:lnTo>
                    <a:pt x="265632" y="291954"/>
                  </a:lnTo>
                  <a:lnTo>
                    <a:pt x="269538" y="288360"/>
                  </a:lnTo>
                  <a:lnTo>
                    <a:pt x="273328" y="284643"/>
                  </a:lnTo>
                  <a:lnTo>
                    <a:pt x="276998" y="280807"/>
                  </a:lnTo>
                  <a:lnTo>
                    <a:pt x="280544" y="276857"/>
                  </a:lnTo>
                  <a:lnTo>
                    <a:pt x="283964" y="272796"/>
                  </a:lnTo>
                  <a:lnTo>
                    <a:pt x="287252" y="268629"/>
                  </a:lnTo>
                  <a:lnTo>
                    <a:pt x="290407" y="264359"/>
                  </a:lnTo>
                  <a:lnTo>
                    <a:pt x="293424" y="259992"/>
                  </a:lnTo>
                  <a:lnTo>
                    <a:pt x="296302" y="255531"/>
                  </a:lnTo>
                  <a:lnTo>
                    <a:pt x="299036" y="250980"/>
                  </a:lnTo>
                  <a:lnTo>
                    <a:pt x="301624" y="246345"/>
                  </a:lnTo>
                  <a:lnTo>
                    <a:pt x="304064" y="241631"/>
                  </a:lnTo>
                  <a:lnTo>
                    <a:pt x="306353" y="236841"/>
                  </a:lnTo>
                  <a:lnTo>
                    <a:pt x="308489" y="231981"/>
                  </a:lnTo>
                  <a:lnTo>
                    <a:pt x="310469" y="227056"/>
                  </a:lnTo>
                  <a:lnTo>
                    <a:pt x="312292" y="222070"/>
                  </a:lnTo>
                  <a:lnTo>
                    <a:pt x="313955" y="217029"/>
                  </a:lnTo>
                  <a:lnTo>
                    <a:pt x="315458" y="211937"/>
                  </a:lnTo>
                  <a:lnTo>
                    <a:pt x="316799" y="206801"/>
                  </a:lnTo>
                  <a:lnTo>
                    <a:pt x="317975" y="201624"/>
                  </a:lnTo>
                  <a:lnTo>
                    <a:pt x="318987" y="196413"/>
                  </a:lnTo>
                  <a:lnTo>
                    <a:pt x="319832" y="191172"/>
                  </a:lnTo>
                  <a:lnTo>
                    <a:pt x="320511" y="185907"/>
                  </a:lnTo>
                  <a:lnTo>
                    <a:pt x="321022" y="180623"/>
                  </a:lnTo>
                  <a:lnTo>
                    <a:pt x="321366" y="175326"/>
                  </a:lnTo>
                  <a:lnTo>
                    <a:pt x="321541" y="170020"/>
                  </a:lnTo>
                  <a:lnTo>
                    <a:pt x="321547" y="164712"/>
                  </a:lnTo>
                  <a:lnTo>
                    <a:pt x="321385" y="159406"/>
                  </a:lnTo>
                  <a:lnTo>
                    <a:pt x="321054" y="154107"/>
                  </a:lnTo>
                  <a:lnTo>
                    <a:pt x="320555" y="148822"/>
                  </a:lnTo>
                  <a:lnTo>
                    <a:pt x="319889" y="143556"/>
                  </a:lnTo>
                  <a:lnTo>
                    <a:pt x="319056" y="138313"/>
                  </a:lnTo>
                  <a:lnTo>
                    <a:pt x="318057" y="133099"/>
                  </a:lnTo>
                  <a:lnTo>
                    <a:pt x="316892" y="127920"/>
                  </a:lnTo>
                  <a:lnTo>
                    <a:pt x="315564" y="122780"/>
                  </a:lnTo>
                  <a:lnTo>
                    <a:pt x="314074" y="117685"/>
                  </a:lnTo>
                  <a:lnTo>
                    <a:pt x="312422" y="112640"/>
                  </a:lnTo>
                  <a:lnTo>
                    <a:pt x="310611" y="107650"/>
                  </a:lnTo>
                  <a:lnTo>
                    <a:pt x="308642" y="102720"/>
                  </a:lnTo>
                  <a:lnTo>
                    <a:pt x="306518" y="97855"/>
                  </a:lnTo>
                  <a:lnTo>
                    <a:pt x="304241" y="93060"/>
                  </a:lnTo>
                  <a:lnTo>
                    <a:pt x="301812" y="88339"/>
                  </a:lnTo>
                  <a:lnTo>
                    <a:pt x="299235" y="83698"/>
                  </a:lnTo>
                  <a:lnTo>
                    <a:pt x="296512" y="79141"/>
                  </a:lnTo>
                  <a:lnTo>
                    <a:pt x="293645" y="74673"/>
                  </a:lnTo>
                  <a:lnTo>
                    <a:pt x="290638" y="70299"/>
                  </a:lnTo>
                  <a:lnTo>
                    <a:pt x="287494" y="66022"/>
                  </a:lnTo>
                  <a:lnTo>
                    <a:pt x="284215" y="61846"/>
                  </a:lnTo>
                  <a:lnTo>
                    <a:pt x="280805" y="57778"/>
                  </a:lnTo>
                  <a:lnTo>
                    <a:pt x="277268" y="53819"/>
                  </a:lnTo>
                  <a:lnTo>
                    <a:pt x="273607" y="49975"/>
                  </a:lnTo>
                  <a:lnTo>
                    <a:pt x="269826" y="46249"/>
                  </a:lnTo>
                  <a:lnTo>
                    <a:pt x="265928" y="42645"/>
                  </a:lnTo>
                  <a:lnTo>
                    <a:pt x="261918" y="39166"/>
                  </a:lnTo>
                  <a:lnTo>
                    <a:pt x="257800" y="35817"/>
                  </a:lnTo>
                  <a:lnTo>
                    <a:pt x="253577" y="32600"/>
                  </a:lnTo>
                  <a:lnTo>
                    <a:pt x="249254" y="29518"/>
                  </a:lnTo>
                  <a:lnTo>
                    <a:pt x="244836" y="26576"/>
                  </a:lnTo>
                  <a:lnTo>
                    <a:pt x="240326" y="23775"/>
                  </a:lnTo>
                  <a:lnTo>
                    <a:pt x="235730" y="21119"/>
                  </a:lnTo>
                  <a:lnTo>
                    <a:pt x="231052" y="18610"/>
                  </a:lnTo>
                  <a:lnTo>
                    <a:pt x="226296" y="16251"/>
                  </a:lnTo>
                  <a:lnTo>
                    <a:pt x="221468" y="14044"/>
                  </a:lnTo>
                  <a:lnTo>
                    <a:pt x="216572" y="11992"/>
                  </a:lnTo>
                  <a:lnTo>
                    <a:pt x="211614" y="10096"/>
                  </a:lnTo>
                  <a:lnTo>
                    <a:pt x="206598" y="8359"/>
                  </a:lnTo>
                  <a:lnTo>
                    <a:pt x="201529" y="6781"/>
                  </a:lnTo>
                  <a:lnTo>
                    <a:pt x="196412" y="5366"/>
                  </a:lnTo>
                  <a:lnTo>
                    <a:pt x="191254" y="4113"/>
                  </a:lnTo>
                  <a:lnTo>
                    <a:pt x="186058" y="3025"/>
                  </a:lnTo>
                  <a:lnTo>
                    <a:pt x="180830" y="2102"/>
                  </a:lnTo>
                  <a:lnTo>
                    <a:pt x="175576" y="1346"/>
                  </a:lnTo>
                  <a:lnTo>
                    <a:pt x="170300" y="758"/>
                  </a:lnTo>
                  <a:lnTo>
                    <a:pt x="165008" y="337"/>
                  </a:lnTo>
                  <a:lnTo>
                    <a:pt x="159705" y="84"/>
                  </a:lnTo>
                  <a:lnTo>
                    <a:pt x="154397" y="0"/>
                  </a:lnTo>
                  <a:lnTo>
                    <a:pt x="1543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587838" y="5399291"/>
              <a:ext cx="29441" cy="167167"/>
            </a:xfrm>
            <a:custGeom>
              <a:avLst/>
              <a:pathLst>
                <a:path w="29441" h="167167">
                  <a:moveTo>
                    <a:pt x="29441" y="0"/>
                  </a:moveTo>
                  <a:lnTo>
                    <a:pt x="22044" y="163"/>
                  </a:lnTo>
                  <a:lnTo>
                    <a:pt x="14662" y="654"/>
                  </a:lnTo>
                  <a:lnTo>
                    <a:pt x="7309" y="1471"/>
                  </a:lnTo>
                  <a:lnTo>
                    <a:pt x="0" y="2613"/>
                  </a:lnTo>
                  <a:lnTo>
                    <a:pt x="2944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587838" y="5401904"/>
              <a:ext cx="29441" cy="164554"/>
            </a:xfrm>
            <a:custGeom>
              <a:avLst/>
              <a:pathLst>
                <a:path w="29441" h="164554">
                  <a:moveTo>
                    <a:pt x="0" y="0"/>
                  </a:moveTo>
                  <a:lnTo>
                    <a:pt x="29441" y="164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587838" y="5401904"/>
              <a:ext cx="29441" cy="164554"/>
            </a:xfrm>
            <a:custGeom>
              <a:avLst/>
              <a:pathLst>
                <a:path w="29441" h="164554">
                  <a:moveTo>
                    <a:pt x="0" y="0"/>
                  </a:moveTo>
                  <a:lnTo>
                    <a:pt x="29441" y="164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87838" y="5401904"/>
              <a:ext cx="29441" cy="164554"/>
            </a:xfrm>
            <a:custGeom>
              <a:avLst/>
              <a:pathLst>
                <a:path w="29441" h="164554">
                  <a:moveTo>
                    <a:pt x="0" y="0"/>
                  </a:moveTo>
                  <a:lnTo>
                    <a:pt x="29441" y="164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87838" y="5401904"/>
              <a:ext cx="29441" cy="164554"/>
            </a:xfrm>
            <a:custGeom>
              <a:avLst/>
              <a:pathLst>
                <a:path w="29441" h="164554">
                  <a:moveTo>
                    <a:pt x="0" y="0"/>
                  </a:moveTo>
                  <a:lnTo>
                    <a:pt x="29441" y="164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87838" y="5401904"/>
              <a:ext cx="29441" cy="164554"/>
            </a:xfrm>
            <a:custGeom>
              <a:avLst/>
              <a:pathLst>
                <a:path w="29441" h="164554">
                  <a:moveTo>
                    <a:pt x="0" y="0"/>
                  </a:moveTo>
                  <a:lnTo>
                    <a:pt x="29441" y="1645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87838" y="5401904"/>
              <a:ext cx="29441" cy="164554"/>
            </a:xfrm>
            <a:custGeom>
              <a:avLst/>
              <a:pathLst>
                <a:path w="29441" h="164554">
                  <a:moveTo>
                    <a:pt x="0" y="0"/>
                  </a:moveTo>
                  <a:lnTo>
                    <a:pt x="29441" y="1645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450112" y="5401904"/>
              <a:ext cx="334330" cy="331709"/>
            </a:xfrm>
            <a:custGeom>
              <a:avLst/>
              <a:pathLst>
                <a:path w="334330" h="331709">
                  <a:moveTo>
                    <a:pt x="137725" y="0"/>
                  </a:moveTo>
                  <a:lnTo>
                    <a:pt x="132530" y="1014"/>
                  </a:lnTo>
                  <a:lnTo>
                    <a:pt x="127370" y="2193"/>
                  </a:lnTo>
                  <a:lnTo>
                    <a:pt x="122249" y="3534"/>
                  </a:lnTo>
                  <a:lnTo>
                    <a:pt x="117173" y="5037"/>
                  </a:lnTo>
                  <a:lnTo>
                    <a:pt x="112148" y="6700"/>
                  </a:lnTo>
                  <a:lnTo>
                    <a:pt x="107178" y="8521"/>
                  </a:lnTo>
                  <a:lnTo>
                    <a:pt x="102267" y="10499"/>
                  </a:lnTo>
                  <a:lnTo>
                    <a:pt x="97422" y="12631"/>
                  </a:lnTo>
                  <a:lnTo>
                    <a:pt x="92647" y="14915"/>
                  </a:lnTo>
                  <a:lnTo>
                    <a:pt x="87947" y="17349"/>
                  </a:lnTo>
                  <a:lnTo>
                    <a:pt x="83326" y="19932"/>
                  </a:lnTo>
                  <a:lnTo>
                    <a:pt x="78789" y="22659"/>
                  </a:lnTo>
                  <a:lnTo>
                    <a:pt x="74341" y="25528"/>
                  </a:lnTo>
                  <a:lnTo>
                    <a:pt x="69985" y="28537"/>
                  </a:lnTo>
                  <a:lnTo>
                    <a:pt x="65728" y="31682"/>
                  </a:lnTo>
                  <a:lnTo>
                    <a:pt x="61572" y="34960"/>
                  </a:lnTo>
                  <a:lnTo>
                    <a:pt x="57521" y="38368"/>
                  </a:lnTo>
                  <a:lnTo>
                    <a:pt x="53581" y="41903"/>
                  </a:lnTo>
                  <a:lnTo>
                    <a:pt x="49755" y="45561"/>
                  </a:lnTo>
                  <a:lnTo>
                    <a:pt x="46046" y="49338"/>
                  </a:lnTo>
                  <a:lnTo>
                    <a:pt x="42459" y="53230"/>
                  </a:lnTo>
                  <a:lnTo>
                    <a:pt x="38997" y="57235"/>
                  </a:lnTo>
                  <a:lnTo>
                    <a:pt x="35663" y="61347"/>
                  </a:lnTo>
                  <a:lnTo>
                    <a:pt x="32462" y="65562"/>
                  </a:lnTo>
                  <a:lnTo>
                    <a:pt x="29395" y="69876"/>
                  </a:lnTo>
                  <a:lnTo>
                    <a:pt x="26466" y="74286"/>
                  </a:lnTo>
                  <a:lnTo>
                    <a:pt x="23679" y="78786"/>
                  </a:lnTo>
                  <a:lnTo>
                    <a:pt x="21035" y="83372"/>
                  </a:lnTo>
                  <a:lnTo>
                    <a:pt x="18538" y="88040"/>
                  </a:lnTo>
                  <a:lnTo>
                    <a:pt x="16190" y="92784"/>
                  </a:lnTo>
                  <a:lnTo>
                    <a:pt x="13993" y="97600"/>
                  </a:lnTo>
                  <a:lnTo>
                    <a:pt x="11950" y="102483"/>
                  </a:lnTo>
                  <a:lnTo>
                    <a:pt x="10063" y="107429"/>
                  </a:lnTo>
                  <a:lnTo>
                    <a:pt x="8333" y="112431"/>
                  </a:lnTo>
                  <a:lnTo>
                    <a:pt x="6762" y="117486"/>
                  </a:lnTo>
                  <a:lnTo>
                    <a:pt x="5353" y="122589"/>
                  </a:lnTo>
                  <a:lnTo>
                    <a:pt x="4105" y="127733"/>
                  </a:lnTo>
                  <a:lnTo>
                    <a:pt x="3021" y="132914"/>
                  </a:lnTo>
                  <a:lnTo>
                    <a:pt x="2102" y="138127"/>
                  </a:lnTo>
                  <a:lnTo>
                    <a:pt x="1348" y="143366"/>
                  </a:lnTo>
                  <a:lnTo>
                    <a:pt x="760" y="148627"/>
                  </a:lnTo>
                  <a:lnTo>
                    <a:pt x="339" y="153904"/>
                  </a:lnTo>
                  <a:lnTo>
                    <a:pt x="86" y="159191"/>
                  </a:lnTo>
                  <a:lnTo>
                    <a:pt x="0" y="164484"/>
                  </a:lnTo>
                  <a:lnTo>
                    <a:pt x="81" y="169777"/>
                  </a:lnTo>
                  <a:lnTo>
                    <a:pt x="330" y="175064"/>
                  </a:lnTo>
                  <a:lnTo>
                    <a:pt x="747" y="180341"/>
                  </a:lnTo>
                  <a:lnTo>
                    <a:pt x="1330" y="185602"/>
                  </a:lnTo>
                  <a:lnTo>
                    <a:pt x="2079" y="190843"/>
                  </a:lnTo>
                  <a:lnTo>
                    <a:pt x="2995" y="196056"/>
                  </a:lnTo>
                  <a:lnTo>
                    <a:pt x="4074" y="201238"/>
                  </a:lnTo>
                  <a:lnTo>
                    <a:pt x="5318" y="206384"/>
                  </a:lnTo>
                  <a:lnTo>
                    <a:pt x="6723" y="211487"/>
                  </a:lnTo>
                  <a:lnTo>
                    <a:pt x="8289" y="216543"/>
                  </a:lnTo>
                  <a:lnTo>
                    <a:pt x="10015" y="221548"/>
                  </a:lnTo>
                  <a:lnTo>
                    <a:pt x="11898" y="226495"/>
                  </a:lnTo>
                  <a:lnTo>
                    <a:pt x="13937" y="231380"/>
                  </a:lnTo>
                  <a:lnTo>
                    <a:pt x="16130" y="236198"/>
                  </a:lnTo>
                  <a:lnTo>
                    <a:pt x="18474" y="240944"/>
                  </a:lnTo>
                  <a:lnTo>
                    <a:pt x="20967" y="245613"/>
                  </a:lnTo>
                  <a:lnTo>
                    <a:pt x="23607" y="250202"/>
                  </a:lnTo>
                  <a:lnTo>
                    <a:pt x="26391" y="254704"/>
                  </a:lnTo>
                  <a:lnTo>
                    <a:pt x="29316" y="259116"/>
                  </a:lnTo>
                  <a:lnTo>
                    <a:pt x="32379" y="263433"/>
                  </a:lnTo>
                  <a:lnTo>
                    <a:pt x="35577" y="267651"/>
                  </a:lnTo>
                  <a:lnTo>
                    <a:pt x="38907" y="271766"/>
                  </a:lnTo>
                  <a:lnTo>
                    <a:pt x="42366" y="275773"/>
                  </a:lnTo>
                  <a:lnTo>
                    <a:pt x="45950" y="279668"/>
                  </a:lnTo>
                  <a:lnTo>
                    <a:pt x="49655" y="283449"/>
                  </a:lnTo>
                  <a:lnTo>
                    <a:pt x="53479" y="287110"/>
                  </a:lnTo>
                  <a:lnTo>
                    <a:pt x="57416" y="290648"/>
                  </a:lnTo>
                  <a:lnTo>
                    <a:pt x="61463" y="294059"/>
                  </a:lnTo>
                  <a:lnTo>
                    <a:pt x="65616" y="297341"/>
                  </a:lnTo>
                  <a:lnTo>
                    <a:pt x="69872" y="300490"/>
                  </a:lnTo>
                  <a:lnTo>
                    <a:pt x="74224" y="303502"/>
                  </a:lnTo>
                  <a:lnTo>
                    <a:pt x="78670" y="306375"/>
                  </a:lnTo>
                  <a:lnTo>
                    <a:pt x="83205" y="309106"/>
                  </a:lnTo>
                  <a:lnTo>
                    <a:pt x="87824" y="311692"/>
                  </a:lnTo>
                  <a:lnTo>
                    <a:pt x="92522" y="314130"/>
                  </a:lnTo>
                  <a:lnTo>
                    <a:pt x="97295" y="316419"/>
                  </a:lnTo>
                  <a:lnTo>
                    <a:pt x="102138" y="318555"/>
                  </a:lnTo>
                  <a:lnTo>
                    <a:pt x="107047" y="320536"/>
                  </a:lnTo>
                  <a:lnTo>
                    <a:pt x="112016" y="322362"/>
                  </a:lnTo>
                  <a:lnTo>
                    <a:pt x="117040" y="324029"/>
                  </a:lnTo>
                  <a:lnTo>
                    <a:pt x="122114" y="325536"/>
                  </a:lnTo>
                  <a:lnTo>
                    <a:pt x="127234" y="326882"/>
                  </a:lnTo>
                  <a:lnTo>
                    <a:pt x="132393" y="328065"/>
                  </a:lnTo>
                  <a:lnTo>
                    <a:pt x="137588" y="329084"/>
                  </a:lnTo>
                  <a:lnTo>
                    <a:pt x="142812" y="329938"/>
                  </a:lnTo>
                  <a:lnTo>
                    <a:pt x="148060" y="330626"/>
                  </a:lnTo>
                  <a:lnTo>
                    <a:pt x="153328" y="331148"/>
                  </a:lnTo>
                  <a:lnTo>
                    <a:pt x="158609" y="331502"/>
                  </a:lnTo>
                  <a:lnTo>
                    <a:pt x="163899" y="331689"/>
                  </a:lnTo>
                  <a:lnTo>
                    <a:pt x="169193" y="331709"/>
                  </a:lnTo>
                  <a:lnTo>
                    <a:pt x="174484" y="331561"/>
                  </a:lnTo>
                  <a:lnTo>
                    <a:pt x="179768" y="331246"/>
                  </a:lnTo>
                  <a:lnTo>
                    <a:pt x="185040" y="330763"/>
                  </a:lnTo>
                  <a:lnTo>
                    <a:pt x="190293" y="330114"/>
                  </a:lnTo>
                  <a:lnTo>
                    <a:pt x="195523" y="329299"/>
                  </a:lnTo>
                  <a:lnTo>
                    <a:pt x="200725" y="328318"/>
                  </a:lnTo>
                  <a:lnTo>
                    <a:pt x="205893" y="327174"/>
                  </a:lnTo>
                  <a:lnTo>
                    <a:pt x="211023" y="325866"/>
                  </a:lnTo>
                  <a:lnTo>
                    <a:pt x="216108" y="324397"/>
                  </a:lnTo>
                  <a:lnTo>
                    <a:pt x="221144" y="322767"/>
                  </a:lnTo>
                  <a:lnTo>
                    <a:pt x="226127" y="320979"/>
                  </a:lnTo>
                  <a:lnTo>
                    <a:pt x="231050" y="319034"/>
                  </a:lnTo>
                  <a:lnTo>
                    <a:pt x="235909" y="316933"/>
                  </a:lnTo>
                  <a:lnTo>
                    <a:pt x="240699" y="314681"/>
                  </a:lnTo>
                  <a:lnTo>
                    <a:pt x="245415" y="312277"/>
                  </a:lnTo>
                  <a:lnTo>
                    <a:pt x="250053" y="309726"/>
                  </a:lnTo>
                  <a:lnTo>
                    <a:pt x="254608" y="307029"/>
                  </a:lnTo>
                  <a:lnTo>
                    <a:pt x="259075" y="304189"/>
                  </a:lnTo>
                  <a:lnTo>
                    <a:pt x="263450" y="301209"/>
                  </a:lnTo>
                  <a:lnTo>
                    <a:pt x="267728" y="298092"/>
                  </a:lnTo>
                  <a:lnTo>
                    <a:pt x="271906" y="294841"/>
                  </a:lnTo>
                  <a:lnTo>
                    <a:pt x="275978" y="291459"/>
                  </a:lnTo>
                  <a:lnTo>
                    <a:pt x="279942" y="287951"/>
                  </a:lnTo>
                  <a:lnTo>
                    <a:pt x="283792" y="284318"/>
                  </a:lnTo>
                  <a:lnTo>
                    <a:pt x="287526" y="280566"/>
                  </a:lnTo>
                  <a:lnTo>
                    <a:pt x="291138" y="276697"/>
                  </a:lnTo>
                  <a:lnTo>
                    <a:pt x="294627" y="272715"/>
                  </a:lnTo>
                  <a:lnTo>
                    <a:pt x="297987" y="268626"/>
                  </a:lnTo>
                  <a:lnTo>
                    <a:pt x="301217" y="264432"/>
                  </a:lnTo>
                  <a:lnTo>
                    <a:pt x="304312" y="260137"/>
                  </a:lnTo>
                  <a:lnTo>
                    <a:pt x="307270" y="255747"/>
                  </a:lnTo>
                  <a:lnTo>
                    <a:pt x="310087" y="251266"/>
                  </a:lnTo>
                  <a:lnTo>
                    <a:pt x="312760" y="246697"/>
                  </a:lnTo>
                  <a:lnTo>
                    <a:pt x="315288" y="242046"/>
                  </a:lnTo>
                  <a:lnTo>
                    <a:pt x="317667" y="237318"/>
                  </a:lnTo>
                  <a:lnTo>
                    <a:pt x="319896" y="232516"/>
                  </a:lnTo>
                  <a:lnTo>
                    <a:pt x="321971" y="227646"/>
                  </a:lnTo>
                  <a:lnTo>
                    <a:pt x="323891" y="222713"/>
                  </a:lnTo>
                  <a:lnTo>
                    <a:pt x="325654" y="217722"/>
                  </a:lnTo>
                  <a:lnTo>
                    <a:pt x="327258" y="212678"/>
                  </a:lnTo>
                  <a:lnTo>
                    <a:pt x="328701" y="207585"/>
                  </a:lnTo>
                  <a:lnTo>
                    <a:pt x="329983" y="202449"/>
                  </a:lnTo>
                  <a:lnTo>
                    <a:pt x="331101" y="197275"/>
                  </a:lnTo>
                  <a:lnTo>
                    <a:pt x="332055" y="192068"/>
                  </a:lnTo>
                  <a:lnTo>
                    <a:pt x="332843" y="186834"/>
                  </a:lnTo>
                  <a:lnTo>
                    <a:pt x="333465" y="181577"/>
                  </a:lnTo>
                  <a:lnTo>
                    <a:pt x="333921" y="176303"/>
                  </a:lnTo>
                  <a:lnTo>
                    <a:pt x="334209" y="171018"/>
                  </a:lnTo>
                  <a:lnTo>
                    <a:pt x="334330" y="165726"/>
                  </a:lnTo>
                  <a:lnTo>
                    <a:pt x="334284" y="160432"/>
                  </a:lnTo>
                  <a:lnTo>
                    <a:pt x="334069" y="155143"/>
                  </a:lnTo>
                  <a:lnTo>
                    <a:pt x="333688" y="149864"/>
                  </a:lnTo>
                  <a:lnTo>
                    <a:pt x="333139" y="144599"/>
                  </a:lnTo>
                  <a:lnTo>
                    <a:pt x="332424" y="139354"/>
                  </a:lnTo>
                  <a:lnTo>
                    <a:pt x="331543" y="134134"/>
                  </a:lnTo>
                  <a:lnTo>
                    <a:pt x="330498" y="128945"/>
                  </a:lnTo>
                  <a:lnTo>
                    <a:pt x="329288" y="123792"/>
                  </a:lnTo>
                  <a:lnTo>
                    <a:pt x="327917" y="118679"/>
                  </a:lnTo>
                  <a:lnTo>
                    <a:pt x="326384" y="113613"/>
                  </a:lnTo>
                  <a:lnTo>
                    <a:pt x="324691" y="108597"/>
                  </a:lnTo>
                  <a:lnTo>
                    <a:pt x="322840" y="103638"/>
                  </a:lnTo>
                  <a:lnTo>
                    <a:pt x="320833" y="98739"/>
                  </a:lnTo>
                  <a:lnTo>
                    <a:pt x="318673" y="93907"/>
                  </a:lnTo>
                  <a:lnTo>
                    <a:pt x="316360" y="89146"/>
                  </a:lnTo>
                  <a:lnTo>
                    <a:pt x="313898" y="84460"/>
                  </a:lnTo>
                  <a:lnTo>
                    <a:pt x="311288" y="79854"/>
                  </a:lnTo>
                  <a:lnTo>
                    <a:pt x="308534" y="75334"/>
                  </a:lnTo>
                  <a:lnTo>
                    <a:pt x="305638" y="70903"/>
                  </a:lnTo>
                  <a:lnTo>
                    <a:pt x="302604" y="66565"/>
                  </a:lnTo>
                  <a:lnTo>
                    <a:pt x="299434" y="62326"/>
                  </a:lnTo>
                  <a:lnTo>
                    <a:pt x="296131" y="58190"/>
                  </a:lnTo>
                  <a:lnTo>
                    <a:pt x="292698" y="54160"/>
                  </a:lnTo>
                  <a:lnTo>
                    <a:pt x="289140" y="50241"/>
                  </a:lnTo>
                  <a:lnTo>
                    <a:pt x="285460" y="46436"/>
                  </a:lnTo>
                  <a:lnTo>
                    <a:pt x="281661" y="42750"/>
                  </a:lnTo>
                  <a:lnTo>
                    <a:pt x="277747" y="39186"/>
                  </a:lnTo>
                  <a:lnTo>
                    <a:pt x="273722" y="35748"/>
                  </a:lnTo>
                  <a:lnTo>
                    <a:pt x="269590" y="32439"/>
                  </a:lnTo>
                  <a:lnTo>
                    <a:pt x="265356" y="29262"/>
                  </a:lnTo>
                  <a:lnTo>
                    <a:pt x="261023" y="26221"/>
                  </a:lnTo>
                  <a:lnTo>
                    <a:pt x="256596" y="23319"/>
                  </a:lnTo>
                  <a:lnTo>
                    <a:pt x="252080" y="20558"/>
                  </a:lnTo>
                  <a:lnTo>
                    <a:pt x="247478" y="17942"/>
                  </a:lnTo>
                  <a:lnTo>
                    <a:pt x="242796" y="15473"/>
                  </a:lnTo>
                  <a:lnTo>
                    <a:pt x="238038" y="13153"/>
                  </a:lnTo>
                  <a:lnTo>
                    <a:pt x="233209" y="10985"/>
                  </a:lnTo>
                  <a:lnTo>
                    <a:pt x="228314" y="8971"/>
                  </a:lnTo>
                  <a:lnTo>
                    <a:pt x="223357" y="7113"/>
                  </a:lnTo>
                  <a:lnTo>
                    <a:pt x="218344" y="5413"/>
                  </a:lnTo>
                  <a:lnTo>
                    <a:pt x="213280" y="3872"/>
                  </a:lnTo>
                  <a:lnTo>
                    <a:pt x="208169" y="2493"/>
                  </a:lnTo>
                  <a:lnTo>
                    <a:pt x="203018" y="1276"/>
                  </a:lnTo>
                  <a:lnTo>
                    <a:pt x="197830" y="223"/>
                  </a:lnTo>
                  <a:lnTo>
                    <a:pt x="167167" y="1645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617280" y="5399291"/>
              <a:ext cx="30663" cy="167167"/>
            </a:xfrm>
            <a:custGeom>
              <a:avLst/>
              <a:pathLst>
                <a:path w="30663" h="167167">
                  <a:moveTo>
                    <a:pt x="30663" y="2836"/>
                  </a:moveTo>
                  <a:lnTo>
                    <a:pt x="23054" y="1597"/>
                  </a:lnTo>
                  <a:lnTo>
                    <a:pt x="15396" y="710"/>
                  </a:lnTo>
                  <a:lnTo>
                    <a:pt x="7706" y="17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4968508" y="5369149"/>
              <a:ext cx="167167" cy="301367"/>
            </a:xfrm>
            <a:custGeom>
              <a:avLst/>
              <a:pathLst>
                <a:path w="167167" h="301367">
                  <a:moveTo>
                    <a:pt x="167167" y="0"/>
                  </a:moveTo>
                  <a:lnTo>
                    <a:pt x="161804" y="86"/>
                  </a:lnTo>
                  <a:lnTo>
                    <a:pt x="156446" y="344"/>
                  </a:lnTo>
                  <a:lnTo>
                    <a:pt x="151100" y="773"/>
                  </a:lnTo>
                  <a:lnTo>
                    <a:pt x="145770" y="1374"/>
                  </a:lnTo>
                  <a:lnTo>
                    <a:pt x="140463" y="2146"/>
                  </a:lnTo>
                  <a:lnTo>
                    <a:pt x="135182" y="3088"/>
                  </a:lnTo>
                  <a:lnTo>
                    <a:pt x="129935" y="4198"/>
                  </a:lnTo>
                  <a:lnTo>
                    <a:pt x="124726" y="5477"/>
                  </a:lnTo>
                  <a:lnTo>
                    <a:pt x="119561" y="6922"/>
                  </a:lnTo>
                  <a:lnTo>
                    <a:pt x="114444" y="8531"/>
                  </a:lnTo>
                  <a:lnTo>
                    <a:pt x="109382" y="10304"/>
                  </a:lnTo>
                  <a:lnTo>
                    <a:pt x="104380" y="12239"/>
                  </a:lnTo>
                  <a:lnTo>
                    <a:pt x="99442" y="14333"/>
                  </a:lnTo>
                  <a:lnTo>
                    <a:pt x="94573" y="16584"/>
                  </a:lnTo>
                  <a:lnTo>
                    <a:pt x="89780" y="18991"/>
                  </a:lnTo>
                  <a:lnTo>
                    <a:pt x="85066" y="21550"/>
                  </a:lnTo>
                  <a:lnTo>
                    <a:pt x="80437" y="24258"/>
                  </a:lnTo>
                  <a:lnTo>
                    <a:pt x="75897" y="27114"/>
                  </a:lnTo>
                  <a:lnTo>
                    <a:pt x="71451" y="30114"/>
                  </a:lnTo>
                  <a:lnTo>
                    <a:pt x="67103" y="33256"/>
                  </a:lnTo>
                  <a:lnTo>
                    <a:pt x="62859" y="36535"/>
                  </a:lnTo>
                  <a:lnTo>
                    <a:pt x="58722" y="39948"/>
                  </a:lnTo>
                  <a:lnTo>
                    <a:pt x="54696" y="43493"/>
                  </a:lnTo>
                  <a:lnTo>
                    <a:pt x="50786" y="47165"/>
                  </a:lnTo>
                  <a:lnTo>
                    <a:pt x="46996" y="50960"/>
                  </a:lnTo>
                  <a:lnTo>
                    <a:pt x="43330" y="54875"/>
                  </a:lnTo>
                  <a:lnTo>
                    <a:pt x="39792" y="58906"/>
                  </a:lnTo>
                  <a:lnTo>
                    <a:pt x="36384" y="63048"/>
                  </a:lnTo>
                  <a:lnTo>
                    <a:pt x="33111" y="67297"/>
                  </a:lnTo>
                  <a:lnTo>
                    <a:pt x="29976" y="71649"/>
                  </a:lnTo>
                  <a:lnTo>
                    <a:pt x="26982" y="76099"/>
                  </a:lnTo>
                  <a:lnTo>
                    <a:pt x="24133" y="80643"/>
                  </a:lnTo>
                  <a:lnTo>
                    <a:pt x="21431" y="85277"/>
                  </a:lnTo>
                  <a:lnTo>
                    <a:pt x="18879" y="89994"/>
                  </a:lnTo>
                  <a:lnTo>
                    <a:pt x="16479" y="94791"/>
                  </a:lnTo>
                  <a:lnTo>
                    <a:pt x="14235" y="99663"/>
                  </a:lnTo>
                  <a:lnTo>
                    <a:pt x="12148" y="104604"/>
                  </a:lnTo>
                  <a:lnTo>
                    <a:pt x="10221" y="109609"/>
                  </a:lnTo>
                  <a:lnTo>
                    <a:pt x="8455" y="114674"/>
                  </a:lnTo>
                  <a:lnTo>
                    <a:pt x="6853" y="119792"/>
                  </a:lnTo>
                  <a:lnTo>
                    <a:pt x="5415" y="124960"/>
                  </a:lnTo>
                  <a:lnTo>
                    <a:pt x="4145" y="130170"/>
                  </a:lnTo>
                  <a:lnTo>
                    <a:pt x="3042" y="135419"/>
                  </a:lnTo>
                  <a:lnTo>
                    <a:pt x="2108" y="140701"/>
                  </a:lnTo>
                  <a:lnTo>
                    <a:pt x="1344" y="146010"/>
                  </a:lnTo>
                  <a:lnTo>
                    <a:pt x="750" y="151341"/>
                  </a:lnTo>
                  <a:lnTo>
                    <a:pt x="328" y="156688"/>
                  </a:lnTo>
                  <a:lnTo>
                    <a:pt x="78" y="162045"/>
                  </a:lnTo>
                  <a:lnTo>
                    <a:pt x="0" y="167408"/>
                  </a:lnTo>
                  <a:lnTo>
                    <a:pt x="93" y="172771"/>
                  </a:lnTo>
                  <a:lnTo>
                    <a:pt x="359" y="178128"/>
                  </a:lnTo>
                  <a:lnTo>
                    <a:pt x="797" y="183474"/>
                  </a:lnTo>
                  <a:lnTo>
                    <a:pt x="1405" y="188803"/>
                  </a:lnTo>
                  <a:lnTo>
                    <a:pt x="2185" y="194110"/>
                  </a:lnTo>
                  <a:lnTo>
                    <a:pt x="3134" y="199388"/>
                  </a:lnTo>
                  <a:lnTo>
                    <a:pt x="4252" y="204634"/>
                  </a:lnTo>
                  <a:lnTo>
                    <a:pt x="5538" y="209841"/>
                  </a:lnTo>
                  <a:lnTo>
                    <a:pt x="6990" y="215005"/>
                  </a:lnTo>
                  <a:lnTo>
                    <a:pt x="8607" y="220119"/>
                  </a:lnTo>
                  <a:lnTo>
                    <a:pt x="10388" y="225178"/>
                  </a:lnTo>
                  <a:lnTo>
                    <a:pt x="12330" y="230178"/>
                  </a:lnTo>
                  <a:lnTo>
                    <a:pt x="14431" y="235113"/>
                  </a:lnTo>
                  <a:lnTo>
                    <a:pt x="16689" y="239978"/>
                  </a:lnTo>
                  <a:lnTo>
                    <a:pt x="19102" y="244768"/>
                  </a:lnTo>
                  <a:lnTo>
                    <a:pt x="21668" y="249478"/>
                  </a:lnTo>
                  <a:lnTo>
                    <a:pt x="24384" y="254103"/>
                  </a:lnTo>
                  <a:lnTo>
                    <a:pt x="27246" y="258639"/>
                  </a:lnTo>
                  <a:lnTo>
                    <a:pt x="30253" y="263081"/>
                  </a:lnTo>
                  <a:lnTo>
                    <a:pt x="33400" y="267424"/>
                  </a:lnTo>
                  <a:lnTo>
                    <a:pt x="36685" y="271664"/>
                  </a:lnTo>
                  <a:lnTo>
                    <a:pt x="40105" y="275796"/>
                  </a:lnTo>
                  <a:lnTo>
                    <a:pt x="43655" y="279816"/>
                  </a:lnTo>
                  <a:lnTo>
                    <a:pt x="47333" y="283721"/>
                  </a:lnTo>
                  <a:lnTo>
                    <a:pt x="51134" y="287505"/>
                  </a:lnTo>
                  <a:lnTo>
                    <a:pt x="55054" y="291165"/>
                  </a:lnTo>
                  <a:lnTo>
                    <a:pt x="59090" y="294698"/>
                  </a:lnTo>
                  <a:lnTo>
                    <a:pt x="63236" y="298100"/>
                  </a:lnTo>
                  <a:lnTo>
                    <a:pt x="67490" y="30136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035999" y="5536317"/>
              <a:ext cx="99676" cy="134199"/>
            </a:xfrm>
            <a:custGeom>
              <a:avLst/>
              <a:pathLst>
                <a:path w="99676" h="134199">
                  <a:moveTo>
                    <a:pt x="0" y="134199"/>
                  </a:moveTo>
                  <a:lnTo>
                    <a:pt x="996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035999" y="5536317"/>
              <a:ext cx="99676" cy="134199"/>
            </a:xfrm>
            <a:custGeom>
              <a:avLst/>
              <a:pathLst>
                <a:path w="99676" h="134199">
                  <a:moveTo>
                    <a:pt x="0" y="134199"/>
                  </a:moveTo>
                  <a:lnTo>
                    <a:pt x="996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035999" y="5536317"/>
              <a:ext cx="99676" cy="134199"/>
            </a:xfrm>
            <a:custGeom>
              <a:avLst/>
              <a:pathLst>
                <a:path w="99676" h="134199">
                  <a:moveTo>
                    <a:pt x="0" y="134199"/>
                  </a:moveTo>
                  <a:lnTo>
                    <a:pt x="996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035999" y="5536317"/>
              <a:ext cx="99676" cy="134199"/>
            </a:xfrm>
            <a:custGeom>
              <a:avLst/>
              <a:pathLst>
                <a:path w="99676" h="134199">
                  <a:moveTo>
                    <a:pt x="0" y="134199"/>
                  </a:moveTo>
                  <a:lnTo>
                    <a:pt x="9967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035999" y="5536317"/>
              <a:ext cx="99676" cy="134199"/>
            </a:xfrm>
            <a:custGeom>
              <a:avLst/>
              <a:pathLst>
                <a:path w="99676" h="134199">
                  <a:moveTo>
                    <a:pt x="0" y="134199"/>
                  </a:moveTo>
                  <a:lnTo>
                    <a:pt x="9967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35999" y="5536317"/>
              <a:ext cx="157541" cy="167158"/>
            </a:xfrm>
            <a:custGeom>
              <a:avLst/>
              <a:pathLst>
                <a:path w="157541" h="167158">
                  <a:moveTo>
                    <a:pt x="0" y="134199"/>
                  </a:moveTo>
                  <a:lnTo>
                    <a:pt x="4492" y="137422"/>
                  </a:lnTo>
                  <a:lnTo>
                    <a:pt x="9089" y="140495"/>
                  </a:lnTo>
                  <a:lnTo>
                    <a:pt x="13785" y="143414"/>
                  </a:lnTo>
                  <a:lnTo>
                    <a:pt x="18575" y="146176"/>
                  </a:lnTo>
                  <a:lnTo>
                    <a:pt x="23453" y="148778"/>
                  </a:lnTo>
                  <a:lnTo>
                    <a:pt x="28415" y="151217"/>
                  </a:lnTo>
                  <a:lnTo>
                    <a:pt x="33455" y="153491"/>
                  </a:lnTo>
                  <a:lnTo>
                    <a:pt x="38567" y="155597"/>
                  </a:lnTo>
                  <a:lnTo>
                    <a:pt x="43747" y="157533"/>
                  </a:lnTo>
                  <a:lnTo>
                    <a:pt x="48987" y="159297"/>
                  </a:lnTo>
                  <a:lnTo>
                    <a:pt x="54283" y="160886"/>
                  </a:lnTo>
                  <a:lnTo>
                    <a:pt x="59628" y="162299"/>
                  </a:lnTo>
                  <a:lnTo>
                    <a:pt x="65018" y="163535"/>
                  </a:lnTo>
                  <a:lnTo>
                    <a:pt x="70445" y="164591"/>
                  </a:lnTo>
                  <a:lnTo>
                    <a:pt x="75904" y="165468"/>
                  </a:lnTo>
                  <a:lnTo>
                    <a:pt x="81389" y="166164"/>
                  </a:lnTo>
                  <a:lnTo>
                    <a:pt x="86894" y="166678"/>
                  </a:lnTo>
                  <a:lnTo>
                    <a:pt x="92414" y="167009"/>
                  </a:lnTo>
                  <a:lnTo>
                    <a:pt x="97941" y="167158"/>
                  </a:lnTo>
                  <a:lnTo>
                    <a:pt x="103470" y="167124"/>
                  </a:lnTo>
                  <a:lnTo>
                    <a:pt x="108995" y="166907"/>
                  </a:lnTo>
                  <a:lnTo>
                    <a:pt x="114509" y="166508"/>
                  </a:lnTo>
                  <a:lnTo>
                    <a:pt x="120008" y="165926"/>
                  </a:lnTo>
                  <a:lnTo>
                    <a:pt x="125484" y="165163"/>
                  </a:lnTo>
                  <a:lnTo>
                    <a:pt x="130932" y="164219"/>
                  </a:lnTo>
                  <a:lnTo>
                    <a:pt x="136346" y="163095"/>
                  </a:lnTo>
                  <a:lnTo>
                    <a:pt x="141720" y="161793"/>
                  </a:lnTo>
                  <a:lnTo>
                    <a:pt x="147047" y="160315"/>
                  </a:lnTo>
                  <a:lnTo>
                    <a:pt x="152323" y="158660"/>
                  </a:lnTo>
                  <a:lnTo>
                    <a:pt x="157541" y="156832"/>
                  </a:lnTo>
                  <a:lnTo>
                    <a:pt x="996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135676" y="5369149"/>
              <a:ext cx="167167" cy="324000"/>
            </a:xfrm>
            <a:custGeom>
              <a:avLst/>
              <a:pathLst>
                <a:path w="167167" h="324000">
                  <a:moveTo>
                    <a:pt x="57865" y="324000"/>
                  </a:moveTo>
                  <a:lnTo>
                    <a:pt x="62861" y="322065"/>
                  </a:lnTo>
                  <a:lnTo>
                    <a:pt x="67792" y="319971"/>
                  </a:lnTo>
                  <a:lnTo>
                    <a:pt x="72653" y="317721"/>
                  </a:lnTo>
                  <a:lnTo>
                    <a:pt x="77440" y="315315"/>
                  </a:lnTo>
                  <a:lnTo>
                    <a:pt x="82147" y="312758"/>
                  </a:lnTo>
                  <a:lnTo>
                    <a:pt x="86770" y="310051"/>
                  </a:lnTo>
                  <a:lnTo>
                    <a:pt x="91303" y="307197"/>
                  </a:lnTo>
                  <a:lnTo>
                    <a:pt x="95743" y="304200"/>
                  </a:lnTo>
                  <a:lnTo>
                    <a:pt x="100085" y="301062"/>
                  </a:lnTo>
                  <a:lnTo>
                    <a:pt x="104324" y="297786"/>
                  </a:lnTo>
                  <a:lnTo>
                    <a:pt x="108456" y="294376"/>
                  </a:lnTo>
                  <a:lnTo>
                    <a:pt x="112476" y="290836"/>
                  </a:lnTo>
                  <a:lnTo>
                    <a:pt x="116381" y="287168"/>
                  </a:lnTo>
                  <a:lnTo>
                    <a:pt x="120166" y="283378"/>
                  </a:lnTo>
                  <a:lnTo>
                    <a:pt x="123828" y="279468"/>
                  </a:lnTo>
                  <a:lnTo>
                    <a:pt x="127363" y="275442"/>
                  </a:lnTo>
                  <a:lnTo>
                    <a:pt x="130767" y="271306"/>
                  </a:lnTo>
                  <a:lnTo>
                    <a:pt x="134036" y="267062"/>
                  </a:lnTo>
                  <a:lnTo>
                    <a:pt x="137168" y="262716"/>
                  </a:lnTo>
                  <a:lnTo>
                    <a:pt x="140160" y="258272"/>
                  </a:lnTo>
                  <a:lnTo>
                    <a:pt x="143007" y="253734"/>
                  </a:lnTo>
                  <a:lnTo>
                    <a:pt x="145707" y="249107"/>
                  </a:lnTo>
                  <a:lnTo>
                    <a:pt x="148258" y="244397"/>
                  </a:lnTo>
                  <a:lnTo>
                    <a:pt x="150656" y="239607"/>
                  </a:lnTo>
                  <a:lnTo>
                    <a:pt x="152900" y="234742"/>
                  </a:lnTo>
                  <a:lnTo>
                    <a:pt x="154987" y="229808"/>
                  </a:lnTo>
                  <a:lnTo>
                    <a:pt x="156914" y="224810"/>
                  </a:lnTo>
                  <a:lnTo>
                    <a:pt x="158681" y="219752"/>
                  </a:lnTo>
                  <a:lnTo>
                    <a:pt x="160284" y="214641"/>
                  </a:lnTo>
                  <a:lnTo>
                    <a:pt x="161723" y="209481"/>
                  </a:lnTo>
                  <a:lnTo>
                    <a:pt x="162996" y="204277"/>
                  </a:lnTo>
                  <a:lnTo>
                    <a:pt x="164101" y="199035"/>
                  </a:lnTo>
                  <a:lnTo>
                    <a:pt x="165038" y="193761"/>
                  </a:lnTo>
                  <a:lnTo>
                    <a:pt x="165805" y="188459"/>
                  </a:lnTo>
                  <a:lnTo>
                    <a:pt x="166403" y="183135"/>
                  </a:lnTo>
                  <a:lnTo>
                    <a:pt x="166829" y="177795"/>
                  </a:lnTo>
                  <a:lnTo>
                    <a:pt x="167084" y="172444"/>
                  </a:lnTo>
                  <a:lnTo>
                    <a:pt x="167167" y="167088"/>
                  </a:lnTo>
                  <a:lnTo>
                    <a:pt x="167079" y="161732"/>
                  </a:lnTo>
                  <a:lnTo>
                    <a:pt x="166819" y="156381"/>
                  </a:lnTo>
                  <a:lnTo>
                    <a:pt x="166387" y="151041"/>
                  </a:lnTo>
                  <a:lnTo>
                    <a:pt x="165785" y="145718"/>
                  </a:lnTo>
                  <a:lnTo>
                    <a:pt x="165013" y="140417"/>
                  </a:lnTo>
                  <a:lnTo>
                    <a:pt x="164071" y="135143"/>
                  </a:lnTo>
                  <a:lnTo>
                    <a:pt x="162961" y="129903"/>
                  </a:lnTo>
                  <a:lnTo>
                    <a:pt x="161683" y="124700"/>
                  </a:lnTo>
                  <a:lnTo>
                    <a:pt x="160239" y="119541"/>
                  </a:lnTo>
                  <a:lnTo>
                    <a:pt x="158631" y="114431"/>
                  </a:lnTo>
                  <a:lnTo>
                    <a:pt x="156860" y="109376"/>
                  </a:lnTo>
                  <a:lnTo>
                    <a:pt x="154927" y="104379"/>
                  </a:lnTo>
                  <a:lnTo>
                    <a:pt x="152836" y="99447"/>
                  </a:lnTo>
                  <a:lnTo>
                    <a:pt x="150588" y="94585"/>
                  </a:lnTo>
                  <a:lnTo>
                    <a:pt x="148185" y="89797"/>
                  </a:lnTo>
                  <a:lnTo>
                    <a:pt x="145629" y="85089"/>
                  </a:lnTo>
                  <a:lnTo>
                    <a:pt x="142925" y="80464"/>
                  </a:lnTo>
                  <a:lnTo>
                    <a:pt x="140073" y="75929"/>
                  </a:lnTo>
                  <a:lnTo>
                    <a:pt x="137078" y="71488"/>
                  </a:lnTo>
                  <a:lnTo>
                    <a:pt x="133942" y="67145"/>
                  </a:lnTo>
                  <a:lnTo>
                    <a:pt x="130668" y="62904"/>
                  </a:lnTo>
                  <a:lnTo>
                    <a:pt x="127260" y="58771"/>
                  </a:lnTo>
                  <a:lnTo>
                    <a:pt x="123722" y="54749"/>
                  </a:lnTo>
                  <a:lnTo>
                    <a:pt x="120056" y="50842"/>
                  </a:lnTo>
                  <a:lnTo>
                    <a:pt x="116267" y="47055"/>
                  </a:lnTo>
                  <a:lnTo>
                    <a:pt x="112359" y="43392"/>
                  </a:lnTo>
                  <a:lnTo>
                    <a:pt x="108335" y="39855"/>
                  </a:lnTo>
                  <a:lnTo>
                    <a:pt x="104200" y="36449"/>
                  </a:lnTo>
                  <a:lnTo>
                    <a:pt x="99958" y="33177"/>
                  </a:lnTo>
                  <a:lnTo>
                    <a:pt x="95614" y="30043"/>
                  </a:lnTo>
                  <a:lnTo>
                    <a:pt x="91171" y="27050"/>
                  </a:lnTo>
                  <a:lnTo>
                    <a:pt x="86634" y="24201"/>
                  </a:lnTo>
                  <a:lnTo>
                    <a:pt x="82009" y="21498"/>
                  </a:lnTo>
                  <a:lnTo>
                    <a:pt x="77299" y="18945"/>
                  </a:lnTo>
                  <a:lnTo>
                    <a:pt x="72510" y="16544"/>
                  </a:lnTo>
                  <a:lnTo>
                    <a:pt x="67647" y="14298"/>
                  </a:lnTo>
                  <a:lnTo>
                    <a:pt x="62714" y="12209"/>
                  </a:lnTo>
                  <a:lnTo>
                    <a:pt x="57717" y="10279"/>
                  </a:lnTo>
                  <a:lnTo>
                    <a:pt x="52660" y="8511"/>
                  </a:lnTo>
                  <a:lnTo>
                    <a:pt x="47549" y="6905"/>
                  </a:lnTo>
                  <a:lnTo>
                    <a:pt x="42390" y="5463"/>
                  </a:lnTo>
                  <a:lnTo>
                    <a:pt x="37187" y="4188"/>
                  </a:lnTo>
                  <a:lnTo>
                    <a:pt x="31945" y="3080"/>
                  </a:lnTo>
                  <a:lnTo>
                    <a:pt x="26671" y="2141"/>
                  </a:lnTo>
                  <a:lnTo>
                    <a:pt x="21370" y="1371"/>
                  </a:lnTo>
                  <a:lnTo>
                    <a:pt x="16047" y="771"/>
                  </a:lnTo>
                  <a:lnTo>
                    <a:pt x="10707" y="343"/>
                  </a:lnTo>
                  <a:lnTo>
                    <a:pt x="535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518928" y="5220472"/>
              <a:ext cx="114207" cy="167167"/>
            </a:xfrm>
            <a:custGeom>
              <a:avLst/>
              <a:pathLst>
                <a:path w="114207" h="167167">
                  <a:moveTo>
                    <a:pt x="114207" y="0"/>
                  </a:moveTo>
                  <a:lnTo>
                    <a:pt x="108493" y="97"/>
                  </a:lnTo>
                  <a:lnTo>
                    <a:pt x="102786" y="390"/>
                  </a:lnTo>
                  <a:lnTo>
                    <a:pt x="97092" y="878"/>
                  </a:lnTo>
                  <a:lnTo>
                    <a:pt x="91418" y="1560"/>
                  </a:lnTo>
                  <a:lnTo>
                    <a:pt x="85771" y="2436"/>
                  </a:lnTo>
                  <a:lnTo>
                    <a:pt x="80157" y="3504"/>
                  </a:lnTo>
                  <a:lnTo>
                    <a:pt x="74582" y="4764"/>
                  </a:lnTo>
                  <a:lnTo>
                    <a:pt x="69055" y="6213"/>
                  </a:lnTo>
                  <a:lnTo>
                    <a:pt x="63579" y="7850"/>
                  </a:lnTo>
                  <a:lnTo>
                    <a:pt x="58163" y="9674"/>
                  </a:lnTo>
                  <a:lnTo>
                    <a:pt x="52813" y="11682"/>
                  </a:lnTo>
                  <a:lnTo>
                    <a:pt x="47534" y="13871"/>
                  </a:lnTo>
                  <a:lnTo>
                    <a:pt x="42333" y="16239"/>
                  </a:lnTo>
                  <a:lnTo>
                    <a:pt x="37216" y="18784"/>
                  </a:lnTo>
                  <a:lnTo>
                    <a:pt x="32190" y="21503"/>
                  </a:lnTo>
                  <a:lnTo>
                    <a:pt x="27259" y="24391"/>
                  </a:lnTo>
                  <a:lnTo>
                    <a:pt x="22429" y="27447"/>
                  </a:lnTo>
                  <a:lnTo>
                    <a:pt x="17707" y="30665"/>
                  </a:lnTo>
                  <a:lnTo>
                    <a:pt x="13098" y="34043"/>
                  </a:lnTo>
                  <a:lnTo>
                    <a:pt x="8607" y="37577"/>
                  </a:lnTo>
                  <a:lnTo>
                    <a:pt x="4239" y="41262"/>
                  </a:lnTo>
                  <a:lnTo>
                    <a:pt x="0" y="45095"/>
                  </a:lnTo>
                  <a:lnTo>
                    <a:pt x="1142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518928" y="5265567"/>
              <a:ext cx="114207" cy="122072"/>
            </a:xfrm>
            <a:custGeom>
              <a:avLst/>
              <a:pathLst>
                <a:path w="114207" h="122072">
                  <a:moveTo>
                    <a:pt x="0" y="0"/>
                  </a:moveTo>
                  <a:lnTo>
                    <a:pt x="114207" y="122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485247" y="5265567"/>
              <a:ext cx="147887" cy="122072"/>
            </a:xfrm>
            <a:custGeom>
              <a:avLst/>
              <a:pathLst>
                <a:path w="147887" h="122072">
                  <a:moveTo>
                    <a:pt x="33680" y="0"/>
                  </a:moveTo>
                  <a:lnTo>
                    <a:pt x="29234" y="4316"/>
                  </a:lnTo>
                  <a:lnTo>
                    <a:pt x="24951" y="8795"/>
                  </a:lnTo>
                  <a:lnTo>
                    <a:pt x="20837" y="13430"/>
                  </a:lnTo>
                  <a:lnTo>
                    <a:pt x="16897" y="18213"/>
                  </a:lnTo>
                  <a:lnTo>
                    <a:pt x="13138" y="23140"/>
                  </a:lnTo>
                  <a:lnTo>
                    <a:pt x="9563" y="28202"/>
                  </a:lnTo>
                  <a:lnTo>
                    <a:pt x="6179" y="33394"/>
                  </a:lnTo>
                  <a:lnTo>
                    <a:pt x="2990" y="38707"/>
                  </a:lnTo>
                  <a:lnTo>
                    <a:pt x="0" y="44135"/>
                  </a:lnTo>
                  <a:lnTo>
                    <a:pt x="147887" y="122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65975" y="5220472"/>
              <a:ext cx="334311" cy="334333"/>
            </a:xfrm>
            <a:custGeom>
              <a:avLst/>
              <a:pathLst>
                <a:path w="334311" h="334333">
                  <a:moveTo>
                    <a:pt x="19271" y="89230"/>
                  </a:moveTo>
                  <a:lnTo>
                    <a:pt x="16876" y="93955"/>
                  </a:lnTo>
                  <a:lnTo>
                    <a:pt x="14632" y="98754"/>
                  </a:lnTo>
                  <a:lnTo>
                    <a:pt x="12541" y="103621"/>
                  </a:lnTo>
                  <a:lnTo>
                    <a:pt x="10605" y="108553"/>
                  </a:lnTo>
                  <a:lnTo>
                    <a:pt x="8826" y="113543"/>
                  </a:lnTo>
                  <a:lnTo>
                    <a:pt x="7206" y="118587"/>
                  </a:lnTo>
                  <a:lnTo>
                    <a:pt x="5747" y="123679"/>
                  </a:lnTo>
                  <a:lnTo>
                    <a:pt x="4450" y="128816"/>
                  </a:lnTo>
                  <a:lnTo>
                    <a:pt x="3317" y="133990"/>
                  </a:lnTo>
                  <a:lnTo>
                    <a:pt x="2348" y="139199"/>
                  </a:lnTo>
                  <a:lnTo>
                    <a:pt x="1545" y="144435"/>
                  </a:lnTo>
                  <a:lnTo>
                    <a:pt x="907" y="149694"/>
                  </a:lnTo>
                  <a:lnTo>
                    <a:pt x="437" y="154971"/>
                  </a:lnTo>
                  <a:lnTo>
                    <a:pt x="134" y="160260"/>
                  </a:lnTo>
                  <a:lnTo>
                    <a:pt x="0" y="165555"/>
                  </a:lnTo>
                  <a:lnTo>
                    <a:pt x="32" y="170853"/>
                  </a:lnTo>
                  <a:lnTo>
                    <a:pt x="233" y="176147"/>
                  </a:lnTo>
                  <a:lnTo>
                    <a:pt x="601" y="181431"/>
                  </a:lnTo>
                  <a:lnTo>
                    <a:pt x="1137" y="186702"/>
                  </a:lnTo>
                  <a:lnTo>
                    <a:pt x="1839" y="191953"/>
                  </a:lnTo>
                  <a:lnTo>
                    <a:pt x="2708" y="197178"/>
                  </a:lnTo>
                  <a:lnTo>
                    <a:pt x="3741" y="202374"/>
                  </a:lnTo>
                  <a:lnTo>
                    <a:pt x="4939" y="207535"/>
                  </a:lnTo>
                  <a:lnTo>
                    <a:pt x="6300" y="212655"/>
                  </a:lnTo>
                  <a:lnTo>
                    <a:pt x="7822" y="217729"/>
                  </a:lnTo>
                  <a:lnTo>
                    <a:pt x="9504" y="222752"/>
                  </a:lnTo>
                  <a:lnTo>
                    <a:pt x="11344" y="227720"/>
                  </a:lnTo>
                  <a:lnTo>
                    <a:pt x="13341" y="232626"/>
                  </a:lnTo>
                  <a:lnTo>
                    <a:pt x="15492" y="237468"/>
                  </a:lnTo>
                  <a:lnTo>
                    <a:pt x="17796" y="242238"/>
                  </a:lnTo>
                  <a:lnTo>
                    <a:pt x="20250" y="246933"/>
                  </a:lnTo>
                  <a:lnTo>
                    <a:pt x="22851" y="251548"/>
                  </a:lnTo>
                  <a:lnTo>
                    <a:pt x="25597" y="256078"/>
                  </a:lnTo>
                  <a:lnTo>
                    <a:pt x="28486" y="260519"/>
                  </a:lnTo>
                  <a:lnTo>
                    <a:pt x="31513" y="264866"/>
                  </a:lnTo>
                  <a:lnTo>
                    <a:pt x="34677" y="269115"/>
                  </a:lnTo>
                  <a:lnTo>
                    <a:pt x="37974" y="273262"/>
                  </a:lnTo>
                  <a:lnTo>
                    <a:pt x="41401" y="277302"/>
                  </a:lnTo>
                  <a:lnTo>
                    <a:pt x="44953" y="281232"/>
                  </a:lnTo>
                  <a:lnTo>
                    <a:pt x="48629" y="285046"/>
                  </a:lnTo>
                  <a:lnTo>
                    <a:pt x="52424" y="288743"/>
                  </a:lnTo>
                  <a:lnTo>
                    <a:pt x="56334" y="292318"/>
                  </a:lnTo>
                  <a:lnTo>
                    <a:pt x="60355" y="295766"/>
                  </a:lnTo>
                  <a:lnTo>
                    <a:pt x="64483" y="299086"/>
                  </a:lnTo>
                  <a:lnTo>
                    <a:pt x="68715" y="302273"/>
                  </a:lnTo>
                  <a:lnTo>
                    <a:pt x="73045" y="305325"/>
                  </a:lnTo>
                  <a:lnTo>
                    <a:pt x="77470" y="308237"/>
                  </a:lnTo>
                  <a:lnTo>
                    <a:pt x="81985" y="311008"/>
                  </a:lnTo>
                  <a:lnTo>
                    <a:pt x="86586" y="313635"/>
                  </a:lnTo>
                  <a:lnTo>
                    <a:pt x="91267" y="316115"/>
                  </a:lnTo>
                  <a:lnTo>
                    <a:pt x="96025" y="318444"/>
                  </a:lnTo>
                  <a:lnTo>
                    <a:pt x="100854" y="320622"/>
                  </a:lnTo>
                  <a:lnTo>
                    <a:pt x="105750" y="322646"/>
                  </a:lnTo>
                  <a:lnTo>
                    <a:pt x="110707" y="324514"/>
                  </a:lnTo>
                  <a:lnTo>
                    <a:pt x="115721" y="326224"/>
                  </a:lnTo>
                  <a:lnTo>
                    <a:pt x="120787" y="327774"/>
                  </a:lnTo>
                  <a:lnTo>
                    <a:pt x="125899" y="329163"/>
                  </a:lnTo>
                  <a:lnTo>
                    <a:pt x="131053" y="330389"/>
                  </a:lnTo>
                  <a:lnTo>
                    <a:pt x="136243" y="331451"/>
                  </a:lnTo>
                  <a:lnTo>
                    <a:pt x="141464" y="332348"/>
                  </a:lnTo>
                  <a:lnTo>
                    <a:pt x="146711" y="333079"/>
                  </a:lnTo>
                  <a:lnTo>
                    <a:pt x="151978" y="333644"/>
                  </a:lnTo>
                  <a:lnTo>
                    <a:pt x="157261" y="334041"/>
                  </a:lnTo>
                  <a:lnTo>
                    <a:pt x="162554" y="334271"/>
                  </a:lnTo>
                  <a:lnTo>
                    <a:pt x="167851" y="334333"/>
                  </a:lnTo>
                  <a:lnTo>
                    <a:pt x="173147" y="334227"/>
                  </a:lnTo>
                  <a:lnTo>
                    <a:pt x="178438" y="333953"/>
                  </a:lnTo>
                  <a:lnTo>
                    <a:pt x="183717" y="333512"/>
                  </a:lnTo>
                  <a:lnTo>
                    <a:pt x="188979" y="332904"/>
                  </a:lnTo>
                  <a:lnTo>
                    <a:pt x="194220" y="332130"/>
                  </a:lnTo>
                  <a:lnTo>
                    <a:pt x="199433" y="331189"/>
                  </a:lnTo>
                  <a:lnTo>
                    <a:pt x="204615" y="330084"/>
                  </a:lnTo>
                  <a:lnTo>
                    <a:pt x="209758" y="328816"/>
                  </a:lnTo>
                  <a:lnTo>
                    <a:pt x="214859" y="327385"/>
                  </a:lnTo>
                  <a:lnTo>
                    <a:pt x="219911" y="325793"/>
                  </a:lnTo>
                  <a:lnTo>
                    <a:pt x="224911" y="324042"/>
                  </a:lnTo>
                  <a:lnTo>
                    <a:pt x="229853" y="322133"/>
                  </a:lnTo>
                  <a:lnTo>
                    <a:pt x="234732" y="320069"/>
                  </a:lnTo>
                  <a:lnTo>
                    <a:pt x="239543" y="317851"/>
                  </a:lnTo>
                  <a:lnTo>
                    <a:pt x="244281" y="315481"/>
                  </a:lnTo>
                  <a:lnTo>
                    <a:pt x="248942" y="312963"/>
                  </a:lnTo>
                  <a:lnTo>
                    <a:pt x="253520" y="310299"/>
                  </a:lnTo>
                  <a:lnTo>
                    <a:pt x="258012" y="307490"/>
                  </a:lnTo>
                  <a:lnTo>
                    <a:pt x="262413" y="304541"/>
                  </a:lnTo>
                  <a:lnTo>
                    <a:pt x="266718" y="301454"/>
                  </a:lnTo>
                  <a:lnTo>
                    <a:pt x="270923" y="298232"/>
                  </a:lnTo>
                  <a:lnTo>
                    <a:pt x="275024" y="294878"/>
                  </a:lnTo>
                  <a:lnTo>
                    <a:pt x="279016" y="291396"/>
                  </a:lnTo>
                  <a:lnTo>
                    <a:pt x="282897" y="287790"/>
                  </a:lnTo>
                  <a:lnTo>
                    <a:pt x="286660" y="284062"/>
                  </a:lnTo>
                  <a:lnTo>
                    <a:pt x="290304" y="280216"/>
                  </a:lnTo>
                  <a:lnTo>
                    <a:pt x="293825" y="276258"/>
                  </a:lnTo>
                  <a:lnTo>
                    <a:pt x="297218" y="272189"/>
                  </a:lnTo>
                  <a:lnTo>
                    <a:pt x="300480" y="268016"/>
                  </a:lnTo>
                  <a:lnTo>
                    <a:pt x="303609" y="263741"/>
                  </a:lnTo>
                  <a:lnTo>
                    <a:pt x="306600" y="259368"/>
                  </a:lnTo>
                  <a:lnTo>
                    <a:pt x="309452" y="254904"/>
                  </a:lnTo>
                  <a:lnTo>
                    <a:pt x="312160" y="250351"/>
                  </a:lnTo>
                  <a:lnTo>
                    <a:pt x="314723" y="245715"/>
                  </a:lnTo>
                  <a:lnTo>
                    <a:pt x="317138" y="241000"/>
                  </a:lnTo>
                  <a:lnTo>
                    <a:pt x="319402" y="236210"/>
                  </a:lnTo>
                  <a:lnTo>
                    <a:pt x="321514" y="231352"/>
                  </a:lnTo>
                  <a:lnTo>
                    <a:pt x="323470" y="226428"/>
                  </a:lnTo>
                  <a:lnTo>
                    <a:pt x="325269" y="221446"/>
                  </a:lnTo>
                  <a:lnTo>
                    <a:pt x="326910" y="216409"/>
                  </a:lnTo>
                  <a:lnTo>
                    <a:pt x="328390" y="211322"/>
                  </a:lnTo>
                  <a:lnTo>
                    <a:pt x="329708" y="206191"/>
                  </a:lnTo>
                  <a:lnTo>
                    <a:pt x="330863" y="201021"/>
                  </a:lnTo>
                  <a:lnTo>
                    <a:pt x="331853" y="195817"/>
                  </a:lnTo>
                  <a:lnTo>
                    <a:pt x="332678" y="190584"/>
                  </a:lnTo>
                  <a:lnTo>
                    <a:pt x="333337" y="185327"/>
                  </a:lnTo>
                  <a:lnTo>
                    <a:pt x="333829" y="180053"/>
                  </a:lnTo>
                  <a:lnTo>
                    <a:pt x="334154" y="174765"/>
                  </a:lnTo>
                  <a:lnTo>
                    <a:pt x="334311" y="169470"/>
                  </a:lnTo>
                  <a:lnTo>
                    <a:pt x="334300" y="164172"/>
                  </a:lnTo>
                  <a:lnTo>
                    <a:pt x="334121" y="158878"/>
                  </a:lnTo>
                  <a:lnTo>
                    <a:pt x="333774" y="153592"/>
                  </a:lnTo>
                  <a:lnTo>
                    <a:pt x="333261" y="148319"/>
                  </a:lnTo>
                  <a:lnTo>
                    <a:pt x="332580" y="143065"/>
                  </a:lnTo>
                  <a:lnTo>
                    <a:pt x="331733" y="137836"/>
                  </a:lnTo>
                  <a:lnTo>
                    <a:pt x="330721" y="132636"/>
                  </a:lnTo>
                  <a:lnTo>
                    <a:pt x="329545" y="127471"/>
                  </a:lnTo>
                  <a:lnTo>
                    <a:pt x="328206" y="122345"/>
                  </a:lnTo>
                  <a:lnTo>
                    <a:pt x="326705" y="117265"/>
                  </a:lnTo>
                  <a:lnTo>
                    <a:pt x="325043" y="112234"/>
                  </a:lnTo>
                  <a:lnTo>
                    <a:pt x="323223" y="107259"/>
                  </a:lnTo>
                  <a:lnTo>
                    <a:pt x="321247" y="102344"/>
                  </a:lnTo>
                  <a:lnTo>
                    <a:pt x="319115" y="97494"/>
                  </a:lnTo>
                  <a:lnTo>
                    <a:pt x="316831" y="92714"/>
                  </a:lnTo>
                  <a:lnTo>
                    <a:pt x="314397" y="88009"/>
                  </a:lnTo>
                  <a:lnTo>
                    <a:pt x="311815" y="83384"/>
                  </a:lnTo>
                  <a:lnTo>
                    <a:pt x="309088" y="78842"/>
                  </a:lnTo>
                  <a:lnTo>
                    <a:pt x="306218" y="74389"/>
                  </a:lnTo>
                  <a:lnTo>
                    <a:pt x="303208" y="70030"/>
                  </a:lnTo>
                  <a:lnTo>
                    <a:pt x="300062" y="65768"/>
                  </a:lnTo>
                  <a:lnTo>
                    <a:pt x="296782" y="61607"/>
                  </a:lnTo>
                  <a:lnTo>
                    <a:pt x="293372" y="57553"/>
                  </a:lnTo>
                  <a:lnTo>
                    <a:pt x="289836" y="53609"/>
                  </a:lnTo>
                  <a:lnTo>
                    <a:pt x="286176" y="49779"/>
                  </a:lnTo>
                  <a:lnTo>
                    <a:pt x="282397" y="46067"/>
                  </a:lnTo>
                  <a:lnTo>
                    <a:pt x="278501" y="42476"/>
                  </a:lnTo>
                  <a:lnTo>
                    <a:pt x="274495" y="39011"/>
                  </a:lnTo>
                  <a:lnTo>
                    <a:pt x="270380" y="35674"/>
                  </a:lnTo>
                  <a:lnTo>
                    <a:pt x="266162" y="32469"/>
                  </a:lnTo>
                  <a:lnTo>
                    <a:pt x="261844" y="29400"/>
                  </a:lnTo>
                  <a:lnTo>
                    <a:pt x="257431" y="26469"/>
                  </a:lnTo>
                  <a:lnTo>
                    <a:pt x="252927" y="23679"/>
                  </a:lnTo>
                  <a:lnTo>
                    <a:pt x="248338" y="21033"/>
                  </a:lnTo>
                  <a:lnTo>
                    <a:pt x="243667" y="18535"/>
                  </a:lnTo>
                  <a:lnTo>
                    <a:pt x="238919" y="16185"/>
                  </a:lnTo>
                  <a:lnTo>
                    <a:pt x="234099" y="13987"/>
                  </a:lnTo>
                  <a:lnTo>
                    <a:pt x="229211" y="11943"/>
                  </a:lnTo>
                  <a:lnTo>
                    <a:pt x="224262" y="10055"/>
                  </a:lnTo>
                  <a:lnTo>
                    <a:pt x="219255" y="8324"/>
                  </a:lnTo>
                  <a:lnTo>
                    <a:pt x="214195" y="6753"/>
                  </a:lnTo>
                  <a:lnTo>
                    <a:pt x="209089" y="5343"/>
                  </a:lnTo>
                  <a:lnTo>
                    <a:pt x="203940" y="4096"/>
                  </a:lnTo>
                  <a:lnTo>
                    <a:pt x="198755" y="3013"/>
                  </a:lnTo>
                  <a:lnTo>
                    <a:pt x="193537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5917461" y="4961274"/>
              <a:ext cx="165379" cy="167167"/>
            </a:xfrm>
            <a:custGeom>
              <a:avLst/>
              <a:pathLst>
                <a:path w="165379" h="167167">
                  <a:moveTo>
                    <a:pt x="165379" y="0"/>
                  </a:moveTo>
                  <a:lnTo>
                    <a:pt x="159968" y="87"/>
                  </a:lnTo>
                  <a:lnTo>
                    <a:pt x="154563" y="350"/>
                  </a:lnTo>
                  <a:lnTo>
                    <a:pt x="149169" y="787"/>
                  </a:lnTo>
                  <a:lnTo>
                    <a:pt x="143793" y="1399"/>
                  </a:lnTo>
                  <a:lnTo>
                    <a:pt x="138438" y="2185"/>
                  </a:lnTo>
                  <a:lnTo>
                    <a:pt x="133113" y="3143"/>
                  </a:lnTo>
                  <a:lnTo>
                    <a:pt x="127821" y="4273"/>
                  </a:lnTo>
                  <a:lnTo>
                    <a:pt x="122568" y="5574"/>
                  </a:lnTo>
                  <a:lnTo>
                    <a:pt x="117360" y="7045"/>
                  </a:lnTo>
                  <a:lnTo>
                    <a:pt x="112202" y="8683"/>
                  </a:lnTo>
                  <a:lnTo>
                    <a:pt x="107101" y="10487"/>
                  </a:lnTo>
                  <a:lnTo>
                    <a:pt x="102060" y="12455"/>
                  </a:lnTo>
                  <a:lnTo>
                    <a:pt x="97086" y="14586"/>
                  </a:lnTo>
                  <a:lnTo>
                    <a:pt x="92183" y="16876"/>
                  </a:lnTo>
                  <a:lnTo>
                    <a:pt x="87357" y="19324"/>
                  </a:lnTo>
                  <a:lnTo>
                    <a:pt x="82612" y="21927"/>
                  </a:lnTo>
                  <a:lnTo>
                    <a:pt x="77955" y="24682"/>
                  </a:lnTo>
                  <a:lnTo>
                    <a:pt x="73389" y="27586"/>
                  </a:lnTo>
                  <a:lnTo>
                    <a:pt x="68919" y="30637"/>
                  </a:lnTo>
                  <a:lnTo>
                    <a:pt x="64551" y="33830"/>
                  </a:lnTo>
                  <a:lnTo>
                    <a:pt x="60288" y="37164"/>
                  </a:lnTo>
                  <a:lnTo>
                    <a:pt x="56135" y="40633"/>
                  </a:lnTo>
                  <a:lnTo>
                    <a:pt x="52097" y="44235"/>
                  </a:lnTo>
                  <a:lnTo>
                    <a:pt x="48177" y="47966"/>
                  </a:lnTo>
                  <a:lnTo>
                    <a:pt x="44380" y="51822"/>
                  </a:lnTo>
                  <a:lnTo>
                    <a:pt x="40710" y="55799"/>
                  </a:lnTo>
                  <a:lnTo>
                    <a:pt x="37171" y="59893"/>
                  </a:lnTo>
                  <a:lnTo>
                    <a:pt x="33766" y="64099"/>
                  </a:lnTo>
                  <a:lnTo>
                    <a:pt x="30499" y="68412"/>
                  </a:lnTo>
                  <a:lnTo>
                    <a:pt x="27373" y="72830"/>
                  </a:lnTo>
                  <a:lnTo>
                    <a:pt x="24392" y="77346"/>
                  </a:lnTo>
                  <a:lnTo>
                    <a:pt x="21559" y="81956"/>
                  </a:lnTo>
                  <a:lnTo>
                    <a:pt x="18876" y="86656"/>
                  </a:lnTo>
                  <a:lnTo>
                    <a:pt x="16347" y="91440"/>
                  </a:lnTo>
                  <a:lnTo>
                    <a:pt x="13974" y="96303"/>
                  </a:lnTo>
                  <a:lnTo>
                    <a:pt x="11760" y="101241"/>
                  </a:lnTo>
                  <a:lnTo>
                    <a:pt x="9707" y="106248"/>
                  </a:lnTo>
                  <a:lnTo>
                    <a:pt x="7816" y="111318"/>
                  </a:lnTo>
                  <a:lnTo>
                    <a:pt x="6091" y="116447"/>
                  </a:lnTo>
                  <a:lnTo>
                    <a:pt x="4533" y="121630"/>
                  </a:lnTo>
                  <a:lnTo>
                    <a:pt x="3143" y="126860"/>
                  </a:lnTo>
                  <a:lnTo>
                    <a:pt x="1924" y="132132"/>
                  </a:lnTo>
                  <a:lnTo>
                    <a:pt x="875" y="137441"/>
                  </a:lnTo>
                  <a:lnTo>
                    <a:pt x="0" y="142781"/>
                  </a:lnTo>
                  <a:lnTo>
                    <a:pt x="1653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5917461" y="5104055"/>
              <a:ext cx="165379" cy="24386"/>
            </a:xfrm>
            <a:custGeom>
              <a:avLst/>
              <a:pathLst>
                <a:path w="165379" h="24386">
                  <a:moveTo>
                    <a:pt x="0" y="0"/>
                  </a:moveTo>
                  <a:lnTo>
                    <a:pt x="165379" y="24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5917461" y="5104055"/>
              <a:ext cx="165379" cy="24386"/>
            </a:xfrm>
            <a:custGeom>
              <a:avLst/>
              <a:pathLst>
                <a:path w="165379" h="24386">
                  <a:moveTo>
                    <a:pt x="0" y="0"/>
                  </a:moveTo>
                  <a:lnTo>
                    <a:pt x="165379" y="24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17461" y="5104055"/>
              <a:ext cx="165379" cy="24386"/>
            </a:xfrm>
            <a:custGeom>
              <a:avLst/>
              <a:pathLst>
                <a:path w="165379" h="24386">
                  <a:moveTo>
                    <a:pt x="0" y="0"/>
                  </a:moveTo>
                  <a:lnTo>
                    <a:pt x="165379" y="24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15678" y="5104055"/>
              <a:ext cx="167161" cy="95656"/>
            </a:xfrm>
            <a:custGeom>
              <a:avLst/>
              <a:pathLst>
                <a:path w="167161" h="95656">
                  <a:moveTo>
                    <a:pt x="1782" y="0"/>
                  </a:moveTo>
                  <a:lnTo>
                    <a:pt x="1039" y="5722"/>
                  </a:lnTo>
                  <a:lnTo>
                    <a:pt x="494" y="11466"/>
                  </a:lnTo>
                  <a:lnTo>
                    <a:pt x="147" y="17226"/>
                  </a:lnTo>
                  <a:lnTo>
                    <a:pt x="0" y="22995"/>
                  </a:lnTo>
                  <a:lnTo>
                    <a:pt x="51" y="28765"/>
                  </a:lnTo>
                  <a:lnTo>
                    <a:pt x="302" y="34530"/>
                  </a:lnTo>
                  <a:lnTo>
                    <a:pt x="751" y="40283"/>
                  </a:lnTo>
                  <a:lnTo>
                    <a:pt x="1399" y="46017"/>
                  </a:lnTo>
                  <a:lnTo>
                    <a:pt x="2244" y="51725"/>
                  </a:lnTo>
                  <a:lnTo>
                    <a:pt x="3286" y="57400"/>
                  </a:lnTo>
                  <a:lnTo>
                    <a:pt x="4523" y="63036"/>
                  </a:lnTo>
                  <a:lnTo>
                    <a:pt x="5954" y="68627"/>
                  </a:lnTo>
                  <a:lnTo>
                    <a:pt x="7577" y="74164"/>
                  </a:lnTo>
                  <a:lnTo>
                    <a:pt x="9390" y="79642"/>
                  </a:lnTo>
                  <a:lnTo>
                    <a:pt x="11391" y="85054"/>
                  </a:lnTo>
                  <a:lnTo>
                    <a:pt x="13578" y="90394"/>
                  </a:lnTo>
                  <a:lnTo>
                    <a:pt x="15948" y="95656"/>
                  </a:lnTo>
                  <a:lnTo>
                    <a:pt x="167161" y="243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31626" y="4961274"/>
              <a:ext cx="318374" cy="334317"/>
            </a:xfrm>
            <a:custGeom>
              <a:avLst/>
              <a:pathLst>
                <a:path w="318374" h="334317">
                  <a:moveTo>
                    <a:pt x="0" y="238437"/>
                  </a:moveTo>
                  <a:lnTo>
                    <a:pt x="2348" y="243221"/>
                  </a:lnTo>
                  <a:lnTo>
                    <a:pt x="4848" y="247927"/>
                  </a:lnTo>
                  <a:lnTo>
                    <a:pt x="7496" y="252551"/>
                  </a:lnTo>
                  <a:lnTo>
                    <a:pt x="10291" y="257089"/>
                  </a:lnTo>
                  <a:lnTo>
                    <a:pt x="13229" y="261535"/>
                  </a:lnTo>
                  <a:lnTo>
                    <a:pt x="16307" y="265885"/>
                  </a:lnTo>
                  <a:lnTo>
                    <a:pt x="19522" y="270135"/>
                  </a:lnTo>
                  <a:lnTo>
                    <a:pt x="22871" y="274281"/>
                  </a:lnTo>
                  <a:lnTo>
                    <a:pt x="26351" y="278317"/>
                  </a:lnTo>
                  <a:lnTo>
                    <a:pt x="29957" y="282241"/>
                  </a:lnTo>
                  <a:lnTo>
                    <a:pt x="33687" y="286047"/>
                  </a:lnTo>
                  <a:lnTo>
                    <a:pt x="37536" y="289733"/>
                  </a:lnTo>
                  <a:lnTo>
                    <a:pt x="41500" y="293294"/>
                  </a:lnTo>
                  <a:lnTo>
                    <a:pt x="45576" y="296727"/>
                  </a:lnTo>
                  <a:lnTo>
                    <a:pt x="49760" y="300028"/>
                  </a:lnTo>
                  <a:lnTo>
                    <a:pt x="54046" y="303195"/>
                  </a:lnTo>
                  <a:lnTo>
                    <a:pt x="58431" y="306223"/>
                  </a:lnTo>
                  <a:lnTo>
                    <a:pt x="62911" y="309109"/>
                  </a:lnTo>
                  <a:lnTo>
                    <a:pt x="67480" y="311852"/>
                  </a:lnTo>
                  <a:lnTo>
                    <a:pt x="72134" y="314447"/>
                  </a:lnTo>
                  <a:lnTo>
                    <a:pt x="76869" y="316893"/>
                  </a:lnTo>
                  <a:lnTo>
                    <a:pt x="81679" y="319187"/>
                  </a:lnTo>
                  <a:lnTo>
                    <a:pt x="86560" y="321326"/>
                  </a:lnTo>
                  <a:lnTo>
                    <a:pt x="91507" y="323308"/>
                  </a:lnTo>
                  <a:lnTo>
                    <a:pt x="96514" y="325132"/>
                  </a:lnTo>
                  <a:lnTo>
                    <a:pt x="101577" y="326795"/>
                  </a:lnTo>
                  <a:lnTo>
                    <a:pt x="106690" y="328296"/>
                  </a:lnTo>
                  <a:lnTo>
                    <a:pt x="111849" y="329634"/>
                  </a:lnTo>
                  <a:lnTo>
                    <a:pt x="117048" y="330806"/>
                  </a:lnTo>
                  <a:lnTo>
                    <a:pt x="122281" y="331812"/>
                  </a:lnTo>
                  <a:lnTo>
                    <a:pt x="127544" y="332650"/>
                  </a:lnTo>
                  <a:lnTo>
                    <a:pt x="132830" y="333321"/>
                  </a:lnTo>
                  <a:lnTo>
                    <a:pt x="138136" y="333822"/>
                  </a:lnTo>
                  <a:lnTo>
                    <a:pt x="143455" y="334154"/>
                  </a:lnTo>
                  <a:lnTo>
                    <a:pt x="148781" y="334317"/>
                  </a:lnTo>
                  <a:lnTo>
                    <a:pt x="154110" y="334309"/>
                  </a:lnTo>
                  <a:lnTo>
                    <a:pt x="159437" y="334132"/>
                  </a:lnTo>
                  <a:lnTo>
                    <a:pt x="164754" y="333785"/>
                  </a:lnTo>
                  <a:lnTo>
                    <a:pt x="170058" y="333269"/>
                  </a:lnTo>
                  <a:lnTo>
                    <a:pt x="175343" y="332584"/>
                  </a:lnTo>
                  <a:lnTo>
                    <a:pt x="180604" y="331730"/>
                  </a:lnTo>
                  <a:lnTo>
                    <a:pt x="185834" y="330710"/>
                  </a:lnTo>
                  <a:lnTo>
                    <a:pt x="191029" y="329523"/>
                  </a:lnTo>
                  <a:lnTo>
                    <a:pt x="196184" y="328172"/>
                  </a:lnTo>
                  <a:lnTo>
                    <a:pt x="201293" y="326656"/>
                  </a:lnTo>
                  <a:lnTo>
                    <a:pt x="206352" y="324979"/>
                  </a:lnTo>
                  <a:lnTo>
                    <a:pt x="211354" y="323141"/>
                  </a:lnTo>
                  <a:lnTo>
                    <a:pt x="216295" y="321145"/>
                  </a:lnTo>
                  <a:lnTo>
                    <a:pt x="221170" y="318992"/>
                  </a:lnTo>
                  <a:lnTo>
                    <a:pt x="225974" y="316685"/>
                  </a:lnTo>
                  <a:lnTo>
                    <a:pt x="230702" y="314226"/>
                  </a:lnTo>
                  <a:lnTo>
                    <a:pt x="235349" y="311618"/>
                  </a:lnTo>
                  <a:lnTo>
                    <a:pt x="239910" y="308863"/>
                  </a:lnTo>
                  <a:lnTo>
                    <a:pt x="244382" y="305964"/>
                  </a:lnTo>
                  <a:lnTo>
                    <a:pt x="248759" y="302923"/>
                  </a:lnTo>
                  <a:lnTo>
                    <a:pt x="253036" y="299745"/>
                  </a:lnTo>
                  <a:lnTo>
                    <a:pt x="257210" y="296432"/>
                  </a:lnTo>
                  <a:lnTo>
                    <a:pt x="261277" y="292988"/>
                  </a:lnTo>
                  <a:lnTo>
                    <a:pt x="265231" y="289416"/>
                  </a:lnTo>
                  <a:lnTo>
                    <a:pt x="269070" y="285719"/>
                  </a:lnTo>
                  <a:lnTo>
                    <a:pt x="272789" y="281902"/>
                  </a:lnTo>
                  <a:lnTo>
                    <a:pt x="276385" y="277969"/>
                  </a:lnTo>
                  <a:lnTo>
                    <a:pt x="279853" y="273923"/>
                  </a:lnTo>
                  <a:lnTo>
                    <a:pt x="283190" y="269768"/>
                  </a:lnTo>
                  <a:lnTo>
                    <a:pt x="286393" y="265509"/>
                  </a:lnTo>
                  <a:lnTo>
                    <a:pt x="289459" y="261150"/>
                  </a:lnTo>
                  <a:lnTo>
                    <a:pt x="292385" y="256696"/>
                  </a:lnTo>
                  <a:lnTo>
                    <a:pt x="295167" y="252151"/>
                  </a:lnTo>
                  <a:lnTo>
                    <a:pt x="297803" y="247519"/>
                  </a:lnTo>
                  <a:lnTo>
                    <a:pt x="300289" y="242806"/>
                  </a:lnTo>
                  <a:lnTo>
                    <a:pt x="302625" y="238015"/>
                  </a:lnTo>
                  <a:lnTo>
                    <a:pt x="304806" y="233153"/>
                  </a:lnTo>
                  <a:lnTo>
                    <a:pt x="306831" y="228224"/>
                  </a:lnTo>
                  <a:lnTo>
                    <a:pt x="308698" y="223233"/>
                  </a:lnTo>
                  <a:lnTo>
                    <a:pt x="310405" y="218184"/>
                  </a:lnTo>
                  <a:lnTo>
                    <a:pt x="311951" y="213084"/>
                  </a:lnTo>
                  <a:lnTo>
                    <a:pt x="313332" y="207937"/>
                  </a:lnTo>
                  <a:lnTo>
                    <a:pt x="314550" y="202749"/>
                  </a:lnTo>
                  <a:lnTo>
                    <a:pt x="315601" y="197525"/>
                  </a:lnTo>
                  <a:lnTo>
                    <a:pt x="316485" y="192270"/>
                  </a:lnTo>
                  <a:lnTo>
                    <a:pt x="317201" y="186989"/>
                  </a:lnTo>
                  <a:lnTo>
                    <a:pt x="317749" y="181688"/>
                  </a:lnTo>
                  <a:lnTo>
                    <a:pt x="318127" y="176372"/>
                  </a:lnTo>
                  <a:lnTo>
                    <a:pt x="318335" y="171047"/>
                  </a:lnTo>
                  <a:lnTo>
                    <a:pt x="318374" y="165718"/>
                  </a:lnTo>
                  <a:lnTo>
                    <a:pt x="318243" y="160391"/>
                  </a:lnTo>
                  <a:lnTo>
                    <a:pt x="317942" y="155070"/>
                  </a:lnTo>
                  <a:lnTo>
                    <a:pt x="317472" y="149762"/>
                  </a:lnTo>
                  <a:lnTo>
                    <a:pt x="316833" y="144471"/>
                  </a:lnTo>
                  <a:lnTo>
                    <a:pt x="316025" y="139204"/>
                  </a:lnTo>
                  <a:lnTo>
                    <a:pt x="315050" y="133964"/>
                  </a:lnTo>
                  <a:lnTo>
                    <a:pt x="313908" y="128759"/>
                  </a:lnTo>
                  <a:lnTo>
                    <a:pt x="312602" y="123593"/>
                  </a:lnTo>
                  <a:lnTo>
                    <a:pt x="311131" y="118471"/>
                  </a:lnTo>
                  <a:lnTo>
                    <a:pt x="309497" y="113398"/>
                  </a:lnTo>
                  <a:lnTo>
                    <a:pt x="307703" y="108380"/>
                  </a:lnTo>
                  <a:lnTo>
                    <a:pt x="305749" y="103422"/>
                  </a:lnTo>
                  <a:lnTo>
                    <a:pt x="303639" y="98528"/>
                  </a:lnTo>
                  <a:lnTo>
                    <a:pt x="301374" y="93705"/>
                  </a:lnTo>
                  <a:lnTo>
                    <a:pt x="298956" y="88956"/>
                  </a:lnTo>
                  <a:lnTo>
                    <a:pt x="296388" y="84286"/>
                  </a:lnTo>
                  <a:lnTo>
                    <a:pt x="293672" y="79701"/>
                  </a:lnTo>
                  <a:lnTo>
                    <a:pt x="290812" y="75204"/>
                  </a:lnTo>
                  <a:lnTo>
                    <a:pt x="287810" y="70802"/>
                  </a:lnTo>
                  <a:lnTo>
                    <a:pt x="284669" y="66497"/>
                  </a:lnTo>
                  <a:lnTo>
                    <a:pt x="281392" y="62294"/>
                  </a:lnTo>
                  <a:lnTo>
                    <a:pt x="277983" y="58198"/>
                  </a:lnTo>
                  <a:lnTo>
                    <a:pt x="274445" y="54212"/>
                  </a:lnTo>
                  <a:lnTo>
                    <a:pt x="270782" y="50342"/>
                  </a:lnTo>
                  <a:lnTo>
                    <a:pt x="266998" y="46590"/>
                  </a:lnTo>
                  <a:lnTo>
                    <a:pt x="263096" y="42960"/>
                  </a:lnTo>
                  <a:lnTo>
                    <a:pt x="259080" y="39457"/>
                  </a:lnTo>
                  <a:lnTo>
                    <a:pt x="254954" y="36084"/>
                  </a:lnTo>
                  <a:lnTo>
                    <a:pt x="250723" y="32844"/>
                  </a:lnTo>
                  <a:lnTo>
                    <a:pt x="246391" y="29740"/>
                  </a:lnTo>
                  <a:lnTo>
                    <a:pt x="241962" y="26776"/>
                  </a:lnTo>
                  <a:lnTo>
                    <a:pt x="237441" y="23955"/>
                  </a:lnTo>
                  <a:lnTo>
                    <a:pt x="232833" y="21279"/>
                  </a:lnTo>
                  <a:lnTo>
                    <a:pt x="228141" y="18752"/>
                  </a:lnTo>
                  <a:lnTo>
                    <a:pt x="223371" y="16375"/>
                  </a:lnTo>
                  <a:lnTo>
                    <a:pt x="218528" y="14152"/>
                  </a:lnTo>
                  <a:lnTo>
                    <a:pt x="213616" y="12084"/>
                  </a:lnTo>
                  <a:lnTo>
                    <a:pt x="208641" y="10174"/>
                  </a:lnTo>
                  <a:lnTo>
                    <a:pt x="203608" y="8423"/>
                  </a:lnTo>
                  <a:lnTo>
                    <a:pt x="198522" y="6833"/>
                  </a:lnTo>
                  <a:lnTo>
                    <a:pt x="193387" y="5407"/>
                  </a:lnTo>
                  <a:lnTo>
                    <a:pt x="188209" y="4145"/>
                  </a:lnTo>
                  <a:lnTo>
                    <a:pt x="182994" y="3048"/>
                  </a:lnTo>
                  <a:lnTo>
                    <a:pt x="177747" y="2119"/>
                  </a:lnTo>
                  <a:lnTo>
                    <a:pt x="172473" y="1357"/>
                  </a:lnTo>
                  <a:lnTo>
                    <a:pt x="167177" y="763"/>
                  </a:lnTo>
                  <a:lnTo>
                    <a:pt x="161864" y="339"/>
                  </a:lnTo>
                  <a:lnTo>
                    <a:pt x="156541" y="84"/>
                  </a:lnTo>
                  <a:lnTo>
                    <a:pt x="151213" y="0"/>
                  </a:lnTo>
                  <a:lnTo>
                    <a:pt x="1512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293379" y="4605529"/>
              <a:ext cx="167167" cy="325617"/>
            </a:xfrm>
            <a:custGeom>
              <a:avLst/>
              <a:pathLst>
                <a:path w="167167" h="325617">
                  <a:moveTo>
                    <a:pt x="167167" y="0"/>
                  </a:moveTo>
                  <a:lnTo>
                    <a:pt x="161816" y="85"/>
                  </a:lnTo>
                  <a:lnTo>
                    <a:pt x="156471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4" y="3074"/>
                  </a:lnTo>
                  <a:lnTo>
                    <a:pt x="130018" y="4179"/>
                  </a:lnTo>
                  <a:lnTo>
                    <a:pt x="124820" y="5452"/>
                  </a:lnTo>
                  <a:lnTo>
                    <a:pt x="119665" y="6890"/>
                  </a:lnTo>
                  <a:lnTo>
                    <a:pt x="114559" y="8493"/>
                  </a:lnTo>
                  <a:lnTo>
                    <a:pt x="109507" y="10258"/>
                  </a:lnTo>
                  <a:lnTo>
                    <a:pt x="104514" y="12184"/>
                  </a:lnTo>
                  <a:lnTo>
                    <a:pt x="99586" y="14269"/>
                  </a:lnTo>
                  <a:lnTo>
                    <a:pt x="94726" y="16510"/>
                  </a:lnTo>
                  <a:lnTo>
                    <a:pt x="89941" y="18906"/>
                  </a:lnTo>
                  <a:lnTo>
                    <a:pt x="85235" y="21454"/>
                  </a:lnTo>
                  <a:lnTo>
                    <a:pt x="80613" y="24151"/>
                  </a:lnTo>
                  <a:lnTo>
                    <a:pt x="76080" y="26995"/>
                  </a:lnTo>
                  <a:lnTo>
                    <a:pt x="71640" y="29982"/>
                  </a:lnTo>
                  <a:lnTo>
                    <a:pt x="67298" y="33110"/>
                  </a:lnTo>
                  <a:lnTo>
                    <a:pt x="63058" y="36376"/>
                  </a:lnTo>
                  <a:lnTo>
                    <a:pt x="58925" y="39775"/>
                  </a:lnTo>
                  <a:lnTo>
                    <a:pt x="54903" y="43305"/>
                  </a:lnTo>
                  <a:lnTo>
                    <a:pt x="50996" y="46962"/>
                  </a:lnTo>
                  <a:lnTo>
                    <a:pt x="47208" y="50742"/>
                  </a:lnTo>
                  <a:lnTo>
                    <a:pt x="43543" y="54641"/>
                  </a:lnTo>
                  <a:lnTo>
                    <a:pt x="40004" y="58656"/>
                  </a:lnTo>
                  <a:lnTo>
                    <a:pt x="36596" y="62782"/>
                  </a:lnTo>
                  <a:lnTo>
                    <a:pt x="33322" y="67015"/>
                  </a:lnTo>
                  <a:lnTo>
                    <a:pt x="30185" y="71350"/>
                  </a:lnTo>
                  <a:lnTo>
                    <a:pt x="27188" y="75784"/>
                  </a:lnTo>
                  <a:lnTo>
                    <a:pt x="24335" y="80311"/>
                  </a:lnTo>
                  <a:lnTo>
                    <a:pt x="21628" y="84927"/>
                  </a:lnTo>
                  <a:lnTo>
                    <a:pt x="19070" y="89628"/>
                  </a:lnTo>
                  <a:lnTo>
                    <a:pt x="16664" y="94408"/>
                  </a:lnTo>
                  <a:lnTo>
                    <a:pt x="14412" y="99263"/>
                  </a:lnTo>
                  <a:lnTo>
                    <a:pt x="12317" y="104187"/>
                  </a:lnTo>
                  <a:lnTo>
                    <a:pt x="10380" y="109176"/>
                  </a:lnTo>
                  <a:lnTo>
                    <a:pt x="8604" y="114224"/>
                  </a:lnTo>
                  <a:lnTo>
                    <a:pt x="6991" y="119326"/>
                  </a:lnTo>
                  <a:lnTo>
                    <a:pt x="5542" y="124478"/>
                  </a:lnTo>
                  <a:lnTo>
                    <a:pt x="4258" y="129673"/>
                  </a:lnTo>
                  <a:lnTo>
                    <a:pt x="3141" y="134907"/>
                  </a:lnTo>
                  <a:lnTo>
                    <a:pt x="2193" y="140173"/>
                  </a:lnTo>
                  <a:lnTo>
                    <a:pt x="1413" y="145468"/>
                  </a:lnTo>
                  <a:lnTo>
                    <a:pt x="804" y="150784"/>
                  </a:lnTo>
                  <a:lnTo>
                    <a:pt x="365" y="156118"/>
                  </a:lnTo>
                  <a:lnTo>
                    <a:pt x="96" y="161462"/>
                  </a:lnTo>
                  <a:lnTo>
                    <a:pt x="0" y="166813"/>
                  </a:lnTo>
                  <a:lnTo>
                    <a:pt x="74" y="172164"/>
                  </a:lnTo>
                  <a:lnTo>
                    <a:pt x="319" y="177510"/>
                  </a:lnTo>
                  <a:lnTo>
                    <a:pt x="736" y="182845"/>
                  </a:lnTo>
                  <a:lnTo>
                    <a:pt x="1323" y="188164"/>
                  </a:lnTo>
                  <a:lnTo>
                    <a:pt x="2080" y="193462"/>
                  </a:lnTo>
                  <a:lnTo>
                    <a:pt x="3006" y="198732"/>
                  </a:lnTo>
                  <a:lnTo>
                    <a:pt x="4101" y="203971"/>
                  </a:lnTo>
                  <a:lnTo>
                    <a:pt x="5362" y="209171"/>
                  </a:lnTo>
                  <a:lnTo>
                    <a:pt x="6790" y="214329"/>
                  </a:lnTo>
                  <a:lnTo>
                    <a:pt x="8382" y="219438"/>
                  </a:lnTo>
                  <a:lnTo>
                    <a:pt x="10136" y="224494"/>
                  </a:lnTo>
                  <a:lnTo>
                    <a:pt x="12051" y="229491"/>
                  </a:lnTo>
                  <a:lnTo>
                    <a:pt x="14126" y="234424"/>
                  </a:lnTo>
                  <a:lnTo>
                    <a:pt x="16357" y="239288"/>
                  </a:lnTo>
                  <a:lnTo>
                    <a:pt x="18743" y="244078"/>
                  </a:lnTo>
                  <a:lnTo>
                    <a:pt x="21281" y="248790"/>
                  </a:lnTo>
                  <a:lnTo>
                    <a:pt x="23968" y="253417"/>
                  </a:lnTo>
                  <a:lnTo>
                    <a:pt x="26802" y="257957"/>
                  </a:lnTo>
                  <a:lnTo>
                    <a:pt x="29780" y="262403"/>
                  </a:lnTo>
                  <a:lnTo>
                    <a:pt x="32899" y="266752"/>
                  </a:lnTo>
                  <a:lnTo>
                    <a:pt x="36155" y="270998"/>
                  </a:lnTo>
                  <a:lnTo>
                    <a:pt x="39546" y="275139"/>
                  </a:lnTo>
                  <a:lnTo>
                    <a:pt x="43067" y="279168"/>
                  </a:lnTo>
                  <a:lnTo>
                    <a:pt x="46716" y="283083"/>
                  </a:lnTo>
                  <a:lnTo>
                    <a:pt x="50488" y="286879"/>
                  </a:lnTo>
                  <a:lnTo>
                    <a:pt x="54379" y="290552"/>
                  </a:lnTo>
                  <a:lnTo>
                    <a:pt x="58386" y="294099"/>
                  </a:lnTo>
                  <a:lnTo>
                    <a:pt x="62505" y="297516"/>
                  </a:lnTo>
                  <a:lnTo>
                    <a:pt x="66731" y="300799"/>
                  </a:lnTo>
                  <a:lnTo>
                    <a:pt x="71060" y="303946"/>
                  </a:lnTo>
                  <a:lnTo>
                    <a:pt x="75487" y="306952"/>
                  </a:lnTo>
                  <a:lnTo>
                    <a:pt x="80008" y="309815"/>
                  </a:lnTo>
                  <a:lnTo>
                    <a:pt x="84619" y="312531"/>
                  </a:lnTo>
                  <a:lnTo>
                    <a:pt x="89314" y="315099"/>
                  </a:lnTo>
                  <a:lnTo>
                    <a:pt x="94089" y="317515"/>
                  </a:lnTo>
                  <a:lnTo>
                    <a:pt x="98939" y="319777"/>
                  </a:lnTo>
                  <a:lnTo>
                    <a:pt x="103859" y="321883"/>
                  </a:lnTo>
                  <a:lnTo>
                    <a:pt x="108843" y="323830"/>
                  </a:lnTo>
                  <a:lnTo>
                    <a:pt x="113888" y="32561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07268" y="4772696"/>
              <a:ext cx="53278" cy="158449"/>
            </a:xfrm>
            <a:custGeom>
              <a:avLst/>
              <a:pathLst>
                <a:path w="53278" h="158449">
                  <a:moveTo>
                    <a:pt x="0" y="158449"/>
                  </a:moveTo>
                  <a:lnTo>
                    <a:pt x="532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07268" y="4772696"/>
              <a:ext cx="53278" cy="158449"/>
            </a:xfrm>
            <a:custGeom>
              <a:avLst/>
              <a:pathLst>
                <a:path w="53278" h="158449">
                  <a:moveTo>
                    <a:pt x="0" y="158449"/>
                  </a:moveTo>
                  <a:lnTo>
                    <a:pt x="532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07268" y="4772696"/>
              <a:ext cx="139993" cy="167158"/>
            </a:xfrm>
            <a:custGeom>
              <a:avLst/>
              <a:pathLst>
                <a:path w="139993" h="167158">
                  <a:moveTo>
                    <a:pt x="0" y="158449"/>
                  </a:moveTo>
                  <a:lnTo>
                    <a:pt x="5329" y="160143"/>
                  </a:lnTo>
                  <a:lnTo>
                    <a:pt x="10712" y="161657"/>
                  </a:lnTo>
                  <a:lnTo>
                    <a:pt x="16142" y="162990"/>
                  </a:lnTo>
                  <a:lnTo>
                    <a:pt x="21614" y="164141"/>
                  </a:lnTo>
                  <a:lnTo>
                    <a:pt x="27122" y="165108"/>
                  </a:lnTo>
                  <a:lnTo>
                    <a:pt x="32658" y="165890"/>
                  </a:lnTo>
                  <a:lnTo>
                    <a:pt x="38218" y="166487"/>
                  </a:lnTo>
                  <a:lnTo>
                    <a:pt x="43795" y="166898"/>
                  </a:lnTo>
                  <a:lnTo>
                    <a:pt x="49382" y="167122"/>
                  </a:lnTo>
                  <a:lnTo>
                    <a:pt x="54974" y="167158"/>
                  </a:lnTo>
                  <a:lnTo>
                    <a:pt x="60563" y="167008"/>
                  </a:lnTo>
                  <a:lnTo>
                    <a:pt x="66145" y="166671"/>
                  </a:lnTo>
                  <a:lnTo>
                    <a:pt x="71712" y="166147"/>
                  </a:lnTo>
                  <a:lnTo>
                    <a:pt x="77259" y="165438"/>
                  </a:lnTo>
                  <a:lnTo>
                    <a:pt x="82779" y="164543"/>
                  </a:lnTo>
                  <a:lnTo>
                    <a:pt x="88265" y="163465"/>
                  </a:lnTo>
                  <a:lnTo>
                    <a:pt x="93713" y="162203"/>
                  </a:lnTo>
                  <a:lnTo>
                    <a:pt x="99115" y="160760"/>
                  </a:lnTo>
                  <a:lnTo>
                    <a:pt x="104466" y="159137"/>
                  </a:lnTo>
                  <a:lnTo>
                    <a:pt x="109760" y="157336"/>
                  </a:lnTo>
                  <a:lnTo>
                    <a:pt x="114991" y="155359"/>
                  </a:lnTo>
                  <a:lnTo>
                    <a:pt x="120152" y="153208"/>
                  </a:lnTo>
                  <a:lnTo>
                    <a:pt x="125239" y="150886"/>
                  </a:lnTo>
                  <a:lnTo>
                    <a:pt x="130245" y="148394"/>
                  </a:lnTo>
                  <a:lnTo>
                    <a:pt x="135165" y="145737"/>
                  </a:lnTo>
                  <a:lnTo>
                    <a:pt x="139993" y="142917"/>
                  </a:lnTo>
                  <a:lnTo>
                    <a:pt x="532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167167" cy="310084"/>
            </a:xfrm>
            <a:custGeom>
              <a:avLst/>
              <a:pathLst>
                <a:path w="167167" h="310084">
                  <a:moveTo>
                    <a:pt x="86715" y="310084"/>
                  </a:moveTo>
                  <a:lnTo>
                    <a:pt x="91250" y="307232"/>
                  </a:lnTo>
                  <a:lnTo>
                    <a:pt x="95692" y="304236"/>
                  </a:lnTo>
                  <a:lnTo>
                    <a:pt x="100035" y="301099"/>
                  </a:lnTo>
                  <a:lnTo>
                    <a:pt x="104276" y="297824"/>
                  </a:lnTo>
                  <a:lnTo>
                    <a:pt x="108410" y="294415"/>
                  </a:lnTo>
                  <a:lnTo>
                    <a:pt x="112432" y="290876"/>
                  </a:lnTo>
                  <a:lnTo>
                    <a:pt x="116339" y="287209"/>
                  </a:lnTo>
                  <a:lnTo>
                    <a:pt x="120126" y="283419"/>
                  </a:lnTo>
                  <a:lnTo>
                    <a:pt x="123790" y="279510"/>
                  </a:lnTo>
                  <a:lnTo>
                    <a:pt x="127326" y="275485"/>
                  </a:lnTo>
                  <a:lnTo>
                    <a:pt x="130732" y="271349"/>
                  </a:lnTo>
                  <a:lnTo>
                    <a:pt x="134004" y="267106"/>
                  </a:lnTo>
                  <a:lnTo>
                    <a:pt x="137138" y="262760"/>
                  </a:lnTo>
                  <a:lnTo>
                    <a:pt x="140131" y="258316"/>
                  </a:lnTo>
                  <a:lnTo>
                    <a:pt x="142980" y="253779"/>
                  </a:lnTo>
                  <a:lnTo>
                    <a:pt x="145682" y="249152"/>
                  </a:lnTo>
                  <a:lnTo>
                    <a:pt x="148234" y="244442"/>
                  </a:lnTo>
                  <a:lnTo>
                    <a:pt x="150635" y="239652"/>
                  </a:lnTo>
                  <a:lnTo>
                    <a:pt x="152880" y="234787"/>
                  </a:lnTo>
                  <a:lnTo>
                    <a:pt x="154969" y="229853"/>
                  </a:lnTo>
                  <a:lnTo>
                    <a:pt x="156898" y="224854"/>
                  </a:lnTo>
                  <a:lnTo>
                    <a:pt x="158666" y="219797"/>
                  </a:lnTo>
                  <a:lnTo>
                    <a:pt x="160271" y="214685"/>
                  </a:lnTo>
                  <a:lnTo>
                    <a:pt x="161712" y="209524"/>
                  </a:lnTo>
                  <a:lnTo>
                    <a:pt x="162986" y="204320"/>
                  </a:lnTo>
                  <a:lnTo>
                    <a:pt x="164093" y="199078"/>
                  </a:lnTo>
                  <a:lnTo>
                    <a:pt x="165031" y="193803"/>
                  </a:lnTo>
                  <a:lnTo>
                    <a:pt x="165800" y="188501"/>
                  </a:lnTo>
                  <a:lnTo>
                    <a:pt x="166399" y="183176"/>
                  </a:lnTo>
                  <a:lnTo>
                    <a:pt x="166826" y="177836"/>
                  </a:lnTo>
                  <a:lnTo>
                    <a:pt x="167082" y="172484"/>
                  </a:lnTo>
                  <a:lnTo>
                    <a:pt x="167167" y="167127"/>
                  </a:lnTo>
                  <a:lnTo>
                    <a:pt x="167080" y="161770"/>
                  </a:lnTo>
                  <a:lnTo>
                    <a:pt x="166821" y="156418"/>
                  </a:lnTo>
                  <a:lnTo>
                    <a:pt x="166391" y="151077"/>
                  </a:lnTo>
                  <a:lnTo>
                    <a:pt x="165790" y="145753"/>
                  </a:lnTo>
                  <a:lnTo>
                    <a:pt x="165018" y="140451"/>
                  </a:lnTo>
                  <a:lnTo>
                    <a:pt x="164077" y="135177"/>
                  </a:lnTo>
                  <a:lnTo>
                    <a:pt x="162968" y="129935"/>
                  </a:lnTo>
                  <a:lnTo>
                    <a:pt x="161691" y="124732"/>
                  </a:lnTo>
                  <a:lnTo>
                    <a:pt x="160248" y="119572"/>
                  </a:lnTo>
                  <a:lnTo>
                    <a:pt x="158641" y="114461"/>
                  </a:lnTo>
                  <a:lnTo>
                    <a:pt x="156870" y="109404"/>
                  </a:lnTo>
                  <a:lnTo>
                    <a:pt x="154938" y="104406"/>
                  </a:lnTo>
                  <a:lnTo>
                    <a:pt x="152848" y="99473"/>
                  </a:lnTo>
                  <a:lnTo>
                    <a:pt x="150600" y="94610"/>
                  </a:lnTo>
                  <a:lnTo>
                    <a:pt x="148197" y="89821"/>
                  </a:lnTo>
                  <a:lnTo>
                    <a:pt x="145642" y="85111"/>
                  </a:lnTo>
                  <a:lnTo>
                    <a:pt x="142938" y="80486"/>
                  </a:lnTo>
                  <a:lnTo>
                    <a:pt x="140087" y="75950"/>
                  </a:lnTo>
                  <a:lnTo>
                    <a:pt x="137092" y="71507"/>
                  </a:lnTo>
                  <a:lnTo>
                    <a:pt x="133956" y="67163"/>
                  </a:lnTo>
                  <a:lnTo>
                    <a:pt x="130682" y="62922"/>
                  </a:lnTo>
                  <a:lnTo>
                    <a:pt x="127274" y="58787"/>
                  </a:lnTo>
                  <a:lnTo>
                    <a:pt x="123736" y="54764"/>
                  </a:lnTo>
                  <a:lnTo>
                    <a:pt x="120070" y="50857"/>
                  </a:lnTo>
                  <a:lnTo>
                    <a:pt x="116281" y="47069"/>
                  </a:lnTo>
                  <a:lnTo>
                    <a:pt x="112372" y="43404"/>
                  </a:lnTo>
                  <a:lnTo>
                    <a:pt x="108348" y="39866"/>
                  </a:lnTo>
                  <a:lnTo>
                    <a:pt x="104213" y="36459"/>
                  </a:lnTo>
                  <a:lnTo>
                    <a:pt x="99971" y="33187"/>
                  </a:lnTo>
                  <a:lnTo>
                    <a:pt x="95626" y="30052"/>
                  </a:lnTo>
                  <a:lnTo>
                    <a:pt x="91183" y="27058"/>
                  </a:lnTo>
                  <a:lnTo>
                    <a:pt x="86646" y="24208"/>
                  </a:lnTo>
                  <a:lnTo>
                    <a:pt x="82020" y="21504"/>
                  </a:lnTo>
                  <a:lnTo>
                    <a:pt x="77310" y="18951"/>
                  </a:lnTo>
                  <a:lnTo>
                    <a:pt x="72520" y="16549"/>
                  </a:lnTo>
                  <a:lnTo>
                    <a:pt x="67656" y="14303"/>
                  </a:lnTo>
                  <a:lnTo>
                    <a:pt x="62723" y="12213"/>
                  </a:lnTo>
                  <a:lnTo>
                    <a:pt x="57725" y="10282"/>
                  </a:lnTo>
                  <a:lnTo>
                    <a:pt x="52668" y="8513"/>
                  </a:lnTo>
                  <a:lnTo>
                    <a:pt x="47556" y="6907"/>
                  </a:lnTo>
                  <a:lnTo>
                    <a:pt x="42396" y="5465"/>
                  </a:lnTo>
                  <a:lnTo>
                    <a:pt x="37192" y="4189"/>
                  </a:lnTo>
                  <a:lnTo>
                    <a:pt x="31950" y="3081"/>
                  </a:lnTo>
                  <a:lnTo>
                    <a:pt x="26675" y="2142"/>
                  </a:lnTo>
                  <a:lnTo>
                    <a:pt x="21373" y="1372"/>
                  </a:lnTo>
                  <a:lnTo>
                    <a:pt x="16049" y="772"/>
                  </a:lnTo>
                  <a:lnTo>
                    <a:pt x="10708" y="343"/>
                  </a:lnTo>
                  <a:lnTo>
                    <a:pt x="535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578745" y="4172415"/>
              <a:ext cx="214306" cy="334334"/>
            </a:xfrm>
            <a:custGeom>
              <a:avLst/>
              <a:pathLst>
                <a:path w="214306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8" y="5359"/>
                  </a:lnTo>
                  <a:lnTo>
                    <a:pt x="120045" y="6773"/>
                  </a:lnTo>
                  <a:lnTo>
                    <a:pt x="114979" y="8348"/>
                  </a:lnTo>
                  <a:lnTo>
                    <a:pt x="109965" y="10083"/>
                  </a:lnTo>
                  <a:lnTo>
                    <a:pt x="105010" y="11977"/>
                  </a:lnTo>
                  <a:lnTo>
                    <a:pt x="100117" y="14027"/>
                  </a:lnTo>
                  <a:lnTo>
                    <a:pt x="95291" y="16231"/>
                  </a:lnTo>
                  <a:lnTo>
                    <a:pt x="90538" y="18587"/>
                  </a:lnTo>
                  <a:lnTo>
                    <a:pt x="85862" y="21093"/>
                  </a:lnTo>
                  <a:lnTo>
                    <a:pt x="81267" y="23745"/>
                  </a:lnTo>
                  <a:lnTo>
                    <a:pt x="76760" y="26543"/>
                  </a:lnTo>
                  <a:lnTo>
                    <a:pt x="72343" y="29482"/>
                  </a:lnTo>
                  <a:lnTo>
                    <a:pt x="68022" y="32559"/>
                  </a:lnTo>
                  <a:lnTo>
                    <a:pt x="63800" y="35772"/>
                  </a:lnTo>
                  <a:lnTo>
                    <a:pt x="59683" y="39118"/>
                  </a:lnTo>
                  <a:lnTo>
                    <a:pt x="55674" y="42592"/>
                  </a:lnTo>
                  <a:lnTo>
                    <a:pt x="51777" y="46192"/>
                  </a:lnTo>
                  <a:lnTo>
                    <a:pt x="47996" y="49914"/>
                  </a:lnTo>
                  <a:lnTo>
                    <a:pt x="44336" y="53754"/>
                  </a:lnTo>
                  <a:lnTo>
                    <a:pt x="40799" y="57708"/>
                  </a:lnTo>
                  <a:lnTo>
                    <a:pt x="37389" y="61772"/>
                  </a:lnTo>
                  <a:lnTo>
                    <a:pt x="34110" y="65943"/>
                  </a:lnTo>
                  <a:lnTo>
                    <a:pt x="30965" y="70215"/>
                  </a:lnTo>
                  <a:lnTo>
                    <a:pt x="27957" y="74585"/>
                  </a:lnTo>
                  <a:lnTo>
                    <a:pt x="25090" y="79049"/>
                  </a:lnTo>
                  <a:lnTo>
                    <a:pt x="22365" y="83601"/>
                  </a:lnTo>
                  <a:lnTo>
                    <a:pt x="19786" y="88237"/>
                  </a:lnTo>
                  <a:lnTo>
                    <a:pt x="17356" y="92953"/>
                  </a:lnTo>
                  <a:lnTo>
                    <a:pt x="15076" y="97743"/>
                  </a:lnTo>
                  <a:lnTo>
                    <a:pt x="12950" y="102603"/>
                  </a:lnTo>
                  <a:lnTo>
                    <a:pt x="10979" y="107529"/>
                  </a:lnTo>
                  <a:lnTo>
                    <a:pt x="9165" y="112514"/>
                  </a:lnTo>
                  <a:lnTo>
                    <a:pt x="7511" y="117555"/>
                  </a:lnTo>
                  <a:lnTo>
                    <a:pt x="6017" y="122645"/>
                  </a:lnTo>
                  <a:lnTo>
                    <a:pt x="4685" y="127781"/>
                  </a:lnTo>
                  <a:lnTo>
                    <a:pt x="3517" y="132956"/>
                  </a:lnTo>
                  <a:lnTo>
                    <a:pt x="2514" y="138165"/>
                  </a:lnTo>
                  <a:lnTo>
                    <a:pt x="1677" y="143404"/>
                  </a:lnTo>
                  <a:lnTo>
                    <a:pt x="1006" y="148666"/>
                  </a:lnTo>
                  <a:lnTo>
                    <a:pt x="502" y="153947"/>
                  </a:lnTo>
                  <a:lnTo>
                    <a:pt x="167" y="159242"/>
                  </a:lnTo>
                  <a:lnTo>
                    <a:pt x="0" y="164545"/>
                  </a:lnTo>
                  <a:lnTo>
                    <a:pt x="0" y="169850"/>
                  </a:lnTo>
                  <a:lnTo>
                    <a:pt x="170" y="175152"/>
                  </a:lnTo>
                  <a:lnTo>
                    <a:pt x="507" y="180447"/>
                  </a:lnTo>
                  <a:lnTo>
                    <a:pt x="1013" y="185728"/>
                  </a:lnTo>
                  <a:lnTo>
                    <a:pt x="1685" y="190990"/>
                  </a:lnTo>
                  <a:lnTo>
                    <a:pt x="2524" y="196228"/>
                  </a:lnTo>
                  <a:lnTo>
                    <a:pt x="3529" y="201437"/>
                  </a:lnTo>
                  <a:lnTo>
                    <a:pt x="4699" y="206612"/>
                  </a:lnTo>
                  <a:lnTo>
                    <a:pt x="6033" y="211747"/>
                  </a:lnTo>
                  <a:lnTo>
                    <a:pt x="7528" y="216837"/>
                  </a:lnTo>
                  <a:lnTo>
                    <a:pt x="9185" y="221877"/>
                  </a:lnTo>
                  <a:lnTo>
                    <a:pt x="11001" y="226861"/>
                  </a:lnTo>
                  <a:lnTo>
                    <a:pt x="12973" y="231786"/>
                  </a:lnTo>
                  <a:lnTo>
                    <a:pt x="15101" y="236646"/>
                  </a:lnTo>
                  <a:lnTo>
                    <a:pt x="17383" y="241435"/>
                  </a:lnTo>
                  <a:lnTo>
                    <a:pt x="19815" y="246150"/>
                  </a:lnTo>
                  <a:lnTo>
                    <a:pt x="22395" y="250786"/>
                  </a:lnTo>
                  <a:lnTo>
                    <a:pt x="25121" y="255337"/>
                  </a:lnTo>
                  <a:lnTo>
                    <a:pt x="27991" y="259799"/>
                  </a:lnTo>
                  <a:lnTo>
                    <a:pt x="31000" y="264168"/>
                  </a:lnTo>
                  <a:lnTo>
                    <a:pt x="34147" y="268439"/>
                  </a:lnTo>
                  <a:lnTo>
                    <a:pt x="37427" y="272608"/>
                  </a:lnTo>
                  <a:lnTo>
                    <a:pt x="40838" y="276672"/>
                  </a:lnTo>
                  <a:lnTo>
                    <a:pt x="44377" y="280624"/>
                  </a:lnTo>
                  <a:lnTo>
                    <a:pt x="48039" y="284463"/>
                  </a:lnTo>
                  <a:lnTo>
                    <a:pt x="51821" y="288183"/>
                  </a:lnTo>
                  <a:lnTo>
                    <a:pt x="55719" y="291782"/>
                  </a:lnTo>
                  <a:lnTo>
                    <a:pt x="59729" y="295255"/>
                  </a:lnTo>
                  <a:lnTo>
                    <a:pt x="63848" y="298599"/>
                  </a:lnTo>
                  <a:lnTo>
                    <a:pt x="68070" y="301810"/>
                  </a:lnTo>
                  <a:lnTo>
                    <a:pt x="72393" y="304887"/>
                  </a:lnTo>
                  <a:lnTo>
                    <a:pt x="76810" y="307824"/>
                  </a:lnTo>
                  <a:lnTo>
                    <a:pt x="81319" y="310620"/>
                  </a:lnTo>
                  <a:lnTo>
                    <a:pt x="85914" y="313271"/>
                  </a:lnTo>
                  <a:lnTo>
                    <a:pt x="90591" y="315775"/>
                  </a:lnTo>
                  <a:lnTo>
                    <a:pt x="95345" y="318129"/>
                  </a:lnTo>
                  <a:lnTo>
                    <a:pt x="100172" y="320331"/>
                  </a:lnTo>
                  <a:lnTo>
                    <a:pt x="105066" y="322380"/>
                  </a:lnTo>
                  <a:lnTo>
                    <a:pt x="110022" y="324271"/>
                  </a:lnTo>
                  <a:lnTo>
                    <a:pt x="115036" y="326005"/>
                  </a:lnTo>
                  <a:lnTo>
                    <a:pt x="120103" y="327578"/>
                  </a:lnTo>
                  <a:lnTo>
                    <a:pt x="125216" y="328990"/>
                  </a:lnTo>
                  <a:lnTo>
                    <a:pt x="130372" y="330239"/>
                  </a:lnTo>
                  <a:lnTo>
                    <a:pt x="135565" y="331324"/>
                  </a:lnTo>
                  <a:lnTo>
                    <a:pt x="140790" y="332244"/>
                  </a:lnTo>
                  <a:lnTo>
                    <a:pt x="146042" y="332997"/>
                  </a:lnTo>
                  <a:lnTo>
                    <a:pt x="151314" y="333583"/>
                  </a:lnTo>
                  <a:lnTo>
                    <a:pt x="156603" y="334002"/>
                  </a:lnTo>
                  <a:lnTo>
                    <a:pt x="161902" y="334252"/>
                  </a:lnTo>
                  <a:lnTo>
                    <a:pt x="167207" y="334334"/>
                  </a:lnTo>
                  <a:lnTo>
                    <a:pt x="172511" y="334248"/>
                  </a:lnTo>
                  <a:lnTo>
                    <a:pt x="177810" y="333994"/>
                  </a:lnTo>
                  <a:lnTo>
                    <a:pt x="183099" y="333572"/>
                  </a:lnTo>
                  <a:lnTo>
                    <a:pt x="188371" y="332982"/>
                  </a:lnTo>
                  <a:lnTo>
                    <a:pt x="193622" y="332225"/>
                  </a:lnTo>
                  <a:lnTo>
                    <a:pt x="198846" y="331301"/>
                  </a:lnTo>
                  <a:lnTo>
                    <a:pt x="204038" y="330213"/>
                  </a:lnTo>
                  <a:lnTo>
                    <a:pt x="209193" y="328960"/>
                  </a:lnTo>
                  <a:lnTo>
                    <a:pt x="214306" y="327544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339583"/>
              <a:ext cx="47159" cy="160377"/>
            </a:xfrm>
            <a:custGeom>
              <a:avLst/>
              <a:pathLst>
                <a:path w="47159" h="160377">
                  <a:moveTo>
                    <a:pt x="47159" y="16037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339583"/>
              <a:ext cx="162478" cy="160377"/>
            </a:xfrm>
            <a:custGeom>
              <a:avLst/>
              <a:pathLst>
                <a:path w="162478" h="160377">
                  <a:moveTo>
                    <a:pt x="47159" y="160377"/>
                  </a:moveTo>
                  <a:lnTo>
                    <a:pt x="52382" y="158748"/>
                  </a:lnTo>
                  <a:lnTo>
                    <a:pt x="57549" y="156948"/>
                  </a:lnTo>
                  <a:lnTo>
                    <a:pt x="62655" y="154981"/>
                  </a:lnTo>
                  <a:lnTo>
                    <a:pt x="67693" y="152848"/>
                  </a:lnTo>
                  <a:lnTo>
                    <a:pt x="72659" y="150550"/>
                  </a:lnTo>
                  <a:lnTo>
                    <a:pt x="77547" y="148092"/>
                  </a:lnTo>
                  <a:lnTo>
                    <a:pt x="82352" y="145475"/>
                  </a:lnTo>
                  <a:lnTo>
                    <a:pt x="87068" y="142702"/>
                  </a:lnTo>
                  <a:lnTo>
                    <a:pt x="91692" y="139776"/>
                  </a:lnTo>
                  <a:lnTo>
                    <a:pt x="96217" y="136701"/>
                  </a:lnTo>
                  <a:lnTo>
                    <a:pt x="100639" y="133479"/>
                  </a:lnTo>
                  <a:lnTo>
                    <a:pt x="104953" y="130114"/>
                  </a:lnTo>
                  <a:lnTo>
                    <a:pt x="109155" y="126609"/>
                  </a:lnTo>
                  <a:lnTo>
                    <a:pt x="113240" y="122969"/>
                  </a:lnTo>
                  <a:lnTo>
                    <a:pt x="117204" y="119197"/>
                  </a:lnTo>
                  <a:lnTo>
                    <a:pt x="121042" y="115298"/>
                  </a:lnTo>
                  <a:lnTo>
                    <a:pt x="124750" y="111275"/>
                  </a:lnTo>
                  <a:lnTo>
                    <a:pt x="128325" y="107133"/>
                  </a:lnTo>
                  <a:lnTo>
                    <a:pt x="131762" y="102876"/>
                  </a:lnTo>
                  <a:lnTo>
                    <a:pt x="135058" y="98509"/>
                  </a:lnTo>
                  <a:lnTo>
                    <a:pt x="138210" y="94036"/>
                  </a:lnTo>
                  <a:lnTo>
                    <a:pt x="141213" y="89463"/>
                  </a:lnTo>
                  <a:lnTo>
                    <a:pt x="144065" y="84794"/>
                  </a:lnTo>
                  <a:lnTo>
                    <a:pt x="146763" y="80034"/>
                  </a:lnTo>
                  <a:lnTo>
                    <a:pt x="149303" y="75188"/>
                  </a:lnTo>
                  <a:lnTo>
                    <a:pt x="151684" y="70262"/>
                  </a:lnTo>
                  <a:lnTo>
                    <a:pt x="153902" y="65260"/>
                  </a:lnTo>
                  <a:lnTo>
                    <a:pt x="155955" y="60189"/>
                  </a:lnTo>
                  <a:lnTo>
                    <a:pt x="157842" y="55053"/>
                  </a:lnTo>
                  <a:lnTo>
                    <a:pt x="159559" y="49858"/>
                  </a:lnTo>
                  <a:lnTo>
                    <a:pt x="161105" y="44609"/>
                  </a:lnTo>
                  <a:lnTo>
                    <a:pt x="162478" y="393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167156" cy="206481"/>
            </a:xfrm>
            <a:custGeom>
              <a:avLst/>
              <a:pathLst>
                <a:path w="167156" h="206481">
                  <a:moveTo>
                    <a:pt x="162478" y="206481"/>
                  </a:moveTo>
                  <a:lnTo>
                    <a:pt x="163663" y="201215"/>
                  </a:lnTo>
                  <a:lnTo>
                    <a:pt x="164677" y="195913"/>
                  </a:lnTo>
                  <a:lnTo>
                    <a:pt x="165519" y="190582"/>
                  </a:lnTo>
                  <a:lnTo>
                    <a:pt x="166189" y="185226"/>
                  </a:lnTo>
                  <a:lnTo>
                    <a:pt x="166685" y="179852"/>
                  </a:lnTo>
                  <a:lnTo>
                    <a:pt x="167008" y="174464"/>
                  </a:lnTo>
                  <a:lnTo>
                    <a:pt x="167156" y="169068"/>
                  </a:lnTo>
                  <a:lnTo>
                    <a:pt x="167130" y="163671"/>
                  </a:lnTo>
                  <a:lnTo>
                    <a:pt x="166930" y="158277"/>
                  </a:lnTo>
                  <a:lnTo>
                    <a:pt x="166556" y="152893"/>
                  </a:lnTo>
                  <a:lnTo>
                    <a:pt x="166009" y="147523"/>
                  </a:lnTo>
                  <a:lnTo>
                    <a:pt x="165288" y="142174"/>
                  </a:lnTo>
                  <a:lnTo>
                    <a:pt x="164395" y="136851"/>
                  </a:lnTo>
                  <a:lnTo>
                    <a:pt x="163331" y="131559"/>
                  </a:lnTo>
                  <a:lnTo>
                    <a:pt x="162096" y="126305"/>
                  </a:lnTo>
                  <a:lnTo>
                    <a:pt x="160692" y="121093"/>
                  </a:lnTo>
                  <a:lnTo>
                    <a:pt x="159121" y="115930"/>
                  </a:lnTo>
                  <a:lnTo>
                    <a:pt x="157384" y="110819"/>
                  </a:lnTo>
                  <a:lnTo>
                    <a:pt x="155483" y="105768"/>
                  </a:lnTo>
                  <a:lnTo>
                    <a:pt x="153420" y="100780"/>
                  </a:lnTo>
                  <a:lnTo>
                    <a:pt x="151196" y="95862"/>
                  </a:lnTo>
                  <a:lnTo>
                    <a:pt x="148816" y="91018"/>
                  </a:lnTo>
                  <a:lnTo>
                    <a:pt x="146280" y="86253"/>
                  </a:lnTo>
                  <a:lnTo>
                    <a:pt x="143591" y="81573"/>
                  </a:lnTo>
                  <a:lnTo>
                    <a:pt x="140753" y="76982"/>
                  </a:lnTo>
                  <a:lnTo>
                    <a:pt x="137768" y="72485"/>
                  </a:lnTo>
                  <a:lnTo>
                    <a:pt x="134640" y="68086"/>
                  </a:lnTo>
                  <a:lnTo>
                    <a:pt x="131371" y="63791"/>
                  </a:lnTo>
                  <a:lnTo>
                    <a:pt x="127965" y="59604"/>
                  </a:lnTo>
                  <a:lnTo>
                    <a:pt x="124426" y="55529"/>
                  </a:lnTo>
                  <a:lnTo>
                    <a:pt x="120757" y="51570"/>
                  </a:lnTo>
                  <a:lnTo>
                    <a:pt x="116962" y="47732"/>
                  </a:lnTo>
                  <a:lnTo>
                    <a:pt x="113045" y="44018"/>
                  </a:lnTo>
                  <a:lnTo>
                    <a:pt x="109011" y="40433"/>
                  </a:lnTo>
                  <a:lnTo>
                    <a:pt x="104863" y="36980"/>
                  </a:lnTo>
                  <a:lnTo>
                    <a:pt x="100605" y="33662"/>
                  </a:lnTo>
                  <a:lnTo>
                    <a:pt x="96243" y="30484"/>
                  </a:lnTo>
                  <a:lnTo>
                    <a:pt x="91780" y="27448"/>
                  </a:lnTo>
                  <a:lnTo>
                    <a:pt x="87221" y="24558"/>
                  </a:lnTo>
                  <a:lnTo>
                    <a:pt x="82572" y="21817"/>
                  </a:lnTo>
                  <a:lnTo>
                    <a:pt x="77836" y="19227"/>
                  </a:lnTo>
                  <a:lnTo>
                    <a:pt x="73020" y="16791"/>
                  </a:lnTo>
                  <a:lnTo>
                    <a:pt x="68127" y="14512"/>
                  </a:lnTo>
                  <a:lnTo>
                    <a:pt x="63163" y="12392"/>
                  </a:lnTo>
                  <a:lnTo>
                    <a:pt x="58134" y="10434"/>
                  </a:lnTo>
                  <a:lnTo>
                    <a:pt x="53043" y="8638"/>
                  </a:lnTo>
                  <a:lnTo>
                    <a:pt x="47898" y="7009"/>
                  </a:lnTo>
                  <a:lnTo>
                    <a:pt x="42703" y="5546"/>
                  </a:lnTo>
                  <a:lnTo>
                    <a:pt x="37463" y="4251"/>
                  </a:lnTo>
                  <a:lnTo>
                    <a:pt x="32184" y="3127"/>
                  </a:lnTo>
                  <a:lnTo>
                    <a:pt x="26871" y="2173"/>
                  </a:lnTo>
                  <a:lnTo>
                    <a:pt x="21530" y="1392"/>
                  </a:lnTo>
                  <a:lnTo>
                    <a:pt x="16167" y="783"/>
                  </a:lnTo>
                  <a:lnTo>
                    <a:pt x="10787" y="348"/>
                  </a:lnTo>
                  <a:lnTo>
                    <a:pt x="539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756332" y="3685283"/>
              <a:ext cx="180600" cy="334315"/>
            </a:xfrm>
            <a:custGeom>
              <a:avLst/>
              <a:pathLst>
                <a:path w="180600" h="334315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8" y="764"/>
                  </a:lnTo>
                  <a:lnTo>
                    <a:pt x="145888" y="1359"/>
                  </a:lnTo>
                  <a:lnTo>
                    <a:pt x="140610" y="2122"/>
                  </a:lnTo>
                  <a:lnTo>
                    <a:pt x="135360" y="3052"/>
                  </a:lnTo>
                  <a:lnTo>
                    <a:pt x="130141" y="4150"/>
                  </a:lnTo>
                  <a:lnTo>
                    <a:pt x="124960" y="5414"/>
                  </a:lnTo>
                  <a:lnTo>
                    <a:pt x="119823" y="6843"/>
                  </a:lnTo>
                  <a:lnTo>
                    <a:pt x="114733" y="8434"/>
                  </a:lnTo>
                  <a:lnTo>
                    <a:pt x="109697" y="10187"/>
                  </a:lnTo>
                  <a:lnTo>
                    <a:pt x="104719" y="12100"/>
                  </a:lnTo>
                  <a:lnTo>
                    <a:pt x="99804" y="14171"/>
                  </a:lnTo>
                  <a:lnTo>
                    <a:pt x="94959" y="16397"/>
                  </a:lnTo>
                  <a:lnTo>
                    <a:pt x="90186" y="18777"/>
                  </a:lnTo>
                  <a:lnTo>
                    <a:pt x="85493" y="21307"/>
                  </a:lnTo>
                  <a:lnTo>
                    <a:pt x="80882" y="23986"/>
                  </a:lnTo>
                  <a:lnTo>
                    <a:pt x="76359" y="26811"/>
                  </a:lnTo>
                  <a:lnTo>
                    <a:pt x="71928" y="29779"/>
                  </a:lnTo>
                  <a:lnTo>
                    <a:pt x="67594" y="32887"/>
                  </a:lnTo>
                  <a:lnTo>
                    <a:pt x="63362" y="36131"/>
                  </a:lnTo>
                  <a:lnTo>
                    <a:pt x="59235" y="39508"/>
                  </a:lnTo>
                  <a:lnTo>
                    <a:pt x="55218" y="43016"/>
                  </a:lnTo>
                  <a:lnTo>
                    <a:pt x="51315" y="46649"/>
                  </a:lnTo>
                  <a:lnTo>
                    <a:pt x="47530" y="50406"/>
                  </a:lnTo>
                  <a:lnTo>
                    <a:pt x="43867" y="54281"/>
                  </a:lnTo>
                  <a:lnTo>
                    <a:pt x="40329" y="58271"/>
                  </a:lnTo>
                  <a:lnTo>
                    <a:pt x="36920" y="62372"/>
                  </a:lnTo>
                  <a:lnTo>
                    <a:pt x="33644" y="66580"/>
                  </a:lnTo>
                  <a:lnTo>
                    <a:pt x="30503" y="70889"/>
                  </a:lnTo>
                  <a:lnTo>
                    <a:pt x="27502" y="75297"/>
                  </a:lnTo>
                  <a:lnTo>
                    <a:pt x="24643" y="79799"/>
                  </a:lnTo>
                  <a:lnTo>
                    <a:pt x="21929" y="84389"/>
                  </a:lnTo>
                  <a:lnTo>
                    <a:pt x="19362" y="89064"/>
                  </a:lnTo>
                  <a:lnTo>
                    <a:pt x="16946" y="93818"/>
                  </a:lnTo>
                  <a:lnTo>
                    <a:pt x="14683" y="98646"/>
                  </a:lnTo>
                  <a:lnTo>
                    <a:pt x="12575" y="103545"/>
                  </a:lnTo>
                  <a:lnTo>
                    <a:pt x="10624" y="108508"/>
                  </a:lnTo>
                  <a:lnTo>
                    <a:pt x="8833" y="113530"/>
                  </a:lnTo>
                  <a:lnTo>
                    <a:pt x="7203" y="118608"/>
                  </a:lnTo>
                  <a:lnTo>
                    <a:pt x="5735" y="123735"/>
                  </a:lnTo>
                  <a:lnTo>
                    <a:pt x="4432" y="128906"/>
                  </a:lnTo>
                  <a:lnTo>
                    <a:pt x="3295" y="134116"/>
                  </a:lnTo>
                  <a:lnTo>
                    <a:pt x="2324" y="139359"/>
                  </a:lnTo>
                  <a:lnTo>
                    <a:pt x="1521" y="144631"/>
                  </a:lnTo>
                  <a:lnTo>
                    <a:pt x="886" y="149926"/>
                  </a:lnTo>
                  <a:lnTo>
                    <a:pt x="421" y="155238"/>
                  </a:lnTo>
                  <a:lnTo>
                    <a:pt x="125" y="160563"/>
                  </a:lnTo>
                  <a:lnTo>
                    <a:pt x="0" y="165894"/>
                  </a:lnTo>
                  <a:lnTo>
                    <a:pt x="44" y="171226"/>
                  </a:lnTo>
                  <a:lnTo>
                    <a:pt x="258" y="176555"/>
                  </a:lnTo>
                  <a:lnTo>
                    <a:pt x="643" y="181874"/>
                  </a:lnTo>
                  <a:lnTo>
                    <a:pt x="1197" y="187177"/>
                  </a:lnTo>
                  <a:lnTo>
                    <a:pt x="1919" y="192461"/>
                  </a:lnTo>
                  <a:lnTo>
                    <a:pt x="2810" y="197719"/>
                  </a:lnTo>
                  <a:lnTo>
                    <a:pt x="3868" y="202945"/>
                  </a:lnTo>
                  <a:lnTo>
                    <a:pt x="5093" y="208136"/>
                  </a:lnTo>
                  <a:lnTo>
                    <a:pt x="6482" y="213284"/>
                  </a:lnTo>
                  <a:lnTo>
                    <a:pt x="8035" y="218386"/>
                  </a:lnTo>
                  <a:lnTo>
                    <a:pt x="9749" y="223435"/>
                  </a:lnTo>
                  <a:lnTo>
                    <a:pt x="11624" y="228428"/>
                  </a:lnTo>
                  <a:lnTo>
                    <a:pt x="13657" y="233358"/>
                  </a:lnTo>
                  <a:lnTo>
                    <a:pt x="15847" y="238220"/>
                  </a:lnTo>
                  <a:lnTo>
                    <a:pt x="18190" y="243010"/>
                  </a:lnTo>
                  <a:lnTo>
                    <a:pt x="20685" y="247723"/>
                  </a:lnTo>
                  <a:lnTo>
                    <a:pt x="23329" y="252354"/>
                  </a:lnTo>
                  <a:lnTo>
                    <a:pt x="26119" y="256899"/>
                  </a:lnTo>
                  <a:lnTo>
                    <a:pt x="29053" y="261352"/>
                  </a:lnTo>
                  <a:lnTo>
                    <a:pt x="32127" y="265709"/>
                  </a:lnTo>
                  <a:lnTo>
                    <a:pt x="35339" y="269966"/>
                  </a:lnTo>
                  <a:lnTo>
                    <a:pt x="38685" y="274118"/>
                  </a:lnTo>
                  <a:lnTo>
                    <a:pt x="42162" y="278162"/>
                  </a:lnTo>
                  <a:lnTo>
                    <a:pt x="45766" y="282093"/>
                  </a:lnTo>
                  <a:lnTo>
                    <a:pt x="49493" y="285906"/>
                  </a:lnTo>
                  <a:lnTo>
                    <a:pt x="53340" y="289599"/>
                  </a:lnTo>
                  <a:lnTo>
                    <a:pt x="57304" y="293167"/>
                  </a:lnTo>
                  <a:lnTo>
                    <a:pt x="61378" y="296607"/>
                  </a:lnTo>
                  <a:lnTo>
                    <a:pt x="65561" y="299915"/>
                  </a:lnTo>
                  <a:lnTo>
                    <a:pt x="69847" y="303088"/>
                  </a:lnTo>
                  <a:lnTo>
                    <a:pt x="74232" y="306123"/>
                  </a:lnTo>
                  <a:lnTo>
                    <a:pt x="78711" y="309017"/>
                  </a:lnTo>
                  <a:lnTo>
                    <a:pt x="83281" y="311766"/>
                  </a:lnTo>
                  <a:lnTo>
                    <a:pt x="87935" y="314368"/>
                  </a:lnTo>
                  <a:lnTo>
                    <a:pt x="92671" y="316820"/>
                  </a:lnTo>
                  <a:lnTo>
                    <a:pt x="97482" y="319120"/>
                  </a:lnTo>
                  <a:lnTo>
                    <a:pt x="102364" y="321265"/>
                  </a:lnTo>
                  <a:lnTo>
                    <a:pt x="107312" y="323253"/>
                  </a:lnTo>
                  <a:lnTo>
                    <a:pt x="112321" y="325083"/>
                  </a:lnTo>
                  <a:lnTo>
                    <a:pt x="117386" y="326752"/>
                  </a:lnTo>
                  <a:lnTo>
                    <a:pt x="122502" y="328258"/>
                  </a:lnTo>
                  <a:lnTo>
                    <a:pt x="127663" y="329601"/>
                  </a:lnTo>
                  <a:lnTo>
                    <a:pt x="132864" y="330778"/>
                  </a:lnTo>
                  <a:lnTo>
                    <a:pt x="138100" y="331789"/>
                  </a:lnTo>
                  <a:lnTo>
                    <a:pt x="143365" y="332632"/>
                  </a:lnTo>
                  <a:lnTo>
                    <a:pt x="148655" y="333307"/>
                  </a:lnTo>
                  <a:lnTo>
                    <a:pt x="153964" y="333813"/>
                  </a:lnTo>
                  <a:lnTo>
                    <a:pt x="159286" y="334149"/>
                  </a:lnTo>
                  <a:lnTo>
                    <a:pt x="164616" y="334315"/>
                  </a:lnTo>
                  <a:lnTo>
                    <a:pt x="169949" y="334311"/>
                  </a:lnTo>
                  <a:lnTo>
                    <a:pt x="175279" y="334137"/>
                  </a:lnTo>
                  <a:lnTo>
                    <a:pt x="180600" y="33379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431"/>
              <a:ext cx="167166" cy="333645"/>
            </a:xfrm>
            <a:custGeom>
              <a:avLst/>
              <a:pathLst>
                <a:path w="167166" h="333645">
                  <a:moveTo>
                    <a:pt x="13438" y="333645"/>
                  </a:moveTo>
                  <a:lnTo>
                    <a:pt x="18725" y="333134"/>
                  </a:lnTo>
                  <a:lnTo>
                    <a:pt x="23994" y="332455"/>
                  </a:lnTo>
                  <a:lnTo>
                    <a:pt x="29238" y="331609"/>
                  </a:lnTo>
                  <a:lnTo>
                    <a:pt x="34453" y="330597"/>
                  </a:lnTo>
                  <a:lnTo>
                    <a:pt x="39633" y="329420"/>
                  </a:lnTo>
                  <a:lnTo>
                    <a:pt x="44773" y="328079"/>
                  </a:lnTo>
                  <a:lnTo>
                    <a:pt x="49868" y="326575"/>
                  </a:lnTo>
                  <a:lnTo>
                    <a:pt x="54913" y="324910"/>
                  </a:lnTo>
                  <a:lnTo>
                    <a:pt x="59902" y="323085"/>
                  </a:lnTo>
                  <a:lnTo>
                    <a:pt x="64831" y="321103"/>
                  </a:lnTo>
                  <a:lnTo>
                    <a:pt x="69694" y="318965"/>
                  </a:lnTo>
                  <a:lnTo>
                    <a:pt x="74486" y="316674"/>
                  </a:lnTo>
                  <a:lnTo>
                    <a:pt x="79204" y="314232"/>
                  </a:lnTo>
                  <a:lnTo>
                    <a:pt x="83841" y="311641"/>
                  </a:lnTo>
                  <a:lnTo>
                    <a:pt x="88394" y="308904"/>
                  </a:lnTo>
                  <a:lnTo>
                    <a:pt x="92858" y="306023"/>
                  </a:lnTo>
                  <a:lnTo>
                    <a:pt x="97228" y="303003"/>
                  </a:lnTo>
                  <a:lnTo>
                    <a:pt x="101499" y="299845"/>
                  </a:lnTo>
                  <a:lnTo>
                    <a:pt x="105668" y="296553"/>
                  </a:lnTo>
                  <a:lnTo>
                    <a:pt x="109731" y="293130"/>
                  </a:lnTo>
                  <a:lnTo>
                    <a:pt x="113683" y="289580"/>
                  </a:lnTo>
                  <a:lnTo>
                    <a:pt x="117519" y="285906"/>
                  </a:lnTo>
                  <a:lnTo>
                    <a:pt x="121238" y="282111"/>
                  </a:lnTo>
                  <a:lnTo>
                    <a:pt x="124833" y="278201"/>
                  </a:lnTo>
                  <a:lnTo>
                    <a:pt x="128303" y="274179"/>
                  </a:lnTo>
                  <a:lnTo>
                    <a:pt x="131643" y="270048"/>
                  </a:lnTo>
                  <a:lnTo>
                    <a:pt x="134850" y="265813"/>
                  </a:lnTo>
                  <a:lnTo>
                    <a:pt x="137921" y="261478"/>
                  </a:lnTo>
                  <a:lnTo>
                    <a:pt x="140853" y="257048"/>
                  </a:lnTo>
                  <a:lnTo>
                    <a:pt x="143642" y="252527"/>
                  </a:lnTo>
                  <a:lnTo>
                    <a:pt x="146287" y="247920"/>
                  </a:lnTo>
                  <a:lnTo>
                    <a:pt x="148783" y="243231"/>
                  </a:lnTo>
                  <a:lnTo>
                    <a:pt x="151130" y="238465"/>
                  </a:lnTo>
                  <a:lnTo>
                    <a:pt x="153324" y="233627"/>
                  </a:lnTo>
                  <a:lnTo>
                    <a:pt x="155363" y="228722"/>
                  </a:lnTo>
                  <a:lnTo>
                    <a:pt x="157245" y="223754"/>
                  </a:lnTo>
                  <a:lnTo>
                    <a:pt x="158968" y="218729"/>
                  </a:lnTo>
                  <a:lnTo>
                    <a:pt x="160531" y="213652"/>
                  </a:lnTo>
                  <a:lnTo>
                    <a:pt x="161931" y="208528"/>
                  </a:lnTo>
                  <a:lnTo>
                    <a:pt x="163169" y="203362"/>
                  </a:lnTo>
                  <a:lnTo>
                    <a:pt x="164241" y="198159"/>
                  </a:lnTo>
                  <a:lnTo>
                    <a:pt x="165147" y="192925"/>
                  </a:lnTo>
                  <a:lnTo>
                    <a:pt x="165887" y="187664"/>
                  </a:lnTo>
                  <a:lnTo>
                    <a:pt x="166459" y="182383"/>
                  </a:lnTo>
                  <a:lnTo>
                    <a:pt x="166864" y="177086"/>
                  </a:lnTo>
                  <a:lnTo>
                    <a:pt x="167099" y="171779"/>
                  </a:lnTo>
                  <a:lnTo>
                    <a:pt x="167166" y="166467"/>
                  </a:lnTo>
                  <a:lnTo>
                    <a:pt x="167064" y="161156"/>
                  </a:lnTo>
                  <a:lnTo>
                    <a:pt x="166793" y="155851"/>
                  </a:lnTo>
                  <a:lnTo>
                    <a:pt x="166354" y="150557"/>
                  </a:lnTo>
                  <a:lnTo>
                    <a:pt x="165747" y="145279"/>
                  </a:lnTo>
                  <a:lnTo>
                    <a:pt x="164973" y="140024"/>
                  </a:lnTo>
                  <a:lnTo>
                    <a:pt x="164032" y="134795"/>
                  </a:lnTo>
                  <a:lnTo>
                    <a:pt x="162925" y="129600"/>
                  </a:lnTo>
                  <a:lnTo>
                    <a:pt x="161654" y="124442"/>
                  </a:lnTo>
                  <a:lnTo>
                    <a:pt x="160219" y="119327"/>
                  </a:lnTo>
                  <a:lnTo>
                    <a:pt x="158623" y="114260"/>
                  </a:lnTo>
                  <a:lnTo>
                    <a:pt x="156867" y="109247"/>
                  </a:lnTo>
                  <a:lnTo>
                    <a:pt x="154952" y="104292"/>
                  </a:lnTo>
                  <a:lnTo>
                    <a:pt x="152881" y="99400"/>
                  </a:lnTo>
                  <a:lnTo>
                    <a:pt x="150655" y="94576"/>
                  </a:lnTo>
                  <a:lnTo>
                    <a:pt x="148277" y="89826"/>
                  </a:lnTo>
                  <a:lnTo>
                    <a:pt x="145749" y="85154"/>
                  </a:lnTo>
                  <a:lnTo>
                    <a:pt x="143075" y="80564"/>
                  </a:lnTo>
                  <a:lnTo>
                    <a:pt x="140255" y="76062"/>
                  </a:lnTo>
                  <a:lnTo>
                    <a:pt x="137295" y="71651"/>
                  </a:lnTo>
                  <a:lnTo>
                    <a:pt x="134195" y="67337"/>
                  </a:lnTo>
                  <a:lnTo>
                    <a:pt x="130960" y="63123"/>
                  </a:lnTo>
                  <a:lnTo>
                    <a:pt x="127593" y="59015"/>
                  </a:lnTo>
                  <a:lnTo>
                    <a:pt x="124097" y="55015"/>
                  </a:lnTo>
                  <a:lnTo>
                    <a:pt x="120475" y="51129"/>
                  </a:lnTo>
                  <a:lnTo>
                    <a:pt x="116732" y="47359"/>
                  </a:lnTo>
                  <a:lnTo>
                    <a:pt x="112871" y="43710"/>
                  </a:lnTo>
                  <a:lnTo>
                    <a:pt x="108896" y="40186"/>
                  </a:lnTo>
                  <a:lnTo>
                    <a:pt x="104811" y="36790"/>
                  </a:lnTo>
                  <a:lnTo>
                    <a:pt x="100620" y="33526"/>
                  </a:lnTo>
                  <a:lnTo>
                    <a:pt x="96328" y="30396"/>
                  </a:lnTo>
                  <a:lnTo>
                    <a:pt x="91938" y="27404"/>
                  </a:lnTo>
                  <a:lnTo>
                    <a:pt x="87456" y="24554"/>
                  </a:lnTo>
                  <a:lnTo>
                    <a:pt x="82885" y="21847"/>
                  </a:lnTo>
                  <a:lnTo>
                    <a:pt x="78230" y="19286"/>
                  </a:lnTo>
                  <a:lnTo>
                    <a:pt x="73497" y="16875"/>
                  </a:lnTo>
                  <a:lnTo>
                    <a:pt x="68689" y="14616"/>
                  </a:lnTo>
                  <a:lnTo>
                    <a:pt x="63812" y="12510"/>
                  </a:lnTo>
                  <a:lnTo>
                    <a:pt x="58870" y="10561"/>
                  </a:lnTo>
                  <a:lnTo>
                    <a:pt x="53869" y="8769"/>
                  </a:lnTo>
                  <a:lnTo>
                    <a:pt x="48814" y="7137"/>
                  </a:lnTo>
                  <a:lnTo>
                    <a:pt x="43709" y="5667"/>
                  </a:lnTo>
                  <a:lnTo>
                    <a:pt x="38561" y="4360"/>
                  </a:lnTo>
                  <a:lnTo>
                    <a:pt x="33373" y="3217"/>
                  </a:lnTo>
                  <a:lnTo>
                    <a:pt x="28151" y="2239"/>
                  </a:lnTo>
                  <a:lnTo>
                    <a:pt x="22901" y="1428"/>
                  </a:lnTo>
                  <a:lnTo>
                    <a:pt x="17628" y="784"/>
                  </a:lnTo>
                  <a:lnTo>
                    <a:pt x="12338" y="307"/>
                  </a:lnTo>
                  <a:lnTo>
                    <a:pt x="7034" y="0"/>
                  </a:lnTo>
                  <a:lnTo>
                    <a:pt x="0" y="16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7034" cy="167167"/>
            </a:xfrm>
            <a:custGeom>
              <a:avLst/>
              <a:pathLst>
                <a:path w="7034" h="167167">
                  <a:moveTo>
                    <a:pt x="7034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tx95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2025-06-26T11:33:43Z</dcterms:modified>
  <cp:category/>
</cp:coreProperties>
</file>